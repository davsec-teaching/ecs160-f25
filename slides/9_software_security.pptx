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2"/>
  </p:notesMasterIdLst>
  <p:handoutMasterIdLst>
    <p:handoutMasterId r:id="rId163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65" r:id="rId105"/>
    <p:sldId id="1266" r:id="rId106"/>
    <p:sldId id="1267" r:id="rId107"/>
    <p:sldId id="1169" r:id="rId108"/>
    <p:sldId id="1170" r:id="rId109"/>
    <p:sldId id="1171" r:id="rId110"/>
    <p:sldId id="1261" r:id="rId111"/>
    <p:sldId id="1174" r:id="rId112"/>
    <p:sldId id="1268" r:id="rId113"/>
    <p:sldId id="1269" r:id="rId114"/>
    <p:sldId id="1186" r:id="rId115"/>
    <p:sldId id="1172" r:id="rId116"/>
    <p:sldId id="1175" r:id="rId117"/>
    <p:sldId id="1263" r:id="rId118"/>
    <p:sldId id="1178" r:id="rId119"/>
    <p:sldId id="1177" r:id="rId120"/>
    <p:sldId id="1270" r:id="rId121"/>
    <p:sldId id="1179" r:id="rId122"/>
    <p:sldId id="1180" r:id="rId123"/>
    <p:sldId id="1160" r:id="rId124"/>
    <p:sldId id="1181" r:id="rId125"/>
    <p:sldId id="1271" r:id="rId126"/>
    <p:sldId id="1194" r:id="rId127"/>
    <p:sldId id="1183" r:id="rId128"/>
    <p:sldId id="1184" r:id="rId129"/>
    <p:sldId id="1185" r:id="rId130"/>
    <p:sldId id="1205" r:id="rId131"/>
    <p:sldId id="1105" r:id="rId132"/>
    <p:sldId id="1187" r:id="rId133"/>
    <p:sldId id="1188" r:id="rId134"/>
    <p:sldId id="1110" r:id="rId135"/>
    <p:sldId id="1111" r:id="rId136"/>
    <p:sldId id="1190" r:id="rId137"/>
    <p:sldId id="1192" r:id="rId138"/>
    <p:sldId id="1189" r:id="rId139"/>
    <p:sldId id="1208" r:id="rId140"/>
    <p:sldId id="1209" r:id="rId141"/>
    <p:sldId id="1210" r:id="rId142"/>
    <p:sldId id="1191" r:id="rId143"/>
    <p:sldId id="1113" r:id="rId144"/>
    <p:sldId id="1193" r:id="rId145"/>
    <p:sldId id="1219" r:id="rId146"/>
    <p:sldId id="1114" r:id="rId147"/>
    <p:sldId id="1215" r:id="rId148"/>
    <p:sldId id="1216" r:id="rId149"/>
    <p:sldId id="1217" r:id="rId150"/>
    <p:sldId id="1218" r:id="rId151"/>
    <p:sldId id="258" r:id="rId152"/>
    <p:sldId id="1106" r:id="rId153"/>
    <p:sldId id="257" r:id="rId154"/>
    <p:sldId id="1091" r:id="rId155"/>
    <p:sldId id="1096" r:id="rId156"/>
    <p:sldId id="1100" r:id="rId157"/>
    <p:sldId id="1099" r:id="rId158"/>
    <p:sldId id="1107" r:id="rId159"/>
    <p:sldId id="1109" r:id="rId160"/>
    <p:sldId id="1095" r:id="rId16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840" autoAdjust="0"/>
  </p:normalViewPr>
  <p:slideViewPr>
    <p:cSldViewPr snapToGrid="0">
      <p:cViewPr varScale="1">
        <p:scale>
          <a:sx n="126" d="100"/>
          <a:sy n="126" d="100"/>
        </p:scale>
        <p:origin x="41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microsoft.com/office/2018/10/relationships/authors" Target="author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presProps" Target="presProps.xml"/><Relationship Id="rId16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jpeg"/><Relationship Id="rId10" Type="http://schemas.openxmlformats.org/officeDocument/2006/relationships/image" Target="../media/image31.jpe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CA0F2-F53B-482E-558C-0F7C60C2DF97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6135800" y="571014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ECA28A-B961-1FC4-661C-2477F180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Rust avoids temporal memory safety bugs</a:t>
            </a:r>
          </a:p>
          <a:p>
            <a:r>
              <a:rPr lang="en-US" dirty="0"/>
              <a:t>How Rust avoids spatial memory safety bugs</a:t>
            </a:r>
          </a:p>
          <a:p>
            <a:r>
              <a:rPr lang="en-US" dirty="0"/>
              <a:t>Rust compile </a:t>
            </a:r>
            <a:r>
              <a:rPr lang="en-US"/>
              <a:t>time reflection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B27254-192D-FC80-3109-688CDCC1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</a:p>
        </p:txBody>
      </p:sp>
    </p:spTree>
    <p:extLst>
      <p:ext uri="{BB962C8B-B14F-4D97-AF65-F5344CB8AC3E}">
        <p14:creationId xmlns:p14="http://schemas.microsoft.com/office/powerpoint/2010/main" val="426403992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Other languages achieve temporal memory safety through garbage collection</a:t>
            </a:r>
          </a:p>
          <a:p>
            <a:pPr lvl="1"/>
            <a:r>
              <a:rPr lang="en-US" dirty="0"/>
              <a:t>High overhead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9005</TotalTime>
  <Words>13473</Words>
  <Application>Microsoft Office PowerPoint</Application>
  <PresentationFormat>Widescreen</PresentationFormat>
  <Paragraphs>1984</Paragraphs>
  <Slides>160</Slides>
  <Notes>28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160</vt:i4>
      </vt:variant>
    </vt:vector>
  </HeadingPairs>
  <TitlesOfParts>
    <vt:vector size="166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1535</cp:revision>
  <dcterms:created xsi:type="dcterms:W3CDTF">2019-06-30T03:25:06Z</dcterms:created>
  <dcterms:modified xsi:type="dcterms:W3CDTF">2025-11-14T18:01:35Z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