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0"/>
  </p:notesMasterIdLst>
  <p:handoutMasterIdLst>
    <p:handoutMasterId r:id="rId161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65" r:id="rId105"/>
    <p:sldId id="1266" r:id="rId106"/>
    <p:sldId id="1267" r:id="rId107"/>
    <p:sldId id="1169" r:id="rId108"/>
    <p:sldId id="1170" r:id="rId109"/>
    <p:sldId id="1171" r:id="rId110"/>
    <p:sldId id="1261" r:id="rId111"/>
    <p:sldId id="1174" r:id="rId112"/>
    <p:sldId id="1268" r:id="rId113"/>
    <p:sldId id="1269" r:id="rId114"/>
    <p:sldId id="1186" r:id="rId115"/>
    <p:sldId id="1172" r:id="rId116"/>
    <p:sldId id="1175" r:id="rId117"/>
    <p:sldId id="1178" r:id="rId118"/>
    <p:sldId id="1177" r:id="rId119"/>
    <p:sldId id="1263" r:id="rId120"/>
    <p:sldId id="1179" r:id="rId121"/>
    <p:sldId id="1180" r:id="rId122"/>
    <p:sldId id="1160" r:id="rId123"/>
    <p:sldId id="1181" r:id="rId124"/>
    <p:sldId id="1194" r:id="rId125"/>
    <p:sldId id="1183" r:id="rId126"/>
    <p:sldId id="1184" r:id="rId127"/>
    <p:sldId id="1185" r:id="rId128"/>
    <p:sldId id="1205" r:id="rId129"/>
    <p:sldId id="1105" r:id="rId130"/>
    <p:sldId id="1187" r:id="rId131"/>
    <p:sldId id="1188" r:id="rId132"/>
    <p:sldId id="1110" r:id="rId133"/>
    <p:sldId id="1111" r:id="rId134"/>
    <p:sldId id="1190" r:id="rId135"/>
    <p:sldId id="1192" r:id="rId136"/>
    <p:sldId id="1189" r:id="rId137"/>
    <p:sldId id="1208" r:id="rId138"/>
    <p:sldId id="1209" r:id="rId139"/>
    <p:sldId id="1210" r:id="rId140"/>
    <p:sldId id="1191" r:id="rId141"/>
    <p:sldId id="1113" r:id="rId142"/>
    <p:sldId id="1193" r:id="rId143"/>
    <p:sldId id="1219" r:id="rId144"/>
    <p:sldId id="1114" r:id="rId145"/>
    <p:sldId id="1215" r:id="rId146"/>
    <p:sldId id="1216" r:id="rId147"/>
    <p:sldId id="1217" r:id="rId148"/>
    <p:sldId id="1218" r:id="rId149"/>
    <p:sldId id="258" r:id="rId150"/>
    <p:sldId id="1106" r:id="rId151"/>
    <p:sldId id="257" r:id="rId152"/>
    <p:sldId id="1091" r:id="rId153"/>
    <p:sldId id="1096" r:id="rId154"/>
    <p:sldId id="1100" r:id="rId155"/>
    <p:sldId id="1099" r:id="rId156"/>
    <p:sldId id="1107" r:id="rId157"/>
    <p:sldId id="1109" r:id="rId158"/>
    <p:sldId id="1095" r:id="rId159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840" autoAdjust="0"/>
  </p:normalViewPr>
  <p:slideViewPr>
    <p:cSldViewPr snapToGrid="0">
      <p:cViewPr varScale="1">
        <p:scale>
          <a:sx n="90" d="100"/>
          <a:sy n="90" d="100"/>
        </p:scale>
        <p:origin x="15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handoutMaster" Target="handoutMasters/handoutMaster1.xml"/><Relationship Id="rId16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tableStyles" Target="tableStyle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November 14,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jpeg"/><Relationship Id="rId10" Type="http://schemas.openxmlformats.org/officeDocument/2006/relationships/image" Target="../media/image31.jpe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CA0F2-F53B-482E-558C-0F7C60C2DF97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</a:t>
            </a:r>
            <a:r>
              <a:rPr lang="en-US" dirty="0" err="1"/>
              <a:t>MyUniquePtr</a:t>
            </a:r>
            <a:r>
              <a:rPr lang="en-US" dirty="0"/>
              <a:t>&amp;&amp; other) </a:t>
            </a:r>
            <a:r>
              <a:rPr lang="en-US" dirty="0" err="1"/>
              <a:t>noexcept</a:t>
            </a:r>
            <a:r>
              <a:rPr lang="en-US" dirty="0"/>
              <a:t> : </a:t>
            </a:r>
            <a:r>
              <a:rPr lang="en-US" dirty="0" err="1"/>
              <a:t>ptr</a:t>
            </a:r>
            <a:r>
              <a:rPr lang="en-US" dirty="0"/>
              <a:t>(</a:t>
            </a:r>
            <a:r>
              <a:rPr lang="en-US" dirty="0" err="1"/>
              <a:t>other.ptr</a:t>
            </a:r>
            <a:r>
              <a:rPr lang="en-US" dirty="0"/>
              <a:t>) {</a:t>
            </a:r>
          </a:p>
          <a:p>
            <a:r>
              <a:rPr lang="en-US" dirty="0"/>
              <a:t>            </a:t>
            </a:r>
            <a:r>
              <a:rPr lang="en-US" dirty="0" err="1"/>
              <a:t>other.ptr</a:t>
            </a:r>
            <a:r>
              <a:rPr lang="en-US" dirty="0"/>
              <a:t> = </a:t>
            </a:r>
            <a:r>
              <a:rPr lang="en-US" dirty="0" err="1"/>
              <a:t>nullptr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</a:t>
            </a:r>
            <a:r>
              <a:rPr lang="en-US" dirty="0" err="1"/>
              <a:t>MyUniquePtr</a:t>
            </a:r>
            <a:r>
              <a:rPr lang="en-US" dirty="0"/>
              <a:t>&amp;&amp; other) </a:t>
            </a:r>
            <a:r>
              <a:rPr lang="en-US" dirty="0" err="1"/>
              <a:t>noexcept</a:t>
            </a:r>
            <a:r>
              <a:rPr lang="en-US" dirty="0"/>
              <a:t> {</a:t>
            </a:r>
          </a:p>
          <a:p>
            <a:r>
              <a:rPr lang="en-US" dirty="0"/>
              <a:t>            if (this != &amp;other) {</a:t>
            </a:r>
          </a:p>
          <a:p>
            <a:r>
              <a:rPr lang="en-US" dirty="0"/>
              <a:t>    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       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other.ptr</a:t>
            </a:r>
            <a:r>
              <a:rPr lang="en-US" dirty="0"/>
              <a:t>;</a:t>
            </a:r>
          </a:p>
          <a:p>
            <a:r>
              <a:rPr lang="en-US" dirty="0"/>
              <a:t>                </a:t>
            </a:r>
            <a:r>
              <a:rPr lang="en-US" dirty="0" err="1"/>
              <a:t>other.ptr</a:t>
            </a:r>
            <a:r>
              <a:rPr lang="en-US" dirty="0"/>
              <a:t> = </a:t>
            </a:r>
            <a:r>
              <a:rPr lang="en-US" dirty="0" err="1"/>
              <a:t>nullptr</a:t>
            </a:r>
            <a:r>
              <a:rPr lang="en-US" dirty="0"/>
              <a:t>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    return *this;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579629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you still do this using smart pointers?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ECA28A-B961-1FC4-661C-2477F180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Rust avoids temporal memory safety bugs</a:t>
            </a:r>
          </a:p>
          <a:p>
            <a:r>
              <a:rPr lang="en-US" dirty="0"/>
              <a:t>How Rust avoids spatial memory safety bugs</a:t>
            </a:r>
          </a:p>
          <a:p>
            <a:r>
              <a:rPr lang="en-US" dirty="0"/>
              <a:t>Rust compile </a:t>
            </a:r>
            <a:r>
              <a:rPr lang="en-US"/>
              <a:t>time reflection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B27254-192D-FC80-3109-688CDCC1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</a:p>
        </p:txBody>
      </p:sp>
    </p:spTree>
    <p:extLst>
      <p:ext uri="{BB962C8B-B14F-4D97-AF65-F5344CB8AC3E}">
        <p14:creationId xmlns:p14="http://schemas.microsoft.com/office/powerpoint/2010/main" val="426403992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Other languages achieve temporal memory safety through garbage collection</a:t>
            </a:r>
          </a:p>
          <a:p>
            <a:pPr lvl="1"/>
            <a:r>
              <a:rPr lang="en-US" dirty="0"/>
              <a:t>High overhead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8993</TotalTime>
  <Words>13271</Words>
  <Application>Microsoft Office PowerPoint</Application>
  <PresentationFormat>Widescreen</PresentationFormat>
  <Paragraphs>1959</Paragraphs>
  <Slides>158</Slides>
  <Notes>28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4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unique_ptr</vt:lpstr>
      <vt:lpstr>unique_ptr</vt:lpstr>
      <vt:lpstr>How does it work? (Not in syllabus)</vt:lpstr>
      <vt:lpstr>What about multiple pointers to same var?</vt:lpstr>
      <vt:lpstr>Desired behavior</vt:lpstr>
      <vt:lpstr>shared_ptr</vt:lpstr>
      <vt:lpstr>More about smart pointers</vt:lpstr>
      <vt:lpstr>PowerPoint Presentation</vt:lpstr>
      <vt:lpstr>Question – find vulnerabilities in code and fix them</vt:lpstr>
      <vt:lpstr>Can the code below result in control flow hijack?</vt:lpstr>
      <vt:lpstr>Can the code below result in control flow hijack?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1514</cp:revision>
  <dcterms:created xsi:type="dcterms:W3CDTF">2019-06-30T03:25:06Z</dcterms:created>
  <dcterms:modified xsi:type="dcterms:W3CDTF">2025-11-14T17:00:25Z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