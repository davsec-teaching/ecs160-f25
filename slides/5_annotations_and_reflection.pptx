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1"/>
  </p:notesMasterIdLst>
  <p:handoutMasterIdLst>
    <p:handoutMasterId r:id="rId172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8" r:id="rId70"/>
    <p:sldId id="466" r:id="rId71"/>
    <p:sldId id="467" r:id="rId72"/>
    <p:sldId id="344" r:id="rId73"/>
    <p:sldId id="347" r:id="rId74"/>
    <p:sldId id="342" r:id="rId75"/>
    <p:sldId id="343" r:id="rId76"/>
    <p:sldId id="381" r:id="rId77"/>
    <p:sldId id="382" r:id="rId78"/>
    <p:sldId id="393" r:id="rId79"/>
    <p:sldId id="257" r:id="rId80"/>
    <p:sldId id="391" r:id="rId81"/>
    <p:sldId id="350" r:id="rId82"/>
    <p:sldId id="392" r:id="rId83"/>
    <p:sldId id="394" r:id="rId84"/>
    <p:sldId id="395" r:id="rId85"/>
    <p:sldId id="396" r:id="rId86"/>
    <p:sldId id="397" r:id="rId87"/>
    <p:sldId id="361" r:id="rId88"/>
    <p:sldId id="400" r:id="rId89"/>
    <p:sldId id="349" r:id="rId90"/>
    <p:sldId id="380" r:id="rId91"/>
    <p:sldId id="366" r:id="rId92"/>
    <p:sldId id="402" r:id="rId93"/>
    <p:sldId id="368" r:id="rId94"/>
    <p:sldId id="398" r:id="rId95"/>
    <p:sldId id="407" r:id="rId96"/>
    <p:sldId id="399" r:id="rId97"/>
    <p:sldId id="371" r:id="rId98"/>
    <p:sldId id="414" r:id="rId99"/>
    <p:sldId id="473" r:id="rId100"/>
    <p:sldId id="474" r:id="rId101"/>
    <p:sldId id="475" r:id="rId102"/>
    <p:sldId id="413" r:id="rId103"/>
    <p:sldId id="469" r:id="rId104"/>
    <p:sldId id="416" r:id="rId105"/>
    <p:sldId id="470" r:id="rId106"/>
    <p:sldId id="471" r:id="rId107"/>
    <p:sldId id="472" r:id="rId108"/>
    <p:sldId id="415" r:id="rId109"/>
    <p:sldId id="372" r:id="rId110"/>
    <p:sldId id="411" r:id="rId111"/>
    <p:sldId id="412" r:id="rId112"/>
    <p:sldId id="410" r:id="rId113"/>
    <p:sldId id="417" r:id="rId114"/>
    <p:sldId id="418" r:id="rId115"/>
    <p:sldId id="419" r:id="rId116"/>
    <p:sldId id="420" r:id="rId117"/>
    <p:sldId id="421" r:id="rId118"/>
    <p:sldId id="422" r:id="rId119"/>
    <p:sldId id="423" r:id="rId120"/>
    <p:sldId id="424" r:id="rId121"/>
    <p:sldId id="478" r:id="rId122"/>
    <p:sldId id="479" r:id="rId123"/>
    <p:sldId id="484" r:id="rId124"/>
    <p:sldId id="480" r:id="rId125"/>
    <p:sldId id="476" r:id="rId126"/>
    <p:sldId id="477" r:id="rId127"/>
    <p:sldId id="427" r:id="rId128"/>
    <p:sldId id="405" r:id="rId129"/>
    <p:sldId id="430" r:id="rId130"/>
    <p:sldId id="481" r:id="rId131"/>
    <p:sldId id="482" r:id="rId132"/>
    <p:sldId id="429" r:id="rId133"/>
    <p:sldId id="401" r:id="rId134"/>
    <p:sldId id="378" r:id="rId135"/>
    <p:sldId id="432" r:id="rId136"/>
    <p:sldId id="262" r:id="rId137"/>
    <p:sldId id="433" r:id="rId138"/>
    <p:sldId id="270" r:id="rId139"/>
    <p:sldId id="434" r:id="rId140"/>
    <p:sldId id="435" r:id="rId141"/>
    <p:sldId id="436" r:id="rId142"/>
    <p:sldId id="431" r:id="rId143"/>
    <p:sldId id="263" r:id="rId144"/>
    <p:sldId id="408" r:id="rId145"/>
    <p:sldId id="409" r:id="rId146"/>
    <p:sldId id="376" r:id="rId147"/>
    <p:sldId id="483" r:id="rId148"/>
    <p:sldId id="403" r:id="rId149"/>
    <p:sldId id="404" r:id="rId150"/>
    <p:sldId id="406" r:id="rId151"/>
    <p:sldId id="377" r:id="rId152"/>
    <p:sldId id="348" r:id="rId153"/>
    <p:sldId id="364" r:id="rId154"/>
    <p:sldId id="369" r:id="rId155"/>
    <p:sldId id="365" r:id="rId156"/>
    <p:sldId id="373" r:id="rId157"/>
    <p:sldId id="374" r:id="rId158"/>
    <p:sldId id="375" r:id="rId159"/>
    <p:sldId id="316" r:id="rId160"/>
    <p:sldId id="317" r:id="rId161"/>
    <p:sldId id="318" r:id="rId162"/>
    <p:sldId id="437" r:id="rId163"/>
    <p:sldId id="320" r:id="rId164"/>
    <p:sldId id="352" r:id="rId165"/>
    <p:sldId id="353" r:id="rId166"/>
    <p:sldId id="357" r:id="rId167"/>
    <p:sldId id="358" r:id="rId168"/>
    <p:sldId id="359" r:id="rId169"/>
    <p:sldId id="360" r:id="rId170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microsoft.com/office/2016/11/relationships/changesInfo" Target="changesInfos/changesInfo1.xml"/><Relationship Id="rId172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79" Type="http://schemas.microsoft.com/office/2018/10/relationships/authors" Target="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70AF09-587F-D678-94B4-8D392D63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in Java</a:t>
            </a:r>
          </a:p>
          <a:p>
            <a:pPr lvl="1"/>
            <a:r>
              <a:rPr lang="en-US" dirty="0"/>
              <a:t>Recap</a:t>
            </a:r>
          </a:p>
          <a:p>
            <a:pPr lvl="1"/>
            <a:r>
              <a:rPr lang="en-US" dirty="0"/>
              <a:t>Demo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Lazy loading</a:t>
            </a:r>
          </a:p>
          <a:p>
            <a:pPr lvl="2"/>
            <a:r>
              <a:rPr lang="en-US" dirty="0"/>
              <a:t>Mock testing</a:t>
            </a:r>
          </a:p>
          <a:p>
            <a:r>
              <a:rPr lang="en-US" dirty="0"/>
              <a:t>Software architecture</a:t>
            </a:r>
          </a:p>
          <a:p>
            <a:r>
              <a:rPr lang="en-US" dirty="0"/>
              <a:t>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BAF34-0591-8AA5-E155-B1880F9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07C56E-5D96-53EB-DAE3-066C826CAD36}"/>
              </a:ext>
            </a:extLst>
          </p:cNvPr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06160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EA87BB-C102-D254-1BD3-807C8283F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HW1 submission</a:t>
            </a:r>
          </a:p>
          <a:p>
            <a:pPr lvl="1"/>
            <a:r>
              <a:rPr lang="en-US" dirty="0"/>
              <a:t>On Canvas – HW will be created when Canvas comes up</a:t>
            </a:r>
          </a:p>
          <a:p>
            <a:r>
              <a:rPr lang="en-US" dirty="0"/>
              <a:t>Submission instructions (added to handout)</a:t>
            </a:r>
          </a:p>
          <a:p>
            <a:pPr lvl="1"/>
            <a:r>
              <a:rPr lang="en-US" dirty="0"/>
              <a:t>Make sure you don't have any private keys hardcoded in the code. You will lose points if we find that!</a:t>
            </a:r>
          </a:p>
          <a:p>
            <a:pPr lvl="1"/>
            <a:r>
              <a:rPr lang="en-US" dirty="0"/>
              <a:t>Please add a README.md file to your repository that explicitly specifies any assumptions you have made, beyond what the assignment already specifies. </a:t>
            </a:r>
          </a:p>
          <a:p>
            <a:pPr lvl="2"/>
            <a:r>
              <a:rPr lang="en-US" dirty="0"/>
              <a:t>This README.md should also explain how to set up the GITHUB API key.</a:t>
            </a:r>
          </a:p>
          <a:p>
            <a:pPr lvl="1"/>
            <a:r>
              <a:rPr lang="en-US" dirty="0"/>
              <a:t>Make sure your solution runs if we execute the command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&amp;&amp;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exec:java</a:t>
            </a:r>
            <a:r>
              <a:rPr lang="en-US" dirty="0"/>
              <a:t>. (We will have Redis server running already)</a:t>
            </a:r>
          </a:p>
          <a:p>
            <a:pPr lvl="1"/>
            <a:r>
              <a:rPr lang="en-US" dirty="0"/>
              <a:t>Zip the contents of your repository. Do NOT include the repository/s you cloned as part of this homework.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024C7E-DCBB-56FC-EEC9-B8EC50C9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56733913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61002D-A478-096E-48F7-CEE50FAC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Emails: Add ECS 160 to subject line</a:t>
            </a:r>
          </a:p>
          <a:p>
            <a:pPr lvl="1"/>
            <a:r>
              <a:rPr lang="en-US" dirty="0"/>
              <a:t>No need for High Priority, unless really High Priority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Only for 1-on-1 discussions</a:t>
            </a:r>
          </a:p>
          <a:p>
            <a:r>
              <a:rPr lang="en-US" dirty="0">
                <a:sym typeface="Wingdings" panose="05000000000000000000" pitchFamily="2" charset="2"/>
              </a:rPr>
              <a:t>Midterm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Everything including dynamic proxies + some software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3FB3-F3B9-8CA0-C859-6B78A90DE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930782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Needs bytecode instrumentation (using </a:t>
            </a:r>
            <a:r>
              <a:rPr lang="en-US" dirty="0" err="1"/>
              <a:t>JavaAssist</a:t>
            </a:r>
            <a:r>
              <a:rPr lang="en-US" dirty="0"/>
              <a:t>)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F2D32F-616D-77EE-99CC-3A74B3664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EBC5-14AD-AF99-98CC-E5A3155FF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proxy use cases</a:t>
            </a:r>
          </a:p>
        </p:txBody>
      </p:sp>
    </p:spTree>
    <p:extLst>
      <p:ext uri="{BB962C8B-B14F-4D97-AF65-F5344CB8AC3E}">
        <p14:creationId xmlns:p14="http://schemas.microsoft.com/office/powerpoint/2010/main" val="22711926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8B45D7-2456-EA4B-BD50-C0409BF48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Lazy loading with dynamic proxies</a:t>
            </a:r>
          </a:p>
          <a:p>
            <a:r>
              <a:rPr lang="en-US" dirty="0"/>
              <a:t>Mock testing</a:t>
            </a:r>
          </a:p>
          <a:p>
            <a:r>
              <a:rPr lang="en-US" dirty="0"/>
              <a:t>Reflection, annotations, dynamic proxies – final thoughts</a:t>
            </a:r>
          </a:p>
          <a:p>
            <a:r>
              <a:rPr lang="en-US" dirty="0"/>
              <a:t>Software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BAF6A4-E4DB-31D6-185C-EFB5E438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1D508-0127-AB8E-20DA-885AE73A3CC0}"/>
              </a:ext>
            </a:extLst>
          </p:cNvPr>
          <p:cNvCxnSpPr/>
          <p:nvPr/>
        </p:nvCxnSpPr>
        <p:spPr>
          <a:xfrm>
            <a:off x="0" y="2867378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0331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CB6E4-2584-AB7E-B7EA-84B42E2BA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Homework due tomorrow</a:t>
            </a:r>
          </a:p>
          <a:p>
            <a:r>
              <a:rPr lang="en-US" dirty="0"/>
              <a:t>Canvas HW will be created in a few hours</a:t>
            </a:r>
          </a:p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1"/>
            <a:r>
              <a:rPr lang="en-US"/>
              <a:t>Will have MCQs and short answers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70FDD-9BEB-C655-EB6C-66CC053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3681600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14405</TotalTime>
  <Words>15104</Words>
  <Application>Microsoft Office PowerPoint</Application>
  <PresentationFormat>Widescreen</PresentationFormat>
  <Paragraphs>2544</Paragraphs>
  <Slides>169</Slides>
  <Notes>62</Notes>
  <HiddenSlides>18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6" baseType="lpstr">
      <vt:lpstr>Arial</vt:lpstr>
      <vt:lpstr>Calibri</vt:lpstr>
      <vt:lpstr>Consolas</vt:lpstr>
      <vt:lpstr>Helvetica</vt:lpstr>
      <vt:lpstr>ui-monospace</vt:lpstr>
      <vt:lpstr>Wingdings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Agenda</vt:lpstr>
      <vt:lpstr>Announcements</vt:lpstr>
      <vt:lpstr>Announcements</vt:lpstr>
      <vt:lpstr>Proxies: recap</vt:lpstr>
      <vt:lpstr>Proxies: recap</vt:lpstr>
      <vt:lpstr>Proxies: recap</vt:lpstr>
      <vt:lpstr>Proxies: recap</vt:lpstr>
      <vt:lpstr>Proxies: recap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Agenda</vt:lpstr>
      <vt:lpstr>Announcements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1515</cp:revision>
  <dcterms:created xsi:type="dcterms:W3CDTF">2019-06-30T03:25:06Z</dcterms:created>
  <dcterms:modified xsi:type="dcterms:W3CDTF">2025-10-22T05:09:09Z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