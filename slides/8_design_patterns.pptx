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54"/>
  </p:notesMasterIdLst>
  <p:handoutMasterIdLst>
    <p:handoutMasterId r:id="rId155"/>
  </p:handoutMasterIdLst>
  <p:sldIdLst>
    <p:sldId id="256" r:id="rId2"/>
    <p:sldId id="1216" r:id="rId3"/>
    <p:sldId id="257" r:id="rId4"/>
    <p:sldId id="344" r:id="rId5"/>
    <p:sldId id="326" r:id="rId6"/>
    <p:sldId id="327" r:id="rId7"/>
    <p:sldId id="328" r:id="rId8"/>
    <p:sldId id="329" r:id="rId9"/>
    <p:sldId id="258" r:id="rId10"/>
    <p:sldId id="263" r:id="rId11"/>
    <p:sldId id="338" r:id="rId12"/>
    <p:sldId id="264" r:id="rId13"/>
    <p:sldId id="1215" r:id="rId14"/>
    <p:sldId id="330" r:id="rId15"/>
    <p:sldId id="267" r:id="rId16"/>
    <p:sldId id="268" r:id="rId17"/>
    <p:sldId id="259" r:id="rId18"/>
    <p:sldId id="325" r:id="rId19"/>
    <p:sldId id="333" r:id="rId20"/>
    <p:sldId id="262" r:id="rId21"/>
    <p:sldId id="340" r:id="rId22"/>
    <p:sldId id="270" r:id="rId23"/>
    <p:sldId id="272" r:id="rId24"/>
    <p:sldId id="271" r:id="rId25"/>
    <p:sldId id="269" r:id="rId26"/>
    <p:sldId id="273" r:id="rId27"/>
    <p:sldId id="331" r:id="rId28"/>
    <p:sldId id="332" r:id="rId29"/>
    <p:sldId id="345" r:id="rId30"/>
    <p:sldId id="274" r:id="rId31"/>
    <p:sldId id="341" r:id="rId32"/>
    <p:sldId id="275" r:id="rId33"/>
    <p:sldId id="335" r:id="rId34"/>
    <p:sldId id="276" r:id="rId35"/>
    <p:sldId id="334" r:id="rId36"/>
    <p:sldId id="277" r:id="rId37"/>
    <p:sldId id="339" r:id="rId38"/>
    <p:sldId id="336" r:id="rId39"/>
    <p:sldId id="337" r:id="rId40"/>
    <p:sldId id="287" r:id="rId41"/>
    <p:sldId id="1220" r:id="rId42"/>
    <p:sldId id="1221" r:id="rId43"/>
    <p:sldId id="1222" r:id="rId44"/>
    <p:sldId id="1219" r:id="rId45"/>
    <p:sldId id="1224" r:id="rId46"/>
    <p:sldId id="1225" r:id="rId47"/>
    <p:sldId id="1223" r:id="rId48"/>
    <p:sldId id="342" r:id="rId49"/>
    <p:sldId id="284" r:id="rId50"/>
    <p:sldId id="285" r:id="rId51"/>
    <p:sldId id="347" r:id="rId52"/>
    <p:sldId id="1217" r:id="rId53"/>
    <p:sldId id="348" r:id="rId54"/>
    <p:sldId id="349" r:id="rId55"/>
    <p:sldId id="283" r:id="rId56"/>
    <p:sldId id="286" r:id="rId57"/>
    <p:sldId id="358" r:id="rId58"/>
    <p:sldId id="279" r:id="rId59"/>
    <p:sldId id="280" r:id="rId60"/>
    <p:sldId id="281" r:id="rId61"/>
    <p:sldId id="282" r:id="rId62"/>
    <p:sldId id="361" r:id="rId63"/>
    <p:sldId id="278" r:id="rId64"/>
    <p:sldId id="288" r:id="rId65"/>
    <p:sldId id="370" r:id="rId66"/>
    <p:sldId id="371" r:id="rId67"/>
    <p:sldId id="372" r:id="rId68"/>
    <p:sldId id="374" r:id="rId69"/>
    <p:sldId id="375" r:id="rId70"/>
    <p:sldId id="377" r:id="rId71"/>
    <p:sldId id="1226" r:id="rId72"/>
    <p:sldId id="1231" r:id="rId73"/>
    <p:sldId id="1232" r:id="rId74"/>
    <p:sldId id="1227" r:id="rId75"/>
    <p:sldId id="343" r:id="rId76"/>
    <p:sldId id="289" r:id="rId77"/>
    <p:sldId id="351" r:id="rId78"/>
    <p:sldId id="291" r:id="rId79"/>
    <p:sldId id="1218" r:id="rId80"/>
    <p:sldId id="292" r:id="rId81"/>
    <p:sldId id="293" r:id="rId82"/>
    <p:sldId id="294" r:id="rId83"/>
    <p:sldId id="355" r:id="rId84"/>
    <p:sldId id="368" r:id="rId85"/>
    <p:sldId id="350" r:id="rId86"/>
    <p:sldId id="352" r:id="rId87"/>
    <p:sldId id="353" r:id="rId88"/>
    <p:sldId id="354" r:id="rId89"/>
    <p:sldId id="295" r:id="rId90"/>
    <p:sldId id="376" r:id="rId91"/>
    <p:sldId id="378" r:id="rId92"/>
    <p:sldId id="379" r:id="rId93"/>
    <p:sldId id="380" r:id="rId94"/>
    <p:sldId id="381" r:id="rId95"/>
    <p:sldId id="382" r:id="rId96"/>
    <p:sldId id="1229" r:id="rId97"/>
    <p:sldId id="385" r:id="rId98"/>
    <p:sldId id="296" r:id="rId99"/>
    <p:sldId id="364" r:id="rId100"/>
    <p:sldId id="298" r:id="rId101"/>
    <p:sldId id="297" r:id="rId102"/>
    <p:sldId id="383" r:id="rId103"/>
    <p:sldId id="299" r:id="rId104"/>
    <p:sldId id="300" r:id="rId105"/>
    <p:sldId id="301" r:id="rId106"/>
    <p:sldId id="302" r:id="rId107"/>
    <p:sldId id="1233" r:id="rId108"/>
    <p:sldId id="1234" r:id="rId109"/>
    <p:sldId id="1240" r:id="rId110"/>
    <p:sldId id="365" r:id="rId111"/>
    <p:sldId id="367" r:id="rId112"/>
    <p:sldId id="305" r:id="rId113"/>
    <p:sldId id="306" r:id="rId114"/>
    <p:sldId id="307" r:id="rId115"/>
    <p:sldId id="308" r:id="rId116"/>
    <p:sldId id="303" r:id="rId117"/>
    <p:sldId id="309" r:id="rId118"/>
    <p:sldId id="366" r:id="rId119"/>
    <p:sldId id="311" r:id="rId120"/>
    <p:sldId id="312" r:id="rId121"/>
    <p:sldId id="313" r:id="rId122"/>
    <p:sldId id="310" r:id="rId123"/>
    <p:sldId id="314" r:id="rId124"/>
    <p:sldId id="384" r:id="rId125"/>
    <p:sldId id="386" r:id="rId126"/>
    <p:sldId id="387" r:id="rId127"/>
    <p:sldId id="388" r:id="rId128"/>
    <p:sldId id="389" r:id="rId129"/>
    <p:sldId id="390" r:id="rId130"/>
    <p:sldId id="391" r:id="rId131"/>
    <p:sldId id="1235" r:id="rId132"/>
    <p:sldId id="1236" r:id="rId133"/>
    <p:sldId id="392" r:id="rId134"/>
    <p:sldId id="1238" r:id="rId135"/>
    <p:sldId id="1239" r:id="rId136"/>
    <p:sldId id="396" r:id="rId137"/>
    <p:sldId id="315" r:id="rId138"/>
    <p:sldId id="397" r:id="rId139"/>
    <p:sldId id="398" r:id="rId140"/>
    <p:sldId id="400" r:id="rId141"/>
    <p:sldId id="1211" r:id="rId142"/>
    <p:sldId id="1228" r:id="rId143"/>
    <p:sldId id="1230" r:id="rId144"/>
    <p:sldId id="1214" r:id="rId145"/>
    <p:sldId id="1242" r:id="rId146"/>
    <p:sldId id="1241" r:id="rId147"/>
    <p:sldId id="319" r:id="rId148"/>
    <p:sldId id="321" r:id="rId149"/>
    <p:sldId id="323" r:id="rId150"/>
    <p:sldId id="393" r:id="rId151"/>
    <p:sldId id="394" r:id="rId152"/>
    <p:sldId id="395" r:id="rId153"/>
  </p:sldIdLst>
  <p:sldSz cx="12192000" cy="6858000"/>
  <p:notesSz cx="6858000" cy="9144000"/>
  <p:defaultTextStyle>
    <a:defPPr>
      <a:defRPr lang="en-US"/>
    </a:defPPr>
    <a:lvl1pPr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56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28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00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72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E25939-87C3-F195-CD78-1C83D60CD0CB}" name="Tapti Palit" initials="TP" userId="S::tpalit@ucdavis.edu::a5bdeac3-7d97-4855-b853-333e4d93b9cd" providerId="AD"/>
  <p188:author id="{AF54A163-76D1-096B-1797-A3FB9B052095}" name="Sousa da Fonseca, Pedro Jose" initials="SJ" userId="S::pfonseca@purdue.edu::6decca43-444f-4591-b3e3-5f286246befb" providerId="AD"/>
  <p188:author id="{C23BEC93-6A01-142E-247F-94289858D8F6}" name="Palit, Tapti" initials="TP" userId="S::tpalit@purdue.edu::dec6fbcd-7598-406a-8cbf-504d4a3bac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B3B3"/>
    <a:srgbClr val="E6E0EC"/>
    <a:srgbClr val="003399"/>
    <a:srgbClr val="FFFFFF"/>
    <a:srgbClr val="B9B9FF"/>
    <a:srgbClr val="0000FF"/>
    <a:srgbClr val="DDDDFF"/>
    <a:srgbClr val="FFD5D5"/>
    <a:srgbClr val="00823B"/>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42228-5B96-4A72-B268-C46DF994E6B7}" v="58" dt="2024-03-10T16:32:44.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77378" autoAdjust="0"/>
  </p:normalViewPr>
  <p:slideViewPr>
    <p:cSldViewPr snapToGrid="0">
      <p:cViewPr varScale="1">
        <p:scale>
          <a:sx n="85" d="100"/>
          <a:sy n="85" d="100"/>
        </p:scale>
        <p:origin x="1176" y="96"/>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microsoft.com/office/2016/11/relationships/changesInfo" Target="changesInfos/changesInfo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microsoft.com/office/2018/10/relationships/authors" Targe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it, Tapti" userId="S::tpalit@purdue.edu::dec6fbcd-7598-406a-8cbf-504d4a3bac15" providerId="AD" clId="Web-{DCF22360-D29F-50F3-5158-0A87287B62EC}"/>
    <pc:docChg chg="modSld">
      <pc:chgData name="Palit, Tapti" userId="S::tpalit@purdue.edu::dec6fbcd-7598-406a-8cbf-504d4a3bac15" providerId="AD" clId="Web-{DCF22360-D29F-50F3-5158-0A87287B62EC}" dt="2024-01-16T17:21:31.438" v="40"/>
      <pc:docMkLst>
        <pc:docMk/>
      </pc:docMkLst>
      <pc:sldChg chg="modSp">
        <pc:chgData name="Palit, Tapti" userId="S::tpalit@purdue.edu::dec6fbcd-7598-406a-8cbf-504d4a3bac15" providerId="AD" clId="Web-{DCF22360-D29F-50F3-5158-0A87287B62EC}" dt="2024-01-16T17:13:49.284" v="35" actId="20577"/>
        <pc:sldMkLst>
          <pc:docMk/>
          <pc:sldMk cId="199289276" sldId="411"/>
        </pc:sldMkLst>
        <pc:spChg chg="mod">
          <ac:chgData name="Palit, Tapti" userId="S::tpalit@purdue.edu::dec6fbcd-7598-406a-8cbf-504d4a3bac15" providerId="AD" clId="Web-{DCF22360-D29F-50F3-5158-0A87287B62EC}" dt="2024-01-16T17:13:49.284" v="35" actId="20577"/>
          <ac:spMkLst>
            <pc:docMk/>
            <pc:sldMk cId="199289276" sldId="411"/>
            <ac:spMk id="2" creationId="{00C5D525-4E6C-4E81-85B7-BCED500C68A1}"/>
          </ac:spMkLst>
        </pc:spChg>
      </pc:sldChg>
      <pc:sldChg chg="addCm modCm">
        <pc:chgData name="Palit, Tapti" userId="S::tpalit@purdue.edu::dec6fbcd-7598-406a-8cbf-504d4a3bac15" providerId="AD" clId="Web-{DCF22360-D29F-50F3-5158-0A87287B62EC}" dt="2024-01-16T17:21:31.438" v="40"/>
        <pc:sldMkLst>
          <pc:docMk/>
          <pc:sldMk cId="3864528504" sldId="424"/>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4:46.863" v="36"/>
              <pc2:cmMkLst xmlns:pc2="http://schemas.microsoft.com/office/powerpoint/2019/9/main/command">
                <pc:docMk/>
                <pc:sldMk cId="3864528504" sldId="424"/>
                <pc2:cmMk id="{1735C226-6B18-4F36-BD46-C8C68BDFEB9B}"/>
              </pc2:cmMkLst>
            </pc226:cmChg>
            <pc226:cmChg xmlns:pc226="http://schemas.microsoft.com/office/powerpoint/2022/06/main/command" chg="add mod">
              <pc226:chgData name="Palit, Tapti" userId="S::tpalit@purdue.edu::dec6fbcd-7598-406a-8cbf-504d4a3bac15" providerId="AD" clId="Web-{DCF22360-D29F-50F3-5158-0A87287B62EC}" dt="2024-01-16T17:21:31.438" v="40"/>
              <pc2:cmMkLst xmlns:pc2="http://schemas.microsoft.com/office/powerpoint/2019/9/main/command">
                <pc:docMk/>
                <pc:sldMk cId="3864528504" sldId="424"/>
                <pc2:cmMk id="{09A38852-6AD2-46A0-B0AB-F2DD8E941BC3}"/>
              </pc2:cmMkLst>
            </pc226:cmChg>
          </p:ext>
        </pc:extLst>
      </pc:sldChg>
      <pc:sldChg chg="modCm">
        <pc:chgData name="Palit, Tapti" userId="S::tpalit@purdue.edu::dec6fbcd-7598-406a-8cbf-504d4a3bac15" providerId="AD" clId="Web-{DCF22360-D29F-50F3-5158-0A87287B62EC}" dt="2024-01-16T17:15:43.053" v="37"/>
        <pc:sldMkLst>
          <pc:docMk/>
          <pc:sldMk cId="461684639" sldId="428"/>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43.053" v="37"/>
              <pc2:cmMkLst xmlns:pc2="http://schemas.microsoft.com/office/powerpoint/2019/9/main/command">
                <pc:docMk/>
                <pc:sldMk cId="461684639" sldId="428"/>
                <pc2:cmMk id="{5652B550-FC5E-4353-81DF-F09B878140F9}"/>
              </pc2:cmMkLst>
            </pc226:cmChg>
          </p:ext>
        </pc:extLst>
      </pc:sldChg>
      <pc:sldChg chg="addCm">
        <pc:chgData name="Palit, Tapti" userId="S::tpalit@purdue.edu::dec6fbcd-7598-406a-8cbf-504d4a3bac15" providerId="AD" clId="Web-{DCF22360-D29F-50F3-5158-0A87287B62EC}" dt="2024-01-16T17:13:18.720" v="2"/>
        <pc:sldMkLst>
          <pc:docMk/>
          <pc:sldMk cId="1924599243" sldId="459"/>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3:18.720" v="2"/>
              <pc2:cmMkLst xmlns:pc2="http://schemas.microsoft.com/office/powerpoint/2019/9/main/command">
                <pc:docMk/>
                <pc:sldMk cId="1924599243" sldId="459"/>
                <pc2:cmMk id="{114156E4-0A2B-4E17-B7CA-EACA2013D78B}"/>
              </pc2:cmMkLst>
            </pc226:cmChg>
          </p:ext>
        </pc:extLst>
      </pc:sldChg>
      <pc:sldChg chg="modSp">
        <pc:chgData name="Palit, Tapti" userId="S::tpalit@purdue.edu::dec6fbcd-7598-406a-8cbf-504d4a3bac15" providerId="AD" clId="Web-{DCF22360-D29F-50F3-5158-0A87287B62EC}" dt="2024-01-16T17:12:12.171" v="1" actId="20577"/>
        <pc:sldMkLst>
          <pc:docMk/>
          <pc:sldMk cId="860376470" sldId="808"/>
        </pc:sldMkLst>
        <pc:spChg chg="mod">
          <ac:chgData name="Palit, Tapti" userId="S::tpalit@purdue.edu::dec6fbcd-7598-406a-8cbf-504d4a3bac15" providerId="AD" clId="Web-{DCF22360-D29F-50F3-5158-0A87287B62EC}" dt="2024-01-16T17:12:12.171" v="1" actId="20577"/>
          <ac:spMkLst>
            <pc:docMk/>
            <pc:sldMk cId="860376470" sldId="808"/>
            <ac:spMk id="17" creationId="{8386328E-8387-37AB-40EA-6C58F76EBBD2}"/>
          </ac:spMkLst>
        </pc:spChg>
      </pc:sldChg>
      <pc:sldChg chg="modCm">
        <pc:chgData name="Palit, Tapti" userId="S::tpalit@purdue.edu::dec6fbcd-7598-406a-8cbf-504d4a3bac15" providerId="AD" clId="Web-{DCF22360-D29F-50F3-5158-0A87287B62EC}" dt="2024-01-16T17:15:51.068" v="38"/>
        <pc:sldMkLst>
          <pc:docMk/>
          <pc:sldMk cId="4229178325" sldId="875"/>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51.068" v="38"/>
              <pc2:cmMkLst xmlns:pc2="http://schemas.microsoft.com/office/powerpoint/2019/9/main/command">
                <pc:docMk/>
                <pc:sldMk cId="4229178325" sldId="875"/>
                <pc2:cmMk id="{7EFFEAAC-3758-4429-81CB-6737B76B51DD}"/>
              </pc2:cmMkLst>
            </pc226:cmChg>
          </p:ext>
        </pc:extLst>
      </pc:sldChg>
    </pc:docChg>
  </pc:docChgLst>
  <pc:docChgLst>
    <pc:chgData name="Palit, Tapti" userId="S::tpalit@purdue.edu::dec6fbcd-7598-406a-8cbf-504d4a3bac15" providerId="AD" clId="Web-{A5F76CAD-9AC2-7F52-B143-2693DB354654}"/>
    <pc:docChg chg="modSld">
      <pc:chgData name="Palit, Tapti" userId="S::tpalit@purdue.edu::dec6fbcd-7598-406a-8cbf-504d4a3bac15" providerId="AD" clId="Web-{A5F76CAD-9AC2-7F52-B143-2693DB354654}" dt="2024-01-25T14:39:35.857" v="1"/>
      <pc:docMkLst>
        <pc:docMk/>
      </pc:docMkLst>
      <pc:sldChg chg="delSp delAnim">
        <pc:chgData name="Palit, Tapti" userId="S::tpalit@purdue.edu::dec6fbcd-7598-406a-8cbf-504d4a3bac15" providerId="AD" clId="Web-{A5F76CAD-9AC2-7F52-B143-2693DB354654}" dt="2024-01-25T14:39:35.857" v="1"/>
        <pc:sldMkLst>
          <pc:docMk/>
          <pc:sldMk cId="899327028" sldId="760"/>
        </pc:sldMkLst>
        <pc:spChg chg="del">
          <ac:chgData name="Palit, Tapti" userId="S::tpalit@purdue.edu::dec6fbcd-7598-406a-8cbf-504d4a3bac15" providerId="AD" clId="Web-{A5F76CAD-9AC2-7F52-B143-2693DB354654}" dt="2024-01-25T14:39:31.664" v="0"/>
          <ac:spMkLst>
            <pc:docMk/>
            <pc:sldMk cId="899327028" sldId="760"/>
            <ac:spMk id="3" creationId="{3003B47F-0A69-20DA-19B7-D9616A16CAD4}"/>
          </ac:spMkLst>
        </pc:spChg>
        <pc:spChg chg="del">
          <ac:chgData name="Palit, Tapti" userId="S::tpalit@purdue.edu::dec6fbcd-7598-406a-8cbf-504d4a3bac15" providerId="AD" clId="Web-{A5F76CAD-9AC2-7F52-B143-2693DB354654}" dt="2024-01-25T14:39:35.857" v="1"/>
          <ac:spMkLst>
            <pc:docMk/>
            <pc:sldMk cId="899327028" sldId="760"/>
            <ac:spMk id="10" creationId="{B0D632D0-8933-EBC4-01CA-9ACCF59688AA}"/>
          </ac:spMkLst>
        </pc:spChg>
      </pc:sldChg>
    </pc:docChg>
  </pc:docChgLst>
  <pc:docChgLst>
    <pc:chgData name="Sousa da Fonseca, Pedro Jose" userId="S::pfonseca@purdue.edu::6decca43-444f-4591-b3e3-5f286246befb" providerId="AD" clId="Web-{7DF3D620-2752-4A98-8DF0-9F02B5D5738A}"/>
    <pc:docChg chg="mod">
      <pc:chgData name="Sousa da Fonseca, Pedro Jose" userId="S::pfonseca@purdue.edu::6decca43-444f-4591-b3e3-5f286246befb" providerId="AD" clId="Web-{7DF3D620-2752-4A98-8DF0-9F02B5D5738A}" dt="2024-02-07T04:52:25.067" v="13"/>
      <pc:docMkLst>
        <pc:docMk/>
      </pc:docMkLst>
      <pc:sldChg chg="addCm">
        <pc:chgData name="Sousa da Fonseca, Pedro Jose" userId="S::pfonseca@purdue.edu::6decca43-444f-4591-b3e3-5f286246befb" providerId="AD" clId="Web-{7DF3D620-2752-4A98-8DF0-9F02B5D5738A}" dt="2024-02-07T04:42:30.814" v="7"/>
        <pc:sldMkLst>
          <pc:docMk/>
          <pc:sldMk cId="4049575248" sldId="25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30.814" v="7"/>
              <pc2:cmMkLst xmlns:pc2="http://schemas.microsoft.com/office/powerpoint/2019/9/main/command">
                <pc:docMk/>
                <pc:sldMk cId="4049575248" sldId="256"/>
                <pc2:cmMk id="{A7B33F74-51F5-4C85-A981-C1C93082C411}"/>
              </pc2:cmMkLst>
            </pc226:cmChg>
          </p:ext>
        </pc:extLst>
      </pc:sldChg>
      <pc:sldChg chg="addCm">
        <pc:chgData name="Sousa da Fonseca, Pedro Jose" userId="S::pfonseca@purdue.edu::6decca43-444f-4591-b3e3-5f286246befb" providerId="AD" clId="Web-{7DF3D620-2752-4A98-8DF0-9F02B5D5738A}" dt="2024-02-07T04:39:38.117" v="2"/>
        <pc:sldMkLst>
          <pc:docMk/>
          <pc:sldMk cId="815522545" sldId="99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38.117" v="2"/>
              <pc2:cmMkLst xmlns:pc2="http://schemas.microsoft.com/office/powerpoint/2019/9/main/command">
                <pc:docMk/>
                <pc:sldMk cId="815522545" sldId="994"/>
                <pc2:cmMk id="{4E3114A7-DECA-4175-8D6F-09B93934EE79}"/>
              </pc2:cmMkLst>
            </pc226:cmChg>
          </p:ext>
        </pc:extLst>
      </pc:sldChg>
      <pc:sldChg chg="addCm">
        <pc:chgData name="Sousa da Fonseca, Pedro Jose" userId="S::pfonseca@purdue.edu::6decca43-444f-4591-b3e3-5f286246befb" providerId="AD" clId="Web-{7DF3D620-2752-4A98-8DF0-9F02B5D5738A}" dt="2024-02-07T04:46:03.678" v="9"/>
        <pc:sldMkLst>
          <pc:docMk/>
          <pc:sldMk cId="73727201" sldId="102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03.678" v="9"/>
              <pc2:cmMkLst xmlns:pc2="http://schemas.microsoft.com/office/powerpoint/2019/9/main/command">
                <pc:docMk/>
                <pc:sldMk cId="73727201" sldId="1020"/>
                <pc2:cmMk id="{11DA3170-2077-4F0E-8C42-8CEFF570DF50}"/>
              </pc2:cmMkLst>
            </pc226:cmChg>
          </p:ext>
        </pc:extLst>
      </pc:sldChg>
      <pc:sldChg chg="addCm">
        <pc:chgData name="Sousa da Fonseca, Pedro Jose" userId="S::pfonseca@purdue.edu::6decca43-444f-4591-b3e3-5f286246befb" providerId="AD" clId="Web-{7DF3D620-2752-4A98-8DF0-9F02B5D5738A}" dt="2024-02-07T04:41:08.797" v="5"/>
        <pc:sldMkLst>
          <pc:docMk/>
          <pc:sldMk cId="271275750" sldId="102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1:08.797" v="5"/>
              <pc2:cmMkLst xmlns:pc2="http://schemas.microsoft.com/office/powerpoint/2019/9/main/command">
                <pc:docMk/>
                <pc:sldMk cId="271275750" sldId="1024"/>
                <pc2:cmMk id="{B2BDA4D2-2882-4B08-B924-A3B27FC51D67}"/>
              </pc2:cmMkLst>
            </pc226:cmChg>
          </p:ext>
        </pc:extLst>
      </pc:sldChg>
      <pc:sldChg chg="addCm">
        <pc:chgData name="Sousa da Fonseca, Pedro Jose" userId="S::pfonseca@purdue.edu::6decca43-444f-4591-b3e3-5f286246befb" providerId="AD" clId="Web-{7DF3D620-2752-4A98-8DF0-9F02B5D5738A}" dt="2024-02-07T04:42:02.564" v="6"/>
        <pc:sldMkLst>
          <pc:docMk/>
          <pc:sldMk cId="3386390439" sldId="103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02.564" v="6"/>
              <pc2:cmMkLst xmlns:pc2="http://schemas.microsoft.com/office/powerpoint/2019/9/main/command">
                <pc:docMk/>
                <pc:sldMk cId="3386390439" sldId="1034"/>
                <pc2:cmMk id="{2BB0CF21-460F-4B92-936F-A824753710C8}"/>
              </pc2:cmMkLst>
            </pc226:cmChg>
          </p:ext>
        </pc:extLst>
      </pc:sldChg>
      <pc:sldChg chg="addCm">
        <pc:chgData name="Sousa da Fonseca, Pedro Jose" userId="S::pfonseca@purdue.edu::6decca43-444f-4591-b3e3-5f286246befb" providerId="AD" clId="Web-{7DF3D620-2752-4A98-8DF0-9F02B5D5738A}" dt="2024-02-07T04:52:25.067" v="13"/>
        <pc:sldMkLst>
          <pc:docMk/>
          <pc:sldMk cId="2934567446" sldId="105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2:25.067" v="13"/>
              <pc2:cmMkLst xmlns:pc2="http://schemas.microsoft.com/office/powerpoint/2019/9/main/command">
                <pc:docMk/>
                <pc:sldMk cId="2934567446" sldId="1050"/>
                <pc2:cmMk id="{F5469A51-AE60-4412-9F0F-BBB496E58B16}"/>
              </pc2:cmMkLst>
            </pc226:cmChg>
          </p:ext>
        </pc:extLst>
      </pc:sldChg>
      <pc:sldChg chg="addCm">
        <pc:chgData name="Sousa da Fonseca, Pedro Jose" userId="S::pfonseca@purdue.edu::6decca43-444f-4591-b3e3-5f286246befb" providerId="AD" clId="Web-{7DF3D620-2752-4A98-8DF0-9F02B5D5738A}" dt="2024-02-07T04:50:13.653" v="12"/>
        <pc:sldMkLst>
          <pc:docMk/>
          <pc:sldMk cId="4283525494" sldId="112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0:13.653" v="12"/>
              <pc2:cmMkLst xmlns:pc2="http://schemas.microsoft.com/office/powerpoint/2019/9/main/command">
                <pc:docMk/>
                <pc:sldMk cId="4283525494" sldId="1122"/>
                <pc2:cmMk id="{DBA37CC7-8ACB-4721-A1DC-8789B918FFE5}"/>
              </pc2:cmMkLst>
            </pc226:cmChg>
          </p:ext>
        </pc:extLst>
      </pc:sldChg>
      <pc:sldChg chg="addCm">
        <pc:chgData name="Sousa da Fonseca, Pedro Jose" userId="S::pfonseca@purdue.edu::6decca43-444f-4591-b3e3-5f286246befb" providerId="AD" clId="Web-{7DF3D620-2752-4A98-8DF0-9F02B5D5738A}" dt="2024-02-07T04:47:25.258" v="11"/>
        <pc:sldMkLst>
          <pc:docMk/>
          <pc:sldMk cId="3381567474" sldId="113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46.663" v="10"/>
              <pc2:cmMkLst xmlns:pc2="http://schemas.microsoft.com/office/powerpoint/2019/9/main/command">
                <pc:docMk/>
                <pc:sldMk cId="3381567474" sldId="1136"/>
                <pc2:cmMk id="{FF5B8B9B-1D34-484E-8D9C-82A72807ABB9}"/>
              </pc2:cmMkLst>
            </pc226:cmChg>
            <pc226:cmChg xmlns:pc226="http://schemas.microsoft.com/office/powerpoint/2022/06/main/command" chg="add">
              <pc226:chgData name="Sousa da Fonseca, Pedro Jose" userId="S::pfonseca@purdue.edu::6decca43-444f-4591-b3e3-5f286246befb" providerId="AD" clId="Web-{7DF3D620-2752-4A98-8DF0-9F02B5D5738A}" dt="2024-02-07T04:47:25.258" v="11"/>
              <pc2:cmMkLst xmlns:pc2="http://schemas.microsoft.com/office/powerpoint/2019/9/main/command">
                <pc:docMk/>
                <pc:sldMk cId="3381567474" sldId="1136"/>
                <pc2:cmMk id="{696EDED6-D312-481A-8ABE-000F785CF81B}"/>
              </pc2:cmMkLst>
            </pc226:cmChg>
          </p:ext>
        </pc:extLst>
      </pc:sldChg>
      <pc:sldChg chg="addCm">
        <pc:chgData name="Sousa da Fonseca, Pedro Jose" userId="S::pfonseca@purdue.edu::6decca43-444f-4591-b3e3-5f286246befb" providerId="AD" clId="Web-{7DF3D620-2752-4A98-8DF0-9F02B5D5738A}" dt="2024-02-07T04:40:33.149" v="4"/>
        <pc:sldMkLst>
          <pc:docMk/>
          <pc:sldMk cId="2183783552" sldId="119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33.149" v="4"/>
              <pc2:cmMkLst xmlns:pc2="http://schemas.microsoft.com/office/powerpoint/2019/9/main/command">
                <pc:docMk/>
                <pc:sldMk cId="2183783552" sldId="1192"/>
                <pc2:cmMk id="{EBB840D1-A0DA-4FB7-821C-B4B477A18BE8}"/>
              </pc2:cmMkLst>
            </pc226:cmChg>
          </p:ext>
        </pc:extLst>
      </pc:sldChg>
      <pc:sldChg chg="addCm">
        <pc:chgData name="Sousa da Fonseca, Pedro Jose" userId="S::pfonseca@purdue.edu::6decca43-444f-4591-b3e3-5f286246befb" providerId="AD" clId="Web-{7DF3D620-2752-4A98-8DF0-9F02B5D5738A}" dt="2024-02-07T04:40:02.430" v="3"/>
        <pc:sldMkLst>
          <pc:docMk/>
          <pc:sldMk cId="1398096310" sldId="1205"/>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02.430" v="3"/>
              <pc2:cmMkLst xmlns:pc2="http://schemas.microsoft.com/office/powerpoint/2019/9/main/command">
                <pc:docMk/>
                <pc:sldMk cId="1398096310" sldId="1205"/>
                <pc2:cmMk id="{9561B0FA-505A-4F51-AADA-60D061BBCD03}"/>
              </pc2:cmMkLst>
            </pc226:cmChg>
          </p:ext>
        </pc:extLst>
      </pc:sldChg>
      <pc:sldChg chg="addCm">
        <pc:chgData name="Sousa da Fonseca, Pedro Jose" userId="S::pfonseca@purdue.edu::6decca43-444f-4591-b3e3-5f286246befb" providerId="AD" clId="Web-{7DF3D620-2752-4A98-8DF0-9F02B5D5738A}" dt="2024-02-07T04:39:03.554" v="1"/>
        <pc:sldMkLst>
          <pc:docMk/>
          <pc:sldMk cId="2731928100" sldId="1207"/>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03.554" v="1"/>
              <pc2:cmMkLst xmlns:pc2="http://schemas.microsoft.com/office/powerpoint/2019/9/main/command">
                <pc:docMk/>
                <pc:sldMk cId="2731928100" sldId="1207"/>
                <pc2:cmMk id="{08149294-08FA-40EF-B5ED-F19BF67AC3E9}"/>
              </pc2:cmMkLst>
            </pc226:cmChg>
          </p:ext>
        </pc:extLst>
      </pc:sldChg>
      <pc:sldChg chg="addCm">
        <pc:chgData name="Sousa da Fonseca, Pedro Jose" userId="S::pfonseca@purdue.edu::6decca43-444f-4591-b3e3-5f286246befb" providerId="AD" clId="Web-{7DF3D620-2752-4A98-8DF0-9F02B5D5738A}" dt="2024-02-07T04:44:14.363" v="8"/>
        <pc:sldMkLst>
          <pc:docMk/>
          <pc:sldMk cId="3305435457" sldId="1209"/>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4:14.363" v="8"/>
              <pc2:cmMkLst xmlns:pc2="http://schemas.microsoft.com/office/powerpoint/2019/9/main/command">
                <pc:docMk/>
                <pc:sldMk cId="3305435457" sldId="1209"/>
                <pc2:cmMk id="{9F9D4D83-B94F-4C34-A272-0D32B94D86BA}"/>
              </pc2:cmMkLst>
            </pc226:cmChg>
          </p:ext>
        </pc:extLst>
      </pc:sldChg>
    </pc:docChg>
  </pc:docChgLst>
  <pc:docChgLst>
    <pc:chgData name="Palit, Tapti" userId="dec6fbcd-7598-406a-8cbf-504d4a3bac15" providerId="ADAL" clId="{65104DF2-1B45-4C36-9E2A-F89658839DCF}"/>
    <pc:docChg chg="undo redo custSel addSld delSld modSld sldOrd modMainMaster modShowInfo">
      <pc:chgData name="Palit, Tapti" userId="dec6fbcd-7598-406a-8cbf-504d4a3bac15" providerId="ADAL" clId="{65104DF2-1B45-4C36-9E2A-F89658839DCF}" dt="2024-02-15T17:32:55.716" v="28005" actId="14100"/>
      <pc:docMkLst>
        <pc:docMk/>
      </pc:docMkLst>
      <pc:sldChg chg="addSp delSp modSp mod chgLayout modNotesTx">
        <pc:chgData name="Palit, Tapti" userId="dec6fbcd-7598-406a-8cbf-504d4a3bac15" providerId="ADAL" clId="{65104DF2-1B45-4C36-9E2A-F89658839DCF}" dt="2024-02-15T17:23:02.632" v="28002" actId="14100"/>
        <pc:sldMkLst>
          <pc:docMk/>
          <pc:sldMk cId="4049575248" sldId="256"/>
        </pc:sldMkLst>
        <pc:spChg chg="mod ord">
          <ac:chgData name="Palit, Tapti" userId="dec6fbcd-7598-406a-8cbf-504d4a3bac15" providerId="ADAL" clId="{65104DF2-1B45-4C36-9E2A-F89658839DCF}" dt="2024-01-15T18:11:39.980" v="83" actId="6264"/>
          <ac:spMkLst>
            <pc:docMk/>
            <pc:sldMk cId="4049575248" sldId="256"/>
            <ac:spMk id="2" creationId="{00000000-0000-0000-0000-000000000000}"/>
          </ac:spMkLst>
        </pc:spChg>
        <pc:spChg chg="mod ord">
          <ac:chgData name="Palit, Tapti" userId="dec6fbcd-7598-406a-8cbf-504d4a3bac15" providerId="ADAL" clId="{65104DF2-1B45-4C36-9E2A-F89658839DCF}" dt="2024-01-25T17:53:34.614" v="22009" actId="120"/>
          <ac:spMkLst>
            <pc:docMk/>
            <pc:sldMk cId="4049575248" sldId="256"/>
            <ac:spMk id="3" creationId="{00000000-0000-0000-0000-000000000000}"/>
          </ac:spMkLst>
        </pc:spChg>
        <pc:spChg chg="add del mod">
          <ac:chgData name="Palit, Tapti" userId="dec6fbcd-7598-406a-8cbf-504d4a3bac15" providerId="ADAL" clId="{65104DF2-1B45-4C36-9E2A-F89658839DCF}" dt="2024-01-15T18:10:37.981" v="78" actId="6264"/>
          <ac:spMkLst>
            <pc:docMk/>
            <pc:sldMk cId="4049575248" sldId="256"/>
            <ac:spMk id="4" creationId="{EE80026E-7EF7-6C81-48AD-BA7C81882EBE}"/>
          </ac:spMkLst>
        </pc:spChg>
        <pc:spChg chg="add del mod">
          <ac:chgData name="Palit, Tapti" userId="dec6fbcd-7598-406a-8cbf-504d4a3bac15" providerId="ADAL" clId="{65104DF2-1B45-4C36-9E2A-F89658839DCF}" dt="2024-01-15T18:10:37.981" v="78" actId="6264"/>
          <ac:spMkLst>
            <pc:docMk/>
            <pc:sldMk cId="4049575248" sldId="256"/>
            <ac:spMk id="5" creationId="{1F832222-AC77-771E-1884-E13C1BCF408D}"/>
          </ac:spMkLst>
        </pc:spChg>
        <pc:spChg chg="add del mod">
          <ac:chgData name="Palit, Tapti" userId="dec6fbcd-7598-406a-8cbf-504d4a3bac15" providerId="ADAL" clId="{65104DF2-1B45-4C36-9E2A-F89658839DCF}" dt="2024-01-15T18:11:39.980" v="83" actId="6264"/>
          <ac:spMkLst>
            <pc:docMk/>
            <pc:sldMk cId="4049575248" sldId="256"/>
            <ac:spMk id="6" creationId="{0E7EEF8D-0EBE-06F4-7BFE-00C5B4D973DD}"/>
          </ac:spMkLst>
        </pc:spChg>
        <pc:spChg chg="add del mod">
          <ac:chgData name="Palit, Tapti" userId="dec6fbcd-7598-406a-8cbf-504d4a3bac15" providerId="ADAL" clId="{65104DF2-1B45-4C36-9E2A-F89658839DCF}" dt="2024-01-15T18:11:39.980" v="83" actId="6264"/>
          <ac:spMkLst>
            <pc:docMk/>
            <pc:sldMk cId="4049575248" sldId="256"/>
            <ac:spMk id="7" creationId="{AC54CAEA-EEB3-E7E9-641E-A4A2E174AAE7}"/>
          </ac:spMkLst>
        </pc:spChg>
        <pc:picChg chg="add del mod">
          <ac:chgData name="Palit, Tapti" userId="dec6fbcd-7598-406a-8cbf-504d4a3bac15" providerId="ADAL" clId="{65104DF2-1B45-4C36-9E2A-F89658839DCF}" dt="2024-01-25T17:53:51.157" v="22011" actId="478"/>
          <ac:picMkLst>
            <pc:docMk/>
            <pc:sldMk cId="4049575248" sldId="256"/>
            <ac:picMk id="2050" creationId="{19FB0DBC-2EA7-9DB9-CC2E-EFE498132815}"/>
          </ac:picMkLst>
        </pc:picChg>
        <pc:picChg chg="add mod">
          <ac:chgData name="Palit, Tapti" userId="dec6fbcd-7598-406a-8cbf-504d4a3bac15" providerId="ADAL" clId="{65104DF2-1B45-4C36-9E2A-F89658839DCF}" dt="2024-01-25T17:54:04.071" v="22016" actId="1076"/>
          <ac:picMkLst>
            <pc:docMk/>
            <pc:sldMk cId="4049575248" sldId="256"/>
            <ac:picMk id="2052" creationId="{E2D02FFE-36EE-2CBE-F640-2DDCC7C27F12}"/>
          </ac:picMkLst>
        </pc:picChg>
        <pc:picChg chg="mod">
          <ac:chgData name="Palit, Tapti" userId="dec6fbcd-7598-406a-8cbf-504d4a3bac15" providerId="ADAL" clId="{65104DF2-1B45-4C36-9E2A-F89658839DCF}" dt="2024-02-15T17:23:02.632" v="28002" actId="14100"/>
          <ac:picMkLst>
            <pc:docMk/>
            <pc:sldMk cId="4049575248" sldId="256"/>
            <ac:picMk id="2062" creationId="{25771480-09B8-1A99-4DA8-5461E232B06B}"/>
          </ac:picMkLst>
        </pc:picChg>
      </pc:sldChg>
      <pc:sldChg chg="modSp">
        <pc:chgData name="Palit, Tapti" userId="dec6fbcd-7598-406a-8cbf-504d4a3bac15" providerId="ADAL" clId="{65104DF2-1B45-4C36-9E2A-F89658839DCF}" dt="2024-01-15T17:57:41.817" v="26"/>
        <pc:sldMkLst>
          <pc:docMk/>
          <pc:sldMk cId="2093469296" sldId="380"/>
        </pc:sldMkLst>
        <pc:spChg chg="mod">
          <ac:chgData name="Palit, Tapti" userId="dec6fbcd-7598-406a-8cbf-504d4a3bac15" providerId="ADAL" clId="{65104DF2-1B45-4C36-9E2A-F89658839DCF}" dt="2024-01-15T17:57:41.817" v="26"/>
          <ac:spMkLst>
            <pc:docMk/>
            <pc:sldMk cId="2093469296" sldId="380"/>
            <ac:spMk id="2" creationId="{8BE65D22-BD8E-49FF-936F-0E60B37C4A1C}"/>
          </ac:spMkLst>
        </pc:spChg>
        <pc:spChg chg="mod">
          <ac:chgData name="Palit, Tapti" userId="dec6fbcd-7598-406a-8cbf-504d4a3bac15" providerId="ADAL" clId="{65104DF2-1B45-4C36-9E2A-F89658839DCF}" dt="2024-01-15T17:57:41.817" v="26"/>
          <ac:spMkLst>
            <pc:docMk/>
            <pc:sldMk cId="2093469296" sldId="380"/>
            <ac:spMk id="4" creationId="{E0D8E777-DFC7-4491-B604-F34BF8A3EF01}"/>
          </ac:spMkLst>
        </pc:spChg>
      </pc:sldChg>
      <pc:sldChg chg="addSp modSp mod chgLayout">
        <pc:chgData name="Palit, Tapti" userId="dec6fbcd-7598-406a-8cbf-504d4a3bac15" providerId="ADAL" clId="{65104DF2-1B45-4C36-9E2A-F89658839DCF}" dt="2024-01-15T18:02:53.069" v="52" actId="700"/>
        <pc:sldMkLst>
          <pc:docMk/>
          <pc:sldMk cId="1525952999" sldId="383"/>
        </pc:sldMkLst>
        <pc:spChg chg="mod ord">
          <ac:chgData name="Palit, Tapti" userId="dec6fbcd-7598-406a-8cbf-504d4a3bac15" providerId="ADAL" clId="{65104DF2-1B45-4C36-9E2A-F89658839DCF}" dt="2024-01-15T18:02:53.069" v="52" actId="700"/>
          <ac:spMkLst>
            <pc:docMk/>
            <pc:sldMk cId="1525952999" sldId="383"/>
            <ac:spMk id="2" creationId="{8BE65D22-BD8E-49FF-936F-0E60B37C4A1C}"/>
          </ac:spMkLst>
        </pc:spChg>
        <pc:spChg chg="add mod ord">
          <ac:chgData name="Palit, Tapti" userId="dec6fbcd-7598-406a-8cbf-504d4a3bac15" providerId="ADAL" clId="{65104DF2-1B45-4C36-9E2A-F89658839DCF}" dt="2024-01-15T18:02:53.069" v="52" actId="700"/>
          <ac:spMkLst>
            <pc:docMk/>
            <pc:sldMk cId="1525952999" sldId="383"/>
            <ac:spMk id="3" creationId="{C6142D07-5155-1269-BFDA-E8561B4A0F02}"/>
          </ac:spMkLst>
        </pc:spChg>
        <pc:spChg chg="mod ord">
          <ac:chgData name="Palit, Tapti" userId="dec6fbcd-7598-406a-8cbf-504d4a3bac15" providerId="ADAL" clId="{65104DF2-1B45-4C36-9E2A-F89658839DCF}" dt="2024-01-15T18:02:53.069" v="52" actId="700"/>
          <ac:spMkLst>
            <pc:docMk/>
            <pc:sldMk cId="1525952999" sldId="383"/>
            <ac:spMk id="4" creationId="{E0D8E777-DFC7-4491-B604-F34BF8A3EF01}"/>
          </ac:spMkLst>
        </pc:spChg>
      </pc:sldChg>
      <pc:sldChg chg="addSp delSp modSp mod modClrScheme delAnim chgLayout">
        <pc:chgData name="Palit, Tapti" userId="dec6fbcd-7598-406a-8cbf-504d4a3bac15" providerId="ADAL" clId="{65104DF2-1B45-4C36-9E2A-F89658839DCF}" dt="2024-01-25T17:49:25.516" v="21924" actId="21"/>
        <pc:sldMkLst>
          <pc:docMk/>
          <pc:sldMk cId="545157709" sldId="386"/>
        </pc:sldMkLst>
        <pc:spChg chg="mod ord">
          <ac:chgData name="Palit, Tapti" userId="dec6fbcd-7598-406a-8cbf-504d4a3bac15" providerId="ADAL" clId="{65104DF2-1B45-4C36-9E2A-F89658839DCF}" dt="2024-01-15T19:22:42.974" v="589" actId="700"/>
          <ac:spMkLst>
            <pc:docMk/>
            <pc:sldMk cId="545157709" sldId="386"/>
            <ac:spMk id="2" creationId="{E34572E4-3E14-4421-B29A-F1D23D9EC4DB}"/>
          </ac:spMkLst>
        </pc:spChg>
        <pc:spChg chg="mod ord">
          <ac:chgData name="Palit, Tapti" userId="dec6fbcd-7598-406a-8cbf-504d4a3bac15" providerId="ADAL" clId="{65104DF2-1B45-4C36-9E2A-F89658839DCF}" dt="2024-01-15T19:22:42.974" v="589" actId="700"/>
          <ac:spMkLst>
            <pc:docMk/>
            <pc:sldMk cId="545157709" sldId="386"/>
            <ac:spMk id="3" creationId="{FD2707FB-39CD-4B34-8272-9D4AEC503DBF}"/>
          </ac:spMkLst>
        </pc:spChg>
        <pc:spChg chg="mod ord">
          <ac:chgData name="Palit, Tapti" userId="dec6fbcd-7598-406a-8cbf-504d4a3bac15" providerId="ADAL" clId="{65104DF2-1B45-4C36-9E2A-F89658839DCF}" dt="2024-01-15T19:22:42.974" v="589" actId="700"/>
          <ac:spMkLst>
            <pc:docMk/>
            <pc:sldMk cId="545157709" sldId="386"/>
            <ac:spMk id="4" creationId="{72A5B281-5DE0-480A-B5F7-27044D482295}"/>
          </ac:spMkLst>
        </pc:spChg>
        <pc:spChg chg="add del mod ord">
          <ac:chgData name="Palit, Tapti" userId="dec6fbcd-7598-406a-8cbf-504d4a3bac15" providerId="ADAL" clId="{65104DF2-1B45-4C36-9E2A-F89658839DCF}" dt="2024-01-15T19:22:42.974" v="589" actId="700"/>
          <ac:spMkLst>
            <pc:docMk/>
            <pc:sldMk cId="545157709" sldId="386"/>
            <ac:spMk id="5" creationId="{AEC105A3-B569-A549-7EDB-0FDD95486358}"/>
          </ac:spMkLst>
        </pc:spChg>
        <pc:spChg chg="add del mod">
          <ac:chgData name="Palit, Tapti" userId="dec6fbcd-7598-406a-8cbf-504d4a3bac15" providerId="ADAL" clId="{65104DF2-1B45-4C36-9E2A-F89658839DCF}" dt="2024-01-15T19:22:33.609" v="583" actId="6264"/>
          <ac:spMkLst>
            <pc:docMk/>
            <pc:sldMk cId="545157709" sldId="386"/>
            <ac:spMk id="6" creationId="{46FF46A1-8897-C425-B706-6AAD3E75EC62}"/>
          </ac:spMkLst>
        </pc:spChg>
        <pc:spChg chg="add mod">
          <ac:chgData name="Palit, Tapti" userId="dec6fbcd-7598-406a-8cbf-504d4a3bac15" providerId="ADAL" clId="{65104DF2-1B45-4C36-9E2A-F89658839DCF}" dt="2024-01-25T17:49:25.516" v="21924" actId="21"/>
          <ac:spMkLst>
            <pc:docMk/>
            <pc:sldMk cId="545157709" sldId="386"/>
            <ac:spMk id="6" creationId="{A196F721-AF5C-1838-EE64-4AFA5DCFE7C8}"/>
          </ac:spMkLst>
        </pc:spChg>
        <pc:spChg chg="add del mod">
          <ac:chgData name="Palit, Tapti" userId="dec6fbcd-7598-406a-8cbf-504d4a3bac15" providerId="ADAL" clId="{65104DF2-1B45-4C36-9E2A-F89658839DCF}" dt="2024-01-15T19:22:33.609" v="583" actId="6264"/>
          <ac:spMkLst>
            <pc:docMk/>
            <pc:sldMk cId="545157709" sldId="386"/>
            <ac:spMk id="7" creationId="{FE08D3F0-8835-77DE-7EE4-03F6AF61BDC6}"/>
          </ac:spMkLst>
        </pc:spChg>
        <pc:spChg chg="add del mod">
          <ac:chgData name="Palit, Tapti" userId="dec6fbcd-7598-406a-8cbf-504d4a3bac15" providerId="ADAL" clId="{65104DF2-1B45-4C36-9E2A-F89658839DCF}" dt="2024-01-15T19:22:33.609" v="583" actId="6264"/>
          <ac:spMkLst>
            <pc:docMk/>
            <pc:sldMk cId="545157709" sldId="386"/>
            <ac:spMk id="8" creationId="{C5F161F2-CCCD-4CBA-5737-98B61729B473}"/>
          </ac:spMkLst>
        </pc:spChg>
        <pc:spChg chg="add del mod">
          <ac:chgData name="Palit, Tapti" userId="dec6fbcd-7598-406a-8cbf-504d4a3bac15" providerId="ADAL" clId="{65104DF2-1B45-4C36-9E2A-F89658839DCF}" dt="2024-01-15T19:22:33.609" v="583" actId="6264"/>
          <ac:spMkLst>
            <pc:docMk/>
            <pc:sldMk cId="545157709" sldId="386"/>
            <ac:spMk id="9" creationId="{894AA508-FAAF-743E-077E-242D5D4E40F9}"/>
          </ac:spMkLst>
        </pc:spChg>
        <pc:spChg chg="add mod ord">
          <ac:chgData name="Palit, Tapti" userId="dec6fbcd-7598-406a-8cbf-504d4a3bac15" providerId="ADAL" clId="{65104DF2-1B45-4C36-9E2A-F89658839DCF}" dt="2024-01-15T19:22:48.320" v="591" actId="20577"/>
          <ac:spMkLst>
            <pc:docMk/>
            <pc:sldMk cId="545157709" sldId="386"/>
            <ac:spMk id="10" creationId="{D04772BB-2CB0-AC3E-FC6B-03A1D1564821}"/>
          </ac:spMkLst>
        </pc:spChg>
        <pc:spChg chg="del">
          <ac:chgData name="Palit, Tapti" userId="dec6fbcd-7598-406a-8cbf-504d4a3bac15" providerId="ADAL" clId="{65104DF2-1B45-4C36-9E2A-F89658839DCF}" dt="2024-01-25T17:49:25.516" v="21924" actId="21"/>
          <ac:spMkLst>
            <pc:docMk/>
            <pc:sldMk cId="545157709" sldId="386"/>
            <ac:spMk id="11" creationId="{D8D9A97E-4E35-5D3E-8975-19B80BB97A0A}"/>
          </ac:spMkLst>
        </pc:spChg>
        <pc:spChg chg="mod">
          <ac:chgData name="Palit, Tapti" userId="dec6fbcd-7598-406a-8cbf-504d4a3bac15" providerId="ADAL" clId="{65104DF2-1B45-4C36-9E2A-F89658839DCF}" dt="2024-01-25T17:47:46.667" v="21872"/>
          <ac:spMkLst>
            <pc:docMk/>
            <pc:sldMk cId="545157709" sldId="386"/>
            <ac:spMk id="12" creationId="{26477F96-6884-CFE7-91D6-7C1AD81FBBDD}"/>
          </ac:spMkLst>
        </pc:spChg>
        <pc:spChg chg="mod">
          <ac:chgData name="Palit, Tapti" userId="dec6fbcd-7598-406a-8cbf-504d4a3bac15" providerId="ADAL" clId="{65104DF2-1B45-4C36-9E2A-F89658839DCF}" dt="2024-01-25T17:47:52.097" v="21873" actId="1076"/>
          <ac:spMkLst>
            <pc:docMk/>
            <pc:sldMk cId="545157709" sldId="386"/>
            <ac:spMk id="14" creationId="{27AB9375-19B9-3335-1C81-AAE7C1AA2B1E}"/>
          </ac:spMkLst>
        </pc:spChg>
        <pc:spChg chg="mod">
          <ac:chgData name="Palit, Tapti" userId="dec6fbcd-7598-406a-8cbf-504d4a3bac15" providerId="ADAL" clId="{65104DF2-1B45-4C36-9E2A-F89658839DCF}" dt="2024-01-25T17:47:56.365" v="21874" actId="1076"/>
          <ac:spMkLst>
            <pc:docMk/>
            <pc:sldMk cId="545157709" sldId="386"/>
            <ac:spMk id="15" creationId="{097540DE-7781-4992-BC88-27507BDF37DA}"/>
          </ac:spMkLst>
        </pc:spChg>
        <pc:spChg chg="del mod">
          <ac:chgData name="Palit, Tapti" userId="dec6fbcd-7598-406a-8cbf-504d4a3bac15" providerId="ADAL" clId="{65104DF2-1B45-4C36-9E2A-F89658839DCF}" dt="2024-01-15T19:21:32.007" v="575" actId="478"/>
          <ac:spMkLst>
            <pc:docMk/>
            <pc:sldMk cId="545157709" sldId="386"/>
            <ac:spMk id="38" creationId="{752F445D-BFD0-4F10-AFD0-B0902D3A8146}"/>
          </ac:spMkLst>
        </pc:spChg>
      </pc:sldChg>
      <pc:sldChg chg="modSp">
        <pc:chgData name="Palit, Tapti" userId="dec6fbcd-7598-406a-8cbf-504d4a3bac15" providerId="ADAL" clId="{65104DF2-1B45-4C36-9E2A-F89658839DCF}" dt="2024-01-15T17:57:41.817" v="26"/>
        <pc:sldMkLst>
          <pc:docMk/>
          <pc:sldMk cId="781057157" sldId="391"/>
        </pc:sldMkLst>
        <pc:spChg chg="mod">
          <ac:chgData name="Palit, Tapti" userId="dec6fbcd-7598-406a-8cbf-504d4a3bac15" providerId="ADAL" clId="{65104DF2-1B45-4C36-9E2A-F89658839DCF}" dt="2024-01-15T17:57:41.817" v="26"/>
          <ac:spMkLst>
            <pc:docMk/>
            <pc:sldMk cId="781057157" sldId="391"/>
            <ac:spMk id="2" creationId="{4F22071B-705B-4169-9BE5-2632163163BC}"/>
          </ac:spMkLst>
        </pc:spChg>
        <pc:spChg chg="mod">
          <ac:chgData name="Palit, Tapti" userId="dec6fbcd-7598-406a-8cbf-504d4a3bac15" providerId="ADAL" clId="{65104DF2-1B45-4C36-9E2A-F89658839DCF}" dt="2024-01-15T17:57:41.817" v="26"/>
          <ac:spMkLst>
            <pc:docMk/>
            <pc:sldMk cId="781057157" sldId="391"/>
            <ac:spMk id="4" creationId="{64E9BF1B-4F87-454A-97CE-595B8069ED4E}"/>
          </ac:spMkLst>
        </pc:spChg>
        <pc:spChg chg="mod">
          <ac:chgData name="Palit, Tapti" userId="dec6fbcd-7598-406a-8cbf-504d4a3bac15" providerId="ADAL" clId="{65104DF2-1B45-4C36-9E2A-F89658839DCF}" dt="2024-01-15T17:57:41.817" v="26"/>
          <ac:spMkLst>
            <pc:docMk/>
            <pc:sldMk cId="781057157" sldId="391"/>
            <ac:spMk id="39" creationId="{0667E020-A6AE-47D7-860D-93997AC408D0}"/>
          </ac:spMkLst>
        </pc:spChg>
      </pc:sldChg>
      <pc:sldChg chg="addSp delSp modSp mod modClrScheme chgLayout modNotesTx">
        <pc:chgData name="Palit, Tapti" userId="dec6fbcd-7598-406a-8cbf-504d4a3bac15" providerId="ADAL" clId="{65104DF2-1B45-4C36-9E2A-F89658839DCF}" dt="2024-01-24T18:48:15.282" v="15551" actId="20577"/>
        <pc:sldMkLst>
          <pc:docMk/>
          <pc:sldMk cId="3427465704" sldId="392"/>
        </pc:sldMkLst>
        <pc:spChg chg="mod ord">
          <ac:chgData name="Palit, Tapti" userId="dec6fbcd-7598-406a-8cbf-504d4a3bac15" providerId="ADAL" clId="{65104DF2-1B45-4C36-9E2A-F89658839DCF}" dt="2024-01-15T19:28:39.344" v="624" actId="700"/>
          <ac:spMkLst>
            <pc:docMk/>
            <pc:sldMk cId="3427465704" sldId="392"/>
            <ac:spMk id="2" creationId="{C3C46814-2A6F-41B6-904E-8EDDD855207C}"/>
          </ac:spMkLst>
        </pc:spChg>
        <pc:spChg chg="mod ord">
          <ac:chgData name="Palit, Tapti" userId="dec6fbcd-7598-406a-8cbf-504d4a3bac15" providerId="ADAL" clId="{65104DF2-1B45-4C36-9E2A-F89658839DCF}" dt="2024-01-15T19:28:39.344" v="624" actId="700"/>
          <ac:spMkLst>
            <pc:docMk/>
            <pc:sldMk cId="3427465704" sldId="392"/>
            <ac:spMk id="3" creationId="{A19E8EDF-6681-42C8-AB61-DCACB7B7EEB5}"/>
          </ac:spMkLst>
        </pc:spChg>
        <pc:spChg chg="mod ord">
          <ac:chgData name="Palit, Tapti" userId="dec6fbcd-7598-406a-8cbf-504d4a3bac15" providerId="ADAL" clId="{65104DF2-1B45-4C36-9E2A-F89658839DCF}" dt="2024-01-15T19:28:39.344" v="624" actId="700"/>
          <ac:spMkLst>
            <pc:docMk/>
            <pc:sldMk cId="3427465704" sldId="392"/>
            <ac:spMk id="4" creationId="{D74339C7-0629-431F-B768-13974CDF31FB}"/>
          </ac:spMkLst>
        </pc:spChg>
        <pc:spChg chg="add del mod ord">
          <ac:chgData name="Palit, Tapti" userId="dec6fbcd-7598-406a-8cbf-504d4a3bac15" providerId="ADAL" clId="{65104DF2-1B45-4C36-9E2A-F89658839DCF}" dt="2024-01-15T19:28:44.456" v="625" actId="478"/>
          <ac:spMkLst>
            <pc:docMk/>
            <pc:sldMk cId="3427465704" sldId="392"/>
            <ac:spMk id="5" creationId="{5F20C83C-60CB-E65C-E143-FDA2B29F8970}"/>
          </ac:spMkLst>
        </pc:spChg>
        <pc:spChg chg="mod">
          <ac:chgData name="Palit, Tapti" userId="dec6fbcd-7598-406a-8cbf-504d4a3bac15" providerId="ADAL" clId="{65104DF2-1B45-4C36-9E2A-F89658839DCF}" dt="2024-01-15T19:32:48.189" v="675" actId="255"/>
          <ac:spMkLst>
            <pc:docMk/>
            <pc:sldMk cId="3427465704" sldId="392"/>
            <ac:spMk id="27" creationId="{85710342-0343-4CE7-A7D0-2B8A4E300AD1}"/>
          </ac:spMkLst>
        </pc:spChg>
      </pc:sldChg>
      <pc:sldChg chg="modSp">
        <pc:chgData name="Palit, Tapti" userId="dec6fbcd-7598-406a-8cbf-504d4a3bac15" providerId="ADAL" clId="{65104DF2-1B45-4C36-9E2A-F89658839DCF}" dt="2024-01-15T17:57:41.817" v="26"/>
        <pc:sldMkLst>
          <pc:docMk/>
          <pc:sldMk cId="2491326610" sldId="394"/>
        </pc:sldMkLst>
        <pc:spChg chg="mod">
          <ac:chgData name="Palit, Tapti" userId="dec6fbcd-7598-406a-8cbf-504d4a3bac15" providerId="ADAL" clId="{65104DF2-1B45-4C36-9E2A-F89658839DCF}" dt="2024-01-15T17:57:41.817" v="26"/>
          <ac:spMkLst>
            <pc:docMk/>
            <pc:sldMk cId="2491326610" sldId="394"/>
            <ac:spMk id="2" creationId="{778663ED-7349-4913-933D-9BDC100894A3}"/>
          </ac:spMkLst>
        </pc:spChg>
        <pc:spChg chg="mod">
          <ac:chgData name="Palit, Tapti" userId="dec6fbcd-7598-406a-8cbf-504d4a3bac15" providerId="ADAL" clId="{65104DF2-1B45-4C36-9E2A-F89658839DCF}" dt="2024-01-15T17:57:41.817" v="26"/>
          <ac:spMkLst>
            <pc:docMk/>
            <pc:sldMk cId="2491326610" sldId="394"/>
            <ac:spMk id="4" creationId="{407BF491-22D0-4E7F-B58C-06A508DCDFEB}"/>
          </ac:spMkLst>
        </pc:spChg>
        <pc:spChg chg="mod">
          <ac:chgData name="Palit, Tapti" userId="dec6fbcd-7598-406a-8cbf-504d4a3bac15" providerId="ADAL" clId="{65104DF2-1B45-4C36-9E2A-F89658839DCF}" dt="2024-01-15T17:57:41.817" v="26"/>
          <ac:spMkLst>
            <pc:docMk/>
            <pc:sldMk cId="2491326610" sldId="394"/>
            <ac:spMk id="5" creationId="{A42B345C-7C62-4661-ADDD-9088E6FD4FD3}"/>
          </ac:spMkLst>
        </pc:spChg>
      </pc:sldChg>
      <pc:sldChg chg="modSp">
        <pc:chgData name="Palit, Tapti" userId="dec6fbcd-7598-406a-8cbf-504d4a3bac15" providerId="ADAL" clId="{65104DF2-1B45-4C36-9E2A-F89658839DCF}" dt="2024-01-15T17:57:41.817" v="26"/>
        <pc:sldMkLst>
          <pc:docMk/>
          <pc:sldMk cId="3039267996" sldId="398"/>
        </pc:sldMkLst>
        <pc:spChg chg="mod">
          <ac:chgData name="Palit, Tapti" userId="dec6fbcd-7598-406a-8cbf-504d4a3bac15" providerId="ADAL" clId="{65104DF2-1B45-4C36-9E2A-F89658839DCF}" dt="2024-01-15T17:57:41.817" v="26"/>
          <ac:spMkLst>
            <pc:docMk/>
            <pc:sldMk cId="3039267996" sldId="398"/>
            <ac:spMk id="2" creationId="{8FE36FF1-1155-4F31-9E92-1300A1F68C3A}"/>
          </ac:spMkLst>
        </pc:spChg>
        <pc:spChg chg="mod">
          <ac:chgData name="Palit, Tapti" userId="dec6fbcd-7598-406a-8cbf-504d4a3bac15" providerId="ADAL" clId="{65104DF2-1B45-4C36-9E2A-F89658839DCF}" dt="2024-01-15T17:57:41.817" v="26"/>
          <ac:spMkLst>
            <pc:docMk/>
            <pc:sldMk cId="3039267996" sldId="398"/>
            <ac:spMk id="4" creationId="{E350A01A-99B1-4E75-81D7-16CEE95C95FC}"/>
          </ac:spMkLst>
        </pc:spChg>
        <pc:spChg chg="mod">
          <ac:chgData name="Palit, Tapti" userId="dec6fbcd-7598-406a-8cbf-504d4a3bac15" providerId="ADAL" clId="{65104DF2-1B45-4C36-9E2A-F89658839DCF}" dt="2024-01-15T17:57:41.817" v="26"/>
          <ac:spMkLst>
            <pc:docMk/>
            <pc:sldMk cId="3039267996" sldId="398"/>
            <ac:spMk id="5" creationId="{9B1727DA-215D-4967-9FB8-29DFB80DB8DF}"/>
          </ac:spMkLst>
        </pc:spChg>
      </pc:sldChg>
      <pc:sldChg chg="modSp">
        <pc:chgData name="Palit, Tapti" userId="dec6fbcd-7598-406a-8cbf-504d4a3bac15" providerId="ADAL" clId="{65104DF2-1B45-4C36-9E2A-F89658839DCF}" dt="2024-01-15T17:57:41.817" v="26"/>
        <pc:sldMkLst>
          <pc:docMk/>
          <pc:sldMk cId="1530249786" sldId="399"/>
        </pc:sldMkLst>
        <pc:spChg chg="mod">
          <ac:chgData name="Palit, Tapti" userId="dec6fbcd-7598-406a-8cbf-504d4a3bac15" providerId="ADAL" clId="{65104DF2-1B45-4C36-9E2A-F89658839DCF}" dt="2024-01-15T17:57:41.817" v="26"/>
          <ac:spMkLst>
            <pc:docMk/>
            <pc:sldMk cId="1530249786" sldId="399"/>
            <ac:spMk id="2" creationId="{4A5C63CC-0577-4879-8C55-FB013AFDE81A}"/>
          </ac:spMkLst>
        </pc:spChg>
        <pc:spChg chg="mod">
          <ac:chgData name="Palit, Tapti" userId="dec6fbcd-7598-406a-8cbf-504d4a3bac15" providerId="ADAL" clId="{65104DF2-1B45-4C36-9E2A-F89658839DCF}" dt="2024-01-15T17:57:41.817" v="26"/>
          <ac:spMkLst>
            <pc:docMk/>
            <pc:sldMk cId="1530249786" sldId="399"/>
            <ac:spMk id="3" creationId="{36083DAB-B09C-4BE1-8EA7-14C2EC4FE336}"/>
          </ac:spMkLst>
        </pc:spChg>
        <pc:spChg chg="mod">
          <ac:chgData name="Palit, Tapti" userId="dec6fbcd-7598-406a-8cbf-504d4a3bac15" providerId="ADAL" clId="{65104DF2-1B45-4C36-9E2A-F89658839DCF}" dt="2024-01-15T17:57:41.817" v="26"/>
          <ac:spMkLst>
            <pc:docMk/>
            <pc:sldMk cId="1530249786" sldId="399"/>
            <ac:spMk id="4" creationId="{DEC22660-2F13-4B39-9859-CE72626F89ED}"/>
          </ac:spMkLst>
        </pc:spChg>
      </pc:sldChg>
      <pc:sldChg chg="modSp">
        <pc:chgData name="Palit, Tapti" userId="dec6fbcd-7598-406a-8cbf-504d4a3bac15" providerId="ADAL" clId="{65104DF2-1B45-4C36-9E2A-F89658839DCF}" dt="2024-01-15T17:57:41.817" v="26"/>
        <pc:sldMkLst>
          <pc:docMk/>
          <pc:sldMk cId="4209992993" sldId="401"/>
        </pc:sldMkLst>
        <pc:spChg chg="mod">
          <ac:chgData name="Palit, Tapti" userId="dec6fbcd-7598-406a-8cbf-504d4a3bac15" providerId="ADAL" clId="{65104DF2-1B45-4C36-9E2A-F89658839DCF}" dt="2024-01-15T17:57:41.817" v="26"/>
          <ac:spMkLst>
            <pc:docMk/>
            <pc:sldMk cId="4209992993" sldId="401"/>
            <ac:spMk id="2" creationId="{14DC7008-5A9E-41DC-8C84-01935001A636}"/>
          </ac:spMkLst>
        </pc:spChg>
        <pc:spChg chg="mod">
          <ac:chgData name="Palit, Tapti" userId="dec6fbcd-7598-406a-8cbf-504d4a3bac15" providerId="ADAL" clId="{65104DF2-1B45-4C36-9E2A-F89658839DCF}" dt="2024-01-15T17:57:41.817" v="26"/>
          <ac:spMkLst>
            <pc:docMk/>
            <pc:sldMk cId="4209992993" sldId="401"/>
            <ac:spMk id="4" creationId="{43249A63-2D7C-4EF1-958E-D6DB58CAD1C3}"/>
          </ac:spMkLst>
        </pc:spChg>
        <pc:spChg chg="mod">
          <ac:chgData name="Palit, Tapti" userId="dec6fbcd-7598-406a-8cbf-504d4a3bac15" providerId="ADAL" clId="{65104DF2-1B45-4C36-9E2A-F89658839DCF}" dt="2024-01-15T17:57:41.817" v="26"/>
          <ac:spMkLst>
            <pc:docMk/>
            <pc:sldMk cId="4209992993" sldId="401"/>
            <ac:spMk id="37" creationId="{80518C39-D83B-43B0-8821-A6993F809486}"/>
          </ac:spMkLst>
        </pc:spChg>
      </pc:sldChg>
      <pc:sldChg chg="addSp delSp modSp mod modClrScheme delAnim chgLayout">
        <pc:chgData name="Palit, Tapti" userId="dec6fbcd-7598-406a-8cbf-504d4a3bac15" providerId="ADAL" clId="{65104DF2-1B45-4C36-9E2A-F89658839DCF}" dt="2024-01-15T19:41:11.003" v="744" actId="478"/>
        <pc:sldMkLst>
          <pc:docMk/>
          <pc:sldMk cId="494074637" sldId="402"/>
        </pc:sldMkLst>
        <pc:spChg chg="mod ord">
          <ac:chgData name="Palit, Tapti" userId="dec6fbcd-7598-406a-8cbf-504d4a3bac15" providerId="ADAL" clId="{65104DF2-1B45-4C36-9E2A-F89658839DCF}" dt="2024-01-15T19:40:52.514" v="739" actId="700"/>
          <ac:spMkLst>
            <pc:docMk/>
            <pc:sldMk cId="494074637" sldId="402"/>
            <ac:spMk id="2" creationId="{6D756B9F-DEDF-458C-A542-F30446685592}"/>
          </ac:spMkLst>
        </pc:spChg>
        <pc:spChg chg="add del mod ord">
          <ac:chgData name="Palit, Tapti" userId="dec6fbcd-7598-406a-8cbf-504d4a3bac15" providerId="ADAL" clId="{65104DF2-1B45-4C36-9E2A-F89658839DCF}" dt="2024-01-15T19:40:52.514" v="739" actId="700"/>
          <ac:spMkLst>
            <pc:docMk/>
            <pc:sldMk cId="494074637" sldId="402"/>
            <ac:spMk id="3" creationId="{A75A3688-473D-D1BB-ED48-C44AF01DCC90}"/>
          </ac:spMkLst>
        </pc:spChg>
        <pc:spChg chg="mod ord">
          <ac:chgData name="Palit, Tapti" userId="dec6fbcd-7598-406a-8cbf-504d4a3bac15" providerId="ADAL" clId="{65104DF2-1B45-4C36-9E2A-F89658839DCF}" dt="2024-01-15T19:40:52.514" v="739" actId="700"/>
          <ac:spMkLst>
            <pc:docMk/>
            <pc:sldMk cId="494074637" sldId="402"/>
            <ac:spMk id="4" creationId="{0EC42FD2-6A5A-44FB-BB0B-DB6EB51BAB67}"/>
          </ac:spMkLst>
        </pc:spChg>
        <pc:spChg chg="add del mod ord">
          <ac:chgData name="Palit, Tapti" userId="dec6fbcd-7598-406a-8cbf-504d4a3bac15" providerId="ADAL" clId="{65104DF2-1B45-4C36-9E2A-F89658839DCF}" dt="2024-01-15T19:41:11.003" v="744" actId="478"/>
          <ac:spMkLst>
            <pc:docMk/>
            <pc:sldMk cId="494074637" sldId="402"/>
            <ac:spMk id="5" creationId="{809349AD-41BC-ED1D-71E7-6180E0E8A92E}"/>
          </ac:spMkLst>
        </pc:spChg>
        <pc:spChg chg="add mod ord">
          <ac:chgData name="Palit, Tapti" userId="dec6fbcd-7598-406a-8cbf-504d4a3bac15" providerId="ADAL" clId="{65104DF2-1B45-4C36-9E2A-F89658839DCF}" dt="2024-01-15T19:40:55.975" v="741" actId="20577"/>
          <ac:spMkLst>
            <pc:docMk/>
            <pc:sldMk cId="494074637" sldId="402"/>
            <ac:spMk id="6" creationId="{37316138-7B30-08DE-FCD8-6DF034C2FC07}"/>
          </ac:spMkLst>
        </pc:spChg>
        <pc:spChg chg="del mod">
          <ac:chgData name="Palit, Tapti" userId="dec6fbcd-7598-406a-8cbf-504d4a3bac15" providerId="ADAL" clId="{65104DF2-1B45-4C36-9E2A-F89658839DCF}" dt="2024-01-15T19:40:46.577" v="738" actId="478"/>
          <ac:spMkLst>
            <pc:docMk/>
            <pc:sldMk cId="494074637" sldId="402"/>
            <ac:spMk id="313" creationId="{65A45DC8-A94C-4599-BF57-8F872512E091}"/>
          </ac:spMkLst>
        </pc:spChg>
        <pc:cxnChg chg="mod">
          <ac:chgData name="Palit, Tapti" userId="dec6fbcd-7598-406a-8cbf-504d4a3bac15" providerId="ADAL" clId="{65104DF2-1B45-4C36-9E2A-F89658839DCF}" dt="2024-01-15T19:41:01.814" v="742" actId="14100"/>
          <ac:cxnSpMkLst>
            <pc:docMk/>
            <pc:sldMk cId="494074637" sldId="402"/>
            <ac:cxnSpMk id="249" creationId="{D791E428-170D-4A6A-9259-F3B5179877F7}"/>
          </ac:cxnSpMkLst>
        </pc:cxnChg>
        <pc:cxnChg chg="mod">
          <ac:chgData name="Palit, Tapti" userId="dec6fbcd-7598-406a-8cbf-504d4a3bac15" providerId="ADAL" clId="{65104DF2-1B45-4C36-9E2A-F89658839DCF}" dt="2024-01-15T19:41:04.936" v="743" actId="14100"/>
          <ac:cxnSpMkLst>
            <pc:docMk/>
            <pc:sldMk cId="494074637" sldId="402"/>
            <ac:cxnSpMk id="250" creationId="{CC36D906-D53D-4ACF-9499-62991F8B1D01}"/>
          </ac:cxnSpMkLst>
        </pc:cxnChg>
      </pc:sldChg>
      <pc:sldChg chg="addSp delSp modSp mod modClrScheme delAnim modAnim chgLayout modNotesTx">
        <pc:chgData name="Palit, Tapti" userId="dec6fbcd-7598-406a-8cbf-504d4a3bac15" providerId="ADAL" clId="{65104DF2-1B45-4C36-9E2A-F89658839DCF}" dt="2024-01-29T19:38:01.633" v="25285" actId="5793"/>
        <pc:sldMkLst>
          <pc:docMk/>
          <pc:sldMk cId="1039263704" sldId="403"/>
        </pc:sldMkLst>
        <pc:spChg chg="mod ord">
          <ac:chgData name="Palit, Tapti" userId="dec6fbcd-7598-406a-8cbf-504d4a3bac15" providerId="ADAL" clId="{65104DF2-1B45-4C36-9E2A-F89658839DCF}" dt="2024-01-15T19:33:02.213" v="677" actId="700"/>
          <ac:spMkLst>
            <pc:docMk/>
            <pc:sldMk cId="1039263704" sldId="403"/>
            <ac:spMk id="2" creationId="{C3C46814-2A6F-41B6-904E-8EDDD855207C}"/>
          </ac:spMkLst>
        </pc:spChg>
        <pc:spChg chg="mod">
          <ac:chgData name="Palit, Tapti" userId="dec6fbcd-7598-406a-8cbf-504d4a3bac15" providerId="ADAL" clId="{65104DF2-1B45-4C36-9E2A-F89658839DCF}" dt="2024-01-25T15:50:22.780" v="19050" actId="1076"/>
          <ac:spMkLst>
            <pc:docMk/>
            <pc:sldMk cId="1039263704" sldId="403"/>
            <ac:spMk id="3" creationId="{982C202F-C133-0758-E41A-9A105B6544E4}"/>
          </ac:spMkLst>
        </pc:spChg>
        <pc:spChg chg="add del mod ord">
          <ac:chgData name="Palit, Tapti" userId="dec6fbcd-7598-406a-8cbf-504d4a3bac15" providerId="ADAL" clId="{65104DF2-1B45-4C36-9E2A-F89658839DCF}" dt="2024-01-15T19:33:02.213" v="677" actId="700"/>
          <ac:spMkLst>
            <pc:docMk/>
            <pc:sldMk cId="1039263704" sldId="403"/>
            <ac:spMk id="3" creationId="{E5B73AE2-E35D-E00B-5752-C35BA4788A03}"/>
          </ac:spMkLst>
        </pc:spChg>
        <pc:spChg chg="mod ord">
          <ac:chgData name="Palit, Tapti" userId="dec6fbcd-7598-406a-8cbf-504d4a3bac15" providerId="ADAL" clId="{65104DF2-1B45-4C36-9E2A-F89658839DCF}" dt="2024-01-15T19:33:02.213" v="677" actId="700"/>
          <ac:spMkLst>
            <pc:docMk/>
            <pc:sldMk cId="1039263704" sldId="403"/>
            <ac:spMk id="4" creationId="{D74339C7-0629-431F-B768-13974CDF31FB}"/>
          </ac:spMkLst>
        </pc:spChg>
        <pc:spChg chg="add mod ord">
          <ac:chgData name="Palit, Tapti" userId="dec6fbcd-7598-406a-8cbf-504d4a3bac15" providerId="ADAL" clId="{65104DF2-1B45-4C36-9E2A-F89658839DCF}" dt="2024-01-29T19:38:01.633" v="25285" actId="5793"/>
          <ac:spMkLst>
            <pc:docMk/>
            <pc:sldMk cId="1039263704" sldId="403"/>
            <ac:spMk id="5" creationId="{A809105A-C2EA-9CC2-1FCC-8EE4E7A6FB1E}"/>
          </ac:spMkLst>
        </pc:spChg>
        <pc:spChg chg="add del mod ord">
          <ac:chgData name="Palit, Tapti" userId="dec6fbcd-7598-406a-8cbf-504d4a3bac15" providerId="ADAL" clId="{65104DF2-1B45-4C36-9E2A-F89658839DCF}" dt="2024-01-15T19:33:34.653" v="684" actId="478"/>
          <ac:spMkLst>
            <pc:docMk/>
            <pc:sldMk cId="1039263704" sldId="403"/>
            <ac:spMk id="7" creationId="{3FFF6742-97E4-1D7B-6FA6-1F0134AE079F}"/>
          </ac:spMkLst>
        </pc:spChg>
        <pc:spChg chg="mod">
          <ac:chgData name="Palit, Tapti" userId="dec6fbcd-7598-406a-8cbf-504d4a3bac15" providerId="ADAL" clId="{65104DF2-1B45-4C36-9E2A-F89658839DCF}" dt="2024-01-29T19:33:35.791" v="24823" actId="1076"/>
          <ac:spMkLst>
            <pc:docMk/>
            <pc:sldMk cId="1039263704" sldId="403"/>
            <ac:spMk id="7" creationId="{CD638514-2D18-394B-43D5-7CB5E4047CAA}"/>
          </ac:spMkLst>
        </pc:spChg>
        <pc:spChg chg="add mod">
          <ac:chgData name="Palit, Tapti" userId="dec6fbcd-7598-406a-8cbf-504d4a3bac15" providerId="ADAL" clId="{65104DF2-1B45-4C36-9E2A-F89658839DCF}" dt="2024-01-15T19:34:21.648" v="691"/>
          <ac:spMkLst>
            <pc:docMk/>
            <pc:sldMk cId="1039263704" sldId="403"/>
            <ac:spMk id="8" creationId="{C0C27B07-070C-9C61-EE9A-7EACD0FF939A}"/>
          </ac:spMkLst>
        </pc:spChg>
        <pc:spChg chg="del mod">
          <ac:chgData name="Palit, Tapti" userId="dec6fbcd-7598-406a-8cbf-504d4a3bac15" providerId="ADAL" clId="{65104DF2-1B45-4C36-9E2A-F89658839DCF}" dt="2024-01-15T19:33:10.119" v="679" actId="478"/>
          <ac:spMkLst>
            <pc:docMk/>
            <pc:sldMk cId="1039263704" sldId="403"/>
            <ac:spMk id="11" creationId="{A19E8EDF-6681-42C8-AB61-DCACB7B7EEB5}"/>
          </ac:spMkLst>
        </pc:spChg>
        <pc:spChg chg="mod ord">
          <ac:chgData name="Palit, Tapti" userId="dec6fbcd-7598-406a-8cbf-504d4a3bac15" providerId="ADAL" clId="{65104DF2-1B45-4C36-9E2A-F89658839DCF}" dt="2024-01-25T15:50:30.527" v="19051" actId="1076"/>
          <ac:spMkLst>
            <pc:docMk/>
            <pc:sldMk cId="1039263704" sldId="403"/>
            <ac:spMk id="14" creationId="{B70E8FCD-FDE4-4E80-86F5-E438FDE5F5CF}"/>
          </ac:spMkLst>
        </pc:spChg>
        <pc:spChg chg="mod ord">
          <ac:chgData name="Palit, Tapti" userId="dec6fbcd-7598-406a-8cbf-504d4a3bac15" providerId="ADAL" clId="{65104DF2-1B45-4C36-9E2A-F89658839DCF}" dt="2024-01-25T15:50:30.527" v="19051" actId="1076"/>
          <ac:spMkLst>
            <pc:docMk/>
            <pc:sldMk cId="1039263704" sldId="403"/>
            <ac:spMk id="20" creationId="{E6FA9421-0C45-4E1B-9ACA-B6D2A03FFA6A}"/>
          </ac:spMkLst>
        </pc:spChg>
        <pc:spChg chg="del mod">
          <ac:chgData name="Palit, Tapti" userId="dec6fbcd-7598-406a-8cbf-504d4a3bac15" providerId="ADAL" clId="{65104DF2-1B45-4C36-9E2A-F89658839DCF}" dt="2024-01-15T19:34:21.020" v="690" actId="478"/>
          <ac:spMkLst>
            <pc:docMk/>
            <pc:sldMk cId="1039263704" sldId="403"/>
            <ac:spMk id="27" creationId="{85710342-0343-4CE7-A7D0-2B8A4E300AD1}"/>
          </ac:spMkLst>
        </pc:spChg>
        <pc:cxnChg chg="mod ord">
          <ac:chgData name="Palit, Tapti" userId="dec6fbcd-7598-406a-8cbf-504d4a3bac15" providerId="ADAL" clId="{65104DF2-1B45-4C36-9E2A-F89658839DCF}" dt="2024-01-25T15:50:30.527" v="19051" actId="1076"/>
          <ac:cxnSpMkLst>
            <pc:docMk/>
            <pc:sldMk cId="1039263704" sldId="403"/>
            <ac:cxnSpMk id="6" creationId="{E32B42DE-DA4A-47CE-AA85-AB05B8444973}"/>
          </ac:cxnSpMkLst>
        </pc:cxnChg>
        <pc:cxnChg chg="mod ord">
          <ac:chgData name="Palit, Tapti" userId="dec6fbcd-7598-406a-8cbf-504d4a3bac15" providerId="ADAL" clId="{65104DF2-1B45-4C36-9E2A-F89658839DCF}" dt="2024-01-25T15:50:30.527" v="19051" actId="1076"/>
          <ac:cxnSpMkLst>
            <pc:docMk/>
            <pc:sldMk cId="1039263704" sldId="403"/>
            <ac:cxnSpMk id="16" creationId="{FA844D29-865B-41CF-A571-F5183B5AD194}"/>
          </ac:cxnSpMkLst>
        </pc:cxnChg>
      </pc:sldChg>
      <pc:sldChg chg="addSp delSp modSp mod modClrScheme chgLayout">
        <pc:chgData name="Palit, Tapti" userId="dec6fbcd-7598-406a-8cbf-504d4a3bac15" providerId="ADAL" clId="{65104DF2-1B45-4C36-9E2A-F89658839DCF}" dt="2024-01-25T15:50:02.835" v="19048" actId="1076"/>
        <pc:sldMkLst>
          <pc:docMk/>
          <pc:sldMk cId="2451305037" sldId="404"/>
        </pc:sldMkLst>
        <pc:spChg chg="mod ord">
          <ac:chgData name="Palit, Tapti" userId="dec6fbcd-7598-406a-8cbf-504d4a3bac15" providerId="ADAL" clId="{65104DF2-1B45-4C36-9E2A-F89658839DCF}" dt="2024-01-15T19:32:17.350" v="669" actId="700"/>
          <ac:spMkLst>
            <pc:docMk/>
            <pc:sldMk cId="2451305037" sldId="404"/>
            <ac:spMk id="2" creationId="{C3C46814-2A6F-41B6-904E-8EDDD855207C}"/>
          </ac:spMkLst>
        </pc:spChg>
        <pc:spChg chg="add del mod ord">
          <ac:chgData name="Palit, Tapti" userId="dec6fbcd-7598-406a-8cbf-504d4a3bac15" providerId="ADAL" clId="{65104DF2-1B45-4C36-9E2A-F89658839DCF}" dt="2024-01-15T19:32:17.350" v="669" actId="700"/>
          <ac:spMkLst>
            <pc:docMk/>
            <pc:sldMk cId="2451305037" sldId="404"/>
            <ac:spMk id="3" creationId="{75124EF9-9D61-FD88-E6AA-A5F9A3BDEFB5}"/>
          </ac:spMkLst>
        </pc:spChg>
        <pc:spChg chg="mod">
          <ac:chgData name="Palit, Tapti" userId="dec6fbcd-7598-406a-8cbf-504d4a3bac15" providerId="ADAL" clId="{65104DF2-1B45-4C36-9E2A-F89658839DCF}" dt="2024-01-25T15:50:02.835" v="19048" actId="1076"/>
          <ac:spMkLst>
            <pc:docMk/>
            <pc:sldMk cId="2451305037" sldId="404"/>
            <ac:spMk id="3" creationId="{9E84028C-0B5D-6536-40E0-900CCB6A09D6}"/>
          </ac:spMkLst>
        </pc:spChg>
        <pc:spChg chg="mod ord">
          <ac:chgData name="Palit, Tapti" userId="dec6fbcd-7598-406a-8cbf-504d4a3bac15" providerId="ADAL" clId="{65104DF2-1B45-4C36-9E2A-F89658839DCF}" dt="2024-01-15T19:32:17.350" v="669" actId="700"/>
          <ac:spMkLst>
            <pc:docMk/>
            <pc:sldMk cId="2451305037" sldId="404"/>
            <ac:spMk id="4" creationId="{D74339C7-0629-431F-B768-13974CDF31FB}"/>
          </ac:spMkLst>
        </pc:spChg>
        <pc:spChg chg="add mod ord">
          <ac:chgData name="Palit, Tapti" userId="dec6fbcd-7598-406a-8cbf-504d4a3bac15" providerId="ADAL" clId="{65104DF2-1B45-4C36-9E2A-F89658839DCF}" dt="2024-01-24T19:10:06.811" v="17997" actId="5793"/>
          <ac:spMkLst>
            <pc:docMk/>
            <pc:sldMk cId="2451305037" sldId="404"/>
            <ac:spMk id="5" creationId="{43AA275C-0839-2D6B-9058-018EA174656B}"/>
          </ac:spMkLst>
        </pc:spChg>
        <pc:spChg chg="add del mod ord">
          <ac:chgData name="Palit, Tapti" userId="dec6fbcd-7598-406a-8cbf-504d4a3bac15" providerId="ADAL" clId="{65104DF2-1B45-4C36-9E2A-F89658839DCF}" dt="2024-01-15T19:32:20.008" v="670" actId="478"/>
          <ac:spMkLst>
            <pc:docMk/>
            <pc:sldMk cId="2451305037" sldId="404"/>
            <ac:spMk id="20" creationId="{D578E73D-0F3A-5E9C-E89A-B5306563178F}"/>
          </ac:spMkLst>
        </pc:spChg>
        <pc:spChg chg="add mod">
          <ac:chgData name="Palit, Tapti" userId="dec6fbcd-7598-406a-8cbf-504d4a3bac15" providerId="ADAL" clId="{65104DF2-1B45-4C36-9E2A-F89658839DCF}" dt="2024-01-15T19:34:16.173" v="689"/>
          <ac:spMkLst>
            <pc:docMk/>
            <pc:sldMk cId="2451305037" sldId="404"/>
            <ac:spMk id="25" creationId="{18000B33-CE12-7C06-03B6-2259574837B7}"/>
          </ac:spMkLst>
        </pc:spChg>
        <pc:spChg chg="del mod">
          <ac:chgData name="Palit, Tapti" userId="dec6fbcd-7598-406a-8cbf-504d4a3bac15" providerId="ADAL" clId="{65104DF2-1B45-4C36-9E2A-F89658839DCF}" dt="2024-01-15T19:34:12.903" v="688" actId="478"/>
          <ac:spMkLst>
            <pc:docMk/>
            <pc:sldMk cId="2451305037" sldId="404"/>
            <ac:spMk id="27" creationId="{85710342-0343-4CE7-A7D0-2B8A4E300AD1}"/>
          </ac:spMkLst>
        </pc:spChg>
        <pc:spChg chg="del mod">
          <ac:chgData name="Palit, Tapti" userId="dec6fbcd-7598-406a-8cbf-504d4a3bac15" providerId="ADAL" clId="{65104DF2-1B45-4C36-9E2A-F89658839DCF}" dt="2024-01-15T19:32:33.350" v="672" actId="478"/>
          <ac:spMkLst>
            <pc:docMk/>
            <pc:sldMk cId="2451305037" sldId="404"/>
            <ac:spMk id="33" creationId="{A19E8EDF-6681-42C8-AB61-DCACB7B7EEB5}"/>
          </ac:spMkLst>
        </pc:spChg>
      </pc:sldChg>
      <pc:sldChg chg="addSp delSp modSp mod modClrScheme delAnim modAnim chgLayout">
        <pc:chgData name="Palit, Tapti" userId="dec6fbcd-7598-406a-8cbf-504d4a3bac15" providerId="ADAL" clId="{65104DF2-1B45-4C36-9E2A-F89658839DCF}" dt="2024-01-25T17:51:14.058" v="21951" actId="20577"/>
        <pc:sldMkLst>
          <pc:docMk/>
          <pc:sldMk cId="1685234738" sldId="405"/>
        </pc:sldMkLst>
        <pc:spChg chg="mod ord">
          <ac:chgData name="Palit, Tapti" userId="dec6fbcd-7598-406a-8cbf-504d4a3bac15" providerId="ADAL" clId="{65104DF2-1B45-4C36-9E2A-F89658839DCF}" dt="2024-01-15T19:33:46.855" v="685" actId="700"/>
          <ac:spMkLst>
            <pc:docMk/>
            <pc:sldMk cId="1685234738" sldId="405"/>
            <ac:spMk id="2" creationId="{C3C46814-2A6F-41B6-904E-8EDDD855207C}"/>
          </ac:spMkLst>
        </pc:spChg>
        <pc:spChg chg="add del mod ord">
          <ac:chgData name="Palit, Tapti" userId="dec6fbcd-7598-406a-8cbf-504d4a3bac15" providerId="ADAL" clId="{65104DF2-1B45-4C36-9E2A-F89658839DCF}" dt="2024-01-15T19:33:52.652" v="686" actId="478"/>
          <ac:spMkLst>
            <pc:docMk/>
            <pc:sldMk cId="1685234738" sldId="405"/>
            <ac:spMk id="3" creationId="{39A85237-2D9E-2117-B26B-48BB34E61B77}"/>
          </ac:spMkLst>
        </pc:spChg>
        <pc:spChg chg="mod">
          <ac:chgData name="Palit, Tapti" userId="dec6fbcd-7598-406a-8cbf-504d4a3bac15" providerId="ADAL" clId="{65104DF2-1B45-4C36-9E2A-F89658839DCF}" dt="2024-01-25T17:50:58.635" v="21945"/>
          <ac:spMkLst>
            <pc:docMk/>
            <pc:sldMk cId="1685234738" sldId="405"/>
            <ac:spMk id="3" creationId="{C6F7F3C5-AB15-8F2A-0991-A0F1851DA81A}"/>
          </ac:spMkLst>
        </pc:spChg>
        <pc:spChg chg="mod ord">
          <ac:chgData name="Palit, Tapti" userId="dec6fbcd-7598-406a-8cbf-504d4a3bac15" providerId="ADAL" clId="{65104DF2-1B45-4C36-9E2A-F89658839DCF}" dt="2024-01-15T19:33:46.855" v="685" actId="700"/>
          <ac:spMkLst>
            <pc:docMk/>
            <pc:sldMk cId="1685234738" sldId="405"/>
            <ac:spMk id="4" creationId="{D74339C7-0629-431F-B768-13974CDF31FB}"/>
          </ac:spMkLst>
        </pc:spChg>
        <pc:spChg chg="add mod ord">
          <ac:chgData name="Palit, Tapti" userId="dec6fbcd-7598-406a-8cbf-504d4a3bac15" providerId="ADAL" clId="{65104DF2-1B45-4C36-9E2A-F89658839DCF}" dt="2024-01-15T19:36:16.731" v="713" actId="20577"/>
          <ac:spMkLst>
            <pc:docMk/>
            <pc:sldMk cId="1685234738" sldId="405"/>
            <ac:spMk id="5" creationId="{BB4520A5-D5C2-4C8B-E393-FF328E8079AF}"/>
          </ac:spMkLst>
        </pc:spChg>
        <pc:spChg chg="add mod">
          <ac:chgData name="Palit, Tapti" userId="dec6fbcd-7598-406a-8cbf-504d4a3bac15" providerId="ADAL" clId="{65104DF2-1B45-4C36-9E2A-F89658839DCF}" dt="2024-01-15T19:35:17.744" v="699"/>
          <ac:spMkLst>
            <pc:docMk/>
            <pc:sldMk cId="1685234738" sldId="405"/>
            <ac:spMk id="6" creationId="{DCB9BA92-C301-558A-5FA5-24E36E4F045E}"/>
          </ac:spMkLst>
        </pc:spChg>
        <pc:spChg chg="mod ord">
          <ac:chgData name="Palit, Tapti" userId="dec6fbcd-7598-406a-8cbf-504d4a3bac15" providerId="ADAL" clId="{65104DF2-1B45-4C36-9E2A-F89658839DCF}" dt="2024-01-25T17:51:14.058" v="21951" actId="20577"/>
          <ac:spMkLst>
            <pc:docMk/>
            <pc:sldMk cId="1685234738" sldId="405"/>
            <ac:spMk id="7" creationId="{33AB6CC8-DC61-46CC-85EA-F0510A9E9428}"/>
          </ac:spMkLst>
        </pc:spChg>
        <pc:spChg chg="mod ord">
          <ac:chgData name="Palit, Tapti" userId="dec6fbcd-7598-406a-8cbf-504d4a3bac15" providerId="ADAL" clId="{65104DF2-1B45-4C36-9E2A-F89658839DCF}" dt="2024-01-25T17:51:10.966" v="21949" actId="1076"/>
          <ac:spMkLst>
            <pc:docMk/>
            <pc:sldMk cId="1685234738" sldId="405"/>
            <ac:spMk id="13" creationId="{6C816C7B-C761-4774-A502-C9422A17C47A}"/>
          </ac:spMkLst>
        </pc:spChg>
        <pc:spChg chg="mod ord">
          <ac:chgData name="Palit, Tapti" userId="dec6fbcd-7598-406a-8cbf-504d4a3bac15" providerId="ADAL" clId="{65104DF2-1B45-4C36-9E2A-F89658839DCF}" dt="2024-01-24T19:10:45.601" v="18010" actId="167"/>
          <ac:spMkLst>
            <pc:docMk/>
            <pc:sldMk cId="1685234738" sldId="405"/>
            <ac:spMk id="14" creationId="{A19E8EDF-6681-42C8-AB61-DCACB7B7EEB5}"/>
          </ac:spMkLst>
        </pc:spChg>
        <pc:spChg chg="mod">
          <ac:chgData name="Palit, Tapti" userId="dec6fbcd-7598-406a-8cbf-504d4a3bac15" providerId="ADAL" clId="{65104DF2-1B45-4C36-9E2A-F89658839DCF}" dt="2024-01-25T17:50:29.367" v="21941" actId="1076"/>
          <ac:spMkLst>
            <pc:docMk/>
            <pc:sldMk cId="1685234738" sldId="405"/>
            <ac:spMk id="17" creationId="{12C77919-0D5A-8D95-9BBB-DFE577D3E96C}"/>
          </ac:spMkLst>
        </pc:spChg>
        <pc:spChg chg="mod">
          <ac:chgData name="Palit, Tapti" userId="dec6fbcd-7598-406a-8cbf-504d4a3bac15" providerId="ADAL" clId="{65104DF2-1B45-4C36-9E2A-F89658839DCF}" dt="2024-01-25T17:50:35.615" v="21942" actId="1076"/>
          <ac:spMkLst>
            <pc:docMk/>
            <pc:sldMk cId="1685234738" sldId="405"/>
            <ac:spMk id="18" creationId="{A4918B43-4F92-B92E-34B2-05CC67D534B4}"/>
          </ac:spMkLst>
        </pc:spChg>
        <pc:spChg chg="del mod">
          <ac:chgData name="Palit, Tapti" userId="dec6fbcd-7598-406a-8cbf-504d4a3bac15" providerId="ADAL" clId="{65104DF2-1B45-4C36-9E2A-F89658839DCF}" dt="2024-01-15T19:35:16.740" v="698" actId="478"/>
          <ac:spMkLst>
            <pc:docMk/>
            <pc:sldMk cId="1685234738" sldId="405"/>
            <ac:spMk id="27" creationId="{85710342-0343-4CE7-A7D0-2B8A4E300AD1}"/>
          </ac:spMkLst>
        </pc:spChg>
        <pc:spChg chg="del mod">
          <ac:chgData name="Palit, Tapti" userId="dec6fbcd-7598-406a-8cbf-504d4a3bac15" providerId="ADAL" clId="{65104DF2-1B45-4C36-9E2A-F89658839DCF}" dt="2024-01-15T19:36:09.591" v="709" actId="478"/>
          <ac:spMkLst>
            <pc:docMk/>
            <pc:sldMk cId="1685234738" sldId="405"/>
            <ac:spMk id="39" creationId="{565DBFF6-BA39-4A27-B9BF-CE751CA0C3E8}"/>
          </ac:spMkLst>
        </pc:spChg>
        <pc:cxnChg chg="mod ord">
          <ac:chgData name="Palit, Tapti" userId="dec6fbcd-7598-406a-8cbf-504d4a3bac15" providerId="ADAL" clId="{65104DF2-1B45-4C36-9E2A-F89658839DCF}" dt="2024-01-25T15:51:02.567" v="19054" actId="1076"/>
          <ac:cxnSpMkLst>
            <pc:docMk/>
            <pc:sldMk cId="1685234738" sldId="405"/>
            <ac:cxnSpMk id="9" creationId="{668C176E-ACE4-427C-841B-2B3FA9EF0085}"/>
          </ac:cxnSpMkLst>
        </pc:cxnChg>
        <pc:cxnChg chg="mod ord">
          <ac:chgData name="Palit, Tapti" userId="dec6fbcd-7598-406a-8cbf-504d4a3bac15" providerId="ADAL" clId="{65104DF2-1B45-4C36-9E2A-F89658839DCF}" dt="2024-01-25T15:51:19.698" v="19056" actId="1076"/>
          <ac:cxnSpMkLst>
            <pc:docMk/>
            <pc:sldMk cId="1685234738" sldId="405"/>
            <ac:cxnSpMk id="12" creationId="{FFBFCEE3-529F-4EAA-B0A3-3DA3F86D0913}"/>
          </ac:cxnSpMkLst>
        </pc:cxnChg>
      </pc:sldChg>
      <pc:sldChg chg="modSp">
        <pc:chgData name="Palit, Tapti" userId="dec6fbcd-7598-406a-8cbf-504d4a3bac15" providerId="ADAL" clId="{65104DF2-1B45-4C36-9E2A-F89658839DCF}" dt="2024-01-15T17:57:41.817" v="26"/>
        <pc:sldMkLst>
          <pc:docMk/>
          <pc:sldMk cId="4158974511" sldId="408"/>
        </pc:sldMkLst>
        <pc:spChg chg="mod">
          <ac:chgData name="Palit, Tapti" userId="dec6fbcd-7598-406a-8cbf-504d4a3bac15" providerId="ADAL" clId="{65104DF2-1B45-4C36-9E2A-F89658839DCF}" dt="2024-01-15T17:57:41.817" v="26"/>
          <ac:spMkLst>
            <pc:docMk/>
            <pc:sldMk cId="4158974511" sldId="408"/>
            <ac:spMk id="2" creationId="{A7B9CA2E-A6F3-4003-A1CE-CEE7FFF1A159}"/>
          </ac:spMkLst>
        </pc:spChg>
        <pc:spChg chg="mod">
          <ac:chgData name="Palit, Tapti" userId="dec6fbcd-7598-406a-8cbf-504d4a3bac15" providerId="ADAL" clId="{65104DF2-1B45-4C36-9E2A-F89658839DCF}" dt="2024-01-15T17:57:41.817" v="26"/>
          <ac:spMkLst>
            <pc:docMk/>
            <pc:sldMk cId="4158974511" sldId="408"/>
            <ac:spMk id="4" creationId="{7AE675F1-274A-4707-95E2-FB6DADA59BA1}"/>
          </ac:spMkLst>
        </pc:spChg>
      </pc:sldChg>
      <pc:sldChg chg="modSp mod chgLayout">
        <pc:chgData name="Palit, Tapti" userId="dec6fbcd-7598-406a-8cbf-504d4a3bac15" providerId="ADAL" clId="{65104DF2-1B45-4C36-9E2A-F89658839DCF}" dt="2024-01-15T20:21:48.359" v="1057" actId="2711"/>
        <pc:sldMkLst>
          <pc:docMk/>
          <pc:sldMk cId="199289276" sldId="411"/>
        </pc:sldMkLst>
        <pc:spChg chg="mod ord">
          <ac:chgData name="Palit, Tapti" userId="dec6fbcd-7598-406a-8cbf-504d4a3bac15" providerId="ADAL" clId="{65104DF2-1B45-4C36-9E2A-F89658839DCF}" dt="2024-01-15T18:02:53.069" v="52" actId="700"/>
          <ac:spMkLst>
            <pc:docMk/>
            <pc:sldMk cId="199289276" sldId="411"/>
            <ac:spMk id="2" creationId="{00C5D525-4E6C-4E81-85B7-BCED500C68A1}"/>
          </ac:spMkLst>
        </pc:spChg>
        <pc:spChg chg="mod ord">
          <ac:chgData name="Palit, Tapti" userId="dec6fbcd-7598-406a-8cbf-504d4a3bac15" providerId="ADAL" clId="{65104DF2-1B45-4C36-9E2A-F89658839DCF}" dt="2024-01-15T18:02:53.069" v="52" actId="700"/>
          <ac:spMkLst>
            <pc:docMk/>
            <pc:sldMk cId="199289276" sldId="411"/>
            <ac:spMk id="3" creationId="{95B31981-A593-4AA3-BC52-D0789C7BB5C2}"/>
          </ac:spMkLst>
        </pc:spChg>
        <pc:spChg chg="mod ord">
          <ac:chgData name="Palit, Tapti" userId="dec6fbcd-7598-406a-8cbf-504d4a3bac15" providerId="ADAL" clId="{65104DF2-1B45-4C36-9E2A-F89658839DCF}" dt="2024-01-15T18:02:53.069" v="52" actId="700"/>
          <ac:spMkLst>
            <pc:docMk/>
            <pc:sldMk cId="199289276" sldId="411"/>
            <ac:spMk id="4" creationId="{686F770E-B4EE-4FC6-87B4-49CBB7C80806}"/>
          </ac:spMkLst>
        </pc:spChg>
        <pc:spChg chg="mod">
          <ac:chgData name="Palit, Tapti" userId="dec6fbcd-7598-406a-8cbf-504d4a3bac15" providerId="ADAL" clId="{65104DF2-1B45-4C36-9E2A-F89658839DCF}" dt="2024-01-15T20:13:01.338" v="895" actId="1036"/>
          <ac:spMkLst>
            <pc:docMk/>
            <pc:sldMk cId="199289276" sldId="411"/>
            <ac:spMk id="5" creationId="{C1C5B2B3-B174-4657-91D0-B6D61F2D94FA}"/>
          </ac:spMkLst>
        </pc:spChg>
        <pc:spChg chg="mod">
          <ac:chgData name="Palit, Tapti" userId="dec6fbcd-7598-406a-8cbf-504d4a3bac15" providerId="ADAL" clId="{65104DF2-1B45-4C36-9E2A-F89658839DCF}" dt="2024-01-15T18:28:26.073" v="236" actId="1076"/>
          <ac:spMkLst>
            <pc:docMk/>
            <pc:sldMk cId="199289276" sldId="411"/>
            <ac:spMk id="6" creationId="{B1BF40F1-21B5-47F3-A952-4B16410EB06B}"/>
          </ac:spMkLst>
        </pc:spChg>
        <pc:spChg chg="mod">
          <ac:chgData name="Palit, Tapti" userId="dec6fbcd-7598-406a-8cbf-504d4a3bac15" providerId="ADAL" clId="{65104DF2-1B45-4C36-9E2A-F89658839DCF}" dt="2024-01-15T20:13:01.338" v="895" actId="1036"/>
          <ac:spMkLst>
            <pc:docMk/>
            <pc:sldMk cId="199289276" sldId="411"/>
            <ac:spMk id="11" creationId="{ED271F58-9A60-4571-B63C-7ECCF2854788}"/>
          </ac:spMkLst>
        </pc:spChg>
        <pc:spChg chg="mod">
          <ac:chgData name="Palit, Tapti" userId="dec6fbcd-7598-406a-8cbf-504d4a3bac15" providerId="ADAL" clId="{65104DF2-1B45-4C36-9E2A-F89658839DCF}" dt="2024-01-15T20:13:01.338" v="895" actId="1036"/>
          <ac:spMkLst>
            <pc:docMk/>
            <pc:sldMk cId="199289276" sldId="411"/>
            <ac:spMk id="19" creationId="{7082BB6C-4F82-4F6C-A16F-20C00C338233}"/>
          </ac:spMkLst>
        </pc:spChg>
        <pc:spChg chg="mod">
          <ac:chgData name="Palit, Tapti" userId="dec6fbcd-7598-406a-8cbf-504d4a3bac15" providerId="ADAL" clId="{65104DF2-1B45-4C36-9E2A-F89658839DCF}" dt="2024-01-15T20:13:01.338" v="895" actId="1036"/>
          <ac:spMkLst>
            <pc:docMk/>
            <pc:sldMk cId="199289276" sldId="411"/>
            <ac:spMk id="20" creationId="{DA7994C9-D149-4703-A02F-1C79A16D5E81}"/>
          </ac:spMkLst>
        </pc:spChg>
        <pc:spChg chg="mod">
          <ac:chgData name="Palit, Tapti" userId="dec6fbcd-7598-406a-8cbf-504d4a3bac15" providerId="ADAL" clId="{65104DF2-1B45-4C36-9E2A-F89658839DCF}" dt="2024-01-15T20:13:01.338" v="895" actId="1036"/>
          <ac:spMkLst>
            <pc:docMk/>
            <pc:sldMk cId="199289276" sldId="411"/>
            <ac:spMk id="21" creationId="{AAFDF2AF-D25D-4ACA-9CE7-0AF321FB2299}"/>
          </ac:spMkLst>
        </pc:spChg>
        <pc:spChg chg="mod">
          <ac:chgData name="Palit, Tapti" userId="dec6fbcd-7598-406a-8cbf-504d4a3bac15" providerId="ADAL" clId="{65104DF2-1B45-4C36-9E2A-F89658839DCF}" dt="2024-01-15T20:13:01.338" v="895" actId="1036"/>
          <ac:spMkLst>
            <pc:docMk/>
            <pc:sldMk cId="199289276" sldId="411"/>
            <ac:spMk id="22" creationId="{E3C998F3-FB9D-49EB-8E55-EBF484279180}"/>
          </ac:spMkLst>
        </pc:spChg>
        <pc:spChg chg="mod">
          <ac:chgData name="Palit, Tapti" userId="dec6fbcd-7598-406a-8cbf-504d4a3bac15" providerId="ADAL" clId="{65104DF2-1B45-4C36-9E2A-F89658839DCF}" dt="2024-01-15T20:13:01.338" v="895" actId="1036"/>
          <ac:spMkLst>
            <pc:docMk/>
            <pc:sldMk cId="199289276" sldId="411"/>
            <ac:spMk id="23" creationId="{7F45E808-F19C-4CF3-962B-6A0AEDC5ADB9}"/>
          </ac:spMkLst>
        </pc:spChg>
        <pc:spChg chg="mod">
          <ac:chgData name="Palit, Tapti" userId="dec6fbcd-7598-406a-8cbf-504d4a3bac15" providerId="ADAL" clId="{65104DF2-1B45-4C36-9E2A-F89658839DCF}" dt="2024-01-15T20:21:48.359" v="1057" actId="2711"/>
          <ac:spMkLst>
            <pc:docMk/>
            <pc:sldMk cId="199289276" sldId="411"/>
            <ac:spMk id="24" creationId="{1DB927F3-F30D-4100-9FCE-78020111147D}"/>
          </ac:spMkLst>
        </pc:spChg>
        <pc:grpChg chg="mod">
          <ac:chgData name="Palit, Tapti" userId="dec6fbcd-7598-406a-8cbf-504d4a3bac15" providerId="ADAL" clId="{65104DF2-1B45-4C36-9E2A-F89658839DCF}" dt="2024-01-15T20:13:01.338" v="895" actId="1036"/>
          <ac:grpSpMkLst>
            <pc:docMk/>
            <pc:sldMk cId="199289276" sldId="411"/>
            <ac:grpSpMk id="18" creationId="{0AC83579-B84B-4321-9BDB-32D014E57AD0}"/>
          </ac:grpSpMkLst>
        </pc:grpChg>
        <pc:grpChg chg="mod">
          <ac:chgData name="Palit, Tapti" userId="dec6fbcd-7598-406a-8cbf-504d4a3bac15" providerId="ADAL" clId="{65104DF2-1B45-4C36-9E2A-F89658839DCF}" dt="2024-01-15T20:13:01.338" v="895" actId="1036"/>
          <ac:grpSpMkLst>
            <pc:docMk/>
            <pc:sldMk cId="199289276" sldId="411"/>
            <ac:grpSpMk id="25" creationId="{0D1F8B27-C72E-43B0-81A1-A0325B146D70}"/>
          </ac:grpSpMkLst>
        </pc:grpChg>
        <pc:picChg chg="mod">
          <ac:chgData name="Palit, Tapti" userId="dec6fbcd-7598-406a-8cbf-504d4a3bac15" providerId="ADAL" clId="{65104DF2-1B45-4C36-9E2A-F89658839DCF}" dt="2024-01-15T20:13:01.338" v="895" actId="1036"/>
          <ac:picMkLst>
            <pc:docMk/>
            <pc:sldMk cId="199289276" sldId="411"/>
            <ac:picMk id="11268" creationId="{59B06A5B-035A-4F03-AE28-39A35B968F41}"/>
          </ac:picMkLst>
        </pc:picChg>
      </pc:sldChg>
      <pc:sldChg chg="addSp delSp modSp mod addAnim delAnim modAnim addCm chgLayout modNotesTx">
        <pc:chgData name="Palit, Tapti" userId="dec6fbcd-7598-406a-8cbf-504d4a3bac15" providerId="ADAL" clId="{65104DF2-1B45-4C36-9E2A-F89658839DCF}" dt="2024-01-24T16:19:29.921" v="4388" actId="20577"/>
        <pc:sldMkLst>
          <pc:docMk/>
          <pc:sldMk cId="1023554556" sldId="414"/>
        </pc:sldMkLst>
        <pc:spChg chg="mod ord">
          <ac:chgData name="Palit, Tapti" userId="dec6fbcd-7598-406a-8cbf-504d4a3bac15" providerId="ADAL" clId="{65104DF2-1B45-4C36-9E2A-F89658839DCF}" dt="2024-01-15T18:02:53.069" v="52" actId="700"/>
          <ac:spMkLst>
            <pc:docMk/>
            <pc:sldMk cId="1023554556" sldId="414"/>
            <ac:spMk id="2" creationId="{D7EC638E-4A77-46B8-B32A-298B47F2DEB0}"/>
          </ac:spMkLst>
        </pc:spChg>
        <pc:spChg chg="mod ord">
          <ac:chgData name="Palit, Tapti" userId="dec6fbcd-7598-406a-8cbf-504d4a3bac15" providerId="ADAL" clId="{65104DF2-1B45-4C36-9E2A-F89658839DCF}" dt="2024-01-15T18:02:53.069" v="52" actId="700"/>
          <ac:spMkLst>
            <pc:docMk/>
            <pc:sldMk cId="1023554556" sldId="414"/>
            <ac:spMk id="3" creationId="{DBF81D88-EE7F-4956-ADB0-DA856615FD00}"/>
          </ac:spMkLst>
        </pc:spChg>
        <pc:spChg chg="mod ord">
          <ac:chgData name="Palit, Tapti" userId="dec6fbcd-7598-406a-8cbf-504d4a3bac15" providerId="ADAL" clId="{65104DF2-1B45-4C36-9E2A-F89658839DCF}" dt="2024-01-15T18:02:53.069" v="52" actId="700"/>
          <ac:spMkLst>
            <pc:docMk/>
            <pc:sldMk cId="1023554556" sldId="414"/>
            <ac:spMk id="4" creationId="{51C8A26E-666D-4C70-84CF-ED9A6EADF9F2}"/>
          </ac:spMkLst>
        </pc:spChg>
        <pc:spChg chg="mod">
          <ac:chgData name="Palit, Tapti" userId="dec6fbcd-7598-406a-8cbf-504d4a3bac15" providerId="ADAL" clId="{65104DF2-1B45-4C36-9E2A-F89658839DCF}" dt="2024-01-24T16:16:49.682" v="4100" actId="20577"/>
          <ac:spMkLst>
            <pc:docMk/>
            <pc:sldMk cId="1023554556" sldId="414"/>
            <ac:spMk id="5" creationId="{37885DE4-C986-4E68-AADE-D68B1B46AF70}"/>
          </ac:spMkLst>
        </pc:spChg>
        <pc:spChg chg="mod">
          <ac:chgData name="Palit, Tapti" userId="dec6fbcd-7598-406a-8cbf-504d4a3bac15" providerId="ADAL" clId="{65104DF2-1B45-4C36-9E2A-F89658839DCF}" dt="2024-01-15T20:13:15" v="896" actId="1076"/>
          <ac:spMkLst>
            <pc:docMk/>
            <pc:sldMk cId="1023554556" sldId="414"/>
            <ac:spMk id="11" creationId="{3A253797-5892-40A8-97F5-99B9E56E6B9E}"/>
          </ac:spMkLst>
        </pc:spChg>
        <pc:spChg chg="mod">
          <ac:chgData name="Palit, Tapti" userId="dec6fbcd-7598-406a-8cbf-504d4a3bac15" providerId="ADAL" clId="{65104DF2-1B45-4C36-9E2A-F89658839DCF}" dt="2024-01-15T20:13:15" v="896" actId="1076"/>
          <ac:spMkLst>
            <pc:docMk/>
            <pc:sldMk cId="1023554556" sldId="414"/>
            <ac:spMk id="12" creationId="{307779A8-2D71-450E-9C82-1F2B040B6F6D}"/>
          </ac:spMkLst>
        </pc:spChg>
        <pc:spChg chg="mod">
          <ac:chgData name="Palit, Tapti" userId="dec6fbcd-7598-406a-8cbf-504d4a3bac15" providerId="ADAL" clId="{65104DF2-1B45-4C36-9E2A-F89658839DCF}" dt="2024-01-24T16:14:35.632" v="3885" actId="1076"/>
          <ac:spMkLst>
            <pc:docMk/>
            <pc:sldMk cId="1023554556" sldId="414"/>
            <ac:spMk id="13" creationId="{EADEEE6A-E734-401A-A338-74D7DC987F21}"/>
          </ac:spMkLst>
        </pc:spChg>
        <pc:spChg chg="mod">
          <ac:chgData name="Palit, Tapti" userId="dec6fbcd-7598-406a-8cbf-504d4a3bac15" providerId="ADAL" clId="{65104DF2-1B45-4C36-9E2A-F89658839DCF}" dt="2024-01-24T16:14:41.613" v="3886" actId="1076"/>
          <ac:spMkLst>
            <pc:docMk/>
            <pc:sldMk cId="1023554556" sldId="414"/>
            <ac:spMk id="14" creationId="{9D073A4F-B688-44EA-A006-85A9DA47CDD2}"/>
          </ac:spMkLst>
        </pc:spChg>
        <pc:spChg chg="add del mod">
          <ac:chgData name="Palit, Tapti" userId="dec6fbcd-7598-406a-8cbf-504d4a3bac15" providerId="ADAL" clId="{65104DF2-1B45-4C36-9E2A-F89658839DCF}" dt="2024-01-24T16:13:28.786" v="3835" actId="20577"/>
          <ac:spMkLst>
            <pc:docMk/>
            <pc:sldMk cId="1023554556" sldId="414"/>
            <ac:spMk id="21" creationId="{66EDF730-FCDF-42ED-A8AB-636F1D465A67}"/>
          </ac:spMkLst>
        </pc:spChg>
        <pc:spChg chg="add del mod">
          <ac:chgData name="Palit, Tapti" userId="dec6fbcd-7598-406a-8cbf-504d4a3bac15" providerId="ADAL" clId="{65104DF2-1B45-4C36-9E2A-F89658839DCF}" dt="2024-01-24T16:13:55.056" v="3845" actId="20577"/>
          <ac:spMkLst>
            <pc:docMk/>
            <pc:sldMk cId="1023554556" sldId="414"/>
            <ac:spMk id="22" creationId="{0D881D12-3E67-4A31-9359-291B11F51E09}"/>
          </ac:spMkLst>
        </pc:spChg>
        <pc:spChg chg="add del mod">
          <ac:chgData name="Palit, Tapti" userId="dec6fbcd-7598-406a-8cbf-504d4a3bac15" providerId="ADAL" clId="{65104DF2-1B45-4C36-9E2A-F89658839DCF}" dt="2024-01-24T16:13:56.453" v="3846" actId="20577"/>
          <ac:spMkLst>
            <pc:docMk/>
            <pc:sldMk cId="1023554556" sldId="414"/>
            <ac:spMk id="23" creationId="{0383CD93-AF2E-48AF-A5E6-32C7C37E3F67}"/>
          </ac:spMkLst>
        </pc:spChg>
        <pc:spChg chg="mod">
          <ac:chgData name="Palit, Tapti" userId="dec6fbcd-7598-406a-8cbf-504d4a3bac15" providerId="ADAL" clId="{65104DF2-1B45-4C36-9E2A-F89658839DCF}" dt="2024-01-24T16:13:57.457" v="3847" actId="20577"/>
          <ac:spMkLst>
            <pc:docMk/>
            <pc:sldMk cId="1023554556" sldId="414"/>
            <ac:spMk id="24" creationId="{B644D6F6-FE2B-44BD-A4D3-865491AB3BCC}"/>
          </ac:spMkLst>
        </pc:spChg>
        <pc:grpChg chg="mod">
          <ac:chgData name="Palit, Tapti" userId="dec6fbcd-7598-406a-8cbf-504d4a3bac15" providerId="ADAL" clId="{65104DF2-1B45-4C36-9E2A-F89658839DCF}" dt="2024-01-15T20:13:15" v="896" actId="1076"/>
          <ac:grpSpMkLst>
            <pc:docMk/>
            <pc:sldMk cId="1023554556" sldId="414"/>
            <ac:grpSpMk id="6" creationId="{D3DE4E95-FCFE-423F-AF5B-57B24AD07CBF}"/>
          </ac:grpSpMkLst>
        </pc:grpChg>
        <pc:cxnChg chg="mod">
          <ac:chgData name="Palit, Tapti" userId="dec6fbcd-7598-406a-8cbf-504d4a3bac15" providerId="ADAL" clId="{65104DF2-1B45-4C36-9E2A-F89658839DCF}" dt="2024-01-15T20:13:15" v="896" actId="1076"/>
          <ac:cxnSpMkLst>
            <pc:docMk/>
            <pc:sldMk cId="1023554556" sldId="414"/>
            <ac:cxnSpMk id="28" creationId="{E6E223DF-D02B-4834-963B-5E938CD87B72}"/>
          </ac:cxnSpMkLst>
        </pc:cxnChg>
        <pc:cxnChg chg="mod">
          <ac:chgData name="Palit, Tapti" userId="dec6fbcd-7598-406a-8cbf-504d4a3bac15" providerId="ADAL" clId="{65104DF2-1B45-4C36-9E2A-F89658839DCF}" dt="2024-01-24T16:13:24.076" v="3833" actId="478"/>
          <ac:cxnSpMkLst>
            <pc:docMk/>
            <pc:sldMk cId="1023554556" sldId="414"/>
            <ac:cxnSpMk id="29" creationId="{33DEA4C3-FC88-E5B1-B4E2-8179CA36BD80}"/>
          </ac:cxnSpMkLst>
        </pc:cxnChg>
        <pc:cxnChg chg="mod">
          <ac:chgData name="Palit, Tapti" userId="dec6fbcd-7598-406a-8cbf-504d4a3bac15" providerId="ADAL" clId="{65104DF2-1B45-4C36-9E2A-F89658839DCF}" dt="2024-01-15T20:13:15" v="896" actId="1076"/>
          <ac:cxnSpMkLst>
            <pc:docMk/>
            <pc:sldMk cId="1023554556" sldId="414"/>
            <ac:cxnSpMk id="30" creationId="{4E018D42-B962-4D61-ADCA-86B11258DDC9}"/>
          </ac:cxnSpMkLst>
        </pc:cxnChg>
        <pc:cxnChg chg="mod">
          <ac:chgData name="Palit, Tapti" userId="dec6fbcd-7598-406a-8cbf-504d4a3bac15" providerId="ADAL" clId="{65104DF2-1B45-4C36-9E2A-F89658839DCF}" dt="2024-01-15T20:13:15" v="896" actId="1076"/>
          <ac:cxnSpMkLst>
            <pc:docMk/>
            <pc:sldMk cId="1023554556" sldId="414"/>
            <ac:cxnSpMk id="35" creationId="{D2D11B60-DB28-4FC9-974C-8E2CB8372BF2}"/>
          </ac:cxnSpMkLst>
        </pc:cxnChg>
        <pc:cxnChg chg="mod">
          <ac:chgData name="Palit, Tapti" userId="dec6fbcd-7598-406a-8cbf-504d4a3bac15" providerId="ADAL" clId="{65104DF2-1B45-4C36-9E2A-F89658839DCF}" dt="2024-01-15T20:13:15" v="896" actId="1076"/>
          <ac:cxnSpMkLst>
            <pc:docMk/>
            <pc:sldMk cId="1023554556" sldId="414"/>
            <ac:cxnSpMk id="40" creationId="{BF27E49E-A414-41FF-8AC0-1A7E174837E8}"/>
          </ac:cxnSpMkLst>
        </pc:cxnChg>
        <pc:cxnChg chg="mod">
          <ac:chgData name="Palit, Tapti" userId="dec6fbcd-7598-406a-8cbf-504d4a3bac15" providerId="ADAL" clId="{65104DF2-1B45-4C36-9E2A-F89658839DCF}" dt="2024-01-15T20:13:15" v="896" actId="1076"/>
          <ac:cxnSpMkLst>
            <pc:docMk/>
            <pc:sldMk cId="1023554556" sldId="414"/>
            <ac:cxnSpMk id="43" creationId="{A1F37D70-CFDE-44D8-B84F-201ED3B14B56}"/>
          </ac:cxnSpMkLst>
        </pc:cxnChg>
        <pc:cxnChg chg="mod">
          <ac:chgData name="Palit, Tapti" userId="dec6fbcd-7598-406a-8cbf-504d4a3bac15" providerId="ADAL" clId="{65104DF2-1B45-4C36-9E2A-F89658839DCF}" dt="2024-01-24T16:13:23.801" v="3832" actId="478"/>
          <ac:cxnSpMkLst>
            <pc:docMk/>
            <pc:sldMk cId="1023554556" sldId="414"/>
            <ac:cxnSpMk id="49" creationId="{3781A8FE-3786-4F7D-9240-6DFF24667ECD}"/>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9:17:49.500" v="541"/>
              <pc2:cmMkLst xmlns:pc2="http://schemas.microsoft.com/office/powerpoint/2019/9/main/command">
                <pc:docMk/>
                <pc:sldMk cId="1023554556" sldId="414"/>
                <pc2:cmMk id="{4B415417-601E-461B-B136-DE8FA05D3412}"/>
              </pc2:cmMkLst>
            </pc226:cmChg>
          </p:ext>
        </pc:extLst>
      </pc:sldChg>
      <pc:sldChg chg="modSp mod">
        <pc:chgData name="Palit, Tapti" userId="dec6fbcd-7598-406a-8cbf-504d4a3bac15" providerId="ADAL" clId="{65104DF2-1B45-4C36-9E2A-F89658839DCF}" dt="2024-01-15T17:57:41.817" v="26"/>
        <pc:sldMkLst>
          <pc:docMk/>
          <pc:sldMk cId="1528885679" sldId="415"/>
        </pc:sldMkLst>
        <pc:spChg chg="mod">
          <ac:chgData name="Palit, Tapti" userId="dec6fbcd-7598-406a-8cbf-504d4a3bac15" providerId="ADAL" clId="{65104DF2-1B45-4C36-9E2A-F89658839DCF}" dt="2024-01-15T17:57:41.817" v="26"/>
          <ac:spMkLst>
            <pc:docMk/>
            <pc:sldMk cId="1528885679" sldId="415"/>
            <ac:spMk id="2" creationId="{D7EC638E-4A77-46B8-B32A-298B47F2DEB0}"/>
          </ac:spMkLst>
        </pc:spChg>
        <pc:spChg chg="mod">
          <ac:chgData name="Palit, Tapti" userId="dec6fbcd-7598-406a-8cbf-504d4a3bac15" providerId="ADAL" clId="{65104DF2-1B45-4C36-9E2A-F89658839DCF}" dt="2024-01-15T17:57:41.817" v="26"/>
          <ac:spMkLst>
            <pc:docMk/>
            <pc:sldMk cId="1528885679" sldId="415"/>
            <ac:spMk id="3" creationId="{DBF81D88-EE7F-4956-ADB0-DA856615FD00}"/>
          </ac:spMkLst>
        </pc:spChg>
        <pc:spChg chg="mod">
          <ac:chgData name="Palit, Tapti" userId="dec6fbcd-7598-406a-8cbf-504d4a3bac15" providerId="ADAL" clId="{65104DF2-1B45-4C36-9E2A-F89658839DCF}" dt="2024-01-15T17:57:41.817" v="26"/>
          <ac:spMkLst>
            <pc:docMk/>
            <pc:sldMk cId="1528885679" sldId="415"/>
            <ac:spMk id="4" creationId="{51C8A26E-666D-4C70-84CF-ED9A6EADF9F2}"/>
          </ac:spMkLst>
        </pc:spChg>
      </pc:sldChg>
      <pc:sldChg chg="modSp mod chgLayout modNotesTx">
        <pc:chgData name="Palit, Tapti" userId="dec6fbcd-7598-406a-8cbf-504d4a3bac15" providerId="ADAL" clId="{65104DF2-1B45-4C36-9E2A-F89658839DCF}" dt="2024-01-24T16:27:24.474" v="5157" actId="20577"/>
        <pc:sldMkLst>
          <pc:docMk/>
          <pc:sldMk cId="661449558" sldId="416"/>
        </pc:sldMkLst>
        <pc:spChg chg="mod ord">
          <ac:chgData name="Palit, Tapti" userId="dec6fbcd-7598-406a-8cbf-504d4a3bac15" providerId="ADAL" clId="{65104DF2-1B45-4C36-9E2A-F89658839DCF}" dt="2024-01-15T18:02:53.069" v="52" actId="700"/>
          <ac:spMkLst>
            <pc:docMk/>
            <pc:sldMk cId="661449558" sldId="416"/>
            <ac:spMk id="2" creationId="{D7EC638E-4A77-46B8-B32A-298B47F2DEB0}"/>
          </ac:spMkLst>
        </pc:spChg>
        <pc:spChg chg="mod ord">
          <ac:chgData name="Palit, Tapti" userId="dec6fbcd-7598-406a-8cbf-504d4a3bac15" providerId="ADAL" clId="{65104DF2-1B45-4C36-9E2A-F89658839DCF}" dt="2024-01-15T18:02:53.069" v="52" actId="700"/>
          <ac:spMkLst>
            <pc:docMk/>
            <pc:sldMk cId="661449558" sldId="416"/>
            <ac:spMk id="3" creationId="{DBF81D88-EE7F-4956-ADB0-DA856615FD00}"/>
          </ac:spMkLst>
        </pc:spChg>
        <pc:spChg chg="mod ord">
          <ac:chgData name="Palit, Tapti" userId="dec6fbcd-7598-406a-8cbf-504d4a3bac15" providerId="ADAL" clId="{65104DF2-1B45-4C36-9E2A-F89658839DCF}" dt="2024-01-15T18:02:53.069" v="52" actId="700"/>
          <ac:spMkLst>
            <pc:docMk/>
            <pc:sldMk cId="661449558" sldId="416"/>
            <ac:spMk id="4" creationId="{51C8A26E-666D-4C70-84CF-ED9A6EADF9F2}"/>
          </ac:spMkLst>
        </pc:spChg>
      </pc:sldChg>
      <pc:sldChg chg="delSp modSp mod delAnim">
        <pc:chgData name="Palit, Tapti" userId="dec6fbcd-7598-406a-8cbf-504d4a3bac15" providerId="ADAL" clId="{65104DF2-1B45-4C36-9E2A-F89658839DCF}" dt="2024-01-25T17:44:21.798" v="21801" actId="478"/>
        <pc:sldMkLst>
          <pc:docMk/>
          <pc:sldMk cId="2399780863" sldId="416"/>
        </pc:sldMkLst>
        <pc:spChg chg="mod">
          <ac:chgData name="Palit, Tapti" userId="dec6fbcd-7598-406a-8cbf-504d4a3bac15" providerId="ADAL" clId="{65104DF2-1B45-4C36-9E2A-F89658839DCF}" dt="2024-01-25T17:42:17.320" v="21790" actId="20577"/>
          <ac:spMkLst>
            <pc:docMk/>
            <pc:sldMk cId="2399780863" sldId="416"/>
            <ac:spMk id="2" creationId="{D7EC638E-4A77-46B8-B32A-298B47F2DEB0}"/>
          </ac:spMkLst>
        </pc:spChg>
        <pc:graphicFrameChg chg="del mod modGraphic">
          <ac:chgData name="Palit, Tapti" userId="dec6fbcd-7598-406a-8cbf-504d4a3bac15" providerId="ADAL" clId="{65104DF2-1B45-4C36-9E2A-F89658839DCF}" dt="2024-01-25T17:44:21.798" v="21801" actId="478"/>
          <ac:graphicFrameMkLst>
            <pc:docMk/>
            <pc:sldMk cId="2399780863" sldId="416"/>
            <ac:graphicFrameMk id="32" creationId="{662E3E91-EC1F-FAC9-6710-BA112B8C33B9}"/>
          </ac:graphicFrameMkLst>
        </pc:graphicFrameChg>
      </pc:sldChg>
      <pc:sldChg chg="addSp delSp modSp mod chgLayout">
        <pc:chgData name="Palit, Tapti" userId="dec6fbcd-7598-406a-8cbf-504d4a3bac15" providerId="ADAL" clId="{65104DF2-1B45-4C36-9E2A-F89658839DCF}" dt="2024-02-06T19:43:44.917" v="26687" actId="20577"/>
        <pc:sldMkLst>
          <pc:docMk/>
          <pc:sldMk cId="1393023288" sldId="419"/>
        </pc:sldMkLst>
        <pc:spChg chg="del mod">
          <ac:chgData name="Palit, Tapti" userId="dec6fbcd-7598-406a-8cbf-504d4a3bac15" providerId="ADAL" clId="{65104DF2-1B45-4C36-9E2A-F89658839DCF}" dt="2024-01-15T18:02:53.069" v="52" actId="700"/>
          <ac:spMkLst>
            <pc:docMk/>
            <pc:sldMk cId="1393023288" sldId="419"/>
            <ac:spMk id="2" creationId="{E31E00BF-C3D2-4CCB-A104-B8B6E70C7969}"/>
          </ac:spMkLst>
        </pc:spChg>
        <pc:spChg chg="mod">
          <ac:chgData name="Palit, Tapti" userId="dec6fbcd-7598-406a-8cbf-504d4a3bac15" providerId="ADAL" clId="{65104DF2-1B45-4C36-9E2A-F89658839DCF}" dt="2024-02-06T19:43:44.917" v="26687" actId="20577"/>
          <ac:spMkLst>
            <pc:docMk/>
            <pc:sldMk cId="1393023288" sldId="419"/>
            <ac:spMk id="2" creationId="{F7914E2D-B9F4-CBB6-71B1-BAAC6E4E1992}"/>
          </ac:spMkLst>
        </pc:spChg>
        <pc:spChg chg="mod ord">
          <ac:chgData name="Palit, Tapti" userId="dec6fbcd-7598-406a-8cbf-504d4a3bac15" providerId="ADAL" clId="{65104DF2-1B45-4C36-9E2A-F89658839DCF}" dt="2024-01-15T18:32:13.291" v="299" actId="255"/>
          <ac:spMkLst>
            <pc:docMk/>
            <pc:sldMk cId="1393023288" sldId="419"/>
            <ac:spMk id="3" creationId="{486067F6-CB16-49D0-86A6-11E507E8A7C7}"/>
          </ac:spMkLst>
        </pc:spChg>
        <pc:spChg chg="mod ord">
          <ac:chgData name="Palit, Tapti" userId="dec6fbcd-7598-406a-8cbf-504d4a3bac15" providerId="ADAL" clId="{65104DF2-1B45-4C36-9E2A-F89658839DCF}" dt="2024-01-15T18:02:53.069" v="52" actId="700"/>
          <ac:spMkLst>
            <pc:docMk/>
            <pc:sldMk cId="1393023288" sldId="419"/>
            <ac:spMk id="4" creationId="{1A7AC2C0-80DA-47AD-87A5-54ADD943E728}"/>
          </ac:spMkLst>
        </pc:spChg>
        <pc:spChg chg="add del mod ord">
          <ac:chgData name="Palit, Tapti" userId="dec6fbcd-7598-406a-8cbf-504d4a3bac15" providerId="ADAL" clId="{65104DF2-1B45-4C36-9E2A-F89658839DCF}" dt="2024-01-15T18:32:06.487" v="298" actId="478"/>
          <ac:spMkLst>
            <pc:docMk/>
            <pc:sldMk cId="1393023288" sldId="419"/>
            <ac:spMk id="5" creationId="{B848C65E-644B-D7E8-5020-CA67D45FAEAB}"/>
          </ac:spMkLst>
        </pc:spChg>
      </pc:sldChg>
      <pc:sldChg chg="addSp delSp modSp mod modClrScheme delAnim chgLayout">
        <pc:chgData name="Palit, Tapti" userId="dec6fbcd-7598-406a-8cbf-504d4a3bac15" providerId="ADAL" clId="{65104DF2-1B45-4C36-9E2A-F89658839DCF}" dt="2024-01-15T21:45:56.931" v="1166" actId="478"/>
        <pc:sldMkLst>
          <pc:docMk/>
          <pc:sldMk cId="2278079750" sldId="421"/>
        </pc:sldMkLst>
        <pc:spChg chg="mod ord">
          <ac:chgData name="Palit, Tapti" userId="dec6fbcd-7598-406a-8cbf-504d4a3bac15" providerId="ADAL" clId="{65104DF2-1B45-4C36-9E2A-F89658839DCF}" dt="2024-01-15T19:16:59.866" v="535" actId="700"/>
          <ac:spMkLst>
            <pc:docMk/>
            <pc:sldMk cId="2278079750" sldId="421"/>
            <ac:spMk id="2" creationId="{8BE65D22-BD8E-49FF-936F-0E60B37C4A1C}"/>
          </ac:spMkLst>
        </pc:spChg>
        <pc:spChg chg="mod ord">
          <ac:chgData name="Palit, Tapti" userId="dec6fbcd-7598-406a-8cbf-504d4a3bac15" providerId="ADAL" clId="{65104DF2-1B45-4C36-9E2A-F89658839DCF}" dt="2024-01-15T19:16:59.866" v="535" actId="700"/>
          <ac:spMkLst>
            <pc:docMk/>
            <pc:sldMk cId="2278079750" sldId="421"/>
            <ac:spMk id="4" creationId="{E0D8E777-DFC7-4491-B604-F34BF8A3EF01}"/>
          </ac:spMkLst>
        </pc:spChg>
        <pc:spChg chg="add del mod ord">
          <ac:chgData name="Palit, Tapti" userId="dec6fbcd-7598-406a-8cbf-504d4a3bac15" providerId="ADAL" clId="{65104DF2-1B45-4C36-9E2A-F89658839DCF}" dt="2024-01-15T19:16:59.866" v="535" actId="700"/>
          <ac:spMkLst>
            <pc:docMk/>
            <pc:sldMk cId="2278079750" sldId="421"/>
            <ac:spMk id="5" creationId="{5D958AA0-4C5C-F691-E7F0-CB2A2DC330E3}"/>
          </ac:spMkLst>
        </pc:spChg>
        <pc:spChg chg="add del mod ord">
          <ac:chgData name="Palit, Tapti" userId="dec6fbcd-7598-406a-8cbf-504d4a3bac15" providerId="ADAL" clId="{65104DF2-1B45-4C36-9E2A-F89658839DCF}" dt="2024-01-15T21:45:56.931" v="1166" actId="478"/>
          <ac:spMkLst>
            <pc:docMk/>
            <pc:sldMk cId="2278079750" sldId="421"/>
            <ac:spMk id="6" creationId="{2F8F612D-81D5-3052-E151-A3822964EF69}"/>
          </ac:spMkLst>
        </pc:spChg>
        <pc:spChg chg="add mod ord">
          <ac:chgData name="Palit, Tapti" userId="dec6fbcd-7598-406a-8cbf-504d4a3bac15" providerId="ADAL" clId="{65104DF2-1B45-4C36-9E2A-F89658839DCF}" dt="2024-01-15T19:17:05.265" v="538" actId="20577"/>
          <ac:spMkLst>
            <pc:docMk/>
            <pc:sldMk cId="2278079750" sldId="421"/>
            <ac:spMk id="12" creationId="{93F0A6AC-6728-5D7A-B913-EC7E3BE090BE}"/>
          </ac:spMkLst>
        </pc:spChg>
        <pc:spChg chg="del mod">
          <ac:chgData name="Palit, Tapti" userId="dec6fbcd-7598-406a-8cbf-504d4a3bac15" providerId="ADAL" clId="{65104DF2-1B45-4C36-9E2A-F89658839DCF}" dt="2024-01-15T19:17:07.221" v="539" actId="478"/>
          <ac:spMkLst>
            <pc:docMk/>
            <pc:sldMk cId="2278079750" sldId="421"/>
            <ac:spMk id="86" creationId="{15196F9A-6CF6-4717-943A-4BC0899C52C6}"/>
          </ac:spMkLst>
        </pc:spChg>
      </pc:sldChg>
      <pc:sldChg chg="modSp">
        <pc:chgData name="Palit, Tapti" userId="dec6fbcd-7598-406a-8cbf-504d4a3bac15" providerId="ADAL" clId="{65104DF2-1B45-4C36-9E2A-F89658839DCF}" dt="2024-01-15T17:57:41.817" v="26"/>
        <pc:sldMkLst>
          <pc:docMk/>
          <pc:sldMk cId="747957901" sldId="422"/>
        </pc:sldMkLst>
        <pc:spChg chg="mod">
          <ac:chgData name="Palit, Tapti" userId="dec6fbcd-7598-406a-8cbf-504d4a3bac15" providerId="ADAL" clId="{65104DF2-1B45-4C36-9E2A-F89658839DCF}" dt="2024-01-15T17:57:41.817" v="26"/>
          <ac:spMkLst>
            <pc:docMk/>
            <pc:sldMk cId="747957901" sldId="422"/>
            <ac:spMk id="4" creationId="{E2684A87-57C5-49B9-B587-83D47997FCE4}"/>
          </ac:spMkLst>
        </pc:spChg>
        <pc:spChg chg="mod">
          <ac:chgData name="Palit, Tapti" userId="dec6fbcd-7598-406a-8cbf-504d4a3bac15" providerId="ADAL" clId="{65104DF2-1B45-4C36-9E2A-F89658839DCF}" dt="2024-01-15T17:57:41.817" v="26"/>
          <ac:spMkLst>
            <pc:docMk/>
            <pc:sldMk cId="747957901" sldId="422"/>
            <ac:spMk id="12" creationId="{993F8E0C-7333-41D8-82CC-09205A3E5DDF}"/>
          </ac:spMkLst>
        </pc:spChg>
      </pc:sldChg>
      <pc:sldChg chg="modSp">
        <pc:chgData name="Palit, Tapti" userId="dec6fbcd-7598-406a-8cbf-504d4a3bac15" providerId="ADAL" clId="{65104DF2-1B45-4C36-9E2A-F89658839DCF}" dt="2024-01-15T17:57:41.817" v="26"/>
        <pc:sldMkLst>
          <pc:docMk/>
          <pc:sldMk cId="3605086080" sldId="423"/>
        </pc:sldMkLst>
        <pc:spChg chg="mod">
          <ac:chgData name="Palit, Tapti" userId="dec6fbcd-7598-406a-8cbf-504d4a3bac15" providerId="ADAL" clId="{65104DF2-1B45-4C36-9E2A-F89658839DCF}" dt="2024-01-15T17:57:41.817" v="26"/>
          <ac:spMkLst>
            <pc:docMk/>
            <pc:sldMk cId="3605086080" sldId="423"/>
            <ac:spMk id="2" creationId="{B5365C4F-3CF1-43F6-9530-F243B925DF98}"/>
          </ac:spMkLst>
        </pc:spChg>
        <pc:spChg chg="mod">
          <ac:chgData name="Palit, Tapti" userId="dec6fbcd-7598-406a-8cbf-504d4a3bac15" providerId="ADAL" clId="{65104DF2-1B45-4C36-9E2A-F89658839DCF}" dt="2024-01-15T17:57:41.817" v="26"/>
          <ac:spMkLst>
            <pc:docMk/>
            <pc:sldMk cId="3605086080" sldId="423"/>
            <ac:spMk id="3" creationId="{5100A295-7AFE-4FE8-94A3-8D276BFFCAB9}"/>
          </ac:spMkLst>
        </pc:spChg>
        <pc:spChg chg="mod">
          <ac:chgData name="Palit, Tapti" userId="dec6fbcd-7598-406a-8cbf-504d4a3bac15" providerId="ADAL" clId="{65104DF2-1B45-4C36-9E2A-F89658839DCF}" dt="2024-01-15T17:57:41.817" v="26"/>
          <ac:spMkLst>
            <pc:docMk/>
            <pc:sldMk cId="3605086080" sldId="423"/>
            <ac:spMk id="4" creationId="{E2684A87-57C5-49B9-B587-83D47997FCE4}"/>
          </ac:spMkLst>
        </pc:spChg>
      </pc:sldChg>
      <pc:sldChg chg="addSp delSp modSp mod modClrScheme delAnim chgLayout">
        <pc:chgData name="Palit, Tapti" userId="dec6fbcd-7598-406a-8cbf-504d4a3bac15" providerId="ADAL" clId="{65104DF2-1B45-4C36-9E2A-F89658839DCF}" dt="2024-01-15T19:18:37.884" v="550" actId="20577"/>
        <pc:sldMkLst>
          <pc:docMk/>
          <pc:sldMk cId="3864528504" sldId="424"/>
        </pc:sldMkLst>
        <pc:spChg chg="mod ord">
          <ac:chgData name="Palit, Tapti" userId="dec6fbcd-7598-406a-8cbf-504d4a3bac15" providerId="ADAL" clId="{65104DF2-1B45-4C36-9E2A-F89658839DCF}" dt="2024-01-15T19:18:28.875" v="546" actId="700"/>
          <ac:spMkLst>
            <pc:docMk/>
            <pc:sldMk cId="3864528504" sldId="424"/>
            <ac:spMk id="2" creationId="{D9A69A7A-F324-44E2-A7BA-87B689E34CB2}"/>
          </ac:spMkLst>
        </pc:spChg>
        <pc:spChg chg="mod ord">
          <ac:chgData name="Palit, Tapti" userId="dec6fbcd-7598-406a-8cbf-504d4a3bac15" providerId="ADAL" clId="{65104DF2-1B45-4C36-9E2A-F89658839DCF}" dt="2024-01-15T19:18:28.875" v="546" actId="700"/>
          <ac:spMkLst>
            <pc:docMk/>
            <pc:sldMk cId="3864528504" sldId="424"/>
            <ac:spMk id="3" creationId="{CCF652AC-329E-4466-8DFB-7B5943F5D73C}"/>
          </ac:spMkLst>
        </pc:spChg>
        <pc:spChg chg="mod ord">
          <ac:chgData name="Palit, Tapti" userId="dec6fbcd-7598-406a-8cbf-504d4a3bac15" providerId="ADAL" clId="{65104DF2-1B45-4C36-9E2A-F89658839DCF}" dt="2024-01-15T19:18:28.875" v="546" actId="700"/>
          <ac:spMkLst>
            <pc:docMk/>
            <pc:sldMk cId="3864528504" sldId="424"/>
            <ac:spMk id="4" creationId="{9ED004C1-E6E4-4280-8C88-31CB6685D77F}"/>
          </ac:spMkLst>
        </pc:spChg>
        <pc:spChg chg="add mod ord">
          <ac:chgData name="Palit, Tapti" userId="dec6fbcd-7598-406a-8cbf-504d4a3bac15" providerId="ADAL" clId="{65104DF2-1B45-4C36-9E2A-F89658839DCF}" dt="2024-01-15T19:18:37.884" v="550" actId="20577"/>
          <ac:spMkLst>
            <pc:docMk/>
            <pc:sldMk cId="3864528504" sldId="424"/>
            <ac:spMk id="5" creationId="{4C723FA2-36EC-13D8-5C16-F54EF86DAAA3}"/>
          </ac:spMkLst>
        </pc:spChg>
        <pc:spChg chg="mod">
          <ac:chgData name="Palit, Tapti" userId="dec6fbcd-7598-406a-8cbf-504d4a3bac15" providerId="ADAL" clId="{65104DF2-1B45-4C36-9E2A-F89658839DCF}" dt="2024-01-15T18:30:45.670" v="271" actId="255"/>
          <ac:spMkLst>
            <pc:docMk/>
            <pc:sldMk cId="3864528504" sldId="424"/>
            <ac:spMk id="7" creationId="{43044E65-69F9-46E9-9B89-354EA801A3A8}"/>
          </ac:spMkLst>
        </pc:spChg>
        <pc:spChg chg="mod">
          <ac:chgData name="Palit, Tapti" userId="dec6fbcd-7598-406a-8cbf-504d4a3bac15" providerId="ADAL" clId="{65104DF2-1B45-4C36-9E2A-F89658839DCF}" dt="2024-01-15T18:30:49.256" v="272" actId="255"/>
          <ac:spMkLst>
            <pc:docMk/>
            <pc:sldMk cId="3864528504" sldId="424"/>
            <ac:spMk id="9" creationId="{C836A5CB-75C1-4436-AD02-32E29AD5FE4E}"/>
          </ac:spMkLst>
        </pc:spChg>
        <pc:spChg chg="mod">
          <ac:chgData name="Palit, Tapti" userId="dec6fbcd-7598-406a-8cbf-504d4a3bac15" providerId="ADAL" clId="{65104DF2-1B45-4C36-9E2A-F89658839DCF}" dt="2024-01-15T18:30:56.333" v="274" actId="14100"/>
          <ac:spMkLst>
            <pc:docMk/>
            <pc:sldMk cId="3864528504" sldId="424"/>
            <ac:spMk id="10" creationId="{58A38D7B-941B-43E6-AA17-EB48EFC7A14C}"/>
          </ac:spMkLst>
        </pc:spChg>
        <pc:spChg chg="del mod">
          <ac:chgData name="Palit, Tapti" userId="dec6fbcd-7598-406a-8cbf-504d4a3bac15" providerId="ADAL" clId="{65104DF2-1B45-4C36-9E2A-F89658839DCF}" dt="2024-01-15T19:18:33.695" v="548" actId="478"/>
          <ac:spMkLst>
            <pc:docMk/>
            <pc:sldMk cId="3864528504" sldId="424"/>
            <ac:spMk id="12" creationId="{37514BC4-67AA-4FDB-BD60-0B94778C5F53}"/>
          </ac:spMkLst>
        </pc:spChg>
      </pc:sldChg>
      <pc:sldChg chg="addSp modSp del mod chgLayout modNotesTx">
        <pc:chgData name="Palit, Tapti" userId="dec6fbcd-7598-406a-8cbf-504d4a3bac15" providerId="ADAL" clId="{65104DF2-1B45-4C36-9E2A-F89658839DCF}" dt="2024-01-25T17:51:54.626" v="21997" actId="2696"/>
        <pc:sldMkLst>
          <pc:docMk/>
          <pc:sldMk cId="1389410658" sldId="426"/>
        </pc:sldMkLst>
        <pc:spChg chg="add mod ord">
          <ac:chgData name="Palit, Tapti" userId="dec6fbcd-7598-406a-8cbf-504d4a3bac15" providerId="ADAL" clId="{65104DF2-1B45-4C36-9E2A-F89658839DCF}" dt="2024-01-15T18:02:53.069" v="52" actId="700"/>
          <ac:spMkLst>
            <pc:docMk/>
            <pc:sldMk cId="1389410658" sldId="426"/>
            <ac:spMk id="2" creationId="{8610DD81-EC90-1499-B210-A2462529730E}"/>
          </ac:spMkLst>
        </pc:spChg>
        <pc:spChg chg="mod ord">
          <ac:chgData name="Palit, Tapti" userId="dec6fbcd-7598-406a-8cbf-504d4a3bac15" providerId="ADAL" clId="{65104DF2-1B45-4C36-9E2A-F89658839DCF}" dt="2024-01-15T18:02:53.069" v="52" actId="700"/>
          <ac:spMkLst>
            <pc:docMk/>
            <pc:sldMk cId="1389410658" sldId="426"/>
            <ac:spMk id="3" creationId="{486067F6-CB16-49D0-86A6-11E507E8A7C7}"/>
          </ac:spMkLst>
        </pc:spChg>
        <pc:spChg chg="mod ord">
          <ac:chgData name="Palit, Tapti" userId="dec6fbcd-7598-406a-8cbf-504d4a3bac15" providerId="ADAL" clId="{65104DF2-1B45-4C36-9E2A-F89658839DCF}" dt="2024-01-15T18:02:53.069" v="52" actId="700"/>
          <ac:spMkLst>
            <pc:docMk/>
            <pc:sldMk cId="1389410658" sldId="426"/>
            <ac:spMk id="4" creationId="{1A7AC2C0-80DA-47AD-87A5-54ADD943E728}"/>
          </ac:spMkLst>
        </pc:spChg>
      </pc:sldChg>
      <pc:sldChg chg="add mod modShow">
        <pc:chgData name="Palit, Tapti" userId="dec6fbcd-7598-406a-8cbf-504d4a3bac15" providerId="ADAL" clId="{65104DF2-1B45-4C36-9E2A-F89658839DCF}" dt="2024-01-25T17:52:01.059" v="21999" actId="729"/>
        <pc:sldMkLst>
          <pc:docMk/>
          <pc:sldMk cId="1612530128" sldId="426"/>
        </pc:sldMkLst>
      </pc:sldChg>
      <pc:sldChg chg="modSp mod">
        <pc:chgData name="Palit, Tapti" userId="dec6fbcd-7598-406a-8cbf-504d4a3bac15" providerId="ADAL" clId="{65104DF2-1B45-4C36-9E2A-F89658839DCF}" dt="2024-01-15T17:57:41.817" v="26"/>
        <pc:sldMkLst>
          <pc:docMk/>
          <pc:sldMk cId="3805463408" sldId="427"/>
        </pc:sldMkLst>
        <pc:spChg chg="mod">
          <ac:chgData name="Palit, Tapti" userId="dec6fbcd-7598-406a-8cbf-504d4a3bac15" providerId="ADAL" clId="{65104DF2-1B45-4C36-9E2A-F89658839DCF}" dt="2024-01-15T17:57:41.817" v="26"/>
          <ac:spMkLst>
            <pc:docMk/>
            <pc:sldMk cId="3805463408" sldId="427"/>
            <ac:spMk id="2" creationId="{803650A6-D090-4F49-89FC-6E7ECF8BED37}"/>
          </ac:spMkLst>
        </pc:spChg>
        <pc:spChg chg="mod">
          <ac:chgData name="Palit, Tapti" userId="dec6fbcd-7598-406a-8cbf-504d4a3bac15" providerId="ADAL" clId="{65104DF2-1B45-4C36-9E2A-F89658839DCF}" dt="2024-01-15T17:57:41.817" v="26"/>
          <ac:spMkLst>
            <pc:docMk/>
            <pc:sldMk cId="3805463408" sldId="427"/>
            <ac:spMk id="3" creationId="{9DF37E32-E849-43FD-AE75-95E334786AB7}"/>
          </ac:spMkLst>
        </pc:spChg>
        <pc:spChg chg="mod">
          <ac:chgData name="Palit, Tapti" userId="dec6fbcd-7598-406a-8cbf-504d4a3bac15" providerId="ADAL" clId="{65104DF2-1B45-4C36-9E2A-F89658839DCF}" dt="2024-01-15T17:57:41.817" v="26"/>
          <ac:spMkLst>
            <pc:docMk/>
            <pc:sldMk cId="3805463408" sldId="427"/>
            <ac:spMk id="4" creationId="{3CFC0458-353F-49C6-A1F4-5BF22C6A25F4}"/>
          </ac:spMkLst>
        </pc:spChg>
        <pc:spChg chg="mod">
          <ac:chgData name="Palit, Tapti" userId="dec6fbcd-7598-406a-8cbf-504d4a3bac15" providerId="ADAL" clId="{65104DF2-1B45-4C36-9E2A-F89658839DCF}" dt="2024-01-15T17:57:41.817" v="26"/>
          <ac:spMkLst>
            <pc:docMk/>
            <pc:sldMk cId="3805463408" sldId="427"/>
            <ac:spMk id="58" creationId="{D66BCB38-2C9F-434F-A99C-DED3B22A3274}"/>
          </ac:spMkLst>
        </pc:spChg>
      </pc:sldChg>
      <pc:sldChg chg="addSp delSp modSp mod modClrScheme delAnim addCm chgLayout modNotesTx">
        <pc:chgData name="Palit, Tapti" userId="dec6fbcd-7598-406a-8cbf-504d4a3bac15" providerId="ADAL" clId="{65104DF2-1B45-4C36-9E2A-F89658839DCF}" dt="2024-01-24T16:43:27.057" v="6176" actId="20577"/>
        <pc:sldMkLst>
          <pc:docMk/>
          <pc:sldMk cId="461684639" sldId="428"/>
        </pc:sldMkLst>
        <pc:spChg chg="mod ord">
          <ac:chgData name="Palit, Tapti" userId="dec6fbcd-7598-406a-8cbf-504d4a3bac15" providerId="ADAL" clId="{65104DF2-1B45-4C36-9E2A-F89658839DCF}" dt="2024-01-15T19:20:51.225" v="568" actId="700"/>
          <ac:spMkLst>
            <pc:docMk/>
            <pc:sldMk cId="461684639" sldId="428"/>
            <ac:spMk id="2" creationId="{35D4D8B0-93DF-4D8C-ABDE-CCFF6662085D}"/>
          </ac:spMkLst>
        </pc:spChg>
        <pc:spChg chg="mod ord">
          <ac:chgData name="Palit, Tapti" userId="dec6fbcd-7598-406a-8cbf-504d4a3bac15" providerId="ADAL" clId="{65104DF2-1B45-4C36-9E2A-F89658839DCF}" dt="2024-01-15T19:20:51.225" v="568" actId="700"/>
          <ac:spMkLst>
            <pc:docMk/>
            <pc:sldMk cId="461684639" sldId="428"/>
            <ac:spMk id="4" creationId="{BB8AEFB8-E5D6-4CD1-998D-AED0ED8BD42D}"/>
          </ac:spMkLst>
        </pc:spChg>
        <pc:spChg chg="add del mod ord">
          <ac:chgData name="Palit, Tapti" userId="dec6fbcd-7598-406a-8cbf-504d4a3bac15" providerId="ADAL" clId="{65104DF2-1B45-4C36-9E2A-F89658839DCF}" dt="2024-01-15T19:20:51.225" v="568" actId="700"/>
          <ac:spMkLst>
            <pc:docMk/>
            <pc:sldMk cId="461684639" sldId="428"/>
            <ac:spMk id="5" creationId="{2A227603-DF66-ABDA-5E4A-551DE9A3C6F2}"/>
          </ac:spMkLst>
        </pc:spChg>
        <pc:spChg chg="add mod ord">
          <ac:chgData name="Palit, Tapti" userId="dec6fbcd-7598-406a-8cbf-504d4a3bac15" providerId="ADAL" clId="{65104DF2-1B45-4C36-9E2A-F89658839DCF}" dt="2024-01-15T19:20:51.225" v="568" actId="700"/>
          <ac:spMkLst>
            <pc:docMk/>
            <pc:sldMk cId="461684639" sldId="428"/>
            <ac:spMk id="6" creationId="{930BE5FD-8BC3-A9D3-64E0-E8D5246648C3}"/>
          </ac:spMkLst>
        </pc:spChg>
        <pc:spChg chg="add mod ord">
          <ac:chgData name="Palit, Tapti" userId="dec6fbcd-7598-406a-8cbf-504d4a3bac15" providerId="ADAL" clId="{65104DF2-1B45-4C36-9E2A-F89658839DCF}" dt="2024-01-15T19:20:59.906" v="571" actId="20577"/>
          <ac:spMkLst>
            <pc:docMk/>
            <pc:sldMk cId="461684639" sldId="428"/>
            <ac:spMk id="8" creationId="{FB6555A2-BC50-BA08-C559-036E95BB56FE}"/>
          </ac:spMkLst>
        </pc:spChg>
        <pc:spChg chg="del mod">
          <ac:chgData name="Palit, Tapti" userId="dec6fbcd-7598-406a-8cbf-504d4a3bac15" providerId="ADAL" clId="{65104DF2-1B45-4C36-9E2A-F89658839DCF}" dt="2024-01-15T19:21:02.840" v="572" actId="478"/>
          <ac:spMkLst>
            <pc:docMk/>
            <pc:sldMk cId="461684639" sldId="428"/>
            <ac:spMk id="18" creationId="{BBC0B769-500E-4D73-AAFF-7C0CAA22B5F7}"/>
          </ac:spMkLst>
        </pc:spChg>
        <pc:spChg chg="del">
          <ac:chgData name="Palit, Tapti" userId="dec6fbcd-7598-406a-8cbf-504d4a3bac15" providerId="ADAL" clId="{65104DF2-1B45-4C36-9E2A-F89658839DCF}" dt="2024-01-24T16:39:30.584" v="5601" actId="478"/>
          <ac:spMkLst>
            <pc:docMk/>
            <pc:sldMk cId="461684639" sldId="428"/>
            <ac:spMk id="20" creationId="{0B5D08F0-50F6-1C14-1F4D-4DA76F4480C8}"/>
          </ac:spMkLst>
        </pc:spChg>
        <pc:spChg chg="del">
          <ac:chgData name="Palit, Tapti" userId="dec6fbcd-7598-406a-8cbf-504d4a3bac15" providerId="ADAL" clId="{65104DF2-1B45-4C36-9E2A-F89658839DCF}" dt="2024-01-24T16:39:30.584" v="5601" actId="478"/>
          <ac:spMkLst>
            <pc:docMk/>
            <pc:sldMk cId="461684639" sldId="428"/>
            <ac:spMk id="21" creationId="{8C49F08C-74A0-36D6-B74A-6125AD3B52C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36:14.235" v="340"/>
              <pc2:cmMkLst xmlns:pc2="http://schemas.microsoft.com/office/powerpoint/2019/9/main/command">
                <pc:docMk/>
                <pc:sldMk cId="461684639" sldId="428"/>
                <pc2:cmMk id="{5652B550-FC5E-4353-81DF-F09B878140F9}"/>
              </pc2:cmMkLst>
            </pc226:cmChg>
          </p:ext>
        </pc:extLst>
      </pc:sldChg>
      <pc:sldChg chg="modSp">
        <pc:chgData name="Palit, Tapti" userId="dec6fbcd-7598-406a-8cbf-504d4a3bac15" providerId="ADAL" clId="{65104DF2-1B45-4C36-9E2A-F89658839DCF}" dt="2024-01-15T17:57:41.817" v="26"/>
        <pc:sldMkLst>
          <pc:docMk/>
          <pc:sldMk cId="3243448828" sldId="436"/>
        </pc:sldMkLst>
        <pc:spChg chg="mod">
          <ac:chgData name="Palit, Tapti" userId="dec6fbcd-7598-406a-8cbf-504d4a3bac15" providerId="ADAL" clId="{65104DF2-1B45-4C36-9E2A-F89658839DCF}" dt="2024-01-15T17:57:41.817" v="26"/>
          <ac:spMkLst>
            <pc:docMk/>
            <pc:sldMk cId="3243448828" sldId="436"/>
            <ac:spMk id="2" creationId="{6F234BCC-CA25-48DD-8F4D-92B29A846CDE}"/>
          </ac:spMkLst>
        </pc:spChg>
        <pc:spChg chg="mod">
          <ac:chgData name="Palit, Tapti" userId="dec6fbcd-7598-406a-8cbf-504d4a3bac15" providerId="ADAL" clId="{65104DF2-1B45-4C36-9E2A-F89658839DCF}" dt="2024-01-15T17:57:41.817" v="26"/>
          <ac:spMkLst>
            <pc:docMk/>
            <pc:sldMk cId="3243448828" sldId="436"/>
            <ac:spMk id="4" creationId="{DDE5329D-3C7C-4341-BE32-C3AACF559D35}"/>
          </ac:spMkLst>
        </pc:spChg>
      </pc:sldChg>
      <pc:sldChg chg="modSp">
        <pc:chgData name="Palit, Tapti" userId="dec6fbcd-7598-406a-8cbf-504d4a3bac15" providerId="ADAL" clId="{65104DF2-1B45-4C36-9E2A-F89658839DCF}" dt="2024-01-15T17:57:41.817" v="26"/>
        <pc:sldMkLst>
          <pc:docMk/>
          <pc:sldMk cId="1629786335" sldId="438"/>
        </pc:sldMkLst>
        <pc:spChg chg="mod">
          <ac:chgData name="Palit, Tapti" userId="dec6fbcd-7598-406a-8cbf-504d4a3bac15" providerId="ADAL" clId="{65104DF2-1B45-4C36-9E2A-F89658839DCF}" dt="2024-01-15T17:57:41.817" v="26"/>
          <ac:spMkLst>
            <pc:docMk/>
            <pc:sldMk cId="1629786335" sldId="438"/>
            <ac:spMk id="2" creationId="{803650A6-D090-4F49-89FC-6E7ECF8BED37}"/>
          </ac:spMkLst>
        </pc:spChg>
        <pc:spChg chg="mod">
          <ac:chgData name="Palit, Tapti" userId="dec6fbcd-7598-406a-8cbf-504d4a3bac15" providerId="ADAL" clId="{65104DF2-1B45-4C36-9E2A-F89658839DCF}" dt="2024-01-15T17:57:41.817" v="26"/>
          <ac:spMkLst>
            <pc:docMk/>
            <pc:sldMk cId="1629786335" sldId="438"/>
            <ac:spMk id="4" creationId="{3CFC0458-353F-49C6-A1F4-5BF22C6A25F4}"/>
          </ac:spMkLst>
        </pc:spChg>
      </pc:sldChg>
      <pc:sldChg chg="modSp">
        <pc:chgData name="Palit, Tapti" userId="dec6fbcd-7598-406a-8cbf-504d4a3bac15" providerId="ADAL" clId="{65104DF2-1B45-4C36-9E2A-F89658839DCF}" dt="2024-01-15T17:57:41.817" v="26"/>
        <pc:sldMkLst>
          <pc:docMk/>
          <pc:sldMk cId="1846097300" sldId="439"/>
        </pc:sldMkLst>
        <pc:spChg chg="mod">
          <ac:chgData name="Palit, Tapti" userId="dec6fbcd-7598-406a-8cbf-504d4a3bac15" providerId="ADAL" clId="{65104DF2-1B45-4C36-9E2A-F89658839DCF}" dt="2024-01-15T17:57:41.817" v="26"/>
          <ac:spMkLst>
            <pc:docMk/>
            <pc:sldMk cId="1846097300" sldId="439"/>
            <ac:spMk id="2" creationId="{6F234BCC-CA25-48DD-8F4D-92B29A846CDE}"/>
          </ac:spMkLst>
        </pc:spChg>
        <pc:spChg chg="mod">
          <ac:chgData name="Palit, Tapti" userId="dec6fbcd-7598-406a-8cbf-504d4a3bac15" providerId="ADAL" clId="{65104DF2-1B45-4C36-9E2A-F89658839DCF}" dt="2024-01-15T17:57:41.817" v="26"/>
          <ac:spMkLst>
            <pc:docMk/>
            <pc:sldMk cId="1846097300" sldId="439"/>
            <ac:spMk id="4" creationId="{DDE5329D-3C7C-4341-BE32-C3AACF559D35}"/>
          </ac:spMkLst>
        </pc:spChg>
      </pc:sldChg>
      <pc:sldChg chg="modSp">
        <pc:chgData name="Palit, Tapti" userId="dec6fbcd-7598-406a-8cbf-504d4a3bac15" providerId="ADAL" clId="{65104DF2-1B45-4C36-9E2A-F89658839DCF}" dt="2024-01-15T17:57:41.817" v="26"/>
        <pc:sldMkLst>
          <pc:docMk/>
          <pc:sldMk cId="2634809030" sldId="441"/>
        </pc:sldMkLst>
        <pc:spChg chg="mod">
          <ac:chgData name="Palit, Tapti" userId="dec6fbcd-7598-406a-8cbf-504d4a3bac15" providerId="ADAL" clId="{65104DF2-1B45-4C36-9E2A-F89658839DCF}" dt="2024-01-15T17:57:41.817" v="26"/>
          <ac:spMkLst>
            <pc:docMk/>
            <pc:sldMk cId="2634809030" sldId="441"/>
            <ac:spMk id="2" creationId="{425E87FB-B572-48B7-94B5-353D246F291E}"/>
          </ac:spMkLst>
        </pc:spChg>
        <pc:spChg chg="mod">
          <ac:chgData name="Palit, Tapti" userId="dec6fbcd-7598-406a-8cbf-504d4a3bac15" providerId="ADAL" clId="{65104DF2-1B45-4C36-9E2A-F89658839DCF}" dt="2024-01-15T17:57:41.817" v="26"/>
          <ac:spMkLst>
            <pc:docMk/>
            <pc:sldMk cId="2634809030" sldId="441"/>
            <ac:spMk id="4" creationId="{F204AD96-A26D-4ABA-B668-3B9ECFA51DAE}"/>
          </ac:spMkLst>
        </pc:spChg>
        <pc:graphicFrameChg chg="mod">
          <ac:chgData name="Palit, Tapti" userId="dec6fbcd-7598-406a-8cbf-504d4a3bac15" providerId="ADAL" clId="{65104DF2-1B45-4C36-9E2A-F89658839DCF}" dt="2024-01-15T17:57:41.817" v="26"/>
          <ac:graphicFrameMkLst>
            <pc:docMk/>
            <pc:sldMk cId="2634809030" sldId="441"/>
            <ac:graphicFrameMk id="6" creationId="{DBEF40B9-076C-4616-A4B0-899D2B11E8C7}"/>
          </ac:graphicFrameMkLst>
        </pc:graphicFrameChg>
      </pc:sldChg>
      <pc:sldChg chg="modSp mod">
        <pc:chgData name="Palit, Tapti" userId="dec6fbcd-7598-406a-8cbf-504d4a3bac15" providerId="ADAL" clId="{65104DF2-1B45-4C36-9E2A-F89658839DCF}" dt="2024-01-15T17:57:41.817" v="26"/>
        <pc:sldMkLst>
          <pc:docMk/>
          <pc:sldMk cId="2282512780" sldId="443"/>
        </pc:sldMkLst>
        <pc:spChg chg="mod">
          <ac:chgData name="Palit, Tapti" userId="dec6fbcd-7598-406a-8cbf-504d4a3bac15" providerId="ADAL" clId="{65104DF2-1B45-4C36-9E2A-F89658839DCF}" dt="2024-01-15T17:57:41.817" v="26"/>
          <ac:spMkLst>
            <pc:docMk/>
            <pc:sldMk cId="2282512780" sldId="443"/>
            <ac:spMk id="2" creationId="{BFFED526-F152-4925-A890-AD0A0E34D1F2}"/>
          </ac:spMkLst>
        </pc:spChg>
        <pc:spChg chg="mod">
          <ac:chgData name="Palit, Tapti" userId="dec6fbcd-7598-406a-8cbf-504d4a3bac15" providerId="ADAL" clId="{65104DF2-1B45-4C36-9E2A-F89658839DCF}" dt="2024-01-15T17:57:41.817" v="26"/>
          <ac:spMkLst>
            <pc:docMk/>
            <pc:sldMk cId="2282512780" sldId="443"/>
            <ac:spMk id="3" creationId="{26E176D0-0173-4029-AA09-5070FD6090E4}"/>
          </ac:spMkLst>
        </pc:spChg>
        <pc:spChg chg="mod">
          <ac:chgData name="Palit, Tapti" userId="dec6fbcd-7598-406a-8cbf-504d4a3bac15" providerId="ADAL" clId="{65104DF2-1B45-4C36-9E2A-F89658839DCF}" dt="2024-01-15T17:57:41.817" v="26"/>
          <ac:spMkLst>
            <pc:docMk/>
            <pc:sldMk cId="2282512780" sldId="443"/>
            <ac:spMk id="4" creationId="{56369981-831B-410E-B083-237D8D1053A5}"/>
          </ac:spMkLst>
        </pc:spChg>
      </pc:sldChg>
      <pc:sldChg chg="addSp delSp modSp mod chgLayout modNotesTx">
        <pc:chgData name="Palit, Tapti" userId="dec6fbcd-7598-406a-8cbf-504d4a3bac15" providerId="ADAL" clId="{65104DF2-1B45-4C36-9E2A-F89658839DCF}" dt="2024-01-25T15:40:13.476" v="18740" actId="20577"/>
        <pc:sldMkLst>
          <pc:docMk/>
          <pc:sldMk cId="4013294936" sldId="445"/>
        </pc:sldMkLst>
        <pc:spChg chg="mod ord">
          <ac:chgData name="Palit, Tapti" userId="dec6fbcd-7598-406a-8cbf-504d4a3bac15" providerId="ADAL" clId="{65104DF2-1B45-4C36-9E2A-F89658839DCF}" dt="2024-01-15T18:02:53.069" v="52" actId="700"/>
          <ac:spMkLst>
            <pc:docMk/>
            <pc:sldMk cId="4013294936" sldId="445"/>
            <ac:spMk id="2" creationId="{F8B8D02F-DFDB-4EB1-8C2E-1677EEE15BF7}"/>
          </ac:spMkLst>
        </pc:spChg>
        <pc:spChg chg="mod ord">
          <ac:chgData name="Palit, Tapti" userId="dec6fbcd-7598-406a-8cbf-504d4a3bac15" providerId="ADAL" clId="{65104DF2-1B45-4C36-9E2A-F89658839DCF}" dt="2024-01-15T18:02:53.069" v="52" actId="700"/>
          <ac:spMkLst>
            <pc:docMk/>
            <pc:sldMk cId="4013294936" sldId="445"/>
            <ac:spMk id="4" creationId="{6B1F8454-81B1-434A-AEB0-0FF8F15F1F73}"/>
          </ac:spMkLst>
        </pc:spChg>
        <pc:spChg chg="add del mod ord">
          <ac:chgData name="Palit, Tapti" userId="dec6fbcd-7598-406a-8cbf-504d4a3bac15" providerId="ADAL" clId="{65104DF2-1B45-4C36-9E2A-F89658839DCF}" dt="2024-01-15T18:12:48.498" v="85" actId="478"/>
          <ac:spMkLst>
            <pc:docMk/>
            <pc:sldMk cId="4013294936" sldId="445"/>
            <ac:spMk id="6" creationId="{40DAF939-536A-E503-6CA0-BEA8858C4448}"/>
          </ac:spMkLst>
        </pc:spChg>
        <pc:picChg chg="add del">
          <ac:chgData name="Palit, Tapti" userId="dec6fbcd-7598-406a-8cbf-504d4a3bac15" providerId="ADAL" clId="{65104DF2-1B45-4C36-9E2A-F89658839DCF}" dt="2024-01-15T20:33:38.239" v="1077" actId="478"/>
          <ac:picMkLst>
            <pc:docMk/>
            <pc:sldMk cId="4013294936" sldId="445"/>
            <ac:picMk id="1026" creationId="{4F024119-C583-2B14-E7A1-9386E5EEFDDF}"/>
          </ac:picMkLst>
        </pc:picChg>
        <pc:picChg chg="add del mod">
          <ac:chgData name="Palit, Tapti" userId="dec6fbcd-7598-406a-8cbf-504d4a3bac15" providerId="ADAL" clId="{65104DF2-1B45-4C36-9E2A-F89658839DCF}" dt="2024-01-15T20:33:56.632" v="1080" actId="478"/>
          <ac:picMkLst>
            <pc:docMk/>
            <pc:sldMk cId="4013294936" sldId="445"/>
            <ac:picMk id="1028" creationId="{51236CCE-C13A-58CD-6A13-31F14E01853B}"/>
          </ac:picMkLst>
        </pc:picChg>
        <pc:picChg chg="add mod">
          <ac:chgData name="Palit, Tapti" userId="dec6fbcd-7598-406a-8cbf-504d4a3bac15" providerId="ADAL" clId="{65104DF2-1B45-4C36-9E2A-F89658839DCF}" dt="2024-01-15T20:34:19.309" v="1089" actId="1076"/>
          <ac:picMkLst>
            <pc:docMk/>
            <pc:sldMk cId="4013294936" sldId="445"/>
            <ac:picMk id="1030" creationId="{D55A59B2-81BE-93D0-BA3F-4606781FA961}"/>
          </ac:picMkLst>
        </pc:picChg>
        <pc:picChg chg="del">
          <ac:chgData name="Palit, Tapti" userId="dec6fbcd-7598-406a-8cbf-504d4a3bac15" providerId="ADAL" clId="{65104DF2-1B45-4C36-9E2A-F89658839DCF}" dt="2024-01-15T20:32:34.606" v="1072" actId="478"/>
          <ac:picMkLst>
            <pc:docMk/>
            <pc:sldMk cId="4013294936" sldId="445"/>
            <ac:picMk id="1032" creationId="{076DB6AB-9EAB-3BF5-D97E-648695F4B5A8}"/>
          </ac:picMkLst>
        </pc:picChg>
        <pc:picChg chg="mod">
          <ac:chgData name="Palit, Tapti" userId="dec6fbcd-7598-406a-8cbf-504d4a3bac15" providerId="ADAL" clId="{65104DF2-1B45-4C36-9E2A-F89658839DCF}" dt="2024-01-15T20:32:42.451" v="1074" actId="14100"/>
          <ac:picMkLst>
            <pc:docMk/>
            <pc:sldMk cId="4013294936" sldId="445"/>
            <ac:picMk id="1068" creationId="{46BFE5CE-A92B-9E3A-EF20-4E6F4653054F}"/>
          </ac:picMkLst>
        </pc:picChg>
      </pc:sldChg>
      <pc:sldChg chg="modSp mod chgLayout">
        <pc:chgData name="Palit, Tapti" userId="dec6fbcd-7598-406a-8cbf-504d4a3bac15" providerId="ADAL" clId="{65104DF2-1B45-4C36-9E2A-F89658839DCF}" dt="2024-01-15T18:02:53.069" v="52" actId="700"/>
        <pc:sldMkLst>
          <pc:docMk/>
          <pc:sldMk cId="2685013443" sldId="449"/>
        </pc:sldMkLst>
        <pc:spChg chg="mod ord">
          <ac:chgData name="Palit, Tapti" userId="dec6fbcd-7598-406a-8cbf-504d4a3bac15" providerId="ADAL" clId="{65104DF2-1B45-4C36-9E2A-F89658839DCF}" dt="2024-01-15T18:02:53.069" v="52" actId="700"/>
          <ac:spMkLst>
            <pc:docMk/>
            <pc:sldMk cId="2685013443" sldId="449"/>
            <ac:spMk id="2" creationId="{8653E618-0051-4B34-BD6B-ABF00930E6FB}"/>
          </ac:spMkLst>
        </pc:spChg>
        <pc:spChg chg="mod ord">
          <ac:chgData name="Palit, Tapti" userId="dec6fbcd-7598-406a-8cbf-504d4a3bac15" providerId="ADAL" clId="{65104DF2-1B45-4C36-9E2A-F89658839DCF}" dt="2024-01-15T18:02:53.069" v="52" actId="700"/>
          <ac:spMkLst>
            <pc:docMk/>
            <pc:sldMk cId="2685013443" sldId="449"/>
            <ac:spMk id="3" creationId="{2B94377E-1636-4997-8873-7D4FEC1E84A1}"/>
          </ac:spMkLst>
        </pc:spChg>
        <pc:spChg chg="mod ord">
          <ac:chgData name="Palit, Tapti" userId="dec6fbcd-7598-406a-8cbf-504d4a3bac15" providerId="ADAL" clId="{65104DF2-1B45-4C36-9E2A-F89658839DCF}" dt="2024-01-15T18:02:53.069" v="52" actId="700"/>
          <ac:spMkLst>
            <pc:docMk/>
            <pc:sldMk cId="2685013443" sldId="449"/>
            <ac:spMk id="4" creationId="{1ED9869B-258E-443E-8202-75804D792548}"/>
          </ac:spMkLst>
        </pc:spChg>
      </pc:sldChg>
      <pc:sldChg chg="modSp">
        <pc:chgData name="Palit, Tapti" userId="dec6fbcd-7598-406a-8cbf-504d4a3bac15" providerId="ADAL" clId="{65104DF2-1B45-4C36-9E2A-F89658839DCF}" dt="2024-01-15T17:57:41.817" v="26"/>
        <pc:sldMkLst>
          <pc:docMk/>
          <pc:sldMk cId="3801508964" sldId="450"/>
        </pc:sldMkLst>
        <pc:spChg chg="mod">
          <ac:chgData name="Palit, Tapti" userId="dec6fbcd-7598-406a-8cbf-504d4a3bac15" providerId="ADAL" clId="{65104DF2-1B45-4C36-9E2A-F89658839DCF}" dt="2024-01-15T17:57:41.817" v="26"/>
          <ac:spMkLst>
            <pc:docMk/>
            <pc:sldMk cId="3801508964" sldId="450"/>
            <ac:spMk id="2" creationId="{4001C5F0-CFF4-4E14-88F9-693B33109599}"/>
          </ac:spMkLst>
        </pc:spChg>
        <pc:spChg chg="mod">
          <ac:chgData name="Palit, Tapti" userId="dec6fbcd-7598-406a-8cbf-504d4a3bac15" providerId="ADAL" clId="{65104DF2-1B45-4C36-9E2A-F89658839DCF}" dt="2024-01-15T17:57:41.817" v="26"/>
          <ac:spMkLst>
            <pc:docMk/>
            <pc:sldMk cId="3801508964" sldId="450"/>
            <ac:spMk id="4" creationId="{65D0F6AF-98D0-4C0D-8C05-E6538336E627}"/>
          </ac:spMkLst>
        </pc:spChg>
      </pc:sldChg>
      <pc:sldChg chg="modSp">
        <pc:chgData name="Palit, Tapti" userId="dec6fbcd-7598-406a-8cbf-504d4a3bac15" providerId="ADAL" clId="{65104DF2-1B45-4C36-9E2A-F89658839DCF}" dt="2024-01-15T17:57:41.817" v="26"/>
        <pc:sldMkLst>
          <pc:docMk/>
          <pc:sldMk cId="2537577581" sldId="451"/>
        </pc:sldMkLst>
        <pc:spChg chg="mod">
          <ac:chgData name="Palit, Tapti" userId="dec6fbcd-7598-406a-8cbf-504d4a3bac15" providerId="ADAL" clId="{65104DF2-1B45-4C36-9E2A-F89658839DCF}" dt="2024-01-15T17:57:41.817" v="26"/>
          <ac:spMkLst>
            <pc:docMk/>
            <pc:sldMk cId="2537577581" sldId="451"/>
            <ac:spMk id="2" creationId="{EEA8D687-1CF9-4EAE-817C-825E8B59B30E}"/>
          </ac:spMkLst>
        </pc:spChg>
        <pc:spChg chg="mod">
          <ac:chgData name="Palit, Tapti" userId="dec6fbcd-7598-406a-8cbf-504d4a3bac15" providerId="ADAL" clId="{65104DF2-1B45-4C36-9E2A-F89658839DCF}" dt="2024-01-15T17:57:41.817" v="26"/>
          <ac:spMkLst>
            <pc:docMk/>
            <pc:sldMk cId="2537577581" sldId="451"/>
            <ac:spMk id="4" creationId="{519BD9EE-DEC2-43F6-8F6F-81A06CC9228F}"/>
          </ac:spMkLst>
        </pc:spChg>
      </pc:sldChg>
      <pc:sldChg chg="modSp mod">
        <pc:chgData name="Palit, Tapti" userId="dec6fbcd-7598-406a-8cbf-504d4a3bac15" providerId="ADAL" clId="{65104DF2-1B45-4C36-9E2A-F89658839DCF}" dt="2024-01-15T18:14:51.266" v="115" actId="27636"/>
        <pc:sldMkLst>
          <pc:docMk/>
          <pc:sldMk cId="2646279784" sldId="452"/>
        </pc:sldMkLst>
        <pc:spChg chg="mod">
          <ac:chgData name="Palit, Tapti" userId="dec6fbcd-7598-406a-8cbf-504d4a3bac15" providerId="ADAL" clId="{65104DF2-1B45-4C36-9E2A-F89658839DCF}" dt="2024-01-15T17:57:41.817" v="26"/>
          <ac:spMkLst>
            <pc:docMk/>
            <pc:sldMk cId="2646279784" sldId="452"/>
            <ac:spMk id="2" creationId="{A5E3232D-B87E-42BA-972C-632428946443}"/>
          </ac:spMkLst>
        </pc:spChg>
        <pc:spChg chg="mod">
          <ac:chgData name="Palit, Tapti" userId="dec6fbcd-7598-406a-8cbf-504d4a3bac15" providerId="ADAL" clId="{65104DF2-1B45-4C36-9E2A-F89658839DCF}" dt="2024-01-15T17:57:41.817" v="26"/>
          <ac:spMkLst>
            <pc:docMk/>
            <pc:sldMk cId="2646279784" sldId="452"/>
            <ac:spMk id="4" creationId="{0359AC02-F8AB-4379-AD04-D4963EA2C83C}"/>
          </ac:spMkLst>
        </pc:spChg>
        <pc:spChg chg="mod">
          <ac:chgData name="Palit, Tapti" userId="dec6fbcd-7598-406a-8cbf-504d4a3bac15" providerId="ADAL" clId="{65104DF2-1B45-4C36-9E2A-F89658839DCF}" dt="2024-01-15T18:14:51.266" v="115" actId="27636"/>
          <ac:spMkLst>
            <pc:docMk/>
            <pc:sldMk cId="2646279784" sldId="452"/>
            <ac:spMk id="10" creationId="{F528DC4F-82EB-D63E-F143-B7BDD03165B6}"/>
          </ac:spMkLst>
        </pc:spChg>
      </pc:sldChg>
      <pc:sldChg chg="modSp">
        <pc:chgData name="Palit, Tapti" userId="dec6fbcd-7598-406a-8cbf-504d4a3bac15" providerId="ADAL" clId="{65104DF2-1B45-4C36-9E2A-F89658839DCF}" dt="2024-01-15T17:57:41.817" v="26"/>
        <pc:sldMkLst>
          <pc:docMk/>
          <pc:sldMk cId="1436942119" sldId="455"/>
        </pc:sldMkLst>
        <pc:spChg chg="mod">
          <ac:chgData name="Palit, Tapti" userId="dec6fbcd-7598-406a-8cbf-504d4a3bac15" providerId="ADAL" clId="{65104DF2-1B45-4C36-9E2A-F89658839DCF}" dt="2024-01-15T17:57:41.817" v="26"/>
          <ac:spMkLst>
            <pc:docMk/>
            <pc:sldMk cId="1436942119" sldId="455"/>
            <ac:spMk id="2" creationId="{A5E3232D-B87E-42BA-972C-632428946443}"/>
          </ac:spMkLst>
        </pc:spChg>
        <pc:spChg chg="mod">
          <ac:chgData name="Palit, Tapti" userId="dec6fbcd-7598-406a-8cbf-504d4a3bac15" providerId="ADAL" clId="{65104DF2-1B45-4C36-9E2A-F89658839DCF}" dt="2024-01-15T17:57:41.817" v="26"/>
          <ac:spMkLst>
            <pc:docMk/>
            <pc:sldMk cId="1436942119" sldId="455"/>
            <ac:spMk id="4" creationId="{0359AC02-F8AB-4379-AD04-D4963EA2C83C}"/>
          </ac:spMkLst>
        </pc:spChg>
      </pc:sldChg>
      <pc:sldChg chg="modSp del mod ord chgLayout modNotesTx">
        <pc:chgData name="Palit, Tapti" userId="dec6fbcd-7598-406a-8cbf-504d4a3bac15" providerId="ADAL" clId="{65104DF2-1B45-4C36-9E2A-F89658839DCF}" dt="2024-01-25T17:39:03.179" v="21678" actId="2696"/>
        <pc:sldMkLst>
          <pc:docMk/>
          <pc:sldMk cId="1924599243" sldId="459"/>
        </pc:sldMkLst>
        <pc:spChg chg="mod ord">
          <ac:chgData name="Palit, Tapti" userId="dec6fbcd-7598-406a-8cbf-504d4a3bac15" providerId="ADAL" clId="{65104DF2-1B45-4C36-9E2A-F89658839DCF}" dt="2024-01-15T18:02:53.069" v="52" actId="700"/>
          <ac:spMkLst>
            <pc:docMk/>
            <pc:sldMk cId="1924599243" sldId="459"/>
            <ac:spMk id="2" creationId="{877E2EE8-1E6C-4594-B9EC-D6F21D8A6DC7}"/>
          </ac:spMkLst>
        </pc:spChg>
        <pc:spChg chg="mod ord">
          <ac:chgData name="Palit, Tapti" userId="dec6fbcd-7598-406a-8cbf-504d4a3bac15" providerId="ADAL" clId="{65104DF2-1B45-4C36-9E2A-F89658839DCF}" dt="2024-01-15T18:02:53.069" v="52" actId="700"/>
          <ac:spMkLst>
            <pc:docMk/>
            <pc:sldMk cId="1924599243" sldId="459"/>
            <ac:spMk id="3" creationId="{BBA986F9-43BF-4309-B15C-C707CCACFDCB}"/>
          </ac:spMkLst>
        </pc:spChg>
        <pc:spChg chg="mod ord">
          <ac:chgData name="Palit, Tapti" userId="dec6fbcd-7598-406a-8cbf-504d4a3bac15" providerId="ADAL" clId="{65104DF2-1B45-4C36-9E2A-F89658839DCF}" dt="2024-01-15T18:02:53.069" v="52" actId="700"/>
          <ac:spMkLst>
            <pc:docMk/>
            <pc:sldMk cId="1924599243" sldId="459"/>
            <ac:spMk id="4" creationId="{E19477E5-01A7-47E6-A6AA-01A1FC4C5255}"/>
          </ac:spMkLst>
        </pc:spChg>
      </pc:sldChg>
      <pc:sldChg chg="add mod modShow">
        <pc:chgData name="Palit, Tapti" userId="dec6fbcd-7598-406a-8cbf-504d4a3bac15" providerId="ADAL" clId="{65104DF2-1B45-4C36-9E2A-F89658839DCF}" dt="2024-01-25T17:39:09.095" v="21680" actId="729"/>
        <pc:sldMkLst>
          <pc:docMk/>
          <pc:sldMk cId="4190955360" sldId="459"/>
        </pc:sldMkLst>
      </pc:sldChg>
      <pc:sldChg chg="modSp">
        <pc:chgData name="Palit, Tapti" userId="dec6fbcd-7598-406a-8cbf-504d4a3bac15" providerId="ADAL" clId="{65104DF2-1B45-4C36-9E2A-F89658839DCF}" dt="2024-01-15T17:57:41.817" v="26"/>
        <pc:sldMkLst>
          <pc:docMk/>
          <pc:sldMk cId="3308567550" sldId="460"/>
        </pc:sldMkLst>
        <pc:spChg chg="mod">
          <ac:chgData name="Palit, Tapti" userId="dec6fbcd-7598-406a-8cbf-504d4a3bac15" providerId="ADAL" clId="{65104DF2-1B45-4C36-9E2A-F89658839DCF}" dt="2024-01-15T17:57:41.817" v="26"/>
          <ac:spMkLst>
            <pc:docMk/>
            <pc:sldMk cId="3308567550" sldId="460"/>
            <ac:spMk id="2" creationId="{F89C94A8-6FB5-4047-95FE-0F4D58125F82}"/>
          </ac:spMkLst>
        </pc:spChg>
        <pc:spChg chg="mod">
          <ac:chgData name="Palit, Tapti" userId="dec6fbcd-7598-406a-8cbf-504d4a3bac15" providerId="ADAL" clId="{65104DF2-1B45-4C36-9E2A-F89658839DCF}" dt="2024-01-15T17:57:41.817" v="26"/>
          <ac:spMkLst>
            <pc:docMk/>
            <pc:sldMk cId="3308567550" sldId="460"/>
            <ac:spMk id="4" creationId="{07F714E1-0865-4F58-9871-D2B41527A1E5}"/>
          </ac:spMkLst>
        </pc:spChg>
      </pc:sldChg>
      <pc:sldChg chg="addSp delSp modSp mod chgLayout">
        <pc:chgData name="Palit, Tapti" userId="dec6fbcd-7598-406a-8cbf-504d4a3bac15" providerId="ADAL" clId="{65104DF2-1B45-4C36-9E2A-F89658839DCF}" dt="2024-01-15T18:27:42.100" v="223" actId="207"/>
        <pc:sldMkLst>
          <pc:docMk/>
          <pc:sldMk cId="2480001843" sldId="462"/>
        </pc:sldMkLst>
        <pc:spChg chg="del mod">
          <ac:chgData name="Palit, Tapti" userId="dec6fbcd-7598-406a-8cbf-504d4a3bac15" providerId="ADAL" clId="{65104DF2-1B45-4C36-9E2A-F89658839DCF}" dt="2024-01-15T18:02:53.069" v="52" actId="700"/>
          <ac:spMkLst>
            <pc:docMk/>
            <pc:sldMk cId="2480001843" sldId="462"/>
            <ac:spMk id="2" creationId="{E31E00BF-C3D2-4CCB-A104-B8B6E70C7969}"/>
          </ac:spMkLst>
        </pc:spChg>
        <pc:spChg chg="mod ord">
          <ac:chgData name="Palit, Tapti" userId="dec6fbcd-7598-406a-8cbf-504d4a3bac15" providerId="ADAL" clId="{65104DF2-1B45-4C36-9E2A-F89658839DCF}" dt="2024-01-15T18:27:42.100" v="223" actId="207"/>
          <ac:spMkLst>
            <pc:docMk/>
            <pc:sldMk cId="2480001843" sldId="462"/>
            <ac:spMk id="3" creationId="{486067F6-CB16-49D0-86A6-11E507E8A7C7}"/>
          </ac:spMkLst>
        </pc:spChg>
        <pc:spChg chg="mod ord">
          <ac:chgData name="Palit, Tapti" userId="dec6fbcd-7598-406a-8cbf-504d4a3bac15" providerId="ADAL" clId="{65104DF2-1B45-4C36-9E2A-F89658839DCF}" dt="2024-01-15T18:02:53.069" v="52" actId="700"/>
          <ac:spMkLst>
            <pc:docMk/>
            <pc:sldMk cId="2480001843" sldId="462"/>
            <ac:spMk id="4" creationId="{1A7AC2C0-80DA-47AD-87A5-54ADD943E728}"/>
          </ac:spMkLst>
        </pc:spChg>
        <pc:spChg chg="add mod ord">
          <ac:chgData name="Palit, Tapti" userId="dec6fbcd-7598-406a-8cbf-504d4a3bac15" providerId="ADAL" clId="{65104DF2-1B45-4C36-9E2A-F89658839DCF}" dt="2024-01-15T18:02:53.069" v="52" actId="700"/>
          <ac:spMkLst>
            <pc:docMk/>
            <pc:sldMk cId="2480001843" sldId="462"/>
            <ac:spMk id="5" creationId="{E218E702-68EA-B080-A373-2ECC7F39C0D5}"/>
          </ac:spMkLst>
        </pc:spChg>
      </pc:sldChg>
      <pc:sldChg chg="modSp">
        <pc:chgData name="Palit, Tapti" userId="dec6fbcd-7598-406a-8cbf-504d4a3bac15" providerId="ADAL" clId="{65104DF2-1B45-4C36-9E2A-F89658839DCF}" dt="2024-01-15T17:57:41.817" v="26"/>
        <pc:sldMkLst>
          <pc:docMk/>
          <pc:sldMk cId="2204611569" sldId="466"/>
        </pc:sldMkLst>
        <pc:spChg chg="mod">
          <ac:chgData name="Palit, Tapti" userId="dec6fbcd-7598-406a-8cbf-504d4a3bac15" providerId="ADAL" clId="{65104DF2-1B45-4C36-9E2A-F89658839DCF}" dt="2024-01-15T17:57:41.817" v="26"/>
          <ac:spMkLst>
            <pc:docMk/>
            <pc:sldMk cId="2204611569" sldId="466"/>
            <ac:spMk id="2" creationId="{A1674A79-8B4A-4BA2-A1A1-C17AF09B8EDC}"/>
          </ac:spMkLst>
        </pc:spChg>
        <pc:spChg chg="mod">
          <ac:chgData name="Palit, Tapti" userId="dec6fbcd-7598-406a-8cbf-504d4a3bac15" providerId="ADAL" clId="{65104DF2-1B45-4C36-9E2A-F89658839DCF}" dt="2024-01-15T17:57:41.817" v="26"/>
          <ac:spMkLst>
            <pc:docMk/>
            <pc:sldMk cId="2204611569" sldId="466"/>
            <ac:spMk id="3" creationId="{924FAD14-BF4D-421A-8754-79705794FF62}"/>
          </ac:spMkLst>
        </pc:spChg>
        <pc:spChg chg="mod">
          <ac:chgData name="Palit, Tapti" userId="dec6fbcd-7598-406a-8cbf-504d4a3bac15" providerId="ADAL" clId="{65104DF2-1B45-4C36-9E2A-F89658839DCF}" dt="2024-01-15T17:57:41.817" v="26"/>
          <ac:spMkLst>
            <pc:docMk/>
            <pc:sldMk cId="2204611569" sldId="466"/>
            <ac:spMk id="4" creationId="{610234A8-C547-4303-9A41-3329264F3398}"/>
          </ac:spMkLst>
        </pc:spChg>
      </pc:sldChg>
      <pc:sldChg chg="modSp">
        <pc:chgData name="Palit, Tapti" userId="dec6fbcd-7598-406a-8cbf-504d4a3bac15" providerId="ADAL" clId="{65104DF2-1B45-4C36-9E2A-F89658839DCF}" dt="2024-01-15T17:57:41.817" v="26"/>
        <pc:sldMkLst>
          <pc:docMk/>
          <pc:sldMk cId="1780510094" sldId="467"/>
        </pc:sldMkLst>
        <pc:spChg chg="mod">
          <ac:chgData name="Palit, Tapti" userId="dec6fbcd-7598-406a-8cbf-504d4a3bac15" providerId="ADAL" clId="{65104DF2-1B45-4C36-9E2A-F89658839DCF}" dt="2024-01-15T17:57:41.817" v="26"/>
          <ac:spMkLst>
            <pc:docMk/>
            <pc:sldMk cId="1780510094" sldId="467"/>
            <ac:spMk id="4" creationId="{9C1E25DB-3F89-4B03-B0BE-1530F0AB9C2F}"/>
          </ac:spMkLst>
        </pc:spChg>
        <pc:spChg chg="mod">
          <ac:chgData name="Palit, Tapti" userId="dec6fbcd-7598-406a-8cbf-504d4a3bac15" providerId="ADAL" clId="{65104DF2-1B45-4C36-9E2A-F89658839DCF}" dt="2024-01-15T17:57:41.817" v="26"/>
          <ac:spMkLst>
            <pc:docMk/>
            <pc:sldMk cId="1780510094" sldId="467"/>
            <ac:spMk id="7" creationId="{A9BA5701-E71A-42F9-9940-8B4FABA9B516}"/>
          </ac:spMkLst>
        </pc:spChg>
      </pc:sldChg>
      <pc:sldChg chg="modSp mod chgLayout">
        <pc:chgData name="Palit, Tapti" userId="dec6fbcd-7598-406a-8cbf-504d4a3bac15" providerId="ADAL" clId="{65104DF2-1B45-4C36-9E2A-F89658839DCF}" dt="2024-01-15T18:29:42.041" v="270" actId="207"/>
        <pc:sldMkLst>
          <pc:docMk/>
          <pc:sldMk cId="2696923916" sldId="468"/>
        </pc:sldMkLst>
        <pc:spChg chg="mod ord">
          <ac:chgData name="Palit, Tapti" userId="dec6fbcd-7598-406a-8cbf-504d4a3bac15" providerId="ADAL" clId="{65104DF2-1B45-4C36-9E2A-F89658839DCF}" dt="2024-01-15T18:02:53.069" v="52" actId="700"/>
          <ac:spMkLst>
            <pc:docMk/>
            <pc:sldMk cId="2696923916" sldId="468"/>
            <ac:spMk id="2" creationId="{17FD01BE-4AF2-404F-A793-CDFC91073AAC}"/>
          </ac:spMkLst>
        </pc:spChg>
        <pc:spChg chg="mod ord">
          <ac:chgData name="Palit, Tapti" userId="dec6fbcd-7598-406a-8cbf-504d4a3bac15" providerId="ADAL" clId="{65104DF2-1B45-4C36-9E2A-F89658839DCF}" dt="2024-01-15T18:29:42.041" v="270" actId="207"/>
          <ac:spMkLst>
            <pc:docMk/>
            <pc:sldMk cId="2696923916" sldId="468"/>
            <ac:spMk id="3" creationId="{6F54ADAB-57FD-4309-9CA9-8DC92CD746A9}"/>
          </ac:spMkLst>
        </pc:spChg>
        <pc:spChg chg="mod ord">
          <ac:chgData name="Palit, Tapti" userId="dec6fbcd-7598-406a-8cbf-504d4a3bac15" providerId="ADAL" clId="{65104DF2-1B45-4C36-9E2A-F89658839DCF}" dt="2024-01-15T18:02:53.069" v="52" actId="700"/>
          <ac:spMkLst>
            <pc:docMk/>
            <pc:sldMk cId="2696923916" sldId="468"/>
            <ac:spMk id="4" creationId="{C7E7126A-F87E-48EE-8CCA-D5916149171B}"/>
          </ac:spMkLst>
        </pc:spChg>
      </pc:sldChg>
      <pc:sldChg chg="modSp mod chgLayout modNotesTx">
        <pc:chgData name="Palit, Tapti" userId="dec6fbcd-7598-406a-8cbf-504d4a3bac15" providerId="ADAL" clId="{65104DF2-1B45-4C36-9E2A-F89658839DCF}" dt="2024-01-26T19:55:08.077" v="23721" actId="207"/>
        <pc:sldMkLst>
          <pc:docMk/>
          <pc:sldMk cId="3334083422" sldId="469"/>
        </pc:sldMkLst>
        <pc:spChg chg="mod ord">
          <ac:chgData name="Palit, Tapti" userId="dec6fbcd-7598-406a-8cbf-504d4a3bac15" providerId="ADAL" clId="{65104DF2-1B45-4C36-9E2A-F89658839DCF}" dt="2024-01-15T18:02:53.069" v="52" actId="700"/>
          <ac:spMkLst>
            <pc:docMk/>
            <pc:sldMk cId="3334083422" sldId="469"/>
            <ac:spMk id="2" creationId="{17FD01BE-4AF2-404F-A793-CDFC91073AAC}"/>
          </ac:spMkLst>
        </pc:spChg>
        <pc:spChg chg="mod ord">
          <ac:chgData name="Palit, Tapti" userId="dec6fbcd-7598-406a-8cbf-504d4a3bac15" providerId="ADAL" clId="{65104DF2-1B45-4C36-9E2A-F89658839DCF}" dt="2024-01-26T19:55:08.077" v="23721" actId="207"/>
          <ac:spMkLst>
            <pc:docMk/>
            <pc:sldMk cId="3334083422" sldId="469"/>
            <ac:spMk id="3" creationId="{6F54ADAB-57FD-4309-9CA9-8DC92CD746A9}"/>
          </ac:spMkLst>
        </pc:spChg>
        <pc:spChg chg="mod ord">
          <ac:chgData name="Palit, Tapti" userId="dec6fbcd-7598-406a-8cbf-504d4a3bac15" providerId="ADAL" clId="{65104DF2-1B45-4C36-9E2A-F89658839DCF}" dt="2024-01-15T18:02:53.069" v="52" actId="700"/>
          <ac:spMkLst>
            <pc:docMk/>
            <pc:sldMk cId="3334083422" sldId="469"/>
            <ac:spMk id="4" creationId="{C7E7126A-F87E-48EE-8CCA-D5916149171B}"/>
          </ac:spMkLst>
        </pc:spChg>
      </pc:sldChg>
      <pc:sldChg chg="add mod modShow">
        <pc:chgData name="Palit, Tapti" userId="dec6fbcd-7598-406a-8cbf-504d4a3bac15" providerId="ADAL" clId="{65104DF2-1B45-4C36-9E2A-F89658839DCF}" dt="2024-01-25T17:52:01.059" v="21999" actId="729"/>
        <pc:sldMkLst>
          <pc:docMk/>
          <pc:sldMk cId="85943737" sldId="470"/>
        </pc:sldMkLst>
      </pc:sldChg>
      <pc:sldChg chg="modSp del mod chgLayout">
        <pc:chgData name="Palit, Tapti" userId="dec6fbcd-7598-406a-8cbf-504d4a3bac15" providerId="ADAL" clId="{65104DF2-1B45-4C36-9E2A-F89658839DCF}" dt="2024-01-25T17:51:54.626" v="21997" actId="2696"/>
        <pc:sldMkLst>
          <pc:docMk/>
          <pc:sldMk cId="3002281292" sldId="470"/>
        </pc:sldMkLst>
        <pc:spChg chg="mod ord">
          <ac:chgData name="Palit, Tapti" userId="dec6fbcd-7598-406a-8cbf-504d4a3bac15" providerId="ADAL" clId="{65104DF2-1B45-4C36-9E2A-F89658839DCF}" dt="2024-01-15T18:02:53.069" v="52" actId="700"/>
          <ac:spMkLst>
            <pc:docMk/>
            <pc:sldMk cId="3002281292" sldId="470"/>
            <ac:spMk id="2" creationId="{17FD01BE-4AF2-404F-A793-CDFC91073AAC}"/>
          </ac:spMkLst>
        </pc:spChg>
        <pc:spChg chg="mod ord">
          <ac:chgData name="Palit, Tapti" userId="dec6fbcd-7598-406a-8cbf-504d4a3bac15" providerId="ADAL" clId="{65104DF2-1B45-4C36-9E2A-F89658839DCF}" dt="2024-01-15T18:02:53.069" v="52" actId="700"/>
          <ac:spMkLst>
            <pc:docMk/>
            <pc:sldMk cId="3002281292" sldId="470"/>
            <ac:spMk id="3" creationId="{6F54ADAB-57FD-4309-9CA9-8DC92CD746A9}"/>
          </ac:spMkLst>
        </pc:spChg>
        <pc:spChg chg="mod ord">
          <ac:chgData name="Palit, Tapti" userId="dec6fbcd-7598-406a-8cbf-504d4a3bac15" providerId="ADAL" clId="{65104DF2-1B45-4C36-9E2A-F89658839DCF}" dt="2024-01-15T18:02:53.069" v="52" actId="700"/>
          <ac:spMkLst>
            <pc:docMk/>
            <pc:sldMk cId="3002281292" sldId="470"/>
            <ac:spMk id="4" creationId="{C7E7126A-F87E-48EE-8CCA-D5916149171B}"/>
          </ac:spMkLst>
        </pc:spChg>
      </pc:sldChg>
      <pc:sldChg chg="modSp mod addAnim delAnim modCm chgLayout">
        <pc:chgData name="Palit, Tapti" userId="dec6fbcd-7598-406a-8cbf-504d4a3bac15" providerId="ADAL" clId="{65104DF2-1B45-4C36-9E2A-F89658839DCF}" dt="2024-01-15T20:30:08.269" v="1070"/>
        <pc:sldMkLst>
          <pc:docMk/>
          <pc:sldMk cId="2626438807" sldId="475"/>
        </pc:sldMkLst>
        <pc:spChg chg="mod ord">
          <ac:chgData name="Palit, Tapti" userId="dec6fbcd-7598-406a-8cbf-504d4a3bac15" providerId="ADAL" clId="{65104DF2-1B45-4C36-9E2A-F89658839DCF}" dt="2024-01-15T18:31:55.830" v="296" actId="20577"/>
          <ac:spMkLst>
            <pc:docMk/>
            <pc:sldMk cId="2626438807" sldId="475"/>
            <ac:spMk id="2" creationId="{803650A6-D090-4F49-89FC-6E7ECF8BED37}"/>
          </ac:spMkLst>
        </pc:spChg>
        <pc:spChg chg="mod ord">
          <ac:chgData name="Palit, Tapti" userId="dec6fbcd-7598-406a-8cbf-504d4a3bac15" providerId="ADAL" clId="{65104DF2-1B45-4C36-9E2A-F89658839DCF}" dt="2024-01-15T18:02:53.069" v="52" actId="700"/>
          <ac:spMkLst>
            <pc:docMk/>
            <pc:sldMk cId="2626438807" sldId="475"/>
            <ac:spMk id="3" creationId="{9DF37E32-E849-43FD-AE75-95E334786AB7}"/>
          </ac:spMkLst>
        </pc:spChg>
        <pc:spChg chg="mod ord">
          <ac:chgData name="Palit, Tapti" userId="dec6fbcd-7598-406a-8cbf-504d4a3bac15" providerId="ADAL" clId="{65104DF2-1B45-4C36-9E2A-F89658839DCF}" dt="2024-01-15T18:02:53.069" v="52" actId="700"/>
          <ac:spMkLst>
            <pc:docMk/>
            <pc:sldMk cId="2626438807" sldId="475"/>
            <ac:spMk id="4" creationId="{3CFC0458-353F-49C6-A1F4-5BF22C6A25F4}"/>
          </ac:spMkLst>
        </pc:spChg>
        <pc:spChg chg="mod">
          <ac:chgData name="Palit, Tapti" userId="dec6fbcd-7598-406a-8cbf-504d4a3bac15" providerId="ADAL" clId="{65104DF2-1B45-4C36-9E2A-F89658839DCF}" dt="2024-01-15T19:29:43.199" v="642" actId="255"/>
          <ac:spMkLst>
            <pc:docMk/>
            <pc:sldMk cId="2626438807" sldId="475"/>
            <ac:spMk id="5" creationId="{3BD545A7-2B82-4CCD-BB25-B0D8B99223C8}"/>
          </ac:spMkLst>
        </pc:spChg>
        <pc:spChg chg="mod">
          <ac:chgData name="Palit, Tapti" userId="dec6fbcd-7598-406a-8cbf-504d4a3bac15" providerId="ADAL" clId="{65104DF2-1B45-4C36-9E2A-F89658839DCF}" dt="2024-01-15T19:29:08.932" v="635" actId="108"/>
          <ac:spMkLst>
            <pc:docMk/>
            <pc:sldMk cId="2626438807" sldId="475"/>
            <ac:spMk id="6" creationId="{D6E7A7AB-D626-4FD5-AB23-3EBF346B90C3}"/>
          </ac:spMkLst>
        </pc:spChg>
        <pc:spChg chg="mod">
          <ac:chgData name="Palit, Tapti" userId="dec6fbcd-7598-406a-8cbf-504d4a3bac15" providerId="ADAL" clId="{65104DF2-1B45-4C36-9E2A-F89658839DCF}" dt="2024-01-15T19:38:14.260" v="725" actId="113"/>
          <ac:spMkLst>
            <pc:docMk/>
            <pc:sldMk cId="2626438807" sldId="475"/>
            <ac:spMk id="21" creationId="{C002CB50-FFF4-441D-8367-A795E26CAACA}"/>
          </ac:spMkLst>
        </pc:spChg>
        <pc:spChg chg="mod">
          <ac:chgData name="Palit, Tapti" userId="dec6fbcd-7598-406a-8cbf-504d4a3bac15" providerId="ADAL" clId="{65104DF2-1B45-4C36-9E2A-F89658839DCF}" dt="2024-01-15T19:29:36.983" v="641" actId="255"/>
          <ac:spMkLst>
            <pc:docMk/>
            <pc:sldMk cId="2626438807" sldId="475"/>
            <ac:spMk id="24" creationId="{0C7431CC-9ABE-4770-B145-AC2766FD7A0E}"/>
          </ac:spMkLst>
        </pc:spChg>
        <pc:spChg chg="mod">
          <ac:chgData name="Palit, Tapti" userId="dec6fbcd-7598-406a-8cbf-504d4a3bac15" providerId="ADAL" clId="{65104DF2-1B45-4C36-9E2A-F89658839DCF}" dt="2024-01-15T19:29:31.900" v="640" actId="255"/>
          <ac:spMkLst>
            <pc:docMk/>
            <pc:sldMk cId="2626438807" sldId="475"/>
            <ac:spMk id="41" creationId="{21F97398-A0DE-4EC6-AEA5-1E87C05FE65B}"/>
          </ac:spMkLst>
        </pc:spChg>
        <pc:spChg chg="mod">
          <ac:chgData name="Palit, Tapti" userId="dec6fbcd-7598-406a-8cbf-504d4a3bac15" providerId="ADAL" clId="{65104DF2-1B45-4C36-9E2A-F89658839DCF}" dt="2024-01-15T19:37:59.545" v="720" actId="113"/>
          <ac:spMkLst>
            <pc:docMk/>
            <pc:sldMk cId="2626438807" sldId="475"/>
            <ac:spMk id="44" creationId="{1865E06F-4701-4A03-8F26-806EB926D33A}"/>
          </ac:spMkLst>
        </pc:spChg>
        <pc:spChg chg="mod">
          <ac:chgData name="Palit, Tapti" userId="dec6fbcd-7598-406a-8cbf-504d4a3bac15" providerId="ADAL" clId="{65104DF2-1B45-4C36-9E2A-F89658839DCF}" dt="2024-01-15T19:38:23.905" v="727" actId="255"/>
          <ac:spMkLst>
            <pc:docMk/>
            <pc:sldMk cId="2626438807" sldId="475"/>
            <ac:spMk id="45" creationId="{8CFDC509-7B4F-455B-9524-DEC143CA2728}"/>
          </ac:spMkLst>
        </pc:spChg>
        <pc:spChg chg="mod">
          <ac:chgData name="Palit, Tapti" userId="dec6fbcd-7598-406a-8cbf-504d4a3bac15" providerId="ADAL" clId="{65104DF2-1B45-4C36-9E2A-F89658839DCF}" dt="2024-01-15T17:57:41.817" v="26"/>
          <ac:spMkLst>
            <pc:docMk/>
            <pc:sldMk cId="2626438807" sldId="475"/>
            <ac:spMk id="58" creationId="{D66BCB38-2C9F-434F-A99C-DED3B22A3274}"/>
          </ac:spMkLst>
        </pc:spChg>
        <pc:spChg chg="mod">
          <ac:chgData name="Palit, Tapti" userId="dec6fbcd-7598-406a-8cbf-504d4a3bac15" providerId="ADAL" clId="{65104DF2-1B45-4C36-9E2A-F89658839DCF}" dt="2024-01-15T19:31:09.937" v="661" actId="255"/>
          <ac:spMkLst>
            <pc:docMk/>
            <pc:sldMk cId="2626438807" sldId="475"/>
            <ac:spMk id="59" creationId="{9244040A-0AEF-4D13-B19F-4F8F4AC150BD}"/>
          </ac:spMkLst>
        </pc:spChg>
        <pc:spChg chg="mod">
          <ac:chgData name="Palit, Tapti" userId="dec6fbcd-7598-406a-8cbf-504d4a3bac15" providerId="ADAL" clId="{65104DF2-1B45-4C36-9E2A-F89658839DCF}" dt="2024-01-15T19:31:15.172" v="663" actId="255"/>
          <ac:spMkLst>
            <pc:docMk/>
            <pc:sldMk cId="2626438807" sldId="475"/>
            <ac:spMk id="61" creationId="{22050323-B2C6-426C-8544-BCBB09BF87CF}"/>
          </ac:spMkLst>
        </pc:spChg>
        <pc:cxnChg chg="mod">
          <ac:chgData name="Palit, Tapti" userId="dec6fbcd-7598-406a-8cbf-504d4a3bac15" providerId="ADAL" clId="{65104DF2-1B45-4C36-9E2A-F89658839DCF}" dt="2024-01-15T19:30:48.299" v="657" actId="692"/>
          <ac:cxnSpMkLst>
            <pc:docMk/>
            <pc:sldMk cId="2626438807" sldId="475"/>
            <ac:cxnSpMk id="14" creationId="{4E2D8B7B-DADD-4291-986A-A38DA91B70B9}"/>
          </ac:cxnSpMkLst>
        </pc:cxnChg>
        <pc:cxnChg chg="mod">
          <ac:chgData name="Palit, Tapti" userId="dec6fbcd-7598-406a-8cbf-504d4a3bac15" providerId="ADAL" clId="{65104DF2-1B45-4C36-9E2A-F89658839DCF}" dt="2024-01-15T19:30:48.299" v="657" actId="692"/>
          <ac:cxnSpMkLst>
            <pc:docMk/>
            <pc:sldMk cId="2626438807" sldId="475"/>
            <ac:cxnSpMk id="39" creationId="{E21A7DA2-06E1-4960-8F3F-A0E5D95C018A}"/>
          </ac:cxnSpMkLst>
        </pc:cxnChg>
        <pc:cxnChg chg="mod">
          <ac:chgData name="Palit, Tapti" userId="dec6fbcd-7598-406a-8cbf-504d4a3bac15" providerId="ADAL" clId="{65104DF2-1B45-4C36-9E2A-F89658839DCF}" dt="2024-01-15T19:30:48.299" v="657" actId="692"/>
          <ac:cxnSpMkLst>
            <pc:docMk/>
            <pc:sldMk cId="2626438807" sldId="475"/>
            <ac:cxnSpMk id="43" creationId="{B25A535B-FC0A-4F63-B819-40C5C07495B3}"/>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30:08.269" v="1070"/>
              <pc2:cmMkLst xmlns:pc2="http://schemas.microsoft.com/office/powerpoint/2019/9/main/command">
                <pc:docMk/>
                <pc:sldMk cId="2626438807" sldId="475"/>
                <pc2:cmMk id="{45D5EDE1-8ABD-462C-B89E-EA62B27C0418}"/>
              </pc2:cmMkLst>
              <pc226:cmRplyChg chg="add">
                <pc226:chgData name="Palit, Tapti" userId="dec6fbcd-7598-406a-8cbf-504d4a3bac15" providerId="ADAL" clId="{65104DF2-1B45-4C36-9E2A-F89658839DCF}" dt="2024-01-15T20:30:08.269" v="1070"/>
                <pc2:cmRplyMkLst xmlns:pc2="http://schemas.microsoft.com/office/powerpoint/2019/9/main/command">
                  <pc:docMk/>
                  <pc:sldMk cId="2626438807" sldId="475"/>
                  <pc2:cmMk id="{45D5EDE1-8ABD-462C-B89E-EA62B27C0418}"/>
                  <pc2:cmRplyMk id="{B738B8B6-85FE-43BA-858D-9A42A03DD5B9}"/>
                </pc2:cmRplyMkLst>
              </pc226:cmRplyChg>
              <pc226:cmRplyChg chg="add">
                <pc226:chgData name="Palit, Tapti" userId="dec6fbcd-7598-406a-8cbf-504d4a3bac15" providerId="ADAL" clId="{65104DF2-1B45-4C36-9E2A-F89658839DCF}" dt="2024-01-15T20:28:39.696" v="1069"/>
                <pc2:cmRplyMkLst xmlns:pc2="http://schemas.microsoft.com/office/powerpoint/2019/9/main/command">
                  <pc:docMk/>
                  <pc:sldMk cId="2626438807" sldId="475"/>
                  <pc2:cmMk id="{45D5EDE1-8ABD-462C-B89E-EA62B27C0418}"/>
                  <pc2:cmRplyMk id="{76A4CEB9-3AFD-40A1-AE7F-F2FE672FFBC6}"/>
                </pc2:cmRplyMkLst>
              </pc226:cmRplyChg>
              <pc226:cmRplyChg chg="add">
                <pc226:chgData name="Palit, Tapti" userId="dec6fbcd-7598-406a-8cbf-504d4a3bac15" providerId="ADAL" clId="{65104DF2-1B45-4C36-9E2A-F89658839DCF}" dt="2024-01-15T20:28:22.817" v="1068"/>
                <pc2:cmRplyMkLst xmlns:pc2="http://schemas.microsoft.com/office/powerpoint/2019/9/main/command">
                  <pc:docMk/>
                  <pc:sldMk cId="2626438807" sldId="475"/>
                  <pc2:cmMk id="{45D5EDE1-8ABD-462C-B89E-EA62B27C0418}"/>
                  <pc2:cmRplyMk id="{FE630CEB-82FE-4AF9-883C-F62BEB3344D5}"/>
                </pc2:cmRplyMkLst>
              </pc226:cmRplyChg>
            </pc226:cmChg>
          </p:ext>
        </pc:extLst>
      </pc:sldChg>
      <pc:sldChg chg="addSp delSp modSp mod chgLayout">
        <pc:chgData name="Palit, Tapti" userId="dec6fbcd-7598-406a-8cbf-504d4a3bac15" providerId="ADAL" clId="{65104DF2-1B45-4C36-9E2A-F89658839DCF}" dt="2024-01-15T18:31:39.227" v="281" actId="20577"/>
        <pc:sldMkLst>
          <pc:docMk/>
          <pc:sldMk cId="4098474423" sldId="476"/>
        </pc:sldMkLst>
        <pc:spChg chg="mod ord">
          <ac:chgData name="Palit, Tapti" userId="dec6fbcd-7598-406a-8cbf-504d4a3bac15" providerId="ADAL" clId="{65104DF2-1B45-4C36-9E2A-F89658839DCF}" dt="2024-01-15T18:31:39.227" v="281" actId="20577"/>
          <ac:spMkLst>
            <pc:docMk/>
            <pc:sldMk cId="4098474423" sldId="476"/>
            <ac:spMk id="2" creationId="{CA168A6A-A674-44A5-AC65-6B0362CD0AB6}"/>
          </ac:spMkLst>
        </pc:spChg>
        <pc:spChg chg="add del mod ord">
          <ac:chgData name="Palit, Tapti" userId="dec6fbcd-7598-406a-8cbf-504d4a3bac15" providerId="ADAL" clId="{65104DF2-1B45-4C36-9E2A-F89658839DCF}" dt="2024-01-15T18:31:35.744" v="280" actId="478"/>
          <ac:spMkLst>
            <pc:docMk/>
            <pc:sldMk cId="4098474423" sldId="476"/>
            <ac:spMk id="3" creationId="{48145B3C-EEB5-079A-318C-AC8A1C248274}"/>
          </ac:spMkLst>
        </pc:spChg>
        <pc:spChg chg="mod ord">
          <ac:chgData name="Palit, Tapti" userId="dec6fbcd-7598-406a-8cbf-504d4a3bac15" providerId="ADAL" clId="{65104DF2-1B45-4C36-9E2A-F89658839DCF}" dt="2024-01-15T18:02:53.069" v="52" actId="700"/>
          <ac:spMkLst>
            <pc:docMk/>
            <pc:sldMk cId="4098474423" sldId="476"/>
            <ac:spMk id="4" creationId="{1984492D-5621-4DFF-A13F-7F893A2A116E}"/>
          </ac:spMkLst>
        </pc:spChg>
      </pc:sldChg>
      <pc:sldChg chg="modSp">
        <pc:chgData name="Palit, Tapti" userId="dec6fbcd-7598-406a-8cbf-504d4a3bac15" providerId="ADAL" clId="{65104DF2-1B45-4C36-9E2A-F89658839DCF}" dt="2024-01-15T17:57:41.817" v="26"/>
        <pc:sldMkLst>
          <pc:docMk/>
          <pc:sldMk cId="1115464288" sldId="477"/>
        </pc:sldMkLst>
        <pc:spChg chg="mod">
          <ac:chgData name="Palit, Tapti" userId="dec6fbcd-7598-406a-8cbf-504d4a3bac15" providerId="ADAL" clId="{65104DF2-1B45-4C36-9E2A-F89658839DCF}" dt="2024-01-15T17:57:41.817" v="26"/>
          <ac:spMkLst>
            <pc:docMk/>
            <pc:sldMk cId="1115464288" sldId="477"/>
            <ac:spMk id="2" creationId="{803650A6-D090-4F49-89FC-6E7ECF8BED37}"/>
          </ac:spMkLst>
        </pc:spChg>
        <pc:spChg chg="mod">
          <ac:chgData name="Palit, Tapti" userId="dec6fbcd-7598-406a-8cbf-504d4a3bac15" providerId="ADAL" clId="{65104DF2-1B45-4C36-9E2A-F89658839DCF}" dt="2024-01-15T17:57:41.817" v="26"/>
          <ac:spMkLst>
            <pc:docMk/>
            <pc:sldMk cId="1115464288" sldId="477"/>
            <ac:spMk id="4" creationId="{3CFC0458-353F-49C6-A1F4-5BF22C6A25F4}"/>
          </ac:spMkLst>
        </pc:spChg>
      </pc:sldChg>
      <pc:sldChg chg="modSp mod">
        <pc:chgData name="Palit, Tapti" userId="dec6fbcd-7598-406a-8cbf-504d4a3bac15" providerId="ADAL" clId="{65104DF2-1B45-4C36-9E2A-F89658839DCF}" dt="2024-01-15T18:01:57.421" v="48" actId="27636"/>
        <pc:sldMkLst>
          <pc:docMk/>
          <pc:sldMk cId="3509378371" sldId="753"/>
        </pc:sldMkLst>
        <pc:spChg chg="mod">
          <ac:chgData name="Palit, Tapti" userId="dec6fbcd-7598-406a-8cbf-504d4a3bac15" providerId="ADAL" clId="{65104DF2-1B45-4C36-9E2A-F89658839DCF}" dt="2024-01-15T18:01:57.421" v="48" actId="27636"/>
          <ac:spMkLst>
            <pc:docMk/>
            <pc:sldMk cId="3509378371" sldId="753"/>
            <ac:spMk id="2" creationId="{5510985D-2477-455A-A3CB-96DAE9FDD982}"/>
          </ac:spMkLst>
        </pc:spChg>
        <pc:spChg chg="mod">
          <ac:chgData name="Palit, Tapti" userId="dec6fbcd-7598-406a-8cbf-504d4a3bac15" providerId="ADAL" clId="{65104DF2-1B45-4C36-9E2A-F89658839DCF}" dt="2024-01-15T17:57:41.817" v="26"/>
          <ac:spMkLst>
            <pc:docMk/>
            <pc:sldMk cId="3509378371" sldId="753"/>
            <ac:spMk id="3" creationId="{2DED0A3C-2800-4695-A0F2-7E7D4FF6FB80}"/>
          </ac:spMkLst>
        </pc:spChg>
        <pc:spChg chg="mod">
          <ac:chgData name="Palit, Tapti" userId="dec6fbcd-7598-406a-8cbf-504d4a3bac15" providerId="ADAL" clId="{65104DF2-1B45-4C36-9E2A-F89658839DCF}" dt="2024-01-15T17:57:41.817" v="26"/>
          <ac:spMkLst>
            <pc:docMk/>
            <pc:sldMk cId="3509378371" sldId="753"/>
            <ac:spMk id="4" creationId="{52C5D24A-7BA7-4124-9EA5-F0C4372FD74C}"/>
          </ac:spMkLst>
        </pc:spChg>
      </pc:sldChg>
      <pc:sldChg chg="addSp delSp modSp mod chgLayout">
        <pc:chgData name="Palit, Tapti" userId="dec6fbcd-7598-406a-8cbf-504d4a3bac15" providerId="ADAL" clId="{65104DF2-1B45-4C36-9E2A-F89658839DCF}" dt="2024-01-15T18:02:53.069" v="52" actId="700"/>
        <pc:sldMkLst>
          <pc:docMk/>
          <pc:sldMk cId="3152190271" sldId="754"/>
        </pc:sldMkLst>
        <pc:spChg chg="del mod">
          <ac:chgData name="Palit, Tapti" userId="dec6fbcd-7598-406a-8cbf-504d4a3bac15" providerId="ADAL" clId="{65104DF2-1B45-4C36-9E2A-F89658839DCF}" dt="2024-01-15T18:02:53.069" v="52" actId="700"/>
          <ac:spMkLst>
            <pc:docMk/>
            <pc:sldMk cId="3152190271" sldId="754"/>
            <ac:spMk id="2" creationId="{2A9BF5D1-B61D-461B-A6E7-6AC87AFE724D}"/>
          </ac:spMkLst>
        </pc:spChg>
        <pc:spChg chg="add mod ord">
          <ac:chgData name="Palit, Tapti" userId="dec6fbcd-7598-406a-8cbf-504d4a3bac15" providerId="ADAL" clId="{65104DF2-1B45-4C36-9E2A-F89658839DCF}" dt="2024-01-15T18:02:53.069" v="52" actId="700"/>
          <ac:spMkLst>
            <pc:docMk/>
            <pc:sldMk cId="3152190271" sldId="754"/>
            <ac:spMk id="3" creationId="{C7FE8E33-492E-4DE0-3E5B-D96F7F51F2AF}"/>
          </ac:spMkLst>
        </pc:spChg>
        <pc:spChg chg="mod ord">
          <ac:chgData name="Palit, Tapti" userId="dec6fbcd-7598-406a-8cbf-504d4a3bac15" providerId="ADAL" clId="{65104DF2-1B45-4C36-9E2A-F89658839DCF}" dt="2024-01-15T18:02:53.069" v="52" actId="700"/>
          <ac:spMkLst>
            <pc:docMk/>
            <pc:sldMk cId="3152190271" sldId="754"/>
            <ac:spMk id="4" creationId="{8915FFE3-A260-4192-84A4-F4A3539C2558}"/>
          </ac:spMkLst>
        </pc:spChg>
        <pc:spChg chg="add mod ord">
          <ac:chgData name="Palit, Tapti" userId="dec6fbcd-7598-406a-8cbf-504d4a3bac15" providerId="ADAL" clId="{65104DF2-1B45-4C36-9E2A-F89658839DCF}" dt="2024-01-15T18:02:53.069" v="52" actId="700"/>
          <ac:spMkLst>
            <pc:docMk/>
            <pc:sldMk cId="3152190271" sldId="754"/>
            <ac:spMk id="6" creationId="{32904AA1-05AE-7819-3096-8C326379931C}"/>
          </ac:spMkLst>
        </pc:spChg>
      </pc:sldChg>
      <pc:sldChg chg="addSp modSp mod chgLayout modNotesTx">
        <pc:chgData name="Palit, Tapti" userId="dec6fbcd-7598-406a-8cbf-504d4a3bac15" providerId="ADAL" clId="{65104DF2-1B45-4C36-9E2A-F89658839DCF}" dt="2024-01-24T17:50:33.715" v="9176" actId="20577"/>
        <pc:sldMkLst>
          <pc:docMk/>
          <pc:sldMk cId="475089128" sldId="755"/>
        </pc:sldMkLst>
        <pc:spChg chg="add mod ord">
          <ac:chgData name="Palit, Tapti" userId="dec6fbcd-7598-406a-8cbf-504d4a3bac15" providerId="ADAL" clId="{65104DF2-1B45-4C36-9E2A-F89658839DCF}" dt="2024-01-15T18:02:53.069" v="52" actId="700"/>
          <ac:spMkLst>
            <pc:docMk/>
            <pc:sldMk cId="475089128" sldId="755"/>
            <ac:spMk id="2" creationId="{B3081949-5183-2FF9-CE17-74455245C729}"/>
          </ac:spMkLst>
        </pc:spChg>
        <pc:spChg chg="mod ord">
          <ac:chgData name="Palit, Tapti" userId="dec6fbcd-7598-406a-8cbf-504d4a3bac15" providerId="ADAL" clId="{65104DF2-1B45-4C36-9E2A-F89658839DCF}" dt="2024-01-15T18:26:58.439" v="215" actId="207"/>
          <ac:spMkLst>
            <pc:docMk/>
            <pc:sldMk cId="475089128" sldId="755"/>
            <ac:spMk id="3" creationId="{447D293D-7127-C791-DD9C-F2890664744A}"/>
          </ac:spMkLst>
        </pc:spChg>
        <pc:spChg chg="mod ord">
          <ac:chgData name="Palit, Tapti" userId="dec6fbcd-7598-406a-8cbf-504d4a3bac15" providerId="ADAL" clId="{65104DF2-1B45-4C36-9E2A-F89658839DCF}" dt="2024-01-15T18:02:53.069" v="52" actId="700"/>
          <ac:spMkLst>
            <pc:docMk/>
            <pc:sldMk cId="475089128" sldId="755"/>
            <ac:spMk id="4" creationId="{CCDABEDB-ED5F-FE78-A359-9E6D6A5291CB}"/>
          </ac:spMkLst>
        </pc:spChg>
        <pc:spChg chg="mod">
          <ac:chgData name="Palit, Tapti" userId="dec6fbcd-7598-406a-8cbf-504d4a3bac15" providerId="ADAL" clId="{65104DF2-1B45-4C36-9E2A-F89658839DCF}" dt="2024-01-24T17:50:11.568" v="9097" actId="20577"/>
          <ac:spMkLst>
            <pc:docMk/>
            <pc:sldMk cId="475089128" sldId="755"/>
            <ac:spMk id="5" creationId="{E43C3F49-DBD6-FACA-9BD7-108F0433B867}"/>
          </ac:spMkLst>
        </pc:spChg>
      </pc:sldChg>
      <pc:sldChg chg="addSp delSp modSp mod modClrScheme addCm chgLayout">
        <pc:chgData name="Palit, Tapti" userId="dec6fbcd-7598-406a-8cbf-504d4a3bac15" providerId="ADAL" clId="{65104DF2-1B45-4C36-9E2A-F89658839DCF}" dt="2024-01-15T19:43:02.123" v="797" actId="20577"/>
        <pc:sldMkLst>
          <pc:docMk/>
          <pc:sldMk cId="695655142" sldId="758"/>
        </pc:sldMkLst>
        <pc:spChg chg="mod ord">
          <ac:chgData name="Palit, Tapti" userId="dec6fbcd-7598-406a-8cbf-504d4a3bac15" providerId="ADAL" clId="{65104DF2-1B45-4C36-9E2A-F89658839DCF}" dt="2024-01-15T19:43:02.123" v="797" actId="20577"/>
          <ac:spMkLst>
            <pc:docMk/>
            <pc:sldMk cId="695655142" sldId="758"/>
            <ac:spMk id="2" creationId="{8229BDFF-E1CE-F57B-F8D8-308A800B8A01}"/>
          </ac:spMkLst>
        </pc:spChg>
        <pc:spChg chg="add del mod ord">
          <ac:chgData name="Palit, Tapti" userId="dec6fbcd-7598-406a-8cbf-504d4a3bac15" providerId="ADAL" clId="{65104DF2-1B45-4C36-9E2A-F89658839DCF}" dt="2024-01-15T18:13:00.081" v="87" actId="478"/>
          <ac:spMkLst>
            <pc:docMk/>
            <pc:sldMk cId="695655142" sldId="758"/>
            <ac:spMk id="3" creationId="{53A3EAF9-9AB2-5C07-E951-5B10D8702686}"/>
          </ac:spMkLst>
        </pc:spChg>
        <pc:spChg chg="add del mod ord">
          <ac:chgData name="Palit, Tapti" userId="dec6fbcd-7598-406a-8cbf-504d4a3bac15" providerId="ADAL" clId="{65104DF2-1B45-4C36-9E2A-F89658839DCF}" dt="2024-01-15T19:09:31.838" v="443" actId="700"/>
          <ac:spMkLst>
            <pc:docMk/>
            <pc:sldMk cId="695655142" sldId="758"/>
            <ac:spMk id="3" creationId="{B3ED0090-7725-869A-E78D-8838F9D6DBF5}"/>
          </ac:spMkLst>
        </pc:spChg>
        <pc:spChg chg="mod ord">
          <ac:chgData name="Palit, Tapti" userId="dec6fbcd-7598-406a-8cbf-504d4a3bac15" providerId="ADAL" clId="{65104DF2-1B45-4C36-9E2A-F89658839DCF}" dt="2024-01-15T19:15:59.324" v="525" actId="6264"/>
          <ac:spMkLst>
            <pc:docMk/>
            <pc:sldMk cId="695655142" sldId="758"/>
            <ac:spMk id="4" creationId="{2EA4B841-1774-F5A0-07E2-86E26A512403}"/>
          </ac:spMkLst>
        </pc:spChg>
        <pc:spChg chg="add del mod ord">
          <ac:chgData name="Palit, Tapti" userId="dec6fbcd-7598-406a-8cbf-504d4a3bac15" providerId="ADAL" clId="{65104DF2-1B45-4C36-9E2A-F89658839DCF}" dt="2024-01-15T19:09:28.867" v="442" actId="700"/>
          <ac:spMkLst>
            <pc:docMk/>
            <pc:sldMk cId="695655142" sldId="758"/>
            <ac:spMk id="5" creationId="{A877F316-B59F-F9D9-3C30-05B0A2BE5DC9}"/>
          </ac:spMkLst>
        </pc:spChg>
        <pc:spChg chg="add del mod ord">
          <ac:chgData name="Palit, Tapti" userId="dec6fbcd-7598-406a-8cbf-504d4a3bac15" providerId="ADAL" clId="{65104DF2-1B45-4C36-9E2A-F89658839DCF}" dt="2024-01-15T19:09:35.708" v="444" actId="700"/>
          <ac:spMkLst>
            <pc:docMk/>
            <pc:sldMk cId="695655142" sldId="758"/>
            <ac:spMk id="7" creationId="{59DBA67A-90B2-C162-EBDF-6A983EB2356A}"/>
          </ac:spMkLst>
        </pc:spChg>
        <pc:spChg chg="add del mod ord">
          <ac:chgData name="Palit, Tapti" userId="dec6fbcd-7598-406a-8cbf-504d4a3bac15" providerId="ADAL" clId="{65104DF2-1B45-4C36-9E2A-F89658839DCF}" dt="2024-01-15T19:09:38.611" v="445" actId="6264"/>
          <ac:spMkLst>
            <pc:docMk/>
            <pc:sldMk cId="695655142" sldId="758"/>
            <ac:spMk id="9" creationId="{2A131D88-0361-4770-332E-D9ADD206D60A}"/>
          </ac:spMkLst>
        </pc:spChg>
        <pc:spChg chg="add del mod">
          <ac:chgData name="Palit, Tapti" userId="dec6fbcd-7598-406a-8cbf-504d4a3bac15" providerId="ADAL" clId="{65104DF2-1B45-4C36-9E2A-F89658839DCF}" dt="2024-01-15T19:09:38.611" v="445" actId="6264"/>
          <ac:spMkLst>
            <pc:docMk/>
            <pc:sldMk cId="695655142" sldId="758"/>
            <ac:spMk id="10" creationId="{6392D3AD-7D6A-F124-7B99-A5D76884AA1D}"/>
          </ac:spMkLst>
        </pc:spChg>
        <pc:spChg chg="add del mod">
          <ac:chgData name="Palit, Tapti" userId="dec6fbcd-7598-406a-8cbf-504d4a3bac15" providerId="ADAL" clId="{65104DF2-1B45-4C36-9E2A-F89658839DCF}" dt="2024-01-15T19:09:38.611" v="445" actId="6264"/>
          <ac:spMkLst>
            <pc:docMk/>
            <pc:sldMk cId="695655142" sldId="758"/>
            <ac:spMk id="11" creationId="{A7722280-8207-1EA7-67D7-4DBFE14C1AC6}"/>
          </ac:spMkLst>
        </pc:spChg>
        <pc:spChg chg="add del mod ord">
          <ac:chgData name="Palit, Tapti" userId="dec6fbcd-7598-406a-8cbf-504d4a3bac15" providerId="ADAL" clId="{65104DF2-1B45-4C36-9E2A-F89658839DCF}" dt="2024-01-15T19:15:59.324" v="525" actId="6264"/>
          <ac:spMkLst>
            <pc:docMk/>
            <pc:sldMk cId="695655142" sldId="758"/>
            <ac:spMk id="12" creationId="{B3CBC444-0247-74E6-FA4C-E07444B3770C}"/>
          </ac:spMkLst>
        </pc:spChg>
        <pc:spChg chg="add del mod">
          <ac:chgData name="Palit, Tapti" userId="dec6fbcd-7598-406a-8cbf-504d4a3bac15" providerId="ADAL" clId="{65104DF2-1B45-4C36-9E2A-F89658839DCF}" dt="2024-01-15T19:15:59.324" v="525" actId="6264"/>
          <ac:spMkLst>
            <pc:docMk/>
            <pc:sldMk cId="695655142" sldId="758"/>
            <ac:spMk id="13" creationId="{E37018BA-5F02-9F10-658E-6F1AC4634DDD}"/>
          </ac:spMkLst>
        </pc:spChg>
        <pc:spChg chg="add del mod">
          <ac:chgData name="Palit, Tapti" userId="dec6fbcd-7598-406a-8cbf-504d4a3bac15" providerId="ADAL" clId="{65104DF2-1B45-4C36-9E2A-F89658839DCF}" dt="2024-01-15T19:15:59.324" v="525" actId="6264"/>
          <ac:spMkLst>
            <pc:docMk/>
            <pc:sldMk cId="695655142" sldId="758"/>
            <ac:spMk id="14" creationId="{42F92D84-8092-BDE8-07E0-6B223D56DD58}"/>
          </ac:spMkLst>
        </pc:spChg>
        <pc:spChg chg="add del mod ord">
          <ac:chgData name="Palit, Tapti" userId="dec6fbcd-7598-406a-8cbf-504d4a3bac15" providerId="ADAL" clId="{65104DF2-1B45-4C36-9E2A-F89658839DCF}" dt="2024-01-15T19:16:10.332" v="529" actId="478"/>
          <ac:spMkLst>
            <pc:docMk/>
            <pc:sldMk cId="695655142" sldId="758"/>
            <ac:spMk id="16" creationId="{274A3981-A1A8-0C45-9E3B-C52906715C82}"/>
          </ac:spMkLst>
        </pc:spChg>
        <pc:spChg chg="add mod ord">
          <ac:chgData name="Palit, Tapti" userId="dec6fbcd-7598-406a-8cbf-504d4a3bac15" providerId="ADAL" clId="{65104DF2-1B45-4C36-9E2A-F89658839DCF}" dt="2024-01-15T19:16:04.219" v="527"/>
          <ac:spMkLst>
            <pc:docMk/>
            <pc:sldMk cId="695655142" sldId="758"/>
            <ac:spMk id="17" creationId="{BD383F5C-A43F-3603-F072-667275C46E4E}"/>
          </ac:spMkLst>
        </pc:spChg>
        <pc:spChg chg="add del mod">
          <ac:chgData name="Palit, Tapti" userId="dec6fbcd-7598-406a-8cbf-504d4a3bac15" providerId="ADAL" clId="{65104DF2-1B45-4C36-9E2A-F89658839DCF}" dt="2024-01-15T19:16:05.719" v="528" actId="478"/>
          <ac:spMkLst>
            <pc:docMk/>
            <pc:sldMk cId="695655142" sldId="758"/>
            <ac:spMk id="21" creationId="{56844122-7D25-7E0A-BD4C-410A5FA3C81F}"/>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19:02.398" v="120"/>
              <pc2:cmMkLst xmlns:pc2="http://schemas.microsoft.com/office/powerpoint/2019/9/main/command">
                <pc:docMk/>
                <pc:sldMk cId="695655142" sldId="758"/>
                <pc2:cmMk id="{C95B8899-924C-4A7F-8C15-EF096EA6C65D}"/>
              </pc2:cmMkLst>
            </pc226:cmChg>
          </p:ext>
        </pc:extLst>
      </pc:sldChg>
      <pc:sldChg chg="modSp del mod chgLayout">
        <pc:chgData name="Palit, Tapti" userId="dec6fbcd-7598-406a-8cbf-504d4a3bac15" providerId="ADAL" clId="{65104DF2-1B45-4C36-9E2A-F89658839DCF}" dt="2024-01-25T17:18:42.201" v="20753" actId="47"/>
        <pc:sldMkLst>
          <pc:docMk/>
          <pc:sldMk cId="985481160" sldId="759"/>
        </pc:sldMkLst>
        <pc:spChg chg="mod ord">
          <ac:chgData name="Palit, Tapti" userId="dec6fbcd-7598-406a-8cbf-504d4a3bac15" providerId="ADAL" clId="{65104DF2-1B45-4C36-9E2A-F89658839DCF}" dt="2024-01-15T18:02:53.069" v="52" actId="700"/>
          <ac:spMkLst>
            <pc:docMk/>
            <pc:sldMk cId="985481160" sldId="759"/>
            <ac:spMk id="2" creationId="{9172D11A-0F01-2059-B19E-0DB3157F9A74}"/>
          </ac:spMkLst>
        </pc:spChg>
        <pc:spChg chg="mod ord">
          <ac:chgData name="Palit, Tapti" userId="dec6fbcd-7598-406a-8cbf-504d4a3bac15" providerId="ADAL" clId="{65104DF2-1B45-4C36-9E2A-F89658839DCF}" dt="2024-01-15T18:27:16.250" v="219" actId="207"/>
          <ac:spMkLst>
            <pc:docMk/>
            <pc:sldMk cId="985481160" sldId="759"/>
            <ac:spMk id="3" creationId="{1DE32838-0EFD-ED43-CD51-D5E95C26D3D4}"/>
          </ac:spMkLst>
        </pc:spChg>
        <pc:spChg chg="mod ord">
          <ac:chgData name="Palit, Tapti" userId="dec6fbcd-7598-406a-8cbf-504d4a3bac15" providerId="ADAL" clId="{65104DF2-1B45-4C36-9E2A-F89658839DCF}" dt="2024-01-15T18:02:53.069" v="52" actId="700"/>
          <ac:spMkLst>
            <pc:docMk/>
            <pc:sldMk cId="985481160" sldId="759"/>
            <ac:spMk id="4" creationId="{56815426-21FE-8B6F-A5B1-995FFEEA61BD}"/>
          </ac:spMkLst>
        </pc:spChg>
      </pc:sldChg>
      <pc:sldChg chg="addSp delSp modSp add mod addAnim delAnim modAnim modNotesTx">
        <pc:chgData name="Palit, Tapti" userId="dec6fbcd-7598-406a-8cbf-504d4a3bac15" providerId="ADAL" clId="{65104DF2-1B45-4C36-9E2A-F89658839DCF}" dt="2024-01-24T17:17:22.707" v="8727" actId="20577"/>
        <pc:sldMkLst>
          <pc:docMk/>
          <pc:sldMk cId="899327028" sldId="760"/>
        </pc:sldMkLst>
        <pc:spChg chg="mod">
          <ac:chgData name="Palit, Tapti" userId="dec6fbcd-7598-406a-8cbf-504d4a3bac15" providerId="ADAL" clId="{65104DF2-1B45-4C36-9E2A-F89658839DCF}" dt="2024-01-24T17:17:22.707" v="8727" actId="20577"/>
          <ac:spMkLst>
            <pc:docMk/>
            <pc:sldMk cId="899327028" sldId="760"/>
            <ac:spMk id="2" creationId="{DF81ABB8-1B14-A1DB-FEB4-C89048CF950D}"/>
          </ac:spMkLst>
        </pc:spChg>
        <pc:spChg chg="add del">
          <ac:chgData name="Palit, Tapti" userId="dec6fbcd-7598-406a-8cbf-504d4a3bac15" providerId="ADAL" clId="{65104DF2-1B45-4C36-9E2A-F89658839DCF}" dt="2024-01-24T17:16:18.730" v="8719" actId="478"/>
          <ac:spMkLst>
            <pc:docMk/>
            <pc:sldMk cId="899327028" sldId="760"/>
            <ac:spMk id="3" creationId="{3003B47F-0A69-20DA-19B7-D9616A16CAD4}"/>
          </ac:spMkLst>
        </pc:spChg>
      </pc:sldChg>
      <pc:sldChg chg="addSp delSp modSp del mod chgLayout">
        <pc:chgData name="Palit, Tapti" userId="dec6fbcd-7598-406a-8cbf-504d4a3bac15" providerId="ADAL" clId="{65104DF2-1B45-4C36-9E2A-F89658839DCF}" dt="2024-01-24T15:53:15.429" v="2996" actId="2696"/>
        <pc:sldMkLst>
          <pc:docMk/>
          <pc:sldMk cId="2315818862" sldId="760"/>
        </pc:sldMkLst>
        <pc:spChg chg="mod ord">
          <ac:chgData name="Palit, Tapti" userId="dec6fbcd-7598-406a-8cbf-504d4a3bac15" providerId="ADAL" clId="{65104DF2-1B45-4C36-9E2A-F89658839DCF}" dt="2024-01-15T18:02:53.069" v="52" actId="700"/>
          <ac:spMkLst>
            <pc:docMk/>
            <pc:sldMk cId="2315818862" sldId="760"/>
            <ac:spMk id="2" creationId="{DF81ABB8-1B14-A1DB-FEB4-C89048CF950D}"/>
          </ac:spMkLst>
        </pc:spChg>
        <pc:spChg chg="mod">
          <ac:chgData name="Palit, Tapti" userId="dec6fbcd-7598-406a-8cbf-504d4a3bac15" providerId="ADAL" clId="{65104DF2-1B45-4C36-9E2A-F89658839DCF}" dt="2024-01-15T20:06:33.046" v="820" actId="692"/>
          <ac:spMkLst>
            <pc:docMk/>
            <pc:sldMk cId="2315818862" sldId="760"/>
            <ac:spMk id="3" creationId="{3003B47F-0A69-20DA-19B7-D9616A16CAD4}"/>
          </ac:spMkLst>
        </pc:spChg>
        <pc:spChg chg="mod ord">
          <ac:chgData name="Palit, Tapti" userId="dec6fbcd-7598-406a-8cbf-504d4a3bac15" providerId="ADAL" clId="{65104DF2-1B45-4C36-9E2A-F89658839DCF}" dt="2024-01-15T18:02:53.069" v="52" actId="700"/>
          <ac:spMkLst>
            <pc:docMk/>
            <pc:sldMk cId="2315818862" sldId="760"/>
            <ac:spMk id="4" creationId="{B4D0B73C-77E4-ECD1-49A1-4EB846159D8F}"/>
          </ac:spMkLst>
        </pc:spChg>
        <pc:spChg chg="mod">
          <ac:chgData name="Palit, Tapti" userId="dec6fbcd-7598-406a-8cbf-504d4a3bac15" providerId="ADAL" clId="{65104DF2-1B45-4C36-9E2A-F89658839DCF}" dt="2024-01-15T20:20:59.164" v="1051" actId="1076"/>
          <ac:spMkLst>
            <pc:docMk/>
            <pc:sldMk cId="2315818862" sldId="760"/>
            <ac:spMk id="5" creationId="{F5325E51-9A03-34B3-70C8-A9DD4DCF2733}"/>
          </ac:spMkLst>
        </pc:spChg>
        <pc:spChg chg="mod">
          <ac:chgData name="Palit, Tapti" userId="dec6fbcd-7598-406a-8cbf-504d4a3bac15" providerId="ADAL" clId="{65104DF2-1B45-4C36-9E2A-F89658839DCF}" dt="2024-01-15T20:21:10.061" v="1052" actId="2711"/>
          <ac:spMkLst>
            <pc:docMk/>
            <pc:sldMk cId="2315818862" sldId="760"/>
            <ac:spMk id="7" creationId="{B0D5B52E-F89C-1B4E-FFC2-FC6C57CC7218}"/>
          </ac:spMkLst>
        </pc:spChg>
        <pc:spChg chg="mod">
          <ac:chgData name="Palit, Tapti" userId="dec6fbcd-7598-406a-8cbf-504d4a3bac15" providerId="ADAL" clId="{65104DF2-1B45-4C36-9E2A-F89658839DCF}" dt="2024-01-15T20:21:10.061" v="1052" actId="2711"/>
          <ac:spMkLst>
            <pc:docMk/>
            <pc:sldMk cId="2315818862" sldId="760"/>
            <ac:spMk id="8" creationId="{4C34F45F-C406-B79A-70E5-77FF2A2CEE10}"/>
          </ac:spMkLst>
        </pc:spChg>
        <pc:spChg chg="mod">
          <ac:chgData name="Palit, Tapti" userId="dec6fbcd-7598-406a-8cbf-504d4a3bac15" providerId="ADAL" clId="{65104DF2-1B45-4C36-9E2A-F89658839DCF}" dt="2024-01-15T20:06:46.283" v="821" actId="207"/>
          <ac:spMkLst>
            <pc:docMk/>
            <pc:sldMk cId="2315818862" sldId="760"/>
            <ac:spMk id="10" creationId="{B0D632D0-8933-EBC4-01CA-9ACCF59688AA}"/>
          </ac:spMkLst>
        </pc:spChg>
        <pc:spChg chg="add del mod ord">
          <ac:chgData name="Palit, Tapti" userId="dec6fbcd-7598-406a-8cbf-504d4a3bac15" providerId="ADAL" clId="{65104DF2-1B45-4C36-9E2A-F89658839DCF}" dt="2024-01-15T18:20:01.446" v="153" actId="478"/>
          <ac:spMkLst>
            <pc:docMk/>
            <pc:sldMk cId="2315818862" sldId="760"/>
            <ac:spMk id="11" creationId="{2312A6B0-FDAC-2240-0CF0-34FFD9427C3B}"/>
          </ac:spMkLst>
        </pc:spChg>
        <pc:spChg chg="mod">
          <ac:chgData name="Palit, Tapti" userId="dec6fbcd-7598-406a-8cbf-504d4a3bac15" providerId="ADAL" clId="{65104DF2-1B45-4C36-9E2A-F89658839DCF}" dt="2024-01-15T20:21:10.061" v="1052" actId="2711"/>
          <ac:spMkLst>
            <pc:docMk/>
            <pc:sldMk cId="2315818862" sldId="760"/>
            <ac:spMk id="27" creationId="{9D8244E9-5278-3F65-B6C3-9F1D20EE80C4}"/>
          </ac:spMkLst>
        </pc:spChg>
        <pc:spChg chg="mod">
          <ac:chgData name="Palit, Tapti" userId="dec6fbcd-7598-406a-8cbf-504d4a3bac15" providerId="ADAL" clId="{65104DF2-1B45-4C36-9E2A-F89658839DCF}" dt="2024-01-15T20:21:14.229" v="1053" actId="2711"/>
          <ac:spMkLst>
            <pc:docMk/>
            <pc:sldMk cId="2315818862" sldId="760"/>
            <ac:spMk id="37" creationId="{AED8CC3B-88CA-91AD-E51F-3A59BEE7580F}"/>
          </ac:spMkLst>
        </pc:spChg>
        <pc:spChg chg="mod">
          <ac:chgData name="Palit, Tapti" userId="dec6fbcd-7598-406a-8cbf-504d4a3bac15" providerId="ADAL" clId="{65104DF2-1B45-4C36-9E2A-F89658839DCF}" dt="2024-01-15T20:09:55.907" v="862" actId="20577"/>
          <ac:spMkLst>
            <pc:docMk/>
            <pc:sldMk cId="2315818862" sldId="760"/>
            <ac:spMk id="45" creationId="{16BAF015-D4A6-06D0-ED1E-D4E1704538DD}"/>
          </ac:spMkLst>
        </pc:spChg>
        <pc:spChg chg="mod">
          <ac:chgData name="Palit, Tapti" userId="dec6fbcd-7598-406a-8cbf-504d4a3bac15" providerId="ADAL" clId="{65104DF2-1B45-4C36-9E2A-F89658839DCF}" dt="2024-01-15T20:21:18.224" v="1054" actId="2711"/>
          <ac:spMkLst>
            <pc:docMk/>
            <pc:sldMk cId="2315818862" sldId="760"/>
            <ac:spMk id="50" creationId="{6D7BADB0-6F43-63E7-FDFB-9C131041A0F2}"/>
          </ac:spMkLst>
        </pc:spChg>
        <pc:spChg chg="mod">
          <ac:chgData name="Palit, Tapti" userId="dec6fbcd-7598-406a-8cbf-504d4a3bac15" providerId="ADAL" clId="{65104DF2-1B45-4C36-9E2A-F89658839DCF}" dt="2024-01-15T18:27:05.504" v="217" actId="207"/>
          <ac:spMkLst>
            <pc:docMk/>
            <pc:sldMk cId="2315818862" sldId="760"/>
            <ac:spMk id="71" creationId="{043021E4-D058-5CFF-2933-21622F58B066}"/>
          </ac:spMkLst>
        </pc:spChg>
        <pc:spChg chg="mod">
          <ac:chgData name="Palit, Tapti" userId="dec6fbcd-7598-406a-8cbf-504d4a3bac15" providerId="ADAL" clId="{65104DF2-1B45-4C36-9E2A-F89658839DCF}" dt="2024-01-15T18:27:09.379" v="218" actId="207"/>
          <ac:spMkLst>
            <pc:docMk/>
            <pc:sldMk cId="2315818862" sldId="760"/>
            <ac:spMk id="72" creationId="{BD32449A-B6A2-4E00-2363-750955D3273C}"/>
          </ac:spMkLst>
        </pc:spChg>
        <pc:spChg chg="mod">
          <ac:chgData name="Palit, Tapti" userId="dec6fbcd-7598-406a-8cbf-504d4a3bac15" providerId="ADAL" clId="{65104DF2-1B45-4C36-9E2A-F89658839DCF}" dt="2024-01-15T20:21:22.124" v="1055" actId="2711"/>
          <ac:spMkLst>
            <pc:docMk/>
            <pc:sldMk cId="2315818862" sldId="760"/>
            <ac:spMk id="73" creationId="{800523CF-AF1D-AB7F-A449-2D1CAD9DAC14}"/>
          </ac:spMkLst>
        </pc:spChg>
        <pc:spChg chg="mod">
          <ac:chgData name="Palit, Tapti" userId="dec6fbcd-7598-406a-8cbf-504d4a3bac15" providerId="ADAL" clId="{65104DF2-1B45-4C36-9E2A-F89658839DCF}" dt="2024-01-15T20:21:25.864" v="1056" actId="2711"/>
          <ac:spMkLst>
            <pc:docMk/>
            <pc:sldMk cId="2315818862" sldId="760"/>
            <ac:spMk id="74" creationId="{DA1B70A0-1179-BDDA-CDA2-F6A2F2662A5C}"/>
          </ac:spMkLst>
        </pc:spChg>
      </pc:sldChg>
      <pc:sldChg chg="addSp delSp modSp del mod addCm chgLayout">
        <pc:chgData name="Palit, Tapti" userId="dec6fbcd-7598-406a-8cbf-504d4a3bac15" providerId="ADAL" clId="{65104DF2-1B45-4C36-9E2A-F89658839DCF}" dt="2024-01-25T17:01:45.043" v="20086" actId="47"/>
        <pc:sldMkLst>
          <pc:docMk/>
          <pc:sldMk cId="2217327378" sldId="761"/>
        </pc:sldMkLst>
        <pc:spChg chg="mod ord">
          <ac:chgData name="Palit, Tapti" userId="dec6fbcd-7598-406a-8cbf-504d4a3bac15" providerId="ADAL" clId="{65104DF2-1B45-4C36-9E2A-F89658839DCF}" dt="2024-01-15T20:02:57.709" v="816" actId="20577"/>
          <ac:spMkLst>
            <pc:docMk/>
            <pc:sldMk cId="2217327378" sldId="761"/>
            <ac:spMk id="2" creationId="{F8B8D02F-DFDB-4EB1-8C2E-1677EEE15BF7}"/>
          </ac:spMkLst>
        </pc:spChg>
        <pc:spChg chg="add del mod ord">
          <ac:chgData name="Palit, Tapti" userId="dec6fbcd-7598-406a-8cbf-504d4a3bac15" providerId="ADAL" clId="{65104DF2-1B45-4C36-9E2A-F89658839DCF}" dt="2024-01-15T18:12:52.939" v="86" actId="478"/>
          <ac:spMkLst>
            <pc:docMk/>
            <pc:sldMk cId="2217327378" sldId="761"/>
            <ac:spMk id="3" creationId="{6F0AE17F-D6A4-6E3C-E073-8787E223F151}"/>
          </ac:spMkLst>
        </pc:spChg>
        <pc:spChg chg="mod ord">
          <ac:chgData name="Palit, Tapti" userId="dec6fbcd-7598-406a-8cbf-504d4a3bac15" providerId="ADAL" clId="{65104DF2-1B45-4C36-9E2A-F89658839DCF}" dt="2024-01-15T18:02:53.069" v="52" actId="700"/>
          <ac:spMkLst>
            <pc:docMk/>
            <pc:sldMk cId="2217327378" sldId="761"/>
            <ac:spMk id="4" creationId="{6B1F8454-81B1-434A-AEB0-0FF8F15F1F73}"/>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32:59.449" v="1075"/>
              <pc2:cmMkLst xmlns:pc2="http://schemas.microsoft.com/office/powerpoint/2019/9/main/command">
                <pc:docMk/>
                <pc:sldMk cId="2217327378" sldId="761"/>
                <pc2:cmMk id="{A5E459B2-AB8D-4925-BCE9-A5345E20183A}"/>
              </pc2:cmMkLst>
            </pc226:cmChg>
          </p:ext>
        </pc:extLst>
      </pc:sldChg>
      <pc:sldChg chg="modSp mod">
        <pc:chgData name="Palit, Tapti" userId="dec6fbcd-7598-406a-8cbf-504d4a3bac15" providerId="ADAL" clId="{65104DF2-1B45-4C36-9E2A-F89658839DCF}" dt="2024-01-15T18:01:57.416" v="47" actId="27636"/>
        <pc:sldMkLst>
          <pc:docMk/>
          <pc:sldMk cId="512239654" sldId="763"/>
        </pc:sldMkLst>
        <pc:spChg chg="mod">
          <ac:chgData name="Palit, Tapti" userId="dec6fbcd-7598-406a-8cbf-504d4a3bac15" providerId="ADAL" clId="{65104DF2-1B45-4C36-9E2A-F89658839DCF}" dt="2024-01-15T18:01:57.416" v="47" actId="27636"/>
          <ac:spMkLst>
            <pc:docMk/>
            <pc:sldMk cId="512239654" sldId="763"/>
            <ac:spMk id="2" creationId="{5510985D-2477-455A-A3CB-96DAE9FDD982}"/>
          </ac:spMkLst>
        </pc:spChg>
        <pc:spChg chg="mod">
          <ac:chgData name="Palit, Tapti" userId="dec6fbcd-7598-406a-8cbf-504d4a3bac15" providerId="ADAL" clId="{65104DF2-1B45-4C36-9E2A-F89658839DCF}" dt="2024-01-15T17:57:41.817" v="26"/>
          <ac:spMkLst>
            <pc:docMk/>
            <pc:sldMk cId="512239654" sldId="763"/>
            <ac:spMk id="4" creationId="{52C5D24A-7BA7-4124-9EA5-F0C4372FD74C}"/>
          </ac:spMkLst>
        </pc:spChg>
      </pc:sldChg>
      <pc:sldChg chg="modSp">
        <pc:chgData name="Palit, Tapti" userId="dec6fbcd-7598-406a-8cbf-504d4a3bac15" providerId="ADAL" clId="{65104DF2-1B45-4C36-9E2A-F89658839DCF}" dt="2024-01-15T17:57:41.817" v="26"/>
        <pc:sldMkLst>
          <pc:docMk/>
          <pc:sldMk cId="73856874" sldId="764"/>
        </pc:sldMkLst>
        <pc:spChg chg="mod">
          <ac:chgData name="Palit, Tapti" userId="dec6fbcd-7598-406a-8cbf-504d4a3bac15" providerId="ADAL" clId="{65104DF2-1B45-4C36-9E2A-F89658839DCF}" dt="2024-01-15T17:57:41.817" v="26"/>
          <ac:spMkLst>
            <pc:docMk/>
            <pc:sldMk cId="73856874" sldId="764"/>
            <ac:spMk id="2" creationId="{5A5DD8AF-62EA-CF2A-7851-701065D27799}"/>
          </ac:spMkLst>
        </pc:spChg>
        <pc:spChg chg="mod">
          <ac:chgData name="Palit, Tapti" userId="dec6fbcd-7598-406a-8cbf-504d4a3bac15" providerId="ADAL" clId="{65104DF2-1B45-4C36-9E2A-F89658839DCF}" dt="2024-01-15T17:57:41.817" v="26"/>
          <ac:spMkLst>
            <pc:docMk/>
            <pc:sldMk cId="73856874" sldId="764"/>
            <ac:spMk id="4" creationId="{7AE7F40A-9DC6-75F6-B3AF-60B69EB53A94}"/>
          </ac:spMkLst>
        </pc:spChg>
      </pc:sldChg>
      <pc:sldChg chg="modSp mod chgLayout">
        <pc:chgData name="Palit, Tapti" userId="dec6fbcd-7598-406a-8cbf-504d4a3bac15" providerId="ADAL" clId="{65104DF2-1B45-4C36-9E2A-F89658839DCF}" dt="2024-01-15T18:02:53.069" v="52" actId="700"/>
        <pc:sldMkLst>
          <pc:docMk/>
          <pc:sldMk cId="1489884793" sldId="766"/>
        </pc:sldMkLst>
        <pc:spChg chg="mod ord">
          <ac:chgData name="Palit, Tapti" userId="dec6fbcd-7598-406a-8cbf-504d4a3bac15" providerId="ADAL" clId="{65104DF2-1B45-4C36-9E2A-F89658839DCF}" dt="2024-01-15T18:02:53.069" v="52" actId="700"/>
          <ac:spMkLst>
            <pc:docMk/>
            <pc:sldMk cId="1489884793" sldId="766"/>
            <ac:spMk id="2" creationId="{9172D11A-0F01-2059-B19E-0DB3157F9A74}"/>
          </ac:spMkLst>
        </pc:spChg>
        <pc:spChg chg="mod ord">
          <ac:chgData name="Palit, Tapti" userId="dec6fbcd-7598-406a-8cbf-504d4a3bac15" providerId="ADAL" clId="{65104DF2-1B45-4C36-9E2A-F89658839DCF}" dt="2024-01-15T18:02:53.069" v="52" actId="700"/>
          <ac:spMkLst>
            <pc:docMk/>
            <pc:sldMk cId="1489884793" sldId="766"/>
            <ac:spMk id="3" creationId="{1DE32838-0EFD-ED43-CD51-D5E95C26D3D4}"/>
          </ac:spMkLst>
        </pc:spChg>
        <pc:spChg chg="mod ord">
          <ac:chgData name="Palit, Tapti" userId="dec6fbcd-7598-406a-8cbf-504d4a3bac15" providerId="ADAL" clId="{65104DF2-1B45-4C36-9E2A-F89658839DCF}" dt="2024-01-15T18:02:53.069" v="52" actId="700"/>
          <ac:spMkLst>
            <pc:docMk/>
            <pc:sldMk cId="1489884793" sldId="766"/>
            <ac:spMk id="4" creationId="{56815426-21FE-8B6F-A5B1-995FFEEA61BD}"/>
          </ac:spMkLst>
        </pc:spChg>
      </pc:sldChg>
      <pc:sldChg chg="modSp del mod chgLayout modNotesTx">
        <pc:chgData name="Palit, Tapti" userId="dec6fbcd-7598-406a-8cbf-504d4a3bac15" providerId="ADAL" clId="{65104DF2-1B45-4C36-9E2A-F89658839DCF}" dt="2024-02-06T19:58:07.760" v="26865" actId="47"/>
        <pc:sldMkLst>
          <pc:docMk/>
          <pc:sldMk cId="3143179597" sldId="767"/>
        </pc:sldMkLst>
        <pc:spChg chg="mod ord">
          <ac:chgData name="Palit, Tapti" userId="dec6fbcd-7598-406a-8cbf-504d4a3bac15" providerId="ADAL" clId="{65104DF2-1B45-4C36-9E2A-F89658839DCF}" dt="2024-02-06T19:23:48.179" v="26604" actId="20577"/>
          <ac:spMkLst>
            <pc:docMk/>
            <pc:sldMk cId="3143179597" sldId="767"/>
            <ac:spMk id="2" creationId="{DF11CC87-4AAD-3012-5E40-5FE127F284B9}"/>
          </ac:spMkLst>
        </pc:spChg>
        <pc:spChg chg="mod ord">
          <ac:chgData name="Palit, Tapti" userId="dec6fbcd-7598-406a-8cbf-504d4a3bac15" providerId="ADAL" clId="{65104DF2-1B45-4C36-9E2A-F89658839DCF}" dt="2024-01-15T18:02:53.069" v="52" actId="700"/>
          <ac:spMkLst>
            <pc:docMk/>
            <pc:sldMk cId="3143179597" sldId="767"/>
            <ac:spMk id="3" creationId="{F864FEFB-02CD-3530-1407-456878CB7C5C}"/>
          </ac:spMkLst>
        </pc:spChg>
        <pc:spChg chg="mod ord">
          <ac:chgData name="Palit, Tapti" userId="dec6fbcd-7598-406a-8cbf-504d4a3bac15" providerId="ADAL" clId="{65104DF2-1B45-4C36-9E2A-F89658839DCF}" dt="2024-01-15T18:02:53.069" v="52" actId="700"/>
          <ac:spMkLst>
            <pc:docMk/>
            <pc:sldMk cId="3143179597" sldId="767"/>
            <ac:spMk id="4" creationId="{85DDFC63-3BFC-EF3C-25BC-59FD0C0FB368}"/>
          </ac:spMkLst>
        </pc:spChg>
        <pc:spChg chg="mod">
          <ac:chgData name="Palit, Tapti" userId="dec6fbcd-7598-406a-8cbf-504d4a3bac15" providerId="ADAL" clId="{65104DF2-1B45-4C36-9E2A-F89658839DCF}" dt="2024-02-06T19:55:30.307" v="26842" actId="1076"/>
          <ac:spMkLst>
            <pc:docMk/>
            <pc:sldMk cId="3143179597" sldId="767"/>
            <ac:spMk id="17" creationId="{44BF2813-A3B5-B3E7-51DF-4243D38A3C57}"/>
          </ac:spMkLst>
        </pc:spChg>
        <pc:picChg chg="mod">
          <ac:chgData name="Palit, Tapti" userId="dec6fbcd-7598-406a-8cbf-504d4a3bac15" providerId="ADAL" clId="{65104DF2-1B45-4C36-9E2A-F89658839DCF}" dt="2024-02-06T19:55:30.307" v="26842" actId="1076"/>
          <ac:picMkLst>
            <pc:docMk/>
            <pc:sldMk cId="3143179597" sldId="767"/>
            <ac:picMk id="6" creationId="{2C64309F-5B6E-D150-ED3C-F4D779E48D86}"/>
          </ac:picMkLst>
        </pc:picChg>
        <pc:picChg chg="mod">
          <ac:chgData name="Palit, Tapti" userId="dec6fbcd-7598-406a-8cbf-504d4a3bac15" providerId="ADAL" clId="{65104DF2-1B45-4C36-9E2A-F89658839DCF}" dt="2024-02-06T19:55:11.608" v="26836" actId="1076"/>
          <ac:picMkLst>
            <pc:docMk/>
            <pc:sldMk cId="3143179597" sldId="767"/>
            <ac:picMk id="4098" creationId="{92C4798C-820F-CB9D-95B7-B09FFE4F0500}"/>
          </ac:picMkLst>
        </pc:picChg>
      </pc:sldChg>
      <pc:sldChg chg="modSp mod chgLayout">
        <pc:chgData name="Palit, Tapti" userId="dec6fbcd-7598-406a-8cbf-504d4a3bac15" providerId="ADAL" clId="{65104DF2-1B45-4C36-9E2A-F89658839DCF}" dt="2024-01-15T18:02:53.069" v="52" actId="700"/>
        <pc:sldMkLst>
          <pc:docMk/>
          <pc:sldMk cId="918079519" sldId="769"/>
        </pc:sldMkLst>
        <pc:spChg chg="mod ord">
          <ac:chgData name="Palit, Tapti" userId="dec6fbcd-7598-406a-8cbf-504d4a3bac15" providerId="ADAL" clId="{65104DF2-1B45-4C36-9E2A-F89658839DCF}" dt="2024-01-15T18:02:53.069" v="52" actId="700"/>
          <ac:spMkLst>
            <pc:docMk/>
            <pc:sldMk cId="918079519" sldId="769"/>
            <ac:spMk id="2" creationId="{59240995-ED89-086D-83DF-F01344A66D93}"/>
          </ac:spMkLst>
        </pc:spChg>
        <pc:spChg chg="mod ord">
          <ac:chgData name="Palit, Tapti" userId="dec6fbcd-7598-406a-8cbf-504d4a3bac15" providerId="ADAL" clId="{65104DF2-1B45-4C36-9E2A-F89658839DCF}" dt="2024-01-15T18:02:53.069" v="52" actId="700"/>
          <ac:spMkLst>
            <pc:docMk/>
            <pc:sldMk cId="918079519" sldId="769"/>
            <ac:spMk id="3" creationId="{8CD75A24-A922-707C-FFA9-97286CC05500}"/>
          </ac:spMkLst>
        </pc:spChg>
        <pc:spChg chg="mod ord">
          <ac:chgData name="Palit, Tapti" userId="dec6fbcd-7598-406a-8cbf-504d4a3bac15" providerId="ADAL" clId="{65104DF2-1B45-4C36-9E2A-F89658839DCF}" dt="2024-01-15T18:02:53.069" v="52" actId="700"/>
          <ac:spMkLst>
            <pc:docMk/>
            <pc:sldMk cId="918079519" sldId="769"/>
            <ac:spMk id="4" creationId="{70ACB5D1-10EA-7E1E-6469-346D0A3410BD}"/>
          </ac:spMkLst>
        </pc:spChg>
      </pc:sldChg>
      <pc:sldChg chg="modSp mod">
        <pc:chgData name="Palit, Tapti" userId="dec6fbcd-7598-406a-8cbf-504d4a3bac15" providerId="ADAL" clId="{65104DF2-1B45-4C36-9E2A-F89658839DCF}" dt="2024-01-15T17:57:41.817" v="26"/>
        <pc:sldMkLst>
          <pc:docMk/>
          <pc:sldMk cId="2452157973" sldId="770"/>
        </pc:sldMkLst>
        <pc:spChg chg="mod">
          <ac:chgData name="Palit, Tapti" userId="dec6fbcd-7598-406a-8cbf-504d4a3bac15" providerId="ADAL" clId="{65104DF2-1B45-4C36-9E2A-F89658839DCF}" dt="2024-01-15T17:57:41.817" v="26"/>
          <ac:spMkLst>
            <pc:docMk/>
            <pc:sldMk cId="2452157973" sldId="770"/>
            <ac:spMk id="2" creationId="{A5E3232D-B87E-42BA-972C-632428946443}"/>
          </ac:spMkLst>
        </pc:spChg>
        <pc:spChg chg="mod">
          <ac:chgData name="Palit, Tapti" userId="dec6fbcd-7598-406a-8cbf-504d4a3bac15" providerId="ADAL" clId="{65104DF2-1B45-4C36-9E2A-F89658839DCF}" dt="2024-01-15T17:57:41.817" v="26"/>
          <ac:spMkLst>
            <pc:docMk/>
            <pc:sldMk cId="2452157973" sldId="770"/>
            <ac:spMk id="4" creationId="{0359AC02-F8AB-4379-AD04-D4963EA2C83C}"/>
          </ac:spMkLst>
        </pc:spChg>
        <pc:spChg chg="mod">
          <ac:chgData name="Palit, Tapti" userId="dec6fbcd-7598-406a-8cbf-504d4a3bac15" providerId="ADAL" clId="{65104DF2-1B45-4C36-9E2A-F89658839DCF}" dt="2024-01-15T17:57:41.817" v="26"/>
          <ac:spMkLst>
            <pc:docMk/>
            <pc:sldMk cId="2452157973" sldId="770"/>
            <ac:spMk id="10" creationId="{F528DC4F-82EB-D63E-F143-B7BDD03165B6}"/>
          </ac:spMkLst>
        </pc:spChg>
      </pc:sldChg>
      <pc:sldChg chg="addSp delSp modSp mod chgLayout">
        <pc:chgData name="Palit, Tapti" userId="dec6fbcd-7598-406a-8cbf-504d4a3bac15" providerId="ADAL" clId="{65104DF2-1B45-4C36-9E2A-F89658839DCF}" dt="2024-01-24T17:05:50.605" v="7905" actId="478"/>
        <pc:sldMkLst>
          <pc:docMk/>
          <pc:sldMk cId="2114364364" sldId="771"/>
        </pc:sldMkLst>
        <pc:spChg chg="mod ord">
          <ac:chgData name="Palit, Tapti" userId="dec6fbcd-7598-406a-8cbf-504d4a3bac15" providerId="ADAL" clId="{65104DF2-1B45-4C36-9E2A-F89658839DCF}" dt="2024-01-15T18:02:53.069" v="52" actId="700"/>
          <ac:spMkLst>
            <pc:docMk/>
            <pc:sldMk cId="2114364364" sldId="771"/>
            <ac:spMk id="2" creationId="{67913D4B-D159-348D-2DEC-0782AB049833}"/>
          </ac:spMkLst>
        </pc:spChg>
        <pc:spChg chg="add mod ord">
          <ac:chgData name="Palit, Tapti" userId="dec6fbcd-7598-406a-8cbf-504d4a3bac15" providerId="ADAL" clId="{65104DF2-1B45-4C36-9E2A-F89658839DCF}" dt="2024-01-15T18:02:53.069" v="52" actId="700"/>
          <ac:spMkLst>
            <pc:docMk/>
            <pc:sldMk cId="2114364364" sldId="771"/>
            <ac:spMk id="3" creationId="{A260C2DC-1E49-D6C6-B23E-F0CA448BC19C}"/>
          </ac:spMkLst>
        </pc:spChg>
        <pc:spChg chg="mod ord">
          <ac:chgData name="Palit, Tapti" userId="dec6fbcd-7598-406a-8cbf-504d4a3bac15" providerId="ADAL" clId="{65104DF2-1B45-4C36-9E2A-F89658839DCF}" dt="2024-01-15T18:02:53.069" v="52" actId="700"/>
          <ac:spMkLst>
            <pc:docMk/>
            <pc:sldMk cId="2114364364" sldId="771"/>
            <ac:spMk id="4" creationId="{02B82448-FF17-28F4-8BEC-0D94A1686C22}"/>
          </ac:spMkLst>
        </pc:spChg>
        <pc:grpChg chg="del">
          <ac:chgData name="Palit, Tapti" userId="dec6fbcd-7598-406a-8cbf-504d4a3bac15" providerId="ADAL" clId="{65104DF2-1B45-4C36-9E2A-F89658839DCF}" dt="2024-01-24T17:05:50.605" v="7905" actId="478"/>
          <ac:grpSpMkLst>
            <pc:docMk/>
            <pc:sldMk cId="2114364364" sldId="771"/>
            <ac:grpSpMk id="18" creationId="{31AE9A55-CE7A-23EA-3DFA-C629B745ACBB}"/>
          </ac:grpSpMkLst>
        </pc:grpChg>
      </pc:sldChg>
      <pc:sldChg chg="delSp modSp del mod ord chgLayout">
        <pc:chgData name="Palit, Tapti" userId="dec6fbcd-7598-406a-8cbf-504d4a3bac15" providerId="ADAL" clId="{65104DF2-1B45-4C36-9E2A-F89658839DCF}" dt="2024-02-06T19:52:02.475" v="26830" actId="47"/>
        <pc:sldMkLst>
          <pc:docMk/>
          <pc:sldMk cId="1723918552" sldId="773"/>
        </pc:sldMkLst>
        <pc:spChg chg="mod ord">
          <ac:chgData name="Palit, Tapti" userId="dec6fbcd-7598-406a-8cbf-504d4a3bac15" providerId="ADAL" clId="{65104DF2-1B45-4C36-9E2A-F89658839DCF}" dt="2024-01-15T18:02:53.069" v="52" actId="700"/>
          <ac:spMkLst>
            <pc:docMk/>
            <pc:sldMk cId="1723918552" sldId="773"/>
            <ac:spMk id="2" creationId="{DF11CC87-4AAD-3012-5E40-5FE127F284B9}"/>
          </ac:spMkLst>
        </pc:spChg>
        <pc:spChg chg="mod ord">
          <ac:chgData name="Palit, Tapti" userId="dec6fbcd-7598-406a-8cbf-504d4a3bac15" providerId="ADAL" clId="{65104DF2-1B45-4C36-9E2A-F89658839DCF}" dt="2024-01-15T18:02:53.069" v="52" actId="700"/>
          <ac:spMkLst>
            <pc:docMk/>
            <pc:sldMk cId="1723918552" sldId="773"/>
            <ac:spMk id="3" creationId="{F864FEFB-02CD-3530-1407-456878CB7C5C}"/>
          </ac:spMkLst>
        </pc:spChg>
        <pc:spChg chg="mod ord">
          <ac:chgData name="Palit, Tapti" userId="dec6fbcd-7598-406a-8cbf-504d4a3bac15" providerId="ADAL" clId="{65104DF2-1B45-4C36-9E2A-F89658839DCF}" dt="2024-01-15T18:02:53.069" v="52" actId="700"/>
          <ac:spMkLst>
            <pc:docMk/>
            <pc:sldMk cId="1723918552" sldId="773"/>
            <ac:spMk id="4" creationId="{85DDFC63-3BFC-EF3C-25BC-59FD0C0FB368}"/>
          </ac:spMkLst>
        </pc:spChg>
        <pc:picChg chg="del">
          <ac:chgData name="Palit, Tapti" userId="dec6fbcd-7598-406a-8cbf-504d4a3bac15" providerId="ADAL" clId="{65104DF2-1B45-4C36-9E2A-F89658839DCF}" dt="2024-02-06T19:44:15.916" v="26688" actId="478"/>
          <ac:picMkLst>
            <pc:docMk/>
            <pc:sldMk cId="1723918552" sldId="773"/>
            <ac:picMk id="8" creationId="{86B4FD76-72E2-9AA1-869D-0F421DF9D71A}"/>
          </ac:picMkLst>
        </pc:picChg>
      </pc:sldChg>
      <pc:sldChg chg="modSp mod ord chgLayout">
        <pc:chgData name="Palit, Tapti" userId="dec6fbcd-7598-406a-8cbf-504d4a3bac15" providerId="ADAL" clId="{65104DF2-1B45-4C36-9E2A-F89658839DCF}" dt="2024-01-25T17:52:48.126" v="22001"/>
        <pc:sldMkLst>
          <pc:docMk/>
          <pc:sldMk cId="3812040559" sldId="774"/>
        </pc:sldMkLst>
        <pc:spChg chg="mod ord">
          <ac:chgData name="Palit, Tapti" userId="dec6fbcd-7598-406a-8cbf-504d4a3bac15" providerId="ADAL" clId="{65104DF2-1B45-4C36-9E2A-F89658839DCF}" dt="2024-01-15T18:02:53.069" v="52" actId="700"/>
          <ac:spMkLst>
            <pc:docMk/>
            <pc:sldMk cId="3812040559" sldId="774"/>
            <ac:spMk id="2" creationId="{DF11CC87-4AAD-3012-5E40-5FE127F284B9}"/>
          </ac:spMkLst>
        </pc:spChg>
        <pc:spChg chg="mod ord">
          <ac:chgData name="Palit, Tapti" userId="dec6fbcd-7598-406a-8cbf-504d4a3bac15" providerId="ADAL" clId="{65104DF2-1B45-4C36-9E2A-F89658839DCF}" dt="2024-01-15T18:02:53.069" v="52" actId="700"/>
          <ac:spMkLst>
            <pc:docMk/>
            <pc:sldMk cId="3812040559" sldId="774"/>
            <ac:spMk id="3" creationId="{F864FEFB-02CD-3530-1407-456878CB7C5C}"/>
          </ac:spMkLst>
        </pc:spChg>
        <pc:spChg chg="mod ord">
          <ac:chgData name="Palit, Tapti" userId="dec6fbcd-7598-406a-8cbf-504d4a3bac15" providerId="ADAL" clId="{65104DF2-1B45-4C36-9E2A-F89658839DCF}" dt="2024-01-15T18:02:53.069" v="52" actId="700"/>
          <ac:spMkLst>
            <pc:docMk/>
            <pc:sldMk cId="3812040559" sldId="774"/>
            <ac:spMk id="4" creationId="{85DDFC63-3BFC-EF3C-25BC-59FD0C0FB368}"/>
          </ac:spMkLst>
        </pc:spChg>
      </pc:sldChg>
      <pc:sldChg chg="addSp modSp mod chgLayout">
        <pc:chgData name="Palit, Tapti" userId="dec6fbcd-7598-406a-8cbf-504d4a3bac15" providerId="ADAL" clId="{65104DF2-1B45-4C36-9E2A-F89658839DCF}" dt="2024-01-15T18:02:53.069" v="52" actId="700"/>
        <pc:sldMkLst>
          <pc:docMk/>
          <pc:sldMk cId="3960177231" sldId="781"/>
        </pc:sldMkLst>
        <pc:spChg chg="mod ord">
          <ac:chgData name="Palit, Tapti" userId="dec6fbcd-7598-406a-8cbf-504d4a3bac15" providerId="ADAL" clId="{65104DF2-1B45-4C36-9E2A-F89658839DCF}" dt="2024-01-15T18:02:53.069" v="52" actId="700"/>
          <ac:spMkLst>
            <pc:docMk/>
            <pc:sldMk cId="3960177231" sldId="781"/>
            <ac:spMk id="2" creationId="{0E56523D-E620-C3B9-37B8-C28EC8778124}"/>
          </ac:spMkLst>
        </pc:spChg>
        <pc:spChg chg="add mod ord">
          <ac:chgData name="Palit, Tapti" userId="dec6fbcd-7598-406a-8cbf-504d4a3bac15" providerId="ADAL" clId="{65104DF2-1B45-4C36-9E2A-F89658839DCF}" dt="2024-01-15T18:02:53.069" v="52" actId="700"/>
          <ac:spMkLst>
            <pc:docMk/>
            <pc:sldMk cId="3960177231" sldId="781"/>
            <ac:spMk id="3" creationId="{57CF0905-F53A-A526-4D79-74B843D6393F}"/>
          </ac:spMkLst>
        </pc:spChg>
        <pc:spChg chg="mod ord">
          <ac:chgData name="Palit, Tapti" userId="dec6fbcd-7598-406a-8cbf-504d4a3bac15" providerId="ADAL" clId="{65104DF2-1B45-4C36-9E2A-F89658839DCF}" dt="2024-01-15T18:02:53.069" v="52" actId="700"/>
          <ac:spMkLst>
            <pc:docMk/>
            <pc:sldMk cId="3960177231" sldId="781"/>
            <ac:spMk id="4" creationId="{1CB6394E-5666-733F-B4AE-68E42A12D239}"/>
          </ac:spMkLst>
        </pc:spChg>
      </pc:sldChg>
      <pc:sldChg chg="addSp modSp mod chgLayout">
        <pc:chgData name="Palit, Tapti" userId="dec6fbcd-7598-406a-8cbf-504d4a3bac15" providerId="ADAL" clId="{65104DF2-1B45-4C36-9E2A-F89658839DCF}" dt="2024-01-15T18:02:53.069" v="52" actId="700"/>
        <pc:sldMkLst>
          <pc:docMk/>
          <pc:sldMk cId="4285834830" sldId="783"/>
        </pc:sldMkLst>
        <pc:spChg chg="mod ord">
          <ac:chgData name="Palit, Tapti" userId="dec6fbcd-7598-406a-8cbf-504d4a3bac15" providerId="ADAL" clId="{65104DF2-1B45-4C36-9E2A-F89658839DCF}" dt="2024-01-15T18:02:53.069" v="52" actId="700"/>
          <ac:spMkLst>
            <pc:docMk/>
            <pc:sldMk cId="4285834830" sldId="783"/>
            <ac:spMk id="2" creationId="{019DE008-EBB0-079A-3BD4-52F072D452E0}"/>
          </ac:spMkLst>
        </pc:spChg>
        <pc:spChg chg="add mod ord">
          <ac:chgData name="Palit, Tapti" userId="dec6fbcd-7598-406a-8cbf-504d4a3bac15" providerId="ADAL" clId="{65104DF2-1B45-4C36-9E2A-F89658839DCF}" dt="2024-01-15T18:02:53.069" v="52" actId="700"/>
          <ac:spMkLst>
            <pc:docMk/>
            <pc:sldMk cId="4285834830" sldId="783"/>
            <ac:spMk id="3" creationId="{C9CF749A-B261-2CB5-45BF-1225F3AF0EEA}"/>
          </ac:spMkLst>
        </pc:spChg>
        <pc:spChg chg="mod ord">
          <ac:chgData name="Palit, Tapti" userId="dec6fbcd-7598-406a-8cbf-504d4a3bac15" providerId="ADAL" clId="{65104DF2-1B45-4C36-9E2A-F89658839DCF}" dt="2024-01-15T18:02:53.069" v="52" actId="700"/>
          <ac:spMkLst>
            <pc:docMk/>
            <pc:sldMk cId="4285834830" sldId="783"/>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546818983" sldId="785"/>
        </pc:sldMkLst>
        <pc:spChg chg="mod ord">
          <ac:chgData name="Palit, Tapti" userId="dec6fbcd-7598-406a-8cbf-504d4a3bac15" providerId="ADAL" clId="{65104DF2-1B45-4C36-9E2A-F89658839DCF}" dt="2024-01-15T18:02:53.069" v="52" actId="700"/>
          <ac:spMkLst>
            <pc:docMk/>
            <pc:sldMk cId="546818983" sldId="785"/>
            <ac:spMk id="2" creationId="{2E03E387-85FC-1C57-1069-3BDE2A1725A9}"/>
          </ac:spMkLst>
        </pc:spChg>
        <pc:spChg chg="add mod ord">
          <ac:chgData name="Palit, Tapti" userId="dec6fbcd-7598-406a-8cbf-504d4a3bac15" providerId="ADAL" clId="{65104DF2-1B45-4C36-9E2A-F89658839DCF}" dt="2024-01-15T18:02:53.069" v="52" actId="700"/>
          <ac:spMkLst>
            <pc:docMk/>
            <pc:sldMk cId="546818983" sldId="785"/>
            <ac:spMk id="3" creationId="{76C190D1-20B2-099F-E518-95C8D5FEBB08}"/>
          </ac:spMkLst>
        </pc:spChg>
        <pc:spChg chg="mod ord">
          <ac:chgData name="Palit, Tapti" userId="dec6fbcd-7598-406a-8cbf-504d4a3bac15" providerId="ADAL" clId="{65104DF2-1B45-4C36-9E2A-F89658839DCF}" dt="2024-01-15T18:02:53.069" v="52" actId="700"/>
          <ac:spMkLst>
            <pc:docMk/>
            <pc:sldMk cId="546818983" sldId="785"/>
            <ac:spMk id="4" creationId="{210075F3-86EF-D9A2-96FD-472D7AB0B687}"/>
          </ac:spMkLst>
        </pc:spChg>
      </pc:sldChg>
      <pc:sldChg chg="modSp mod chgLayout">
        <pc:chgData name="Palit, Tapti" userId="dec6fbcd-7598-406a-8cbf-504d4a3bac15" providerId="ADAL" clId="{65104DF2-1B45-4C36-9E2A-F89658839DCF}" dt="2024-01-15T18:02:53.069" v="52" actId="700"/>
        <pc:sldMkLst>
          <pc:docMk/>
          <pc:sldMk cId="4219876786" sldId="788"/>
        </pc:sldMkLst>
        <pc:spChg chg="mod ord">
          <ac:chgData name="Palit, Tapti" userId="dec6fbcd-7598-406a-8cbf-504d4a3bac15" providerId="ADAL" clId="{65104DF2-1B45-4C36-9E2A-F89658839DCF}" dt="2024-01-15T18:02:53.069" v="52" actId="700"/>
          <ac:spMkLst>
            <pc:docMk/>
            <pc:sldMk cId="4219876786" sldId="788"/>
            <ac:spMk id="2" creationId="{80ACFC51-CA2B-1477-DFCF-8A384F61F51C}"/>
          </ac:spMkLst>
        </pc:spChg>
        <pc:spChg chg="mod ord">
          <ac:chgData name="Palit, Tapti" userId="dec6fbcd-7598-406a-8cbf-504d4a3bac15" providerId="ADAL" clId="{65104DF2-1B45-4C36-9E2A-F89658839DCF}" dt="2024-01-15T18:02:53.069" v="52" actId="700"/>
          <ac:spMkLst>
            <pc:docMk/>
            <pc:sldMk cId="4219876786" sldId="788"/>
            <ac:spMk id="3" creationId="{8D1C862C-042B-A7A5-8E88-1EBEA7AF6498}"/>
          </ac:spMkLst>
        </pc:spChg>
        <pc:spChg chg="mod ord">
          <ac:chgData name="Palit, Tapti" userId="dec6fbcd-7598-406a-8cbf-504d4a3bac15" providerId="ADAL" clId="{65104DF2-1B45-4C36-9E2A-F89658839DCF}" dt="2024-01-15T18:02:53.069" v="52" actId="700"/>
          <ac:spMkLst>
            <pc:docMk/>
            <pc:sldMk cId="4219876786" sldId="788"/>
            <ac:spMk id="4" creationId="{82D601BB-FEA5-65C1-40EB-B181A1A5BE9A}"/>
          </ac:spMkLst>
        </pc:spChg>
      </pc:sldChg>
      <pc:sldChg chg="addSp modSp mod chgLayout">
        <pc:chgData name="Palit, Tapti" userId="dec6fbcd-7598-406a-8cbf-504d4a3bac15" providerId="ADAL" clId="{65104DF2-1B45-4C36-9E2A-F89658839DCF}" dt="2024-01-15T18:02:53.069" v="52" actId="700"/>
        <pc:sldMkLst>
          <pc:docMk/>
          <pc:sldMk cId="1090611007" sldId="790"/>
        </pc:sldMkLst>
        <pc:spChg chg="mod ord">
          <ac:chgData name="Palit, Tapti" userId="dec6fbcd-7598-406a-8cbf-504d4a3bac15" providerId="ADAL" clId="{65104DF2-1B45-4C36-9E2A-F89658839DCF}" dt="2024-01-15T18:02:53.069" v="52" actId="700"/>
          <ac:spMkLst>
            <pc:docMk/>
            <pc:sldMk cId="1090611007" sldId="790"/>
            <ac:spMk id="2" creationId="{803650A6-D090-4F49-89FC-6E7ECF8BED37}"/>
          </ac:spMkLst>
        </pc:spChg>
        <pc:spChg chg="add mod ord">
          <ac:chgData name="Palit, Tapti" userId="dec6fbcd-7598-406a-8cbf-504d4a3bac15" providerId="ADAL" clId="{65104DF2-1B45-4C36-9E2A-F89658839DCF}" dt="2024-01-15T18:02:53.069" v="52" actId="700"/>
          <ac:spMkLst>
            <pc:docMk/>
            <pc:sldMk cId="1090611007" sldId="790"/>
            <ac:spMk id="3" creationId="{B03BE153-053E-1797-1BA4-86385B2F346B}"/>
          </ac:spMkLst>
        </pc:spChg>
        <pc:spChg chg="mod ord">
          <ac:chgData name="Palit, Tapti" userId="dec6fbcd-7598-406a-8cbf-504d4a3bac15" providerId="ADAL" clId="{65104DF2-1B45-4C36-9E2A-F89658839DCF}" dt="2024-01-15T18:02:53.069" v="52" actId="700"/>
          <ac:spMkLst>
            <pc:docMk/>
            <pc:sldMk cId="1090611007" sldId="790"/>
            <ac:spMk id="4" creationId="{3CFC0458-353F-49C6-A1F4-5BF22C6A25F4}"/>
          </ac:spMkLst>
        </pc:spChg>
      </pc:sldChg>
      <pc:sldChg chg="modSp">
        <pc:chgData name="Palit, Tapti" userId="dec6fbcd-7598-406a-8cbf-504d4a3bac15" providerId="ADAL" clId="{65104DF2-1B45-4C36-9E2A-F89658839DCF}" dt="2024-01-15T17:57:41.817" v="26"/>
        <pc:sldMkLst>
          <pc:docMk/>
          <pc:sldMk cId="3124457515" sldId="792"/>
        </pc:sldMkLst>
        <pc:spChg chg="mod">
          <ac:chgData name="Palit, Tapti" userId="dec6fbcd-7598-406a-8cbf-504d4a3bac15" providerId="ADAL" clId="{65104DF2-1B45-4C36-9E2A-F89658839DCF}" dt="2024-01-15T17:57:41.817" v="26"/>
          <ac:spMkLst>
            <pc:docMk/>
            <pc:sldMk cId="3124457515" sldId="792"/>
            <ac:spMk id="2" creationId="{803650A6-D090-4F49-89FC-6E7ECF8BED37}"/>
          </ac:spMkLst>
        </pc:spChg>
        <pc:spChg chg="mod">
          <ac:chgData name="Palit, Tapti" userId="dec6fbcd-7598-406a-8cbf-504d4a3bac15" providerId="ADAL" clId="{65104DF2-1B45-4C36-9E2A-F89658839DCF}" dt="2024-01-15T17:57:41.817" v="26"/>
          <ac:spMkLst>
            <pc:docMk/>
            <pc:sldMk cId="3124457515" sldId="792"/>
            <ac:spMk id="3" creationId="{9DF37E32-E849-43FD-AE75-95E334786AB7}"/>
          </ac:spMkLst>
        </pc:spChg>
        <pc:spChg chg="mod">
          <ac:chgData name="Palit, Tapti" userId="dec6fbcd-7598-406a-8cbf-504d4a3bac15" providerId="ADAL" clId="{65104DF2-1B45-4C36-9E2A-F89658839DCF}" dt="2024-01-15T17:57:41.817" v="26"/>
          <ac:spMkLst>
            <pc:docMk/>
            <pc:sldMk cId="3124457515" sldId="792"/>
            <ac:spMk id="4" creationId="{3CFC0458-353F-49C6-A1F4-5BF22C6A25F4}"/>
          </ac:spMkLst>
        </pc:spChg>
      </pc:sldChg>
      <pc:sldChg chg="modSp">
        <pc:chgData name="Palit, Tapti" userId="dec6fbcd-7598-406a-8cbf-504d4a3bac15" providerId="ADAL" clId="{65104DF2-1B45-4C36-9E2A-F89658839DCF}" dt="2024-01-15T17:57:41.817" v="26"/>
        <pc:sldMkLst>
          <pc:docMk/>
          <pc:sldMk cId="1317362939" sldId="793"/>
        </pc:sldMkLst>
        <pc:spChg chg="mod">
          <ac:chgData name="Palit, Tapti" userId="dec6fbcd-7598-406a-8cbf-504d4a3bac15" providerId="ADAL" clId="{65104DF2-1B45-4C36-9E2A-F89658839DCF}" dt="2024-01-15T17:57:41.817" v="26"/>
          <ac:spMkLst>
            <pc:docMk/>
            <pc:sldMk cId="1317362939" sldId="793"/>
            <ac:spMk id="2" creationId="{803650A6-D090-4F49-89FC-6E7ECF8BED37}"/>
          </ac:spMkLst>
        </pc:spChg>
        <pc:spChg chg="mod">
          <ac:chgData name="Palit, Tapti" userId="dec6fbcd-7598-406a-8cbf-504d4a3bac15" providerId="ADAL" clId="{65104DF2-1B45-4C36-9E2A-F89658839DCF}" dt="2024-01-15T17:57:41.817" v="26"/>
          <ac:spMkLst>
            <pc:docMk/>
            <pc:sldMk cId="1317362939" sldId="793"/>
            <ac:spMk id="3" creationId="{9DF37E32-E849-43FD-AE75-95E334786AB7}"/>
          </ac:spMkLst>
        </pc:spChg>
        <pc:spChg chg="mod">
          <ac:chgData name="Palit, Tapti" userId="dec6fbcd-7598-406a-8cbf-504d4a3bac15" providerId="ADAL" clId="{65104DF2-1B45-4C36-9E2A-F89658839DCF}" dt="2024-01-15T17:57:41.817" v="26"/>
          <ac:spMkLst>
            <pc:docMk/>
            <pc:sldMk cId="1317362939" sldId="793"/>
            <ac:spMk id="4" creationId="{3CFC0458-353F-49C6-A1F4-5BF22C6A25F4}"/>
          </ac:spMkLst>
        </pc:spChg>
      </pc:sldChg>
      <pc:sldChg chg="modSp">
        <pc:chgData name="Palit, Tapti" userId="dec6fbcd-7598-406a-8cbf-504d4a3bac15" providerId="ADAL" clId="{65104DF2-1B45-4C36-9E2A-F89658839DCF}" dt="2024-01-15T17:57:41.817" v="26"/>
        <pc:sldMkLst>
          <pc:docMk/>
          <pc:sldMk cId="2052124241" sldId="794"/>
        </pc:sldMkLst>
        <pc:spChg chg="mod">
          <ac:chgData name="Palit, Tapti" userId="dec6fbcd-7598-406a-8cbf-504d4a3bac15" providerId="ADAL" clId="{65104DF2-1B45-4C36-9E2A-F89658839DCF}" dt="2024-01-15T17:57:41.817" v="26"/>
          <ac:spMkLst>
            <pc:docMk/>
            <pc:sldMk cId="2052124241" sldId="794"/>
            <ac:spMk id="2" creationId="{803650A6-D090-4F49-89FC-6E7ECF8BED37}"/>
          </ac:spMkLst>
        </pc:spChg>
        <pc:spChg chg="mod">
          <ac:chgData name="Palit, Tapti" userId="dec6fbcd-7598-406a-8cbf-504d4a3bac15" providerId="ADAL" clId="{65104DF2-1B45-4C36-9E2A-F89658839DCF}" dt="2024-01-15T17:57:41.817" v="26"/>
          <ac:spMkLst>
            <pc:docMk/>
            <pc:sldMk cId="2052124241" sldId="794"/>
            <ac:spMk id="3" creationId="{9DF37E32-E849-43FD-AE75-95E334786AB7}"/>
          </ac:spMkLst>
        </pc:spChg>
        <pc:spChg chg="mod">
          <ac:chgData name="Palit, Tapti" userId="dec6fbcd-7598-406a-8cbf-504d4a3bac15" providerId="ADAL" clId="{65104DF2-1B45-4C36-9E2A-F89658839DCF}" dt="2024-01-15T17:57:41.817" v="26"/>
          <ac:spMkLst>
            <pc:docMk/>
            <pc:sldMk cId="2052124241" sldId="794"/>
            <ac:spMk id="4" creationId="{3CFC0458-353F-49C6-A1F4-5BF22C6A25F4}"/>
          </ac:spMkLst>
        </pc:spChg>
      </pc:sldChg>
      <pc:sldChg chg="modSp">
        <pc:chgData name="Palit, Tapti" userId="dec6fbcd-7598-406a-8cbf-504d4a3bac15" providerId="ADAL" clId="{65104DF2-1B45-4C36-9E2A-F89658839DCF}" dt="2024-01-15T17:57:41.817" v="26"/>
        <pc:sldMkLst>
          <pc:docMk/>
          <pc:sldMk cId="3615461960" sldId="795"/>
        </pc:sldMkLst>
        <pc:spChg chg="mod">
          <ac:chgData name="Palit, Tapti" userId="dec6fbcd-7598-406a-8cbf-504d4a3bac15" providerId="ADAL" clId="{65104DF2-1B45-4C36-9E2A-F89658839DCF}" dt="2024-01-15T17:57:41.817" v="26"/>
          <ac:spMkLst>
            <pc:docMk/>
            <pc:sldMk cId="3615461960" sldId="795"/>
            <ac:spMk id="2" creationId="{803650A6-D090-4F49-89FC-6E7ECF8BED37}"/>
          </ac:spMkLst>
        </pc:spChg>
        <pc:spChg chg="mod">
          <ac:chgData name="Palit, Tapti" userId="dec6fbcd-7598-406a-8cbf-504d4a3bac15" providerId="ADAL" clId="{65104DF2-1B45-4C36-9E2A-F89658839DCF}" dt="2024-01-15T17:57:41.817" v="26"/>
          <ac:spMkLst>
            <pc:docMk/>
            <pc:sldMk cId="3615461960" sldId="795"/>
            <ac:spMk id="3" creationId="{9DF37E32-E849-43FD-AE75-95E334786AB7}"/>
          </ac:spMkLst>
        </pc:spChg>
        <pc:spChg chg="mod">
          <ac:chgData name="Palit, Tapti" userId="dec6fbcd-7598-406a-8cbf-504d4a3bac15" providerId="ADAL" clId="{65104DF2-1B45-4C36-9E2A-F89658839DCF}" dt="2024-01-15T17:57:41.817" v="26"/>
          <ac:spMkLst>
            <pc:docMk/>
            <pc:sldMk cId="3615461960" sldId="795"/>
            <ac:spMk id="4" creationId="{3CFC0458-353F-49C6-A1F4-5BF22C6A25F4}"/>
          </ac:spMkLst>
        </pc:spChg>
      </pc:sldChg>
      <pc:sldChg chg="addSp modSp mod chgLayout">
        <pc:chgData name="Palit, Tapti" userId="dec6fbcd-7598-406a-8cbf-504d4a3bac15" providerId="ADAL" clId="{65104DF2-1B45-4C36-9E2A-F89658839DCF}" dt="2024-01-15T18:02:53.069" v="52" actId="700"/>
        <pc:sldMkLst>
          <pc:docMk/>
          <pc:sldMk cId="1995810849" sldId="796"/>
        </pc:sldMkLst>
        <pc:spChg chg="mod ord">
          <ac:chgData name="Palit, Tapti" userId="dec6fbcd-7598-406a-8cbf-504d4a3bac15" providerId="ADAL" clId="{65104DF2-1B45-4C36-9E2A-F89658839DCF}" dt="2024-01-15T18:02:53.069" v="52" actId="700"/>
          <ac:spMkLst>
            <pc:docMk/>
            <pc:sldMk cId="1995810849" sldId="796"/>
            <ac:spMk id="2" creationId="{2E03E387-85FC-1C57-1069-3BDE2A1725A9}"/>
          </ac:spMkLst>
        </pc:spChg>
        <pc:spChg chg="add mod ord">
          <ac:chgData name="Palit, Tapti" userId="dec6fbcd-7598-406a-8cbf-504d4a3bac15" providerId="ADAL" clId="{65104DF2-1B45-4C36-9E2A-F89658839DCF}" dt="2024-01-15T18:02:53.069" v="52" actId="700"/>
          <ac:spMkLst>
            <pc:docMk/>
            <pc:sldMk cId="1995810849" sldId="796"/>
            <ac:spMk id="3" creationId="{2A49C22D-09D1-7881-65D8-B596239F0129}"/>
          </ac:spMkLst>
        </pc:spChg>
        <pc:spChg chg="mod ord">
          <ac:chgData name="Palit, Tapti" userId="dec6fbcd-7598-406a-8cbf-504d4a3bac15" providerId="ADAL" clId="{65104DF2-1B45-4C36-9E2A-F89658839DCF}" dt="2024-01-15T18:02:53.069" v="52" actId="700"/>
          <ac:spMkLst>
            <pc:docMk/>
            <pc:sldMk cId="1995810849" sldId="796"/>
            <ac:spMk id="4" creationId="{210075F3-86EF-D9A2-96FD-472D7AB0B687}"/>
          </ac:spMkLst>
        </pc:spChg>
      </pc:sldChg>
      <pc:sldChg chg="modSp">
        <pc:chgData name="Palit, Tapti" userId="dec6fbcd-7598-406a-8cbf-504d4a3bac15" providerId="ADAL" clId="{65104DF2-1B45-4C36-9E2A-F89658839DCF}" dt="2024-01-15T17:57:41.817" v="26"/>
        <pc:sldMkLst>
          <pc:docMk/>
          <pc:sldMk cId="1485322317" sldId="797"/>
        </pc:sldMkLst>
        <pc:spChg chg="mod">
          <ac:chgData name="Palit, Tapti" userId="dec6fbcd-7598-406a-8cbf-504d4a3bac15" providerId="ADAL" clId="{65104DF2-1B45-4C36-9E2A-F89658839DCF}" dt="2024-01-15T17:57:41.817" v="26"/>
          <ac:spMkLst>
            <pc:docMk/>
            <pc:sldMk cId="1485322317" sldId="797"/>
            <ac:spMk id="2" creationId="{019DE008-EBB0-079A-3BD4-52F072D452E0}"/>
          </ac:spMkLst>
        </pc:spChg>
        <pc:spChg chg="mod">
          <ac:chgData name="Palit, Tapti" userId="dec6fbcd-7598-406a-8cbf-504d4a3bac15" providerId="ADAL" clId="{65104DF2-1B45-4C36-9E2A-F89658839DCF}" dt="2024-01-15T17:57:41.817" v="26"/>
          <ac:spMkLst>
            <pc:docMk/>
            <pc:sldMk cId="1485322317" sldId="797"/>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2243183271" sldId="798"/>
        </pc:sldMkLst>
        <pc:spChg chg="mod ord">
          <ac:chgData name="Palit, Tapti" userId="dec6fbcd-7598-406a-8cbf-504d4a3bac15" providerId="ADAL" clId="{65104DF2-1B45-4C36-9E2A-F89658839DCF}" dt="2024-01-15T18:02:53.069" v="52" actId="700"/>
          <ac:spMkLst>
            <pc:docMk/>
            <pc:sldMk cId="2243183271" sldId="798"/>
            <ac:spMk id="2" creationId="{019DE008-EBB0-079A-3BD4-52F072D452E0}"/>
          </ac:spMkLst>
        </pc:spChg>
        <pc:spChg chg="add mod ord">
          <ac:chgData name="Palit, Tapti" userId="dec6fbcd-7598-406a-8cbf-504d4a3bac15" providerId="ADAL" clId="{65104DF2-1B45-4C36-9E2A-F89658839DCF}" dt="2024-01-15T18:02:53.069" v="52" actId="700"/>
          <ac:spMkLst>
            <pc:docMk/>
            <pc:sldMk cId="2243183271" sldId="798"/>
            <ac:spMk id="3" creationId="{8984576D-BB24-53E8-B198-E2A7C4F7E0A7}"/>
          </ac:spMkLst>
        </pc:spChg>
        <pc:spChg chg="mod ord">
          <ac:chgData name="Palit, Tapti" userId="dec6fbcd-7598-406a-8cbf-504d4a3bac15" providerId="ADAL" clId="{65104DF2-1B45-4C36-9E2A-F89658839DCF}" dt="2024-01-15T18:02:53.069" v="52" actId="700"/>
          <ac:spMkLst>
            <pc:docMk/>
            <pc:sldMk cId="2243183271" sldId="798"/>
            <ac:spMk id="4" creationId="{CEDBD7CD-9EFB-B029-941A-DF92AA6157EC}"/>
          </ac:spMkLst>
        </pc:spChg>
      </pc:sldChg>
      <pc:sldChg chg="addSp modSp mod modCm chgLayout modNotesTx">
        <pc:chgData name="Palit, Tapti" userId="dec6fbcd-7598-406a-8cbf-504d4a3bac15" providerId="ADAL" clId="{65104DF2-1B45-4C36-9E2A-F89658839DCF}" dt="2024-01-24T19:06:15.432" v="17881" actId="20577"/>
        <pc:sldMkLst>
          <pc:docMk/>
          <pc:sldMk cId="1834629704" sldId="801"/>
        </pc:sldMkLst>
        <pc:spChg chg="mod ord">
          <ac:chgData name="Palit, Tapti" userId="dec6fbcd-7598-406a-8cbf-504d4a3bac15" providerId="ADAL" clId="{65104DF2-1B45-4C36-9E2A-F89658839DCF}" dt="2024-01-15T18:02:53.069" v="52" actId="700"/>
          <ac:spMkLst>
            <pc:docMk/>
            <pc:sldMk cId="1834629704" sldId="801"/>
            <ac:spMk id="2" creationId="{40DFA5DC-A829-B052-17BC-8F0762F4FE5A}"/>
          </ac:spMkLst>
        </pc:spChg>
        <pc:spChg chg="add mod ord">
          <ac:chgData name="Palit, Tapti" userId="dec6fbcd-7598-406a-8cbf-504d4a3bac15" providerId="ADAL" clId="{65104DF2-1B45-4C36-9E2A-F89658839DCF}" dt="2024-01-15T18:02:53.069" v="52" actId="700"/>
          <ac:spMkLst>
            <pc:docMk/>
            <pc:sldMk cId="1834629704" sldId="801"/>
            <ac:spMk id="3" creationId="{78659146-E98C-07B2-BA46-6ADC0E045CF7}"/>
          </ac:spMkLst>
        </pc:spChg>
        <pc:spChg chg="mod ord">
          <ac:chgData name="Palit, Tapti" userId="dec6fbcd-7598-406a-8cbf-504d4a3bac15" providerId="ADAL" clId="{65104DF2-1B45-4C36-9E2A-F89658839DCF}" dt="2024-01-15T18:02:53.069" v="52" actId="700"/>
          <ac:spMkLst>
            <pc:docMk/>
            <pc:sldMk cId="1834629704" sldId="801"/>
            <ac:spMk id="4" creationId="{6F8F59D9-18A7-C198-82D9-1D80BF9279D4}"/>
          </ac:spMkLst>
        </pc:spChg>
        <pc:spChg chg="mod">
          <ac:chgData name="Palit, Tapti" userId="dec6fbcd-7598-406a-8cbf-504d4a3bac15" providerId="ADAL" clId="{65104DF2-1B45-4C36-9E2A-F89658839DCF}" dt="2024-01-24T17:18:02.839" v="8731" actId="14100"/>
          <ac:spMkLst>
            <pc:docMk/>
            <pc:sldMk cId="1834629704" sldId="801"/>
            <ac:spMk id="6" creationId="{735C9574-0EA7-E314-C35D-BFF3AF23E485}"/>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65104DF2-1B45-4C36-9E2A-F89658839DCF}" dt="2024-01-24T19:04:45.109" v="17631"/>
              <pc2:cmMkLst xmlns:pc2="http://schemas.microsoft.com/office/powerpoint/2019/9/main/command">
                <pc:docMk/>
                <pc:sldMk cId="1834629704" sldId="801"/>
                <pc2:cmMk id="{F758F06B-B498-4630-9EA1-03093B69330A}"/>
              </pc2:cmMkLst>
            </pc226:cmChg>
          </p:ext>
        </pc:extLst>
      </pc:sldChg>
      <pc:sldChg chg="modSp mod chgLayout">
        <pc:chgData name="Palit, Tapti" userId="dec6fbcd-7598-406a-8cbf-504d4a3bac15" providerId="ADAL" clId="{65104DF2-1B45-4C36-9E2A-F89658839DCF}" dt="2024-01-15T18:02:53.069" v="52" actId="700"/>
        <pc:sldMkLst>
          <pc:docMk/>
          <pc:sldMk cId="1897251263" sldId="803"/>
        </pc:sldMkLst>
        <pc:spChg chg="mod ord">
          <ac:chgData name="Palit, Tapti" userId="dec6fbcd-7598-406a-8cbf-504d4a3bac15" providerId="ADAL" clId="{65104DF2-1B45-4C36-9E2A-F89658839DCF}" dt="2024-01-15T18:02:53.069" v="52" actId="700"/>
          <ac:spMkLst>
            <pc:docMk/>
            <pc:sldMk cId="1897251263" sldId="803"/>
            <ac:spMk id="2" creationId="{80ACFC51-CA2B-1477-DFCF-8A384F61F51C}"/>
          </ac:spMkLst>
        </pc:spChg>
        <pc:spChg chg="mod ord">
          <ac:chgData name="Palit, Tapti" userId="dec6fbcd-7598-406a-8cbf-504d4a3bac15" providerId="ADAL" clId="{65104DF2-1B45-4C36-9E2A-F89658839DCF}" dt="2024-01-15T18:02:53.069" v="52" actId="700"/>
          <ac:spMkLst>
            <pc:docMk/>
            <pc:sldMk cId="1897251263" sldId="803"/>
            <ac:spMk id="3" creationId="{8D1C862C-042B-A7A5-8E88-1EBEA7AF6498}"/>
          </ac:spMkLst>
        </pc:spChg>
        <pc:spChg chg="mod ord">
          <ac:chgData name="Palit, Tapti" userId="dec6fbcd-7598-406a-8cbf-504d4a3bac15" providerId="ADAL" clId="{65104DF2-1B45-4C36-9E2A-F89658839DCF}" dt="2024-01-15T18:02:53.069" v="52" actId="700"/>
          <ac:spMkLst>
            <pc:docMk/>
            <pc:sldMk cId="1897251263" sldId="803"/>
            <ac:spMk id="4" creationId="{82D601BB-FEA5-65C1-40EB-B181A1A5BE9A}"/>
          </ac:spMkLst>
        </pc:spChg>
      </pc:sldChg>
      <pc:sldChg chg="modSp new mod addCm">
        <pc:chgData name="Palit, Tapti" userId="dec6fbcd-7598-406a-8cbf-504d4a3bac15" providerId="ADAL" clId="{65104DF2-1B45-4C36-9E2A-F89658839DCF}" dt="2024-01-15T20:20:28.808" v="1049"/>
        <pc:sldMkLst>
          <pc:docMk/>
          <pc:sldMk cId="3046091993" sldId="804"/>
        </pc:sldMkLst>
        <pc:spChg chg="mod">
          <ac:chgData name="Palit, Tapti" userId="dec6fbcd-7598-406a-8cbf-504d4a3bac15" providerId="ADAL" clId="{65104DF2-1B45-4C36-9E2A-F89658839DCF}" dt="2024-01-15T18:19:42.854" v="152" actId="20577"/>
          <ac:spMkLst>
            <pc:docMk/>
            <pc:sldMk cId="3046091993" sldId="804"/>
            <ac:spMk id="2" creationId="{893F1925-3217-9B8B-4AA0-5E2C44D00568}"/>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20:28.808" v="1049"/>
              <pc2:cmMkLst xmlns:pc2="http://schemas.microsoft.com/office/powerpoint/2019/9/main/command">
                <pc:docMk/>
                <pc:sldMk cId="3046091993" sldId="804"/>
                <pc2:cmMk id="{A8B9F607-927E-46C3-B150-D8ABB2E91E5A}"/>
              </pc2:cmMkLst>
            </pc226:cmChg>
          </p:ext>
        </pc:extLst>
      </pc:sldChg>
      <pc:sldChg chg="modSp add del mod">
        <pc:chgData name="Palit, Tapti" userId="dec6fbcd-7598-406a-8cbf-504d4a3bac15" providerId="ADAL" clId="{65104DF2-1B45-4C36-9E2A-F89658839DCF}" dt="2024-01-15T20:23:27.628" v="1065" actId="47"/>
        <pc:sldMkLst>
          <pc:docMk/>
          <pc:sldMk cId="2342423746" sldId="805"/>
        </pc:sldMkLst>
        <pc:spChg chg="mod">
          <ac:chgData name="Palit, Tapti" userId="dec6fbcd-7598-406a-8cbf-504d4a3bac15" providerId="ADAL" clId="{65104DF2-1B45-4C36-9E2A-F89658839DCF}" dt="2024-01-15T19:20:39.670" v="567"/>
          <ac:spMkLst>
            <pc:docMk/>
            <pc:sldMk cId="2342423746" sldId="805"/>
            <ac:spMk id="3" creationId="{E72186F9-FE3D-CA26-20F7-94C0AD1DBE3D}"/>
          </ac:spMkLst>
        </pc:spChg>
      </pc:sldChg>
      <pc:sldChg chg="add del">
        <pc:chgData name="Palit, Tapti" userId="dec6fbcd-7598-406a-8cbf-504d4a3bac15" providerId="ADAL" clId="{65104DF2-1B45-4C36-9E2A-F89658839DCF}" dt="2024-01-15T18:36:02.956" v="339" actId="2890"/>
        <pc:sldMkLst>
          <pc:docMk/>
          <pc:sldMk cId="3114780072" sldId="805"/>
        </pc:sldMkLst>
      </pc:sldChg>
      <pc:sldChg chg="modSp new mod">
        <pc:chgData name="Palit, Tapti" userId="dec6fbcd-7598-406a-8cbf-504d4a3bac15" providerId="ADAL" clId="{65104DF2-1B45-4C36-9E2A-F89658839DCF}" dt="2024-01-15T20:16:03.127" v="998" actId="20577"/>
        <pc:sldMkLst>
          <pc:docMk/>
          <pc:sldMk cId="381301021" sldId="806"/>
        </pc:sldMkLst>
        <pc:spChg chg="mod">
          <ac:chgData name="Palit, Tapti" userId="dec6fbcd-7598-406a-8cbf-504d4a3bac15" providerId="ADAL" clId="{65104DF2-1B45-4C36-9E2A-F89658839DCF}" dt="2024-01-15T20:16:03.127" v="998" actId="20577"/>
          <ac:spMkLst>
            <pc:docMk/>
            <pc:sldMk cId="381301021" sldId="806"/>
            <ac:spMk id="3" creationId="{3166012F-B34C-CB3F-71B0-304679E32D50}"/>
          </ac:spMkLst>
        </pc:spChg>
      </pc:sldChg>
      <pc:sldChg chg="add del replId">
        <pc:chgData name="Palit, Tapti" userId="dec6fbcd-7598-406a-8cbf-504d4a3bac15" providerId="ADAL" clId="{65104DF2-1B45-4C36-9E2A-F89658839DCF}" dt="2024-01-15T18:36:02.956" v="339" actId="2890"/>
        <pc:sldMkLst>
          <pc:docMk/>
          <pc:sldMk cId="2604878197" sldId="806"/>
        </pc:sldMkLst>
      </pc:sldChg>
      <pc:sldChg chg="add del">
        <pc:chgData name="Palit, Tapti" userId="dec6fbcd-7598-406a-8cbf-504d4a3bac15" providerId="ADAL" clId="{65104DF2-1B45-4C36-9E2A-F89658839DCF}" dt="2024-01-15T21:16:39.779" v="1093" actId="47"/>
        <pc:sldMkLst>
          <pc:docMk/>
          <pc:sldMk cId="782693998" sldId="807"/>
        </pc:sldMkLst>
      </pc:sldChg>
      <pc:sldChg chg="addSp delSp modSp new del mod">
        <pc:chgData name="Palit, Tapti" userId="dec6fbcd-7598-406a-8cbf-504d4a3bac15" providerId="ADAL" clId="{65104DF2-1B45-4C36-9E2A-F89658839DCF}" dt="2024-01-15T21:28:18.810" v="1119" actId="2696"/>
        <pc:sldMkLst>
          <pc:docMk/>
          <pc:sldMk cId="3129121082" sldId="807"/>
        </pc:sldMkLst>
        <pc:spChg chg="del">
          <ac:chgData name="Palit, Tapti" userId="dec6fbcd-7598-406a-8cbf-504d4a3bac15" providerId="ADAL" clId="{65104DF2-1B45-4C36-9E2A-F89658839DCF}" dt="2024-01-15T21:17:19.440" v="1101"/>
          <ac:spMkLst>
            <pc:docMk/>
            <pc:sldMk cId="3129121082" sldId="807"/>
            <ac:spMk id="2" creationId="{7D68063D-C3E9-D19E-6132-077435D3FB89}"/>
          </ac:spMkLst>
        </pc:spChg>
        <pc:spChg chg="add">
          <ac:chgData name="Palit, Tapti" userId="dec6fbcd-7598-406a-8cbf-504d4a3bac15" providerId="ADAL" clId="{65104DF2-1B45-4C36-9E2A-F89658839DCF}" dt="2024-01-15T21:16:43.240" v="1095"/>
          <ac:spMkLst>
            <pc:docMk/>
            <pc:sldMk cId="3129121082" sldId="807"/>
            <ac:spMk id="6" creationId="{51CB0897-6513-201F-CB1C-32A69D1726AF}"/>
          </ac:spMkLst>
        </pc:spChg>
        <pc:spChg chg="add mod">
          <ac:chgData name="Palit, Tapti" userId="dec6fbcd-7598-406a-8cbf-504d4a3bac15" providerId="ADAL" clId="{65104DF2-1B45-4C36-9E2A-F89658839DCF}" dt="2024-01-15T21:16:57.507" v="1100" actId="14100"/>
          <ac:spMkLst>
            <pc:docMk/>
            <pc:sldMk cId="3129121082" sldId="807"/>
            <ac:spMk id="7" creationId="{AC1B7390-F129-1F10-C315-6EFBDE2F6119}"/>
          </ac:spMkLst>
        </pc:spChg>
        <pc:spChg chg="add del">
          <ac:chgData name="Palit, Tapti" userId="dec6fbcd-7598-406a-8cbf-504d4a3bac15" providerId="ADAL" clId="{65104DF2-1B45-4C36-9E2A-F89658839DCF}" dt="2024-01-15T21:19:42.016" v="1108" actId="478"/>
          <ac:spMkLst>
            <pc:docMk/>
            <pc:sldMk cId="3129121082" sldId="807"/>
            <ac:spMk id="10" creationId="{BCA0B5E4-E4F6-B1AB-137C-D2E74F49BD59}"/>
          </ac:spMkLst>
        </pc:spChg>
        <pc:spChg chg="add mod">
          <ac:chgData name="Palit, Tapti" userId="dec6fbcd-7598-406a-8cbf-504d4a3bac15" providerId="ADAL" clId="{65104DF2-1B45-4C36-9E2A-F89658839DCF}" dt="2024-01-15T21:28:10.870" v="1118" actId="478"/>
          <ac:spMkLst>
            <pc:docMk/>
            <pc:sldMk cId="3129121082" sldId="807"/>
            <ac:spMk id="14" creationId="{BB159FF8-08FF-479B-73F1-EEEC6410AFAD}"/>
          </ac:spMkLst>
        </pc:spChg>
        <pc:picChg chg="add del mod">
          <ac:chgData name="Palit, Tapti" userId="dec6fbcd-7598-406a-8cbf-504d4a3bac15" providerId="ADAL" clId="{65104DF2-1B45-4C36-9E2A-F89658839DCF}" dt="2024-01-15T21:28:10.870" v="1118" actId="478"/>
          <ac:picMkLst>
            <pc:docMk/>
            <pc:sldMk cId="3129121082" sldId="807"/>
            <ac:picMk id="9" creationId="{71DD31E0-E649-2F5B-E12A-C1DF775EC5EE}"/>
          </ac:picMkLst>
        </pc:picChg>
        <pc:picChg chg="add mod">
          <ac:chgData name="Palit, Tapti" userId="dec6fbcd-7598-406a-8cbf-504d4a3bac15" providerId="ADAL" clId="{65104DF2-1B45-4C36-9E2A-F89658839DCF}" dt="2024-01-15T21:20:45.313" v="1115" actId="1076"/>
          <ac:picMkLst>
            <pc:docMk/>
            <pc:sldMk cId="3129121082" sldId="807"/>
            <ac:picMk id="12" creationId="{E86083E0-2DBF-9FF8-3762-071CFB9900A7}"/>
          </ac:picMkLst>
        </pc:picChg>
      </pc:sldChg>
      <pc:sldChg chg="addSp delSp modSp new mod ord delAnim modAnim">
        <pc:chgData name="Palit, Tapti" userId="dec6fbcd-7598-406a-8cbf-504d4a3bac15" providerId="ADAL" clId="{65104DF2-1B45-4C36-9E2A-F89658839DCF}" dt="2024-01-15T23:17:35.495" v="1424" actId="1076"/>
        <pc:sldMkLst>
          <pc:docMk/>
          <pc:sldMk cId="3211954135" sldId="807"/>
        </pc:sldMkLst>
        <pc:spChg chg="del">
          <ac:chgData name="Palit, Tapti" userId="dec6fbcd-7598-406a-8cbf-504d4a3bac15" providerId="ADAL" clId="{65104DF2-1B45-4C36-9E2A-F89658839DCF}" dt="2024-01-15T21:28:24.658" v="1122" actId="478"/>
          <ac:spMkLst>
            <pc:docMk/>
            <pc:sldMk cId="3211954135" sldId="807"/>
            <ac:spMk id="2" creationId="{C791CF6D-4E4B-80BB-F9B9-3038D42F5095}"/>
          </ac:spMkLst>
        </pc:spChg>
        <pc:spChg chg="mod">
          <ac:chgData name="Palit, Tapti" userId="dec6fbcd-7598-406a-8cbf-504d4a3bac15" providerId="ADAL" clId="{65104DF2-1B45-4C36-9E2A-F89658839DCF}" dt="2024-01-15T21:50:25.975" v="1279" actId="20577"/>
          <ac:spMkLst>
            <pc:docMk/>
            <pc:sldMk cId="3211954135" sldId="807"/>
            <ac:spMk id="3" creationId="{A22A8A20-BA3C-FD6F-2BA9-FEAE105E094E}"/>
          </ac:spMkLst>
        </pc:spChg>
        <pc:spChg chg="del mod">
          <ac:chgData name="Palit, Tapti" userId="dec6fbcd-7598-406a-8cbf-504d4a3bac15" providerId="ADAL" clId="{65104DF2-1B45-4C36-9E2A-F89658839DCF}" dt="2024-01-15T21:54:33.468" v="1328" actId="478"/>
          <ac:spMkLst>
            <pc:docMk/>
            <pc:sldMk cId="3211954135" sldId="807"/>
            <ac:spMk id="5" creationId="{D621A56E-E01A-A9A3-28C7-CA6E06DBA4AB}"/>
          </ac:spMkLst>
        </pc:spChg>
        <pc:spChg chg="add mod">
          <ac:chgData name="Palit, Tapti" userId="dec6fbcd-7598-406a-8cbf-504d4a3bac15" providerId="ADAL" clId="{65104DF2-1B45-4C36-9E2A-F89658839DCF}" dt="2024-01-15T21:45:05.893" v="1156" actId="164"/>
          <ac:spMkLst>
            <pc:docMk/>
            <pc:sldMk cId="3211954135" sldId="807"/>
            <ac:spMk id="8" creationId="{7A7F74C6-6D63-F755-4E5C-DB73015D1210}"/>
          </ac:spMkLst>
        </pc:spChg>
        <pc:spChg chg="add mod">
          <ac:chgData name="Palit, Tapti" userId="dec6fbcd-7598-406a-8cbf-504d4a3bac15" providerId="ADAL" clId="{65104DF2-1B45-4C36-9E2A-F89658839DCF}" dt="2024-01-15T21:54:10.154" v="1324" actId="164"/>
          <ac:spMkLst>
            <pc:docMk/>
            <pc:sldMk cId="3211954135" sldId="807"/>
            <ac:spMk id="16" creationId="{2AEB0AD9-2B51-C816-7A85-2F8CFC66DD2F}"/>
          </ac:spMkLst>
        </pc:spChg>
        <pc:spChg chg="add mod">
          <ac:chgData name="Palit, Tapti" userId="dec6fbcd-7598-406a-8cbf-504d4a3bac15" providerId="ADAL" clId="{65104DF2-1B45-4C36-9E2A-F89658839DCF}" dt="2024-01-15T21:57:33.191" v="1414" actId="1076"/>
          <ac:spMkLst>
            <pc:docMk/>
            <pc:sldMk cId="3211954135" sldId="807"/>
            <ac:spMk id="19" creationId="{141111AC-66C7-3C7F-7E97-4202926B9333}"/>
          </ac:spMkLst>
        </pc:spChg>
        <pc:spChg chg="add mod">
          <ac:chgData name="Palit, Tapti" userId="dec6fbcd-7598-406a-8cbf-504d4a3bac15" providerId="ADAL" clId="{65104DF2-1B45-4C36-9E2A-F89658839DCF}" dt="2024-01-15T21:57:33.191" v="1414" actId="1076"/>
          <ac:spMkLst>
            <pc:docMk/>
            <pc:sldMk cId="3211954135" sldId="807"/>
            <ac:spMk id="21" creationId="{1AD7E292-12F9-70BA-138E-D4591C5CE1BC}"/>
          </ac:spMkLst>
        </pc:spChg>
        <pc:spChg chg="add mod">
          <ac:chgData name="Palit, Tapti" userId="dec6fbcd-7598-406a-8cbf-504d4a3bac15" providerId="ADAL" clId="{65104DF2-1B45-4C36-9E2A-F89658839DCF}" dt="2024-01-15T21:57:33.191" v="1414" actId="1076"/>
          <ac:spMkLst>
            <pc:docMk/>
            <pc:sldMk cId="3211954135" sldId="807"/>
            <ac:spMk id="23" creationId="{6B4AD100-3094-3340-5320-DBEEFB200606}"/>
          </ac:spMkLst>
        </pc:spChg>
        <pc:spChg chg="add mod">
          <ac:chgData name="Palit, Tapti" userId="dec6fbcd-7598-406a-8cbf-504d4a3bac15" providerId="ADAL" clId="{65104DF2-1B45-4C36-9E2A-F89658839DCF}" dt="2024-01-15T21:53:03.596" v="1316"/>
          <ac:spMkLst>
            <pc:docMk/>
            <pc:sldMk cId="3211954135" sldId="807"/>
            <ac:spMk id="33" creationId="{38BD764A-80FE-5DFB-B9F6-95F90B01830C}"/>
          </ac:spMkLst>
        </pc:spChg>
        <pc:spChg chg="add mod">
          <ac:chgData name="Palit, Tapti" userId="dec6fbcd-7598-406a-8cbf-504d4a3bac15" providerId="ADAL" clId="{65104DF2-1B45-4C36-9E2A-F89658839DCF}" dt="2024-01-15T21:57:33.191" v="1414" actId="1076"/>
          <ac:spMkLst>
            <pc:docMk/>
            <pc:sldMk cId="3211954135" sldId="807"/>
            <ac:spMk id="33" creationId="{ECB87601-A94D-31F5-8525-424AA435578D}"/>
          </ac:spMkLst>
        </pc:spChg>
        <pc:spChg chg="add mod">
          <ac:chgData name="Palit, Tapti" userId="dec6fbcd-7598-406a-8cbf-504d4a3bac15" providerId="ADAL" clId="{65104DF2-1B45-4C36-9E2A-F89658839DCF}" dt="2024-01-15T21:54:36.788" v="1330" actId="20577"/>
          <ac:spMkLst>
            <pc:docMk/>
            <pc:sldMk cId="3211954135" sldId="807"/>
            <ac:spMk id="37" creationId="{DF359660-B139-24B0-40D3-63C8D7B27ECE}"/>
          </ac:spMkLst>
        </pc:spChg>
        <pc:spChg chg="add mod">
          <ac:chgData name="Palit, Tapti" userId="dec6fbcd-7598-406a-8cbf-504d4a3bac15" providerId="ADAL" clId="{65104DF2-1B45-4C36-9E2A-F89658839DCF}" dt="2024-01-15T21:57:33.191" v="1414" actId="1076"/>
          <ac:spMkLst>
            <pc:docMk/>
            <pc:sldMk cId="3211954135" sldId="807"/>
            <ac:spMk id="41" creationId="{2A25E4C0-1D80-FF90-A744-1847F33454DD}"/>
          </ac:spMkLst>
        </pc:spChg>
        <pc:spChg chg="add del mod">
          <ac:chgData name="Palit, Tapti" userId="dec6fbcd-7598-406a-8cbf-504d4a3bac15" providerId="ADAL" clId="{65104DF2-1B45-4C36-9E2A-F89658839DCF}" dt="2024-01-15T21:58:15.735" v="1422" actId="478"/>
          <ac:spMkLst>
            <pc:docMk/>
            <pc:sldMk cId="3211954135" sldId="807"/>
            <ac:spMk id="51" creationId="{D58DA96D-69B5-61C1-7591-B35F3443D123}"/>
          </ac:spMkLst>
        </pc:spChg>
        <pc:spChg chg="add mod">
          <ac:chgData name="Palit, Tapti" userId="dec6fbcd-7598-406a-8cbf-504d4a3bac15" providerId="ADAL" clId="{65104DF2-1B45-4C36-9E2A-F89658839DCF}" dt="2024-01-15T23:17:27.392" v="1423" actId="1076"/>
          <ac:spMkLst>
            <pc:docMk/>
            <pc:sldMk cId="3211954135" sldId="807"/>
            <ac:spMk id="52" creationId="{B814EDF3-5581-A3BA-092C-34B899022121}"/>
          </ac:spMkLst>
        </pc:spChg>
        <pc:spChg chg="add mod">
          <ac:chgData name="Palit, Tapti" userId="dec6fbcd-7598-406a-8cbf-504d4a3bac15" providerId="ADAL" clId="{65104DF2-1B45-4C36-9E2A-F89658839DCF}" dt="2024-01-15T23:17:35.495" v="1424" actId="1076"/>
          <ac:spMkLst>
            <pc:docMk/>
            <pc:sldMk cId="3211954135" sldId="807"/>
            <ac:spMk id="53" creationId="{01BF476B-5986-AD9F-9F44-62EC6CE78559}"/>
          </ac:spMkLst>
        </pc:spChg>
        <pc:grpChg chg="add mod">
          <ac:chgData name="Palit, Tapti" userId="dec6fbcd-7598-406a-8cbf-504d4a3bac15" providerId="ADAL" clId="{65104DF2-1B45-4C36-9E2A-F89658839DCF}" dt="2024-01-15T21:56:01.586" v="1364" actId="1076"/>
          <ac:grpSpMkLst>
            <pc:docMk/>
            <pc:sldMk cId="3211954135" sldId="807"/>
            <ac:grpSpMk id="10" creationId="{DC3B3740-6EBD-17F2-D84B-F9D734BB7DC4}"/>
          </ac:grpSpMkLst>
        </pc:grpChg>
        <pc:grpChg chg="add del mod">
          <ac:chgData name="Palit, Tapti" userId="dec6fbcd-7598-406a-8cbf-504d4a3bac15" providerId="ADAL" clId="{65104DF2-1B45-4C36-9E2A-F89658839DCF}" dt="2024-01-15T21:49:19.636" v="1242" actId="478"/>
          <ac:grpSpMkLst>
            <pc:docMk/>
            <pc:sldMk cId="3211954135" sldId="807"/>
            <ac:grpSpMk id="15" creationId="{4602F1BF-F21A-F1B2-9AFF-D5C6575D6339}"/>
          </ac:grpSpMkLst>
        </pc:grpChg>
        <pc:grpChg chg="add mod">
          <ac:chgData name="Palit, Tapti" userId="dec6fbcd-7598-406a-8cbf-504d4a3bac15" providerId="ADAL" clId="{65104DF2-1B45-4C36-9E2A-F89658839DCF}" dt="2024-01-15T21:55:30.053" v="1341" actId="1038"/>
          <ac:grpSpMkLst>
            <pc:docMk/>
            <pc:sldMk cId="3211954135" sldId="807"/>
            <ac:grpSpMk id="17" creationId="{04068B56-3E37-EE9E-1064-270D7FB1B786}"/>
          </ac:grpSpMkLst>
        </pc:grpChg>
        <pc:grpChg chg="add mod">
          <ac:chgData name="Palit, Tapti" userId="dec6fbcd-7598-406a-8cbf-504d4a3bac15" providerId="ADAL" clId="{65104DF2-1B45-4C36-9E2A-F89658839DCF}" dt="2024-01-15T21:57:33.191" v="1414" actId="1076"/>
          <ac:grpSpMkLst>
            <pc:docMk/>
            <pc:sldMk cId="3211954135" sldId="807"/>
            <ac:grpSpMk id="20" creationId="{EACA76C0-B4BE-EC44-CC48-B3B3EB4E7E00}"/>
          </ac:grpSpMkLst>
        </pc:grpChg>
        <pc:grpChg chg="add mod">
          <ac:chgData name="Palit, Tapti" userId="dec6fbcd-7598-406a-8cbf-504d4a3bac15" providerId="ADAL" clId="{65104DF2-1B45-4C36-9E2A-F89658839DCF}" dt="2024-01-15T21:57:33.191" v="1414" actId="1076"/>
          <ac:grpSpMkLst>
            <pc:docMk/>
            <pc:sldMk cId="3211954135" sldId="807"/>
            <ac:grpSpMk id="39" creationId="{DC5F079B-F4E0-5687-FC0A-0C7AB4E780FD}"/>
          </ac:grpSpMkLst>
        </pc:grpChg>
        <pc:picChg chg="add mod">
          <ac:chgData name="Palit, Tapti" userId="dec6fbcd-7598-406a-8cbf-504d4a3bac15" providerId="ADAL" clId="{65104DF2-1B45-4C36-9E2A-F89658839DCF}" dt="2024-01-15T21:56:03.991" v="1369" actId="1036"/>
          <ac:picMkLst>
            <pc:docMk/>
            <pc:sldMk cId="3211954135" sldId="807"/>
            <ac:picMk id="2" creationId="{7B2EBE0E-577F-559E-19A1-66CC17F4A921}"/>
          </ac:picMkLst>
        </pc:picChg>
        <pc:picChg chg="add mod">
          <ac:chgData name="Palit, Tapti" userId="dec6fbcd-7598-406a-8cbf-504d4a3bac15" providerId="ADAL" clId="{65104DF2-1B45-4C36-9E2A-F89658839DCF}" dt="2024-01-15T21:43:37.399" v="1149" actId="1076"/>
          <ac:picMkLst>
            <pc:docMk/>
            <pc:sldMk cId="3211954135" sldId="807"/>
            <ac:picMk id="9" creationId="{123A2471-3C2A-5250-5326-CBC7C0635000}"/>
          </ac:picMkLst>
        </pc:picChg>
        <pc:picChg chg="mod">
          <ac:chgData name="Palit, Tapti" userId="dec6fbcd-7598-406a-8cbf-504d4a3bac15" providerId="ADAL" clId="{65104DF2-1B45-4C36-9E2A-F89658839DCF}" dt="2024-01-15T21:46:18.296" v="1172" actId="1035"/>
          <ac:picMkLst>
            <pc:docMk/>
            <pc:sldMk cId="3211954135" sldId="807"/>
            <ac:picMk id="16" creationId="{8B250D7D-49C2-01DE-05A2-06C7C551A92C}"/>
          </ac:picMkLst>
        </pc:picChg>
        <pc:picChg chg="mod">
          <ac:chgData name="Palit, Tapti" userId="dec6fbcd-7598-406a-8cbf-504d4a3bac15" providerId="ADAL" clId="{65104DF2-1B45-4C36-9E2A-F89658839DCF}" dt="2024-01-15T21:46:21.182" v="1174" actId="1036"/>
          <ac:picMkLst>
            <pc:docMk/>
            <pc:sldMk cId="3211954135" sldId="807"/>
            <ac:picMk id="17" creationId="{F07C10E8-5CBD-D3C6-C87F-5D084A38046A}"/>
          </ac:picMkLst>
        </pc:picChg>
        <pc:picChg chg="mod">
          <ac:chgData name="Palit, Tapti" userId="dec6fbcd-7598-406a-8cbf-504d4a3bac15" providerId="ADAL" clId="{65104DF2-1B45-4C36-9E2A-F89658839DCF}" dt="2024-01-15T21:46:25.083" v="1176" actId="1035"/>
          <ac:picMkLst>
            <pc:docMk/>
            <pc:sldMk cId="3211954135" sldId="807"/>
            <ac:picMk id="18" creationId="{8EF701F3-470D-9A9B-AC9B-A46FDFC993A5}"/>
          </ac:picMkLst>
        </pc:picChg>
        <pc:picChg chg="add mod">
          <ac:chgData name="Palit, Tapti" userId="dec6fbcd-7598-406a-8cbf-504d4a3bac15" providerId="ADAL" clId="{65104DF2-1B45-4C36-9E2A-F89658839DCF}" dt="2024-01-15T21:54:10.154" v="1324" actId="164"/>
          <ac:picMkLst>
            <pc:docMk/>
            <pc:sldMk cId="3211954135" sldId="807"/>
            <ac:picMk id="18" creationId="{BBD9D820-7350-CBAE-D10C-C4A2374EA549}"/>
          </ac:picMkLst>
        </pc:picChg>
        <pc:picChg chg="mod">
          <ac:chgData name="Palit, Tapti" userId="dec6fbcd-7598-406a-8cbf-504d4a3bac15" providerId="ADAL" clId="{65104DF2-1B45-4C36-9E2A-F89658839DCF}" dt="2024-01-15T21:47:48.822" v="1238" actId="1036"/>
          <ac:picMkLst>
            <pc:docMk/>
            <pc:sldMk cId="3211954135" sldId="807"/>
            <ac:picMk id="19" creationId="{15FB8417-60AB-78DF-183F-6B7B5F3C750C}"/>
          </ac:picMkLst>
        </pc:picChg>
        <pc:picChg chg="add mod">
          <ac:chgData name="Palit, Tapti" userId="dec6fbcd-7598-406a-8cbf-504d4a3bac15" providerId="ADAL" clId="{65104DF2-1B45-4C36-9E2A-F89658839DCF}" dt="2024-01-15T21:57:33.191" v="1414" actId="1076"/>
          <ac:picMkLst>
            <pc:docMk/>
            <pc:sldMk cId="3211954135" sldId="807"/>
            <ac:picMk id="22" creationId="{353022AE-1A4D-3B81-DFAD-F947866E936B}"/>
          </ac:picMkLst>
        </pc:picChg>
        <pc:picChg chg="add mod">
          <ac:chgData name="Palit, Tapti" userId="dec6fbcd-7598-406a-8cbf-504d4a3bac15" providerId="ADAL" clId="{65104DF2-1B45-4C36-9E2A-F89658839DCF}" dt="2024-01-15T21:57:33.191" v="1414" actId="1076"/>
          <ac:picMkLst>
            <pc:docMk/>
            <pc:sldMk cId="3211954135" sldId="807"/>
            <ac:picMk id="24" creationId="{050C29C4-D109-F410-B500-68D045F20588}"/>
          </ac:picMkLst>
        </pc:picChg>
        <pc:picChg chg="add mod">
          <ac:chgData name="Palit, Tapti" userId="dec6fbcd-7598-406a-8cbf-504d4a3bac15" providerId="ADAL" clId="{65104DF2-1B45-4C36-9E2A-F89658839DCF}" dt="2024-01-15T21:57:33.191" v="1414" actId="1076"/>
          <ac:picMkLst>
            <pc:docMk/>
            <pc:sldMk cId="3211954135" sldId="807"/>
            <ac:picMk id="36" creationId="{4816B57E-6E77-F0C5-CE3B-CD9FC1C485F2}"/>
          </ac:picMkLst>
        </pc:picChg>
        <pc:picChg chg="add mod">
          <ac:chgData name="Palit, Tapti" userId="dec6fbcd-7598-406a-8cbf-504d4a3bac15" providerId="ADAL" clId="{65104DF2-1B45-4C36-9E2A-F89658839DCF}" dt="2024-01-15T21:57:33.191" v="1414" actId="1076"/>
          <ac:picMkLst>
            <pc:docMk/>
            <pc:sldMk cId="3211954135" sldId="807"/>
            <ac:picMk id="40" creationId="{E98B65B2-D51D-6824-AC63-041739BDC33C}"/>
          </ac:picMkLst>
        </pc:picChg>
        <pc:picChg chg="add del mod">
          <ac:chgData name="Palit, Tapti" userId="dec6fbcd-7598-406a-8cbf-504d4a3bac15" providerId="ADAL" clId="{65104DF2-1B45-4C36-9E2A-F89658839DCF}" dt="2024-01-15T21:33:41.696" v="1131" actId="478"/>
          <ac:picMkLst>
            <pc:docMk/>
            <pc:sldMk cId="3211954135" sldId="807"/>
            <ac:picMk id="3074" creationId="{25716F0D-B9C9-8F45-D3FD-35B33F98624D}"/>
          </ac:picMkLst>
        </pc:picChg>
        <pc:cxnChg chg="mod">
          <ac:chgData name="Palit, Tapti" userId="dec6fbcd-7598-406a-8cbf-504d4a3bac15" providerId="ADAL" clId="{65104DF2-1B45-4C36-9E2A-F89658839DCF}" dt="2024-01-15T21:46:01.508" v="1167"/>
          <ac:cxnSpMkLst>
            <pc:docMk/>
            <pc:sldMk cId="3211954135" sldId="807"/>
            <ac:cxnSpMk id="20" creationId="{BDA7CBD9-5B0D-1835-CCE4-8DD353DA70FC}"/>
          </ac:cxnSpMkLst>
        </pc:cxnChg>
        <pc:cxnChg chg="mod">
          <ac:chgData name="Palit, Tapti" userId="dec6fbcd-7598-406a-8cbf-504d4a3bac15" providerId="ADAL" clId="{65104DF2-1B45-4C36-9E2A-F89658839DCF}" dt="2024-01-15T21:46:01.508" v="1167"/>
          <ac:cxnSpMkLst>
            <pc:docMk/>
            <pc:sldMk cId="3211954135" sldId="807"/>
            <ac:cxnSpMk id="21" creationId="{A64EFA73-7D67-7907-3DD0-16639C39EEF0}"/>
          </ac:cxnSpMkLst>
        </pc:cxnChg>
        <pc:cxnChg chg="mod">
          <ac:chgData name="Palit, Tapti" userId="dec6fbcd-7598-406a-8cbf-504d4a3bac15" providerId="ADAL" clId="{65104DF2-1B45-4C36-9E2A-F89658839DCF}" dt="2024-01-15T21:46:49.011" v="1226" actId="1035"/>
          <ac:cxnSpMkLst>
            <pc:docMk/>
            <pc:sldMk cId="3211954135" sldId="807"/>
            <ac:cxnSpMk id="22" creationId="{B8693ABE-97BA-F46B-53D3-792FCBC6230E}"/>
          </ac:cxnSpMkLst>
        </pc:cxnChg>
        <pc:cxnChg chg="mod">
          <ac:chgData name="Palit, Tapti" userId="dec6fbcd-7598-406a-8cbf-504d4a3bac15" providerId="ADAL" clId="{65104DF2-1B45-4C36-9E2A-F89658839DCF}" dt="2024-01-15T21:47:24.103" v="1235" actId="692"/>
          <ac:cxnSpMkLst>
            <pc:docMk/>
            <pc:sldMk cId="3211954135" sldId="807"/>
            <ac:cxnSpMk id="23" creationId="{6D77414A-76A2-9195-1347-8762046DA8B7}"/>
          </ac:cxnSpMkLst>
        </pc:cxnChg>
        <pc:cxnChg chg="mod">
          <ac:chgData name="Palit, Tapti" userId="dec6fbcd-7598-406a-8cbf-504d4a3bac15" providerId="ADAL" clId="{65104DF2-1B45-4C36-9E2A-F89658839DCF}" dt="2024-01-15T21:47:54.789" v="1239" actId="1036"/>
          <ac:cxnSpMkLst>
            <pc:docMk/>
            <pc:sldMk cId="3211954135" sldId="807"/>
            <ac:cxnSpMk id="24" creationId="{2F8AB301-C97E-EDAE-CB54-03CEFBF7E198}"/>
          </ac:cxnSpMkLst>
        </pc:cxnChg>
        <pc:cxnChg chg="add mod">
          <ac:chgData name="Palit, Tapti" userId="dec6fbcd-7598-406a-8cbf-504d4a3bac15" providerId="ADAL" clId="{65104DF2-1B45-4C36-9E2A-F89658839DCF}" dt="2024-01-15T21:57:07.864" v="1410" actId="14861"/>
          <ac:cxnSpMkLst>
            <pc:docMk/>
            <pc:sldMk cId="3211954135" sldId="807"/>
            <ac:cxnSpMk id="38" creationId="{C5D73883-6E04-10EE-F910-F49FA2AA4106}"/>
          </ac:cxnSpMkLst>
        </pc:cxnChg>
        <pc:cxnChg chg="add mod">
          <ac:chgData name="Palit, Tapti" userId="dec6fbcd-7598-406a-8cbf-504d4a3bac15" providerId="ADAL" clId="{65104DF2-1B45-4C36-9E2A-F89658839DCF}" dt="2024-01-15T21:55:48.945" v="1359"/>
          <ac:cxnSpMkLst>
            <pc:docMk/>
            <pc:sldMk cId="3211954135" sldId="807"/>
            <ac:cxnSpMk id="41" creationId="{627BBDB7-4787-6CF9-33AC-8646A2B2CF01}"/>
          </ac:cxnSpMkLst>
        </pc:cxnChg>
        <pc:cxnChg chg="add mod">
          <ac:chgData name="Palit, Tapti" userId="dec6fbcd-7598-406a-8cbf-504d4a3bac15" providerId="ADAL" clId="{65104DF2-1B45-4C36-9E2A-F89658839DCF}" dt="2024-01-15T21:57:07.864" v="1410" actId="14861"/>
          <ac:cxnSpMkLst>
            <pc:docMk/>
            <pc:sldMk cId="3211954135" sldId="807"/>
            <ac:cxnSpMk id="42" creationId="{D1AB07C2-1688-9BA9-7317-3B523ED12376}"/>
          </ac:cxnSpMkLst>
        </pc:cxnChg>
        <pc:cxnChg chg="add mod">
          <ac:chgData name="Palit, Tapti" userId="dec6fbcd-7598-406a-8cbf-504d4a3bac15" providerId="ADAL" clId="{65104DF2-1B45-4C36-9E2A-F89658839DCF}" dt="2024-01-15T21:57:48.090" v="1417" actId="14100"/>
          <ac:cxnSpMkLst>
            <pc:docMk/>
            <pc:sldMk cId="3211954135" sldId="807"/>
            <ac:cxnSpMk id="48" creationId="{AFAADC5D-5E59-A394-DBED-D07F0B96F89F}"/>
          </ac:cxnSpMkLst>
        </pc:cxnChg>
      </pc:sldChg>
      <pc:sldChg chg="modSp mod modNotesTx">
        <pc:chgData name="Palit, Tapti" userId="dec6fbcd-7598-406a-8cbf-504d4a3bac15" providerId="ADAL" clId="{65104DF2-1B45-4C36-9E2A-F89658839DCF}" dt="2024-01-25T17:43:57.335" v="21799" actId="20577"/>
        <pc:sldMkLst>
          <pc:docMk/>
          <pc:sldMk cId="860376470" sldId="808"/>
        </pc:sldMkLst>
        <pc:spChg chg="mod">
          <ac:chgData name="Palit, Tapti" userId="dec6fbcd-7598-406a-8cbf-504d4a3bac15" providerId="ADAL" clId="{65104DF2-1B45-4C36-9E2A-F89658839DCF}" dt="2024-01-25T17:43:57.335" v="21799" actId="20577"/>
          <ac:spMkLst>
            <pc:docMk/>
            <pc:sldMk cId="860376470" sldId="808"/>
            <ac:spMk id="3" creationId="{A22A8A20-BA3C-FD6F-2BA9-FEAE105E094E}"/>
          </ac:spMkLst>
        </pc:spChg>
      </pc:sldChg>
      <pc:sldChg chg="modSp del modAnim">
        <pc:chgData name="Palit, Tapti" userId="dec6fbcd-7598-406a-8cbf-504d4a3bac15" providerId="ADAL" clId="{65104DF2-1B45-4C36-9E2A-F89658839DCF}" dt="2024-01-25T15:46:47.911" v="18895" actId="47"/>
        <pc:sldMkLst>
          <pc:docMk/>
          <pc:sldMk cId="313389186" sldId="811"/>
        </pc:sldMkLst>
        <pc:spChg chg="mod">
          <ac:chgData name="Palit, Tapti" userId="dec6fbcd-7598-406a-8cbf-504d4a3bac15" providerId="ADAL" clId="{65104DF2-1B45-4C36-9E2A-F89658839DCF}" dt="2024-01-24T17:57:19.425" v="9758" actId="20577"/>
          <ac:spMkLst>
            <pc:docMk/>
            <pc:sldMk cId="313389186" sldId="811"/>
            <ac:spMk id="10" creationId="{3F3BBC86-B477-9ACF-23EF-1180913B7C35}"/>
          </ac:spMkLst>
        </pc:spChg>
      </pc:sldChg>
      <pc:sldChg chg="add mod modShow">
        <pc:chgData name="Palit, Tapti" userId="dec6fbcd-7598-406a-8cbf-504d4a3bac15" providerId="ADAL" clId="{65104DF2-1B45-4C36-9E2A-F89658839DCF}" dt="2024-01-25T18:14:34.781" v="22589" actId="729"/>
        <pc:sldMkLst>
          <pc:docMk/>
          <pc:sldMk cId="875307279" sldId="830"/>
        </pc:sldMkLst>
      </pc:sldChg>
      <pc:sldChg chg="add del">
        <pc:chgData name="Palit, Tapti" userId="dec6fbcd-7598-406a-8cbf-504d4a3bac15" providerId="ADAL" clId="{65104DF2-1B45-4C36-9E2A-F89658839DCF}" dt="2024-01-25T18:14:25.477" v="22587" actId="2696"/>
        <pc:sldMkLst>
          <pc:docMk/>
          <pc:sldMk cId="2679725324" sldId="830"/>
        </pc:sldMkLst>
      </pc:sldChg>
      <pc:sldChg chg="modNotesTx">
        <pc:chgData name="Palit, Tapti" userId="dec6fbcd-7598-406a-8cbf-504d4a3bac15" providerId="ADAL" clId="{65104DF2-1B45-4C36-9E2A-F89658839DCF}" dt="2024-01-25T15:44:59.510" v="18894" actId="20577"/>
        <pc:sldMkLst>
          <pc:docMk/>
          <pc:sldMk cId="3814629529" sldId="840"/>
        </pc:sldMkLst>
      </pc:sldChg>
      <pc:sldChg chg="add mod modShow">
        <pc:chgData name="Palit, Tapti" userId="dec6fbcd-7598-406a-8cbf-504d4a3bac15" providerId="ADAL" clId="{65104DF2-1B45-4C36-9E2A-F89658839DCF}" dt="2024-01-25T17:39:09.095" v="21680" actId="729"/>
        <pc:sldMkLst>
          <pc:docMk/>
          <pc:sldMk cId="1781124350" sldId="850"/>
        </pc:sldMkLst>
      </pc:sldChg>
      <pc:sldChg chg="del">
        <pc:chgData name="Palit, Tapti" userId="dec6fbcd-7598-406a-8cbf-504d4a3bac15" providerId="ADAL" clId="{65104DF2-1B45-4C36-9E2A-F89658839DCF}" dt="2024-01-25T17:39:03.179" v="21678" actId="2696"/>
        <pc:sldMkLst>
          <pc:docMk/>
          <pc:sldMk cId="1798398953" sldId="850"/>
        </pc:sldMkLst>
      </pc:sldChg>
      <pc:sldChg chg="addSp modSp mod modAnim modNotesTx">
        <pc:chgData name="Palit, Tapti" userId="dec6fbcd-7598-406a-8cbf-504d4a3bac15" providerId="ADAL" clId="{65104DF2-1B45-4C36-9E2A-F89658839DCF}" dt="2024-01-25T15:51:47.881" v="19072" actId="20577"/>
        <pc:sldMkLst>
          <pc:docMk/>
          <pc:sldMk cId="2532380705" sldId="856"/>
        </pc:sldMkLst>
        <pc:spChg chg="mod">
          <ac:chgData name="Palit, Tapti" userId="dec6fbcd-7598-406a-8cbf-504d4a3bac15" providerId="ADAL" clId="{65104DF2-1B45-4C36-9E2A-F89658839DCF}" dt="2024-01-24T18:00:05.335" v="10015" actId="20577"/>
          <ac:spMkLst>
            <pc:docMk/>
            <pc:sldMk cId="2532380705" sldId="856"/>
            <ac:spMk id="11" creationId="{9597BA74-48BD-03E7-B370-3F308358DF8F}"/>
          </ac:spMkLst>
        </pc:spChg>
        <pc:spChg chg="mod">
          <ac:chgData name="Palit, Tapti" userId="dec6fbcd-7598-406a-8cbf-504d4a3bac15" providerId="ADAL" clId="{65104DF2-1B45-4C36-9E2A-F89658839DCF}" dt="2024-01-24T17:11:50.615" v="7994" actId="207"/>
          <ac:spMkLst>
            <pc:docMk/>
            <pc:sldMk cId="2532380705" sldId="856"/>
            <ac:spMk id="13" creationId="{29039F13-1E69-E3E1-10A9-B42EBE1BFC3C}"/>
          </ac:spMkLst>
        </pc:spChg>
        <pc:spChg chg="mod">
          <ac:chgData name="Palit, Tapti" userId="dec6fbcd-7598-406a-8cbf-504d4a3bac15" providerId="ADAL" clId="{65104DF2-1B45-4C36-9E2A-F89658839DCF}" dt="2024-01-24T17:11:53.100" v="7995" actId="207"/>
          <ac:spMkLst>
            <pc:docMk/>
            <pc:sldMk cId="2532380705" sldId="856"/>
            <ac:spMk id="14" creationId="{AFD8956A-AAF7-7977-0983-85920EF04007}"/>
          </ac:spMkLst>
        </pc:spChg>
        <pc:spChg chg="mod">
          <ac:chgData name="Palit, Tapti" userId="dec6fbcd-7598-406a-8cbf-504d4a3bac15" providerId="ADAL" clId="{65104DF2-1B45-4C36-9E2A-F89658839DCF}" dt="2024-01-25T15:51:47.881" v="19072" actId="20577"/>
          <ac:spMkLst>
            <pc:docMk/>
            <pc:sldMk cId="2532380705" sldId="856"/>
            <ac:spMk id="15" creationId="{BD24C1F8-9CF9-C8AD-91A2-C65080B1EB3A}"/>
          </ac:spMkLst>
        </pc:spChg>
        <pc:grpChg chg="add mod">
          <ac:chgData name="Palit, Tapti" userId="dec6fbcd-7598-406a-8cbf-504d4a3bac15" providerId="ADAL" clId="{65104DF2-1B45-4C36-9E2A-F89658839DCF}" dt="2024-01-24T17:11:22.160" v="7979" actId="164"/>
          <ac:grpSpMkLst>
            <pc:docMk/>
            <pc:sldMk cId="2532380705" sldId="856"/>
            <ac:grpSpMk id="2" creationId="{B4A76A67-21E9-18A8-BB40-0695243B811C}"/>
          </ac:grpSpMkLst>
        </pc:grpChg>
      </pc:sldChg>
      <pc:sldChg chg="modNotesTx">
        <pc:chgData name="Palit, Tapti" userId="dec6fbcd-7598-406a-8cbf-504d4a3bac15" providerId="ADAL" clId="{65104DF2-1B45-4C36-9E2A-F89658839DCF}" dt="2024-01-24T18:00:37.560" v="10081" actId="20577"/>
        <pc:sldMkLst>
          <pc:docMk/>
          <pc:sldMk cId="1935471849" sldId="857"/>
        </pc:sldMkLst>
      </pc:sldChg>
      <pc:sldChg chg="modNotesTx">
        <pc:chgData name="Palit, Tapti" userId="dec6fbcd-7598-406a-8cbf-504d4a3bac15" providerId="ADAL" clId="{65104DF2-1B45-4C36-9E2A-F89658839DCF}" dt="2024-01-24T17:19:25.660" v="8839" actId="20577"/>
        <pc:sldMkLst>
          <pc:docMk/>
          <pc:sldMk cId="2721316561" sldId="861"/>
        </pc:sldMkLst>
      </pc:sldChg>
      <pc:sldChg chg="del">
        <pc:chgData name="Palit, Tapti" userId="dec6fbcd-7598-406a-8cbf-504d4a3bac15" providerId="ADAL" clId="{65104DF2-1B45-4C36-9E2A-F89658839DCF}" dt="2024-01-24T16:08:15.568" v="3417" actId="47"/>
        <pc:sldMkLst>
          <pc:docMk/>
          <pc:sldMk cId="3018700805" sldId="866"/>
        </pc:sldMkLst>
      </pc:sldChg>
      <pc:sldChg chg="del modNotesTx">
        <pc:chgData name="Palit, Tapti" userId="dec6fbcd-7598-406a-8cbf-504d4a3bac15" providerId="ADAL" clId="{65104DF2-1B45-4C36-9E2A-F89658839DCF}" dt="2024-01-25T17:19:57.673" v="20754" actId="2696"/>
        <pc:sldMkLst>
          <pc:docMk/>
          <pc:sldMk cId="1317513108" sldId="869"/>
        </pc:sldMkLst>
      </pc:sldChg>
      <pc:sldChg chg="add">
        <pc:chgData name="Palit, Tapti" userId="dec6fbcd-7598-406a-8cbf-504d4a3bac15" providerId="ADAL" clId="{65104DF2-1B45-4C36-9E2A-F89658839DCF}" dt="2024-01-25T17:20:11.985" v="20755"/>
        <pc:sldMkLst>
          <pc:docMk/>
          <pc:sldMk cId="3481442751" sldId="869"/>
        </pc:sldMkLst>
      </pc:sldChg>
      <pc:sldChg chg="addSp delSp modSp mod modClrScheme modCm chgLayout">
        <pc:chgData name="Palit, Tapti" userId="dec6fbcd-7598-406a-8cbf-504d4a3bac15" providerId="ADAL" clId="{65104DF2-1B45-4C36-9E2A-F89658839DCF}" dt="2024-01-15T20:19:23.714" v="1022" actId="20577"/>
        <pc:sldMkLst>
          <pc:docMk/>
          <pc:sldMk cId="1699665765" sldId="870"/>
        </pc:sldMkLst>
        <pc:spChg chg="mod ord">
          <ac:chgData name="Palit, Tapti" userId="dec6fbcd-7598-406a-8cbf-504d4a3bac15" providerId="ADAL" clId="{65104DF2-1B45-4C36-9E2A-F89658839DCF}" dt="2024-01-15T19:15:53.377" v="524" actId="6264"/>
          <ac:spMkLst>
            <pc:docMk/>
            <pc:sldMk cId="1699665765" sldId="870"/>
            <ac:spMk id="2" creationId="{164331AB-0F87-2A94-5B10-AF3850EA3C13}"/>
          </ac:spMkLst>
        </pc:spChg>
        <pc:spChg chg="mod">
          <ac:chgData name="Palit, Tapti" userId="dec6fbcd-7598-406a-8cbf-504d4a3bac15" providerId="ADAL" clId="{65104DF2-1B45-4C36-9E2A-F89658839DCF}" dt="2024-01-15T19:12:06.121" v="477" actId="1076"/>
          <ac:spMkLst>
            <pc:docMk/>
            <pc:sldMk cId="1699665765" sldId="870"/>
            <ac:spMk id="3" creationId="{B57250D7-DEE4-A696-93E8-803A82B54AA7}"/>
          </ac:spMkLst>
        </pc:spChg>
        <pc:spChg chg="mod ord">
          <ac:chgData name="Palit, Tapti" userId="dec6fbcd-7598-406a-8cbf-504d4a3bac15" providerId="ADAL" clId="{65104DF2-1B45-4C36-9E2A-F89658839DCF}" dt="2024-01-15T19:15:53.377" v="524" actId="6264"/>
          <ac:spMkLst>
            <pc:docMk/>
            <pc:sldMk cId="1699665765" sldId="870"/>
            <ac:spMk id="4" creationId="{1F3BEE15-F4A0-1FEA-1E93-3B660B9F2971}"/>
          </ac:spMkLst>
        </pc:spChg>
        <pc:spChg chg="mod">
          <ac:chgData name="Palit, Tapti" userId="dec6fbcd-7598-406a-8cbf-504d4a3bac15" providerId="ADAL" clId="{65104DF2-1B45-4C36-9E2A-F89658839DCF}" dt="2024-01-15T19:12:06.121" v="477" actId="1076"/>
          <ac:spMkLst>
            <pc:docMk/>
            <pc:sldMk cId="1699665765" sldId="870"/>
            <ac:spMk id="5" creationId="{68386F80-36FF-7696-B67B-687A28CE50A1}"/>
          </ac:spMkLst>
        </pc:spChg>
        <pc:spChg chg="add mod ord">
          <ac:chgData name="Palit, Tapti" userId="dec6fbcd-7598-406a-8cbf-504d4a3bac15" providerId="ADAL" clId="{65104DF2-1B45-4C36-9E2A-F89658839DCF}" dt="2024-01-15T20:19:23.714" v="1022" actId="20577"/>
          <ac:spMkLst>
            <pc:docMk/>
            <pc:sldMk cId="1699665765" sldId="870"/>
            <ac:spMk id="6" creationId="{997D2B1B-9AEF-3320-B6CA-19601F474B60}"/>
          </ac:spMkLst>
        </pc:spChg>
        <pc:spChg chg="mod">
          <ac:chgData name="Palit, Tapti" userId="dec6fbcd-7598-406a-8cbf-504d4a3bac15" providerId="ADAL" clId="{65104DF2-1B45-4C36-9E2A-F89658839DCF}" dt="2024-01-15T19:12:06.121" v="477" actId="1076"/>
          <ac:spMkLst>
            <pc:docMk/>
            <pc:sldMk cId="1699665765" sldId="870"/>
            <ac:spMk id="7" creationId="{A81D8A86-5728-C67F-0278-3A592D4B8FB9}"/>
          </ac:spMkLst>
        </pc:spChg>
        <pc:spChg chg="add del mod">
          <ac:chgData name="Palit, Tapti" userId="dec6fbcd-7598-406a-8cbf-504d4a3bac15" providerId="ADAL" clId="{65104DF2-1B45-4C36-9E2A-F89658839DCF}" dt="2024-01-15T19:11:53.015" v="476" actId="6264"/>
          <ac:spMkLst>
            <pc:docMk/>
            <pc:sldMk cId="1699665765" sldId="870"/>
            <ac:spMk id="8" creationId="{BF2F8442-C0F6-91BF-4CCE-B36A06CA6474}"/>
          </ac:spMkLst>
        </pc:spChg>
        <pc:spChg chg="add del mod">
          <ac:chgData name="Palit, Tapti" userId="dec6fbcd-7598-406a-8cbf-504d4a3bac15" providerId="ADAL" clId="{65104DF2-1B45-4C36-9E2A-F89658839DCF}" dt="2024-01-15T19:11:53.015" v="476" actId="6264"/>
          <ac:spMkLst>
            <pc:docMk/>
            <pc:sldMk cId="1699665765" sldId="870"/>
            <ac:spMk id="9" creationId="{FBC74576-61EE-4427-A681-66DFBE424972}"/>
          </ac:spMkLst>
        </pc:spChg>
        <pc:spChg chg="add del mod">
          <ac:chgData name="Palit, Tapti" userId="dec6fbcd-7598-406a-8cbf-504d4a3bac15" providerId="ADAL" clId="{65104DF2-1B45-4C36-9E2A-F89658839DCF}" dt="2024-01-15T19:11:53.015" v="476" actId="6264"/>
          <ac:spMkLst>
            <pc:docMk/>
            <pc:sldMk cId="1699665765" sldId="870"/>
            <ac:spMk id="10" creationId="{031AA059-ED3F-6DD8-8778-CDDBF51A4EAD}"/>
          </ac:spMkLst>
        </pc:spChg>
        <pc:spChg chg="add del mod">
          <ac:chgData name="Palit, Tapti" userId="dec6fbcd-7598-406a-8cbf-504d4a3bac15" providerId="ADAL" clId="{65104DF2-1B45-4C36-9E2A-F89658839DCF}" dt="2024-01-15T19:11:53.015" v="476" actId="6264"/>
          <ac:spMkLst>
            <pc:docMk/>
            <pc:sldMk cId="1699665765" sldId="870"/>
            <ac:spMk id="11" creationId="{62ED4CFF-B03E-C825-9B96-07D498A54E82}"/>
          </ac:spMkLst>
        </pc:spChg>
        <pc:spChg chg="add del mod">
          <ac:chgData name="Palit, Tapti" userId="dec6fbcd-7598-406a-8cbf-504d4a3bac15" providerId="ADAL" clId="{65104DF2-1B45-4C36-9E2A-F89658839DCF}" dt="2024-01-15T19:15:53.377" v="524" actId="6264"/>
          <ac:spMkLst>
            <pc:docMk/>
            <pc:sldMk cId="1699665765" sldId="870"/>
            <ac:spMk id="12" creationId="{E51AF6CB-1C9D-EFA8-1DC4-90AE8324F3FA}"/>
          </ac:spMkLst>
        </pc:spChg>
        <pc:spChg chg="add del mod">
          <ac:chgData name="Palit, Tapti" userId="dec6fbcd-7598-406a-8cbf-504d4a3bac15" providerId="ADAL" clId="{65104DF2-1B45-4C36-9E2A-F89658839DCF}" dt="2024-01-15T19:15:53.377" v="524" actId="6264"/>
          <ac:spMkLst>
            <pc:docMk/>
            <pc:sldMk cId="1699665765" sldId="870"/>
            <ac:spMk id="13" creationId="{821EF0AC-8739-E248-99D2-AF54CFA28192}"/>
          </ac:spMkLst>
        </pc:spChg>
        <pc:spChg chg="add del mod">
          <ac:chgData name="Palit, Tapti" userId="dec6fbcd-7598-406a-8cbf-504d4a3bac15" providerId="ADAL" clId="{65104DF2-1B45-4C36-9E2A-F89658839DCF}" dt="2024-01-15T19:15:53.377" v="524" actId="6264"/>
          <ac:spMkLst>
            <pc:docMk/>
            <pc:sldMk cId="1699665765" sldId="870"/>
            <ac:spMk id="14" creationId="{F3199300-CA2E-57DE-4C24-8D3427BCD0CF}"/>
          </ac:spMkLst>
        </pc:spChg>
        <pc:spChg chg="add del mod">
          <ac:chgData name="Palit, Tapti" userId="dec6fbcd-7598-406a-8cbf-504d4a3bac15" providerId="ADAL" clId="{65104DF2-1B45-4C36-9E2A-F89658839DCF}" dt="2024-01-15T19:15:53.377" v="524" actId="6264"/>
          <ac:spMkLst>
            <pc:docMk/>
            <pc:sldMk cId="1699665765" sldId="870"/>
            <ac:spMk id="15" creationId="{384EEC0E-CD9B-D7FB-89F4-100ED03724F7}"/>
          </ac:spMkLst>
        </pc:spChg>
        <pc:spChg chg="del mod">
          <ac:chgData name="Palit, Tapti" userId="dec6fbcd-7598-406a-8cbf-504d4a3bac15" providerId="ADAL" clId="{65104DF2-1B45-4C36-9E2A-F89658839DCF}" dt="2024-01-15T19:11:27.009" v="474"/>
          <ac:spMkLst>
            <pc:docMk/>
            <pc:sldMk cId="1699665765" sldId="870"/>
            <ac:spMk id="32" creationId="{CE5645A5-88BA-920D-64CE-86A11E3CAA5D}"/>
          </ac:spMkLst>
        </pc:spChg>
        <pc:spChg chg="mod">
          <ac:chgData name="Palit, Tapti" userId="dec6fbcd-7598-406a-8cbf-504d4a3bac15" providerId="ADAL" clId="{65104DF2-1B45-4C36-9E2A-F89658839DCF}" dt="2024-01-15T19:12:06.121" v="477" actId="1076"/>
          <ac:spMkLst>
            <pc:docMk/>
            <pc:sldMk cId="1699665765" sldId="870"/>
            <ac:spMk id="34" creationId="{B7F2D972-8F06-5B99-F899-249FFAEBFFEF}"/>
          </ac:spMkLst>
        </pc:spChg>
        <pc:spChg chg="mod ord">
          <ac:chgData name="Palit, Tapti" userId="dec6fbcd-7598-406a-8cbf-504d4a3bac15" providerId="ADAL" clId="{65104DF2-1B45-4C36-9E2A-F89658839DCF}" dt="2024-01-15T19:44:57.030" v="799" actId="5793"/>
          <ac:spMkLst>
            <pc:docMk/>
            <pc:sldMk cId="1699665765" sldId="870"/>
            <ac:spMk id="40" creationId="{36D80653-0A5B-A378-33D8-3C4434B09FC8}"/>
          </ac:spMkLst>
        </pc:spChg>
        <pc:cxnChg chg="mod">
          <ac:chgData name="Palit, Tapti" userId="dec6fbcd-7598-406a-8cbf-504d4a3bac15" providerId="ADAL" clId="{65104DF2-1B45-4C36-9E2A-F89658839DCF}" dt="2024-01-15T19:12:06.121" v="477" actId="1076"/>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16:40.818" v="1000"/>
              <pc2:cmMkLst xmlns:pc2="http://schemas.microsoft.com/office/powerpoint/2019/9/main/command">
                <pc:docMk/>
                <pc:sldMk cId="1699665765" sldId="870"/>
                <pc2:cmMk id="{A38E67AF-9CD1-441D-BE08-D0FAABB542E8}"/>
              </pc2:cmMkLst>
              <pc226:cmRplyChg chg="add del">
                <pc226:chgData name="Palit, Tapti" userId="dec6fbcd-7598-406a-8cbf-504d4a3bac15" providerId="ADAL" clId="{65104DF2-1B45-4C36-9E2A-F89658839DCF}" dt="2024-01-15T20:16:40.818" v="1000"/>
                <pc2:cmRplyMkLst xmlns:pc2="http://schemas.microsoft.com/office/powerpoint/2019/9/main/command">
                  <pc:docMk/>
                  <pc:sldMk cId="1699665765" sldId="870"/>
                  <pc2:cmMk id="{A38E67AF-9CD1-441D-BE08-D0FAABB542E8}"/>
                  <pc2:cmRplyMk id="{AE8B3331-808D-4BD9-B3E8-2F6D21332572}"/>
                </pc2:cmRplyMkLst>
              </pc226:cmRplyChg>
              <pc226:cmRplyChg chg="add">
                <pc226:chgData name="Palit, Tapti" userId="dec6fbcd-7598-406a-8cbf-504d4a3bac15" providerId="ADAL" clId="{65104DF2-1B45-4C36-9E2A-F89658839DCF}" dt="2024-01-15T20:04:37.821" v="817"/>
                <pc2:cmRplyMkLst xmlns:pc2="http://schemas.microsoft.com/office/powerpoint/2019/9/main/command">
                  <pc:docMk/>
                  <pc:sldMk cId="1699665765" sldId="870"/>
                  <pc2:cmMk id="{A38E67AF-9CD1-441D-BE08-D0FAABB542E8}"/>
                  <pc2:cmRplyMk id="{41B55239-A2F9-41FC-B004-CE064E8587D5}"/>
                </pc2:cmRplyMkLst>
              </pc226:cmRplyChg>
            </pc226:cmChg>
          </p:ext>
        </pc:extLst>
      </pc:sldChg>
      <pc:sldChg chg="modNotesTx">
        <pc:chgData name="Palit, Tapti" userId="dec6fbcd-7598-406a-8cbf-504d4a3bac15" providerId="ADAL" clId="{65104DF2-1B45-4C36-9E2A-F89658839DCF}" dt="2024-01-24T18:02:43.265" v="10142" actId="20577"/>
        <pc:sldMkLst>
          <pc:docMk/>
          <pc:sldMk cId="3088680036" sldId="870"/>
        </pc:sldMkLst>
      </pc:sldChg>
      <pc:sldChg chg="modSp mod modAnim modNotesTx">
        <pc:chgData name="Palit, Tapti" userId="dec6fbcd-7598-406a-8cbf-504d4a3bac15" providerId="ADAL" clId="{65104DF2-1B45-4C36-9E2A-F89658839DCF}" dt="2024-01-24T18:15:18.712" v="11488"/>
        <pc:sldMkLst>
          <pc:docMk/>
          <pc:sldMk cId="2196532392" sldId="871"/>
        </pc:sldMkLst>
        <pc:spChg chg="mod">
          <ac:chgData name="Palit, Tapti" userId="dec6fbcd-7598-406a-8cbf-504d4a3bac15" providerId="ADAL" clId="{65104DF2-1B45-4C36-9E2A-F89658839DCF}" dt="2024-01-24T17:04:13.481" v="7803" actId="692"/>
          <ac:spMkLst>
            <pc:docMk/>
            <pc:sldMk cId="2196532392" sldId="871"/>
            <ac:spMk id="8" creationId="{84480599-EEBD-045D-5572-6C9D777FCDD4}"/>
          </ac:spMkLst>
        </pc:spChg>
        <pc:spChg chg="mod">
          <ac:chgData name="Palit, Tapti" userId="dec6fbcd-7598-406a-8cbf-504d4a3bac15" providerId="ADAL" clId="{65104DF2-1B45-4C36-9E2A-F89658839DCF}" dt="2024-01-24T17:04:13.481" v="7803" actId="692"/>
          <ac:spMkLst>
            <pc:docMk/>
            <pc:sldMk cId="2196532392" sldId="871"/>
            <ac:spMk id="9" creationId="{10C09A93-3E9A-7246-C5F2-9ABA5AC5E523}"/>
          </ac:spMkLst>
        </pc:spChg>
        <pc:spChg chg="mod">
          <ac:chgData name="Palit, Tapti" userId="dec6fbcd-7598-406a-8cbf-504d4a3bac15" providerId="ADAL" clId="{65104DF2-1B45-4C36-9E2A-F89658839DCF}" dt="2024-01-24T17:04:13.481" v="7803" actId="692"/>
          <ac:spMkLst>
            <pc:docMk/>
            <pc:sldMk cId="2196532392" sldId="871"/>
            <ac:spMk id="13" creationId="{1FE80DE5-E44B-1F1A-C361-3CC162790730}"/>
          </ac:spMkLst>
        </pc:spChg>
        <pc:spChg chg="mod">
          <ac:chgData name="Palit, Tapti" userId="dec6fbcd-7598-406a-8cbf-504d4a3bac15" providerId="ADAL" clId="{65104DF2-1B45-4C36-9E2A-F89658839DCF}" dt="2024-01-24T17:04:13.481" v="7803" actId="692"/>
          <ac:spMkLst>
            <pc:docMk/>
            <pc:sldMk cId="2196532392" sldId="871"/>
            <ac:spMk id="324" creationId="{8E45D870-2CA7-0E76-EA99-50E48B4EFEE4}"/>
          </ac:spMkLst>
        </pc:spChg>
        <pc:spChg chg="mod">
          <ac:chgData name="Palit, Tapti" userId="dec6fbcd-7598-406a-8cbf-504d4a3bac15" providerId="ADAL" clId="{65104DF2-1B45-4C36-9E2A-F89658839DCF}" dt="2024-01-24T17:04:13.481" v="7803" actId="692"/>
          <ac:spMkLst>
            <pc:docMk/>
            <pc:sldMk cId="2196532392" sldId="871"/>
            <ac:spMk id="326" creationId="{5A485784-3A1F-D70F-E030-85D850EF92D0}"/>
          </ac:spMkLst>
        </pc:spChg>
        <pc:spChg chg="mod">
          <ac:chgData name="Palit, Tapti" userId="dec6fbcd-7598-406a-8cbf-504d4a3bac15" providerId="ADAL" clId="{65104DF2-1B45-4C36-9E2A-F89658839DCF}" dt="2024-01-24T17:04:13.481" v="7803" actId="692"/>
          <ac:spMkLst>
            <pc:docMk/>
            <pc:sldMk cId="2196532392" sldId="871"/>
            <ac:spMk id="328" creationId="{CCC37840-0D7D-90CB-6573-ACE6C57C82B3}"/>
          </ac:spMkLst>
        </pc:spChg>
        <pc:spChg chg="mod">
          <ac:chgData name="Palit, Tapti" userId="dec6fbcd-7598-406a-8cbf-504d4a3bac15" providerId="ADAL" clId="{65104DF2-1B45-4C36-9E2A-F89658839DCF}" dt="2024-01-24T17:04:13.481" v="7803" actId="692"/>
          <ac:spMkLst>
            <pc:docMk/>
            <pc:sldMk cId="2196532392" sldId="871"/>
            <ac:spMk id="329" creationId="{54428C34-3209-7770-1159-5E0481671FE7}"/>
          </ac:spMkLst>
        </pc:spChg>
        <pc:spChg chg="mod">
          <ac:chgData name="Palit, Tapti" userId="dec6fbcd-7598-406a-8cbf-504d4a3bac15" providerId="ADAL" clId="{65104DF2-1B45-4C36-9E2A-F89658839DCF}" dt="2024-01-24T17:04:13.481" v="7803" actId="692"/>
          <ac:spMkLst>
            <pc:docMk/>
            <pc:sldMk cId="2196532392" sldId="871"/>
            <ac:spMk id="330" creationId="{1A062BDA-13B0-A09B-C1D5-2959AE2C29A0}"/>
          </ac:spMkLst>
        </pc:spChg>
        <pc:spChg chg="mod">
          <ac:chgData name="Palit, Tapti" userId="dec6fbcd-7598-406a-8cbf-504d4a3bac15" providerId="ADAL" clId="{65104DF2-1B45-4C36-9E2A-F89658839DCF}" dt="2024-01-24T17:04:13.481" v="7803" actId="692"/>
          <ac:spMkLst>
            <pc:docMk/>
            <pc:sldMk cId="2196532392" sldId="871"/>
            <ac:spMk id="331" creationId="{C6CE383C-0085-B4CB-0AC9-82C5ACB2BAB2}"/>
          </ac:spMkLst>
        </pc:spChg>
        <pc:spChg chg="mod">
          <ac:chgData name="Palit, Tapti" userId="dec6fbcd-7598-406a-8cbf-504d4a3bac15" providerId="ADAL" clId="{65104DF2-1B45-4C36-9E2A-F89658839DCF}" dt="2024-01-24T17:04:13.481" v="7803" actId="692"/>
          <ac:spMkLst>
            <pc:docMk/>
            <pc:sldMk cId="2196532392" sldId="871"/>
            <ac:spMk id="332" creationId="{E28F8191-AC18-0251-57E4-912513A16D9C}"/>
          </ac:spMkLst>
        </pc:spChg>
      </pc:sldChg>
      <pc:sldChg chg="addSp delSp modSp mod modClrScheme delAnim modCm chgLayout">
        <pc:chgData name="Palit, Tapti" userId="dec6fbcd-7598-406a-8cbf-504d4a3bac15" providerId="ADAL" clId="{65104DF2-1B45-4C36-9E2A-F89658839DCF}" dt="2024-01-15T20:20:05.950" v="1048"/>
        <pc:sldMkLst>
          <pc:docMk/>
          <pc:sldMk cId="2344574295" sldId="871"/>
        </pc:sldMkLst>
        <pc:spChg chg="mod ord">
          <ac:chgData name="Palit, Tapti" userId="dec6fbcd-7598-406a-8cbf-504d4a3bac15" providerId="ADAL" clId="{65104DF2-1B45-4C36-9E2A-F89658839DCF}" dt="2024-01-15T19:15:19.129" v="508" actId="6264"/>
          <ac:spMkLst>
            <pc:docMk/>
            <pc:sldMk cId="2344574295" sldId="871"/>
            <ac:spMk id="2" creationId="{1270CB34-283C-312C-1268-F346DA3C3FD4}"/>
          </ac:spMkLst>
        </pc:spChg>
        <pc:spChg chg="add del mod ord">
          <ac:chgData name="Palit, Tapti" userId="dec6fbcd-7598-406a-8cbf-504d4a3bac15" providerId="ADAL" clId="{65104DF2-1B45-4C36-9E2A-F89658839DCF}" dt="2024-01-15T19:45:02.900" v="801" actId="5793"/>
          <ac:spMkLst>
            <pc:docMk/>
            <pc:sldMk cId="2344574295" sldId="871"/>
            <ac:spMk id="3" creationId="{61A11287-50C5-EE15-BCAE-7C2C74A30506}"/>
          </ac:spMkLst>
        </pc:spChg>
        <pc:spChg chg="mod ord">
          <ac:chgData name="Palit, Tapti" userId="dec6fbcd-7598-406a-8cbf-504d4a3bac15" providerId="ADAL" clId="{65104DF2-1B45-4C36-9E2A-F89658839DCF}" dt="2024-01-15T19:15:19.129" v="508" actId="6264"/>
          <ac:spMkLst>
            <pc:docMk/>
            <pc:sldMk cId="2344574295" sldId="871"/>
            <ac:spMk id="4" creationId="{B10DDEA6-46DD-7CD1-42EB-F2724E96300A}"/>
          </ac:spMkLst>
        </pc:spChg>
        <pc:spChg chg="del mod">
          <ac:chgData name="Palit, Tapti" userId="dec6fbcd-7598-406a-8cbf-504d4a3bac15" providerId="ADAL" clId="{65104DF2-1B45-4C36-9E2A-F89658839DCF}" dt="2024-01-15T19:12:23.276" v="482" actId="478"/>
          <ac:spMkLst>
            <pc:docMk/>
            <pc:sldMk cId="2344574295" sldId="871"/>
            <ac:spMk id="5" creationId="{11B7E19C-BD72-E756-C643-1284FD9786F5}"/>
          </ac:spMkLst>
        </pc:spChg>
        <pc:spChg chg="mod">
          <ac:chgData name="Palit, Tapti" userId="dec6fbcd-7598-406a-8cbf-504d4a3bac15" providerId="ADAL" clId="{65104DF2-1B45-4C36-9E2A-F89658839DCF}" dt="2024-01-15T19:15:40.603" v="509" actId="1076"/>
          <ac:spMkLst>
            <pc:docMk/>
            <pc:sldMk cId="2344574295" sldId="871"/>
            <ac:spMk id="6" creationId="{0922865B-ECA6-927F-611A-2FED166653EB}"/>
          </ac:spMkLst>
        </pc:spChg>
        <pc:spChg chg="mod">
          <ac:chgData name="Palit, Tapti" userId="dec6fbcd-7598-406a-8cbf-504d4a3bac15" providerId="ADAL" clId="{65104DF2-1B45-4C36-9E2A-F89658839DCF}" dt="2024-01-15T19:15:40.603" v="509" actId="1076"/>
          <ac:spMkLst>
            <pc:docMk/>
            <pc:sldMk cId="2344574295" sldId="871"/>
            <ac:spMk id="9" creationId="{52EA6E7B-E3E7-E8C1-7273-F9AB8FC62D0D}"/>
          </ac:spMkLst>
        </pc:spChg>
        <pc:spChg chg="mod">
          <ac:chgData name="Palit, Tapti" userId="dec6fbcd-7598-406a-8cbf-504d4a3bac15" providerId="ADAL" clId="{65104DF2-1B45-4C36-9E2A-F89658839DCF}" dt="2024-01-15T19:15:40.603" v="509" actId="1076"/>
          <ac:spMkLst>
            <pc:docMk/>
            <pc:sldMk cId="2344574295" sldId="871"/>
            <ac:spMk id="11" creationId="{8F857DF8-0830-A699-1F09-1369314104FB}"/>
          </ac:spMkLst>
        </pc:spChg>
        <pc:spChg chg="mod">
          <ac:chgData name="Palit, Tapti" userId="dec6fbcd-7598-406a-8cbf-504d4a3bac15" providerId="ADAL" clId="{65104DF2-1B45-4C36-9E2A-F89658839DCF}" dt="2024-01-15T19:15:47.273" v="523" actId="1035"/>
          <ac:spMkLst>
            <pc:docMk/>
            <pc:sldMk cId="2344574295" sldId="871"/>
            <ac:spMk id="12" creationId="{33D4592E-6A33-46B1-759F-3AE51A1F9A36}"/>
          </ac:spMkLst>
        </pc:spChg>
        <pc:spChg chg="add del mod">
          <ac:chgData name="Palit, Tapti" userId="dec6fbcd-7598-406a-8cbf-504d4a3bac15" providerId="ADAL" clId="{65104DF2-1B45-4C36-9E2A-F89658839DCF}" dt="2024-01-15T19:12:10.707" v="478" actId="6264"/>
          <ac:spMkLst>
            <pc:docMk/>
            <pc:sldMk cId="2344574295" sldId="871"/>
            <ac:spMk id="14" creationId="{2D2A9875-E0D2-F970-54F6-F16FC5226078}"/>
          </ac:spMkLst>
        </pc:spChg>
        <pc:spChg chg="add del mod">
          <ac:chgData name="Palit, Tapti" userId="dec6fbcd-7598-406a-8cbf-504d4a3bac15" providerId="ADAL" clId="{65104DF2-1B45-4C36-9E2A-F89658839DCF}" dt="2024-01-15T18:21:42.627" v="161" actId="478"/>
          <ac:spMkLst>
            <pc:docMk/>
            <pc:sldMk cId="2344574295" sldId="871"/>
            <ac:spMk id="16" creationId="{1EB0D45E-3FB6-BFC5-58D2-1E7FBC89C052}"/>
          </ac:spMkLst>
        </pc:spChg>
        <pc:spChg chg="add del mod">
          <ac:chgData name="Palit, Tapti" userId="dec6fbcd-7598-406a-8cbf-504d4a3bac15" providerId="ADAL" clId="{65104DF2-1B45-4C36-9E2A-F89658839DCF}" dt="2024-01-15T19:12:10.707" v="478" actId="6264"/>
          <ac:spMkLst>
            <pc:docMk/>
            <pc:sldMk cId="2344574295" sldId="871"/>
            <ac:spMk id="16" creationId="{53D2AD2E-5430-0F7B-9565-F1DE51B76DD0}"/>
          </ac:spMkLst>
        </pc:spChg>
        <pc:spChg chg="add del mod">
          <ac:chgData name="Palit, Tapti" userId="dec6fbcd-7598-406a-8cbf-504d4a3bac15" providerId="ADAL" clId="{65104DF2-1B45-4C36-9E2A-F89658839DCF}" dt="2024-01-15T19:12:10.707" v="478" actId="6264"/>
          <ac:spMkLst>
            <pc:docMk/>
            <pc:sldMk cId="2344574295" sldId="871"/>
            <ac:spMk id="17" creationId="{61E704D3-B42D-77BB-EB6B-F7BCF75EF303}"/>
          </ac:spMkLst>
        </pc:spChg>
        <pc:spChg chg="add mod ord">
          <ac:chgData name="Palit, Tapti" userId="dec6fbcd-7598-406a-8cbf-504d4a3bac15" providerId="ADAL" clId="{65104DF2-1B45-4C36-9E2A-F89658839DCF}" dt="2024-01-15T20:19:34.363" v="1047" actId="20577"/>
          <ac:spMkLst>
            <pc:docMk/>
            <pc:sldMk cId="2344574295" sldId="871"/>
            <ac:spMk id="18" creationId="{CCCBC972-B23B-AC80-C2F2-8CC972D98B50}"/>
          </ac:spMkLst>
        </pc:spChg>
        <pc:spChg chg="mod">
          <ac:chgData name="Palit, Tapti" userId="dec6fbcd-7598-406a-8cbf-504d4a3bac15" providerId="ADAL" clId="{65104DF2-1B45-4C36-9E2A-F89658839DCF}" dt="2024-01-15T19:15:47.273" v="523" actId="1035"/>
          <ac:spMkLst>
            <pc:docMk/>
            <pc:sldMk cId="2344574295" sldId="871"/>
            <ac:spMk id="19" creationId="{11F3A58B-0A0F-3813-8194-E2D2AD55E2B4}"/>
          </ac:spMkLst>
        </pc:spChg>
        <pc:spChg chg="add del mod">
          <ac:chgData name="Palit, Tapti" userId="dec6fbcd-7598-406a-8cbf-504d4a3bac15" providerId="ADAL" clId="{65104DF2-1B45-4C36-9E2A-F89658839DCF}" dt="2024-01-15T19:13:11.257" v="491" actId="6264"/>
          <ac:spMkLst>
            <pc:docMk/>
            <pc:sldMk cId="2344574295" sldId="871"/>
            <ac:spMk id="20" creationId="{B61D25B2-E2D9-5C5E-A7C3-0ACFA58CFA2A}"/>
          </ac:spMkLst>
        </pc:spChg>
        <pc:spChg chg="add del mod">
          <ac:chgData name="Palit, Tapti" userId="dec6fbcd-7598-406a-8cbf-504d4a3bac15" providerId="ADAL" clId="{65104DF2-1B45-4C36-9E2A-F89658839DCF}" dt="2024-01-15T19:13:11.257" v="491" actId="6264"/>
          <ac:spMkLst>
            <pc:docMk/>
            <pc:sldMk cId="2344574295" sldId="871"/>
            <ac:spMk id="21" creationId="{1DC26CF3-8AB5-BB1C-F882-998DC08D5F37}"/>
          </ac:spMkLst>
        </pc:spChg>
        <pc:spChg chg="add del mod">
          <ac:chgData name="Palit, Tapti" userId="dec6fbcd-7598-406a-8cbf-504d4a3bac15" providerId="ADAL" clId="{65104DF2-1B45-4C36-9E2A-F89658839DCF}" dt="2024-01-15T19:13:11.257" v="491" actId="6264"/>
          <ac:spMkLst>
            <pc:docMk/>
            <pc:sldMk cId="2344574295" sldId="871"/>
            <ac:spMk id="22" creationId="{54AB5DC7-8314-EEF9-765B-15D18F26F845}"/>
          </ac:spMkLst>
        </pc:spChg>
        <pc:spChg chg="add del mod">
          <ac:chgData name="Palit, Tapti" userId="dec6fbcd-7598-406a-8cbf-504d4a3bac15" providerId="ADAL" clId="{65104DF2-1B45-4C36-9E2A-F89658839DCF}" dt="2024-01-15T19:13:11.257" v="491" actId="6264"/>
          <ac:spMkLst>
            <pc:docMk/>
            <pc:sldMk cId="2344574295" sldId="871"/>
            <ac:spMk id="23" creationId="{573F1950-C252-700B-2C6E-64A5E4E927EE}"/>
          </ac:spMkLst>
        </pc:spChg>
        <pc:spChg chg="add del mod">
          <ac:chgData name="Palit, Tapti" userId="dec6fbcd-7598-406a-8cbf-504d4a3bac15" providerId="ADAL" clId="{65104DF2-1B45-4C36-9E2A-F89658839DCF}" dt="2024-01-15T19:15:19.129" v="508" actId="6264"/>
          <ac:spMkLst>
            <pc:docMk/>
            <pc:sldMk cId="2344574295" sldId="871"/>
            <ac:spMk id="24" creationId="{9DB03AA0-DC73-1045-5E56-07A7C9C7D8E4}"/>
          </ac:spMkLst>
        </pc:spChg>
        <pc:spChg chg="add del mod">
          <ac:chgData name="Palit, Tapti" userId="dec6fbcd-7598-406a-8cbf-504d4a3bac15" providerId="ADAL" clId="{65104DF2-1B45-4C36-9E2A-F89658839DCF}" dt="2024-01-15T19:15:19.129" v="508" actId="6264"/>
          <ac:spMkLst>
            <pc:docMk/>
            <pc:sldMk cId="2344574295" sldId="871"/>
            <ac:spMk id="25" creationId="{FC67076F-C478-FBE8-467B-A7AD775B8E1E}"/>
          </ac:spMkLst>
        </pc:spChg>
        <pc:spChg chg="add del mod">
          <ac:chgData name="Palit, Tapti" userId="dec6fbcd-7598-406a-8cbf-504d4a3bac15" providerId="ADAL" clId="{65104DF2-1B45-4C36-9E2A-F89658839DCF}" dt="2024-01-15T19:15:19.129" v="508" actId="6264"/>
          <ac:spMkLst>
            <pc:docMk/>
            <pc:sldMk cId="2344574295" sldId="871"/>
            <ac:spMk id="26" creationId="{0A319409-DCE1-37C9-3A1F-F8F9D8F901C4}"/>
          </ac:spMkLst>
        </pc:spChg>
        <pc:spChg chg="add del mod">
          <ac:chgData name="Palit, Tapti" userId="dec6fbcd-7598-406a-8cbf-504d4a3bac15" providerId="ADAL" clId="{65104DF2-1B45-4C36-9E2A-F89658839DCF}" dt="2024-01-15T19:15:19.129" v="508" actId="6264"/>
          <ac:spMkLst>
            <pc:docMk/>
            <pc:sldMk cId="2344574295" sldId="871"/>
            <ac:spMk id="27" creationId="{C7CDEE50-B67D-C895-C136-16FDE0ADFEAA}"/>
          </ac:spMkLst>
        </pc:spChg>
        <pc:grpChg chg="mod">
          <ac:chgData name="Palit, Tapti" userId="dec6fbcd-7598-406a-8cbf-504d4a3bac15" providerId="ADAL" clId="{65104DF2-1B45-4C36-9E2A-F89658839DCF}" dt="2024-01-15T19:15:40.603" v="509" actId="1076"/>
          <ac:grpSpMkLst>
            <pc:docMk/>
            <pc:sldMk cId="2344574295" sldId="871"/>
            <ac:grpSpMk id="7" creationId="{6E3AFACA-CC71-7C3D-2B1A-EB7D87E08B47}"/>
          </ac:grpSpMkLst>
        </pc:grpChg>
        <pc:grpChg chg="mod">
          <ac:chgData name="Palit, Tapti" userId="dec6fbcd-7598-406a-8cbf-504d4a3bac15" providerId="ADAL" clId="{65104DF2-1B45-4C36-9E2A-F89658839DCF}" dt="2024-01-15T19:15:40.603" v="509" actId="1076"/>
          <ac:grpSpMkLst>
            <pc:docMk/>
            <pc:sldMk cId="2344574295" sldId="871"/>
            <ac:grpSpMk id="8" creationId="{710DBF5A-2E65-52C0-2BD6-68A1F91D42A5}"/>
          </ac:grpSpMkLst>
        </pc:grpChg>
        <pc:grpChg chg="mod">
          <ac:chgData name="Palit, Tapti" userId="dec6fbcd-7598-406a-8cbf-504d4a3bac15" providerId="ADAL" clId="{65104DF2-1B45-4C36-9E2A-F89658839DCF}" dt="2024-01-15T19:15:40.603" v="509" actId="1076"/>
          <ac:grpSpMkLst>
            <pc:docMk/>
            <pc:sldMk cId="2344574295" sldId="871"/>
            <ac:grpSpMk id="10" creationId="{BB9BC35F-64B7-0A5A-241A-FCA43DC11F3F}"/>
          </ac:grpSpMkLst>
        </pc:grpChg>
        <pc:grpChg chg="mod">
          <ac:chgData name="Palit, Tapti" userId="dec6fbcd-7598-406a-8cbf-504d4a3bac15" providerId="ADAL" clId="{65104DF2-1B45-4C36-9E2A-F89658839DCF}" dt="2024-01-15T19:15:40.603" v="509" actId="1076"/>
          <ac:grpSpMkLst>
            <pc:docMk/>
            <pc:sldMk cId="2344574295" sldId="871"/>
            <ac:grpSpMk id="13" creationId="{E54BDD6D-FC20-B801-6D73-D0E5943003C7}"/>
          </ac:grpSpMkLst>
        </pc:grpChg>
        <pc:picChg chg="mod">
          <ac:chgData name="Palit, Tapti" userId="dec6fbcd-7598-406a-8cbf-504d4a3bac15" providerId="ADAL" clId="{65104DF2-1B45-4C36-9E2A-F89658839DCF}" dt="2024-01-15T19:15:40.603" v="509" actId="1076"/>
          <ac:picMkLst>
            <pc:docMk/>
            <pc:sldMk cId="2344574295" sldId="871"/>
            <ac:picMk id="1026" creationId="{06DDF91D-6508-89B3-3D6F-CD5F213AE6DE}"/>
          </ac:picMkLst>
        </pc:picChg>
        <pc:picChg chg="mod">
          <ac:chgData name="Palit, Tapti" userId="dec6fbcd-7598-406a-8cbf-504d4a3bac15" providerId="ADAL" clId="{65104DF2-1B45-4C36-9E2A-F89658839DCF}" dt="2024-01-15T19:15:40.603" v="509" actId="1076"/>
          <ac:picMkLst>
            <pc:docMk/>
            <pc:sldMk cId="2344574295" sldId="871"/>
            <ac:picMk id="1028" creationId="{A32A90A0-5B89-7B2C-D0BF-4A9D71EB9F22}"/>
          </ac:picMkLst>
        </pc:picChg>
        <pc:picChg chg="mod">
          <ac:chgData name="Palit, Tapti" userId="dec6fbcd-7598-406a-8cbf-504d4a3bac15" providerId="ADAL" clId="{65104DF2-1B45-4C36-9E2A-F89658839DCF}" dt="2024-01-15T19:15:40.603" v="509" actId="1076"/>
          <ac:picMkLst>
            <pc:docMk/>
            <pc:sldMk cId="2344574295" sldId="871"/>
            <ac:picMk id="1034" creationId="{25262F0E-237E-D333-C39E-F0DBA8A8595B}"/>
          </ac:picMkLst>
        </pc:picChg>
        <pc:picChg chg="mod">
          <ac:chgData name="Palit, Tapti" userId="dec6fbcd-7598-406a-8cbf-504d4a3bac15" providerId="ADAL" clId="{65104DF2-1B45-4C36-9E2A-F89658839DCF}" dt="2024-01-15T19:15:40.603" v="509" actId="1076"/>
          <ac:picMkLst>
            <pc:docMk/>
            <pc:sldMk cId="2344574295" sldId="871"/>
            <ac:picMk id="1036" creationId="{715EDE28-7A14-6EF1-73B5-5FB47A7D3488}"/>
          </ac:picMkLst>
        </pc:picChg>
        <pc:cxnChg chg="mod">
          <ac:chgData name="Palit, Tapti" userId="dec6fbcd-7598-406a-8cbf-504d4a3bac15" providerId="ADAL" clId="{65104DF2-1B45-4C36-9E2A-F89658839DCF}" dt="2024-01-15T19:15:47.273" v="523" actId="1035"/>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20:05.950" v="1048"/>
              <pc2:cmMkLst xmlns:pc2="http://schemas.microsoft.com/office/powerpoint/2019/9/main/command">
                <pc:docMk/>
                <pc:sldMk cId="2344574295" sldId="871"/>
                <pc2:cmMk id="{0BC5FF2B-B398-4AB2-B9EB-CC96E52BAE5B}"/>
              </pc2:cmMkLst>
              <pc226:cmRplyChg chg="add">
                <pc226:chgData name="Palit, Tapti" userId="dec6fbcd-7598-406a-8cbf-504d4a3bac15" providerId="ADAL" clId="{65104DF2-1B45-4C36-9E2A-F89658839DCF}" dt="2024-01-15T20:20:05.950" v="1048"/>
                <pc2:cmRplyMkLst xmlns:pc2="http://schemas.microsoft.com/office/powerpoint/2019/9/main/command">
                  <pc:docMk/>
                  <pc:sldMk cId="2344574295" sldId="871"/>
                  <pc2:cmMk id="{0BC5FF2B-B398-4AB2-B9EB-CC96E52BAE5B}"/>
                  <pc2:cmRplyMk id="{20A789A6-D86C-4BFB-AFE8-1E84C906E3F0}"/>
                </pc2:cmRplyMkLst>
              </pc226:cmRplyChg>
              <pc226:cmRplyChg chg="add">
                <pc226:chgData name="Palit, Tapti" userId="dec6fbcd-7598-406a-8cbf-504d4a3bac15" providerId="ADAL" clId="{65104DF2-1B45-4C36-9E2A-F89658839DCF}" dt="2024-01-15T20:06:05.780" v="818"/>
                <pc2:cmRplyMkLst xmlns:pc2="http://schemas.microsoft.com/office/powerpoint/2019/9/main/command">
                  <pc:docMk/>
                  <pc:sldMk cId="2344574295" sldId="871"/>
                  <pc2:cmMk id="{0BC5FF2B-B398-4AB2-B9EB-CC96E52BAE5B}"/>
                  <pc2:cmRplyMk id="{537CDEC7-1929-49E3-B441-F192D74A7412}"/>
                </pc2:cmRplyMkLst>
              </pc226:cmRplyChg>
              <pc226:cmRplyChg chg="add">
                <pc226:chgData name="Palit, Tapti" userId="dec6fbcd-7598-406a-8cbf-504d4a3bac15" providerId="ADAL" clId="{65104DF2-1B45-4C36-9E2A-F89658839DCF}" dt="2024-01-15T20:17:47.061" v="1001"/>
                <pc2:cmRplyMkLst xmlns:pc2="http://schemas.microsoft.com/office/powerpoint/2019/9/main/command">
                  <pc:docMk/>
                  <pc:sldMk cId="2344574295" sldId="871"/>
                  <pc2:cmMk id="{0BC5FF2B-B398-4AB2-B9EB-CC96E52BAE5B}"/>
                  <pc2:cmRplyMk id="{829868D4-5EBF-4AD5-BE5A-553DDFBA4940}"/>
                </pc2:cmRplyMkLst>
              </pc226:cmRplyChg>
            </pc226:cmChg>
          </p:ext>
        </pc:extLst>
      </pc:sldChg>
      <pc:sldChg chg="addSp delSp modSp mod modClrScheme delAnim chgLayout">
        <pc:chgData name="Palit, Tapti" userId="dec6fbcd-7598-406a-8cbf-504d4a3bac15" providerId="ADAL" clId="{65104DF2-1B45-4C36-9E2A-F89658839DCF}" dt="2024-01-15T20:08:31.452" v="853" actId="20577"/>
        <pc:sldMkLst>
          <pc:docMk/>
          <pc:sldMk cId="4242902094" sldId="872"/>
        </pc:sldMkLst>
        <pc:spChg chg="mod ord">
          <ac:chgData name="Palit, Tapti" userId="dec6fbcd-7598-406a-8cbf-504d4a3bac15" providerId="ADAL" clId="{65104DF2-1B45-4C36-9E2A-F89658839DCF}" dt="2024-01-15T19:14:22.999" v="503" actId="700"/>
          <ac:spMkLst>
            <pc:docMk/>
            <pc:sldMk cId="4242902094" sldId="872"/>
            <ac:spMk id="2" creationId="{F8B8D02F-DFDB-4EB1-8C2E-1677EEE15BF7}"/>
          </ac:spMkLst>
        </pc:spChg>
        <pc:spChg chg="mod ord">
          <ac:chgData name="Palit, Tapti" userId="dec6fbcd-7598-406a-8cbf-504d4a3bac15" providerId="ADAL" clId="{65104DF2-1B45-4C36-9E2A-F89658839DCF}" dt="2024-01-15T19:14:22.999" v="503" actId="700"/>
          <ac:spMkLst>
            <pc:docMk/>
            <pc:sldMk cId="4242902094" sldId="872"/>
            <ac:spMk id="4" creationId="{6B1F8454-81B1-434A-AEB0-0FF8F15F1F73}"/>
          </ac:spMkLst>
        </pc:spChg>
        <pc:spChg chg="add del mod ord">
          <ac:chgData name="Palit, Tapti" userId="dec6fbcd-7598-406a-8cbf-504d4a3bac15" providerId="ADAL" clId="{65104DF2-1B45-4C36-9E2A-F89658839DCF}" dt="2024-01-15T19:14:22.999" v="503" actId="700"/>
          <ac:spMkLst>
            <pc:docMk/>
            <pc:sldMk cId="4242902094" sldId="872"/>
            <ac:spMk id="7" creationId="{8EE78ED6-DB82-7E82-F30A-2271138025F2}"/>
          </ac:spMkLst>
        </pc:spChg>
        <pc:spChg chg="add mod ord">
          <ac:chgData name="Palit, Tapti" userId="dec6fbcd-7598-406a-8cbf-504d4a3bac15" providerId="ADAL" clId="{65104DF2-1B45-4C36-9E2A-F89658839DCF}" dt="2024-01-15T19:14:22.999" v="503" actId="700"/>
          <ac:spMkLst>
            <pc:docMk/>
            <pc:sldMk cId="4242902094" sldId="872"/>
            <ac:spMk id="9" creationId="{9C1A6A6B-B42A-D598-D269-64523D856762}"/>
          </ac:spMkLst>
        </pc:spChg>
        <pc:spChg chg="add mod ord">
          <ac:chgData name="Palit, Tapti" userId="dec6fbcd-7598-406a-8cbf-504d4a3bac15" providerId="ADAL" clId="{65104DF2-1B45-4C36-9E2A-F89658839DCF}" dt="2024-01-15T20:08:31.452" v="853" actId="20577"/>
          <ac:spMkLst>
            <pc:docMk/>
            <pc:sldMk cId="4242902094" sldId="872"/>
            <ac:spMk id="13" creationId="{9D35731B-9E87-9F85-EA98-0D3DB41CF05E}"/>
          </ac:spMkLst>
        </pc:spChg>
        <pc:spChg chg="del mod">
          <ac:chgData name="Palit, Tapti" userId="dec6fbcd-7598-406a-8cbf-504d4a3bac15" providerId="ADAL" clId="{65104DF2-1B45-4C36-9E2A-F89658839DCF}" dt="2024-01-15T19:14:19.659" v="502" actId="478"/>
          <ac:spMkLst>
            <pc:docMk/>
            <pc:sldMk cId="4242902094" sldId="872"/>
            <ac:spMk id="19" creationId="{C1D818D2-94DD-4E73-A539-B454D47E52F0}"/>
          </ac:spMkLst>
        </pc:spChg>
      </pc:sldChg>
      <pc:sldChg chg="addSp delSp modSp mod modClrScheme delAnim chgLayout">
        <pc:chgData name="Palit, Tapti" userId="dec6fbcd-7598-406a-8cbf-504d4a3bac15" providerId="ADAL" clId="{65104DF2-1B45-4C36-9E2A-F89658839DCF}" dt="2024-01-15T19:16:49.720" v="534" actId="20577"/>
        <pc:sldMkLst>
          <pc:docMk/>
          <pc:sldMk cId="713957104" sldId="873"/>
        </pc:sldMkLst>
        <pc:spChg chg="mod ord">
          <ac:chgData name="Palit, Tapti" userId="dec6fbcd-7598-406a-8cbf-504d4a3bac15" providerId="ADAL" clId="{65104DF2-1B45-4C36-9E2A-F89658839DCF}" dt="2024-01-15T19:16:40.435" v="530" actId="700"/>
          <ac:spMkLst>
            <pc:docMk/>
            <pc:sldMk cId="713957104" sldId="873"/>
            <ac:spMk id="2" creationId="{A7B9CA2E-A6F3-4003-A1CE-CEE7FFF1A159}"/>
          </ac:spMkLst>
        </pc:spChg>
        <pc:spChg chg="mod ord">
          <ac:chgData name="Palit, Tapti" userId="dec6fbcd-7598-406a-8cbf-504d4a3bac15" providerId="ADAL" clId="{65104DF2-1B45-4C36-9E2A-F89658839DCF}" dt="2024-01-15T19:16:40.435" v="530" actId="700"/>
          <ac:spMkLst>
            <pc:docMk/>
            <pc:sldMk cId="713957104" sldId="873"/>
            <ac:spMk id="4" creationId="{7AE675F1-274A-4707-95E2-FB6DADA59BA1}"/>
          </ac:spMkLst>
        </pc:spChg>
        <pc:spChg chg="add del mod ord">
          <ac:chgData name="Palit, Tapti" userId="dec6fbcd-7598-406a-8cbf-504d4a3bac15" providerId="ADAL" clId="{65104DF2-1B45-4C36-9E2A-F89658839DCF}" dt="2024-01-15T19:16:40.435" v="530" actId="700"/>
          <ac:spMkLst>
            <pc:docMk/>
            <pc:sldMk cId="713957104" sldId="873"/>
            <ac:spMk id="6" creationId="{99C3B73D-93DF-1CBB-9664-1EBC41420082}"/>
          </ac:spMkLst>
        </pc:spChg>
        <pc:spChg chg="add mod ord">
          <ac:chgData name="Palit, Tapti" userId="dec6fbcd-7598-406a-8cbf-504d4a3bac15" providerId="ADAL" clId="{65104DF2-1B45-4C36-9E2A-F89658839DCF}" dt="2024-01-15T19:16:40.435" v="530" actId="700"/>
          <ac:spMkLst>
            <pc:docMk/>
            <pc:sldMk cId="713957104" sldId="873"/>
            <ac:spMk id="8" creationId="{7681A90F-BC79-505D-727F-D447B7AE84F1}"/>
          </ac:spMkLst>
        </pc:spChg>
        <pc:spChg chg="add mod ord">
          <ac:chgData name="Palit, Tapti" userId="dec6fbcd-7598-406a-8cbf-504d4a3bac15" providerId="ADAL" clId="{65104DF2-1B45-4C36-9E2A-F89658839DCF}" dt="2024-01-15T19:16:49.720" v="534" actId="20577"/>
          <ac:spMkLst>
            <pc:docMk/>
            <pc:sldMk cId="713957104" sldId="873"/>
            <ac:spMk id="9" creationId="{231D21DB-4A47-1E14-2F94-43FD7E3AF0E2}"/>
          </ac:spMkLst>
        </pc:spChg>
        <pc:spChg chg="del mod">
          <ac:chgData name="Palit, Tapti" userId="dec6fbcd-7598-406a-8cbf-504d4a3bac15" providerId="ADAL" clId="{65104DF2-1B45-4C36-9E2A-F89658839DCF}" dt="2024-01-15T19:16:44.860" v="532" actId="478"/>
          <ac:spMkLst>
            <pc:docMk/>
            <pc:sldMk cId="713957104" sldId="873"/>
            <ac:spMk id="23" creationId="{155F6B2D-4AF0-47AB-8A37-791D3A0EFA23}"/>
          </ac:spMkLst>
        </pc:spChg>
      </pc:sldChg>
      <pc:sldChg chg="addSp delSp modSp mod modClrScheme addAnim delAnim modAnim chgLayout">
        <pc:chgData name="Palit, Tapti" userId="dec6fbcd-7598-406a-8cbf-504d4a3bac15" providerId="ADAL" clId="{65104DF2-1B45-4C36-9E2A-F89658839DCF}" dt="2024-01-15T20:23:25.849" v="1064"/>
        <pc:sldMkLst>
          <pc:docMk/>
          <pc:sldMk cId="3578406948" sldId="874"/>
        </pc:sldMkLst>
        <pc:spChg chg="mod ord">
          <ac:chgData name="Palit, Tapti" userId="dec6fbcd-7598-406a-8cbf-504d4a3bac15" providerId="ADAL" clId="{65104DF2-1B45-4C36-9E2A-F89658839DCF}" dt="2024-01-15T19:19:09.993" v="551" actId="700"/>
          <ac:spMkLst>
            <pc:docMk/>
            <pc:sldMk cId="3578406948" sldId="874"/>
            <ac:spMk id="2" creationId="{76C2218A-F1A9-4EE7-8F23-4A77F2ACC91D}"/>
          </ac:spMkLst>
        </pc:spChg>
        <pc:spChg chg="add mod ord">
          <ac:chgData name="Palit, Tapti" userId="dec6fbcd-7598-406a-8cbf-504d4a3bac15" providerId="ADAL" clId="{65104DF2-1B45-4C36-9E2A-F89658839DCF}" dt="2024-01-15T19:19:56.743" v="563" actId="20577"/>
          <ac:spMkLst>
            <pc:docMk/>
            <pc:sldMk cId="3578406948" sldId="874"/>
            <ac:spMk id="3" creationId="{E72186F9-FE3D-CA26-20F7-94C0AD1DBE3D}"/>
          </ac:spMkLst>
        </pc:spChg>
        <pc:spChg chg="mod ord">
          <ac:chgData name="Palit, Tapti" userId="dec6fbcd-7598-406a-8cbf-504d4a3bac15" providerId="ADAL" clId="{65104DF2-1B45-4C36-9E2A-F89658839DCF}" dt="2024-01-15T19:19:09.993" v="551" actId="700"/>
          <ac:spMkLst>
            <pc:docMk/>
            <pc:sldMk cId="3578406948" sldId="874"/>
            <ac:spMk id="4" creationId="{406BE7A0-93CE-40E8-B125-992C65ADE4C9}"/>
          </ac:spMkLst>
        </pc:spChg>
        <pc:spChg chg="add mod">
          <ac:chgData name="Palit, Tapti" userId="dec6fbcd-7598-406a-8cbf-504d4a3bac15" providerId="ADAL" clId="{65104DF2-1B45-4C36-9E2A-F89658839DCF}" dt="2024-01-15T20:23:12.516" v="1062" actId="1076"/>
          <ac:spMkLst>
            <pc:docMk/>
            <pc:sldMk cId="3578406948" sldId="874"/>
            <ac:spMk id="6" creationId="{81AE66CA-DDB8-1505-13E0-5056202A9DC5}"/>
          </ac:spMkLst>
        </pc:spChg>
        <pc:spChg chg="mod">
          <ac:chgData name="Palit, Tapti" userId="dec6fbcd-7598-406a-8cbf-504d4a3bac15" providerId="ADAL" clId="{65104DF2-1B45-4C36-9E2A-F89658839DCF}" dt="2024-01-15T19:19:17.286" v="552" actId="1076"/>
          <ac:spMkLst>
            <pc:docMk/>
            <pc:sldMk cId="3578406948" sldId="874"/>
            <ac:spMk id="7" creationId="{EE969EE1-BB5F-49CA-8294-CF99F01CA2E7}"/>
          </ac:spMkLst>
        </pc:spChg>
        <pc:spChg chg="mod">
          <ac:chgData name="Palit, Tapti" userId="dec6fbcd-7598-406a-8cbf-504d4a3bac15" providerId="ADAL" clId="{65104DF2-1B45-4C36-9E2A-F89658839DCF}" dt="2024-01-15T19:19:19.293" v="553" actId="1076"/>
          <ac:spMkLst>
            <pc:docMk/>
            <pc:sldMk cId="3578406948" sldId="874"/>
            <ac:spMk id="8" creationId="{1DF7F80A-1399-420B-A50F-9A050408E987}"/>
          </ac:spMkLst>
        </pc:spChg>
        <pc:spChg chg="mod">
          <ac:chgData name="Palit, Tapti" userId="dec6fbcd-7598-406a-8cbf-504d4a3bac15" providerId="ADAL" clId="{65104DF2-1B45-4C36-9E2A-F89658839DCF}" dt="2024-01-15T19:19:26.481" v="555" actId="1076"/>
          <ac:spMkLst>
            <pc:docMk/>
            <pc:sldMk cId="3578406948" sldId="874"/>
            <ac:spMk id="9" creationId="{27DE1AE7-FA32-484D-9B6A-A02D9B37555A}"/>
          </ac:spMkLst>
        </pc:spChg>
        <pc:spChg chg="mod">
          <ac:chgData name="Palit, Tapti" userId="dec6fbcd-7598-406a-8cbf-504d4a3bac15" providerId="ADAL" clId="{65104DF2-1B45-4C36-9E2A-F89658839DCF}" dt="2024-01-15T19:19:30.382" v="556" actId="1076"/>
          <ac:spMkLst>
            <pc:docMk/>
            <pc:sldMk cId="3578406948" sldId="874"/>
            <ac:spMk id="10" creationId="{F55DBEC7-16D0-46B6-882B-33E915FE2BAC}"/>
          </ac:spMkLst>
        </pc:spChg>
        <pc:spChg chg="mod">
          <ac:chgData name="Palit, Tapti" userId="dec6fbcd-7598-406a-8cbf-504d4a3bac15" providerId="ADAL" clId="{65104DF2-1B45-4C36-9E2A-F89658839DCF}" dt="2024-01-15T19:19:34.286" v="557" actId="1076"/>
          <ac:spMkLst>
            <pc:docMk/>
            <pc:sldMk cId="3578406948" sldId="874"/>
            <ac:spMk id="11" creationId="{F4AB52F8-3ECC-4F76-A314-64518EEE3C2D}"/>
          </ac:spMkLst>
        </pc:spChg>
        <pc:spChg chg="mod">
          <ac:chgData name="Palit, Tapti" userId="dec6fbcd-7598-406a-8cbf-504d4a3bac15" providerId="ADAL" clId="{65104DF2-1B45-4C36-9E2A-F89658839DCF}" dt="2024-01-15T19:19:53.640" v="561" actId="21"/>
          <ac:spMkLst>
            <pc:docMk/>
            <pc:sldMk cId="3578406948" sldId="874"/>
            <ac:spMk id="12" creationId="{29E8CEBE-9429-48F0-B5A6-A7A0AE385D91}"/>
          </ac:spMkLst>
        </pc:spChg>
        <pc:spChg chg="del mod">
          <ac:chgData name="Palit, Tapti" userId="dec6fbcd-7598-406a-8cbf-504d4a3bac15" providerId="ADAL" clId="{65104DF2-1B45-4C36-9E2A-F89658839DCF}" dt="2024-01-15T19:20:11.380" v="565" actId="478"/>
          <ac:spMkLst>
            <pc:docMk/>
            <pc:sldMk cId="3578406948" sldId="874"/>
            <ac:spMk id="13" creationId="{67B4B9E0-5809-4F08-B49D-7EEA5D02217F}"/>
          </ac:spMkLst>
        </pc:spChg>
        <pc:graphicFrameChg chg="mod ord">
          <ac:chgData name="Palit, Tapti" userId="dec6fbcd-7598-406a-8cbf-504d4a3bac15" providerId="ADAL" clId="{65104DF2-1B45-4C36-9E2A-F89658839DCF}" dt="2024-01-15T19:19:09.993" v="551" actId="700"/>
          <ac:graphicFrameMkLst>
            <pc:docMk/>
            <pc:sldMk cId="3578406948" sldId="874"/>
            <ac:graphicFrameMk id="5" creationId="{2D915EF0-C181-4958-87BE-EEB35EBC0714}"/>
          </ac:graphicFrameMkLst>
        </pc:graphicFrameChg>
      </pc:sldChg>
      <pc:sldChg chg="modSp mod">
        <pc:chgData name="Palit, Tapti" userId="dec6fbcd-7598-406a-8cbf-504d4a3bac15" providerId="ADAL" clId="{65104DF2-1B45-4C36-9E2A-F89658839DCF}" dt="2024-01-24T17:46:13.570" v="8896" actId="692"/>
        <pc:sldMkLst>
          <pc:docMk/>
          <pc:sldMk cId="3318823025" sldId="876"/>
        </pc:sldMkLst>
        <pc:spChg chg="mod">
          <ac:chgData name="Palit, Tapti" userId="dec6fbcd-7598-406a-8cbf-504d4a3bac15" providerId="ADAL" clId="{65104DF2-1B45-4C36-9E2A-F89658839DCF}" dt="2024-01-24T17:46:13.570" v="8896" actId="692"/>
          <ac:spMkLst>
            <pc:docMk/>
            <pc:sldMk cId="3318823025" sldId="876"/>
            <ac:spMk id="2" creationId="{0B3EF019-A691-8AEC-2488-AF5D6867D5E0}"/>
          </ac:spMkLst>
        </pc:spChg>
        <pc:spChg chg="mod">
          <ac:chgData name="Palit, Tapti" userId="dec6fbcd-7598-406a-8cbf-504d4a3bac15" providerId="ADAL" clId="{65104DF2-1B45-4C36-9E2A-F89658839DCF}" dt="2024-01-24T17:46:13.570" v="8896" actId="692"/>
          <ac:spMkLst>
            <pc:docMk/>
            <pc:sldMk cId="3318823025" sldId="876"/>
            <ac:spMk id="5" creationId="{5F7FA714-6974-907B-5A8E-AE6E48BE8E03}"/>
          </ac:spMkLst>
        </pc:spChg>
        <pc:spChg chg="mod">
          <ac:chgData name="Palit, Tapti" userId="dec6fbcd-7598-406a-8cbf-504d4a3bac15" providerId="ADAL" clId="{65104DF2-1B45-4C36-9E2A-F89658839DCF}" dt="2024-01-24T17:46:13.570" v="8896" actId="692"/>
          <ac:spMkLst>
            <pc:docMk/>
            <pc:sldMk cId="3318823025" sldId="876"/>
            <ac:spMk id="10" creationId="{179E423C-29A9-4EFE-31DF-FDE0901D4251}"/>
          </ac:spMkLst>
        </pc:spChg>
        <pc:spChg chg="mod">
          <ac:chgData name="Palit, Tapti" userId="dec6fbcd-7598-406a-8cbf-504d4a3bac15" providerId="ADAL" clId="{65104DF2-1B45-4C36-9E2A-F89658839DCF}" dt="2024-01-24T17:46:13.570" v="8896" actId="692"/>
          <ac:spMkLst>
            <pc:docMk/>
            <pc:sldMk cId="3318823025" sldId="876"/>
            <ac:spMk id="36" creationId="{04E25AA4-9E2C-BD11-0AB8-86C10CCD6526}"/>
          </ac:spMkLst>
        </pc:spChg>
      </pc:sldChg>
      <pc:sldChg chg="modSp mod">
        <pc:chgData name="Palit, Tapti" userId="dec6fbcd-7598-406a-8cbf-504d4a3bac15" providerId="ADAL" clId="{65104DF2-1B45-4C36-9E2A-F89658839DCF}" dt="2024-01-24T17:46:40.653" v="8900" actId="108"/>
        <pc:sldMkLst>
          <pc:docMk/>
          <pc:sldMk cId="199416346" sldId="877"/>
        </pc:sldMkLst>
        <pc:spChg chg="mod">
          <ac:chgData name="Palit, Tapti" userId="dec6fbcd-7598-406a-8cbf-504d4a3bac15" providerId="ADAL" clId="{65104DF2-1B45-4C36-9E2A-F89658839DCF}" dt="2024-01-24T17:46:24.037" v="8898" actId="108"/>
          <ac:spMkLst>
            <pc:docMk/>
            <pc:sldMk cId="199416346" sldId="877"/>
            <ac:spMk id="2" creationId="{0B3EF019-A691-8AEC-2488-AF5D6867D5E0}"/>
          </ac:spMkLst>
        </pc:spChg>
        <pc:spChg chg="mod">
          <ac:chgData name="Palit, Tapti" userId="dec6fbcd-7598-406a-8cbf-504d4a3bac15" providerId="ADAL" clId="{65104DF2-1B45-4C36-9E2A-F89658839DCF}" dt="2024-01-24T17:46:24.037" v="8898" actId="108"/>
          <ac:spMkLst>
            <pc:docMk/>
            <pc:sldMk cId="199416346" sldId="877"/>
            <ac:spMk id="5" creationId="{5F7FA714-6974-907B-5A8E-AE6E48BE8E03}"/>
          </ac:spMkLst>
        </pc:spChg>
        <pc:spChg chg="mod">
          <ac:chgData name="Palit, Tapti" userId="dec6fbcd-7598-406a-8cbf-504d4a3bac15" providerId="ADAL" clId="{65104DF2-1B45-4C36-9E2A-F89658839DCF}" dt="2024-01-24T17:46:38.724" v="8899" actId="108"/>
          <ac:spMkLst>
            <pc:docMk/>
            <pc:sldMk cId="199416346" sldId="877"/>
            <ac:spMk id="10" creationId="{179E423C-29A9-4EFE-31DF-FDE0901D4251}"/>
          </ac:spMkLst>
        </pc:spChg>
        <pc:spChg chg="mod">
          <ac:chgData name="Palit, Tapti" userId="dec6fbcd-7598-406a-8cbf-504d4a3bac15" providerId="ADAL" clId="{65104DF2-1B45-4C36-9E2A-F89658839DCF}" dt="2024-01-24T17:46:40.653" v="8900" actId="108"/>
          <ac:spMkLst>
            <pc:docMk/>
            <pc:sldMk cId="199416346" sldId="877"/>
            <ac:spMk id="36" creationId="{04E25AA4-9E2C-BD11-0AB8-86C10CCD6526}"/>
          </ac:spMkLst>
        </pc:spChg>
      </pc:sldChg>
      <pc:sldChg chg="addSp modSp mod modAnim modNotesTx">
        <pc:chgData name="Palit, Tapti" userId="dec6fbcd-7598-406a-8cbf-504d4a3bac15" providerId="ADAL" clId="{65104DF2-1B45-4C36-9E2A-F89658839DCF}" dt="2024-01-24T17:20:11.583" v="8875" actId="14100"/>
        <pc:sldMkLst>
          <pc:docMk/>
          <pc:sldMk cId="3116049212" sldId="878"/>
        </pc:sldMkLst>
        <pc:spChg chg="add mod">
          <ac:chgData name="Palit, Tapti" userId="dec6fbcd-7598-406a-8cbf-504d4a3bac15" providerId="ADAL" clId="{65104DF2-1B45-4C36-9E2A-F89658839DCF}" dt="2024-01-24T17:20:11.583" v="8875" actId="14100"/>
          <ac:spMkLst>
            <pc:docMk/>
            <pc:sldMk cId="3116049212" sldId="878"/>
            <ac:spMk id="12" creationId="{D817A38E-27FE-C71B-EC2E-55EEF34D04AF}"/>
          </ac:spMkLst>
        </pc:spChg>
      </pc:sldChg>
      <pc:sldChg chg="modSp mod addCm modCm chgLayout">
        <pc:chgData name="Palit, Tapti" userId="dec6fbcd-7598-406a-8cbf-504d4a3bac15" providerId="ADAL" clId="{65104DF2-1B45-4C36-9E2A-F89658839DCF}" dt="2024-01-15T20:54:39.386" v="1091"/>
        <pc:sldMkLst>
          <pc:docMk/>
          <pc:sldMk cId="4106136446" sldId="878"/>
        </pc:sldMkLst>
        <pc:spChg chg="mod ord">
          <ac:chgData name="Palit, Tapti" userId="dec6fbcd-7598-406a-8cbf-504d4a3bac15" providerId="ADAL" clId="{65104DF2-1B45-4C36-9E2A-F89658839DCF}" dt="2024-01-15T18:02:53.069" v="52" actId="700"/>
          <ac:spMkLst>
            <pc:docMk/>
            <pc:sldMk cId="4106136446" sldId="878"/>
            <ac:spMk id="2" creationId="{43307816-7BFB-322B-7DF4-0CFEEE31BD9E}"/>
          </ac:spMkLst>
        </pc:spChg>
        <pc:spChg chg="mod ord">
          <ac:chgData name="Palit, Tapti" userId="dec6fbcd-7598-406a-8cbf-504d4a3bac15" providerId="ADAL" clId="{65104DF2-1B45-4C36-9E2A-F89658839DCF}" dt="2024-01-15T18:02:53.069" v="52" actId="700"/>
          <ac:spMkLst>
            <pc:docMk/>
            <pc:sldMk cId="4106136446" sldId="878"/>
            <ac:spMk id="4" creationId="{6227F2ED-404E-7843-3C5A-1A723AFD086C}"/>
          </ac:spMkLst>
        </pc:spChg>
        <pc:spChg chg="mod">
          <ac:chgData name="Palit, Tapti" userId="dec6fbcd-7598-406a-8cbf-504d4a3bac15" providerId="ADAL" clId="{65104DF2-1B45-4C36-9E2A-F89658839DCF}" dt="2024-01-15T19:39:09.321" v="729" actId="1076"/>
          <ac:spMkLst>
            <pc:docMk/>
            <pc:sldMk cId="4106136446" sldId="878"/>
            <ac:spMk id="7" creationId="{B3118DC6-8D31-BB2B-F7E7-8F14A04E4759}"/>
          </ac:spMkLst>
        </pc:spChg>
        <pc:spChg chg="mod">
          <ac:chgData name="Palit, Tapti" userId="dec6fbcd-7598-406a-8cbf-504d4a3bac15" providerId="ADAL" clId="{65104DF2-1B45-4C36-9E2A-F89658839DCF}" dt="2024-01-15T19:39:09.321" v="729" actId="1076"/>
          <ac:spMkLst>
            <pc:docMk/>
            <pc:sldMk cId="4106136446" sldId="878"/>
            <ac:spMk id="8" creationId="{2C4D375D-3E29-0DB5-68EF-64CCE376569C}"/>
          </ac:spMkLst>
        </pc:spChg>
        <pc:spChg chg="mod">
          <ac:chgData name="Palit, Tapti" userId="dec6fbcd-7598-406a-8cbf-504d4a3bac15" providerId="ADAL" clId="{65104DF2-1B45-4C36-9E2A-F89658839DCF}" dt="2024-01-15T19:39:23.977" v="730" actId="1076"/>
          <ac:spMkLst>
            <pc:docMk/>
            <pc:sldMk cId="4106136446" sldId="878"/>
            <ac:spMk id="9" creationId="{BFA6F52C-0219-E685-DB28-87A1A69F4C30}"/>
          </ac:spMkLst>
        </pc:spChg>
        <pc:spChg chg="mod">
          <ac:chgData name="Palit, Tapti" userId="dec6fbcd-7598-406a-8cbf-504d4a3bac15" providerId="ADAL" clId="{65104DF2-1B45-4C36-9E2A-F89658839DCF}" dt="2024-01-15T19:39:23.977" v="730" actId="1076"/>
          <ac:spMkLst>
            <pc:docMk/>
            <pc:sldMk cId="4106136446" sldId="878"/>
            <ac:spMk id="10" creationId="{F33C5856-D54D-7847-C899-B8C45FC2C80E}"/>
          </ac:spMkLst>
        </pc:spChg>
        <pc:spChg chg="mod">
          <ac:chgData name="Palit, Tapti" userId="dec6fbcd-7598-406a-8cbf-504d4a3bac15" providerId="ADAL" clId="{65104DF2-1B45-4C36-9E2A-F89658839DCF}" dt="2024-01-15T19:39:35.526" v="731" actId="1076"/>
          <ac:spMkLst>
            <pc:docMk/>
            <pc:sldMk cId="4106136446" sldId="878"/>
            <ac:spMk id="11" creationId="{7325C5C9-25DA-D42D-4776-3A8282C386CD}"/>
          </ac:spMkLst>
        </pc:spChg>
        <pc:spChg chg="mod">
          <ac:chgData name="Palit, Tapti" userId="dec6fbcd-7598-406a-8cbf-504d4a3bac15" providerId="ADAL" clId="{65104DF2-1B45-4C36-9E2A-F89658839DCF}" dt="2024-01-15T19:39:35.526" v="731" actId="1076"/>
          <ac:spMkLst>
            <pc:docMk/>
            <pc:sldMk cId="4106136446" sldId="878"/>
            <ac:spMk id="12" creationId="{872B8558-E42F-8D8C-7E34-39D57AED5BEC}"/>
          </ac:spMkLst>
        </pc:spChg>
        <pc:spChg chg="mod">
          <ac:chgData name="Palit, Tapti" userId="dec6fbcd-7598-406a-8cbf-504d4a3bac15" providerId="ADAL" clId="{65104DF2-1B45-4C36-9E2A-F89658839DCF}" dt="2024-01-15T19:40:02.558" v="734" actId="692"/>
          <ac:spMkLst>
            <pc:docMk/>
            <pc:sldMk cId="4106136446" sldId="878"/>
            <ac:spMk id="14" creationId="{6F866D0F-1452-D02C-7949-C95EC7C93DD5}"/>
          </ac:spMkLst>
        </pc:spChg>
        <pc:spChg chg="mod">
          <ac:chgData name="Palit, Tapti" userId="dec6fbcd-7598-406a-8cbf-504d4a3bac15" providerId="ADAL" clId="{65104DF2-1B45-4C36-9E2A-F89658839DCF}" dt="2024-01-15T19:40:05.996" v="735" actId="692"/>
          <ac:spMkLst>
            <pc:docMk/>
            <pc:sldMk cId="4106136446" sldId="878"/>
            <ac:spMk id="15" creationId="{333811DD-A797-786E-8BA4-B695AF563655}"/>
          </ac:spMkLst>
        </pc:spChg>
        <pc:spChg chg="mod">
          <ac:chgData name="Palit, Tapti" userId="dec6fbcd-7598-406a-8cbf-504d4a3bac15" providerId="ADAL" clId="{65104DF2-1B45-4C36-9E2A-F89658839DCF}" dt="2024-01-15T19:39:09.321" v="729" actId="1076"/>
          <ac:spMkLst>
            <pc:docMk/>
            <pc:sldMk cId="4106136446" sldId="878"/>
            <ac:spMk id="18" creationId="{8D802BA6-0B8A-B10B-54E5-9FF6FB5E4BD3}"/>
          </ac:spMkLst>
        </pc:spChg>
        <pc:spChg chg="mod">
          <ac:chgData name="Palit, Tapti" userId="dec6fbcd-7598-406a-8cbf-504d4a3bac15" providerId="ADAL" clId="{65104DF2-1B45-4C36-9E2A-F89658839DCF}" dt="2024-01-15T19:39:23.977" v="730" actId="1076"/>
          <ac:spMkLst>
            <pc:docMk/>
            <pc:sldMk cId="4106136446" sldId="878"/>
            <ac:spMk id="19" creationId="{13899F3A-FF26-D649-6588-9ABAB627E77C}"/>
          </ac:spMkLst>
        </pc:spChg>
        <pc:spChg chg="mod">
          <ac:chgData name="Palit, Tapti" userId="dec6fbcd-7598-406a-8cbf-504d4a3bac15" providerId="ADAL" clId="{65104DF2-1B45-4C36-9E2A-F89658839DCF}" dt="2024-01-15T19:39:35.526" v="731" actId="1076"/>
          <ac:spMkLst>
            <pc:docMk/>
            <pc:sldMk cId="4106136446" sldId="878"/>
            <ac:spMk id="20" creationId="{821A3CD9-3827-7FA8-6537-12D73768D3A2}"/>
          </ac:spMkLst>
        </pc:spChg>
        <pc:graphicFrameChg chg="mod ord modGraphic">
          <ac:chgData name="Palit, Tapti" userId="dec6fbcd-7598-406a-8cbf-504d4a3bac15" providerId="ADAL" clId="{65104DF2-1B45-4C36-9E2A-F89658839DCF}" dt="2024-01-15T20:24:49.773" v="1066" actId="2711"/>
          <ac:graphicFrameMkLst>
            <pc:docMk/>
            <pc:sldMk cId="4106136446" sldId="878"/>
            <ac:graphicFrameMk id="5" creationId="{3A575547-83BE-2DB9-68F9-3B02678257AA}"/>
          </ac:graphicFrameMkLst>
        </pc:graphicFrame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15T20:54:39.386" v="1091"/>
              <pc2:cmMkLst xmlns:pc2="http://schemas.microsoft.com/office/powerpoint/2019/9/main/command">
                <pc:docMk/>
                <pc:sldMk cId="4106136446" sldId="878"/>
                <pc2:cmMk id="{0CA250D8-A294-4CFF-8566-E90610714B37}"/>
              </pc2:cmMkLst>
              <pc226:cmRplyChg chg="add mod">
                <pc226:chgData name="Palit, Tapti" userId="dec6fbcd-7598-406a-8cbf-504d4a3bac15" providerId="ADAL" clId="{65104DF2-1B45-4C36-9E2A-F89658839DCF}" dt="2024-01-15T20:54:39.386" v="1091"/>
                <pc2:cmRplyMkLst xmlns:pc2="http://schemas.microsoft.com/office/powerpoint/2019/9/main/command">
                  <pc:docMk/>
                  <pc:sldMk cId="4106136446" sldId="878"/>
                  <pc2:cmMk id="{0CA250D8-A294-4CFF-8566-E90610714B37}"/>
                  <pc2:cmRplyMk id="{C5B61E68-65E8-4315-904F-CEC4964E1FC9}"/>
                </pc2:cmRplyMkLst>
              </pc226:cmRplyChg>
            </pc226:cmChg>
          </p:ext>
        </pc:extLst>
      </pc:sldChg>
      <pc:sldChg chg="modSp mod">
        <pc:chgData name="Palit, Tapti" userId="dec6fbcd-7598-406a-8cbf-504d4a3bac15" providerId="ADAL" clId="{65104DF2-1B45-4C36-9E2A-F89658839DCF}" dt="2024-01-24T17:20:36.476" v="8878" actId="14100"/>
        <pc:sldMkLst>
          <pc:docMk/>
          <pc:sldMk cId="1808779352" sldId="879"/>
        </pc:sldMkLst>
        <pc:spChg chg="mod">
          <ac:chgData name="Palit, Tapti" userId="dec6fbcd-7598-406a-8cbf-504d4a3bac15" providerId="ADAL" clId="{65104DF2-1B45-4C36-9E2A-F89658839DCF}" dt="2024-01-24T17:20:36.476" v="8878" actId="14100"/>
          <ac:spMkLst>
            <pc:docMk/>
            <pc:sldMk cId="1808779352" sldId="879"/>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3116451716" sldId="879"/>
        </pc:sldMkLst>
        <pc:spChg chg="mod ord">
          <ac:chgData name="Palit, Tapti" userId="dec6fbcd-7598-406a-8cbf-504d4a3bac15" providerId="ADAL" clId="{65104DF2-1B45-4C36-9E2A-F89658839DCF}" dt="2024-01-15T18:02:53.069" v="52" actId="700"/>
          <ac:spMkLst>
            <pc:docMk/>
            <pc:sldMk cId="3116451716" sldId="879"/>
            <ac:spMk id="2" creationId="{1E66A126-7EC2-4AF7-BDAC-279CE10164EC}"/>
          </ac:spMkLst>
        </pc:spChg>
        <pc:spChg chg="add mod ord">
          <ac:chgData name="Palit, Tapti" userId="dec6fbcd-7598-406a-8cbf-504d4a3bac15" providerId="ADAL" clId="{65104DF2-1B45-4C36-9E2A-F89658839DCF}" dt="2024-01-15T18:02:53.069" v="52" actId="700"/>
          <ac:spMkLst>
            <pc:docMk/>
            <pc:sldMk cId="3116451716" sldId="879"/>
            <ac:spMk id="3" creationId="{AEAB820E-FEF5-B388-740A-18E7851690C9}"/>
          </ac:spMkLst>
        </pc:spChg>
        <pc:spChg chg="mod ord">
          <ac:chgData name="Palit, Tapti" userId="dec6fbcd-7598-406a-8cbf-504d4a3bac15" providerId="ADAL" clId="{65104DF2-1B45-4C36-9E2A-F89658839DCF}" dt="2024-01-15T18:02:53.069" v="52" actId="700"/>
          <ac:spMkLst>
            <pc:docMk/>
            <pc:sldMk cId="3116451716" sldId="879"/>
            <ac:spMk id="4" creationId="{8010EC48-2D64-4513-8B58-BFD0F3CEBE18}"/>
          </ac:spMkLst>
        </pc:spChg>
      </pc:sldChg>
      <pc:sldChg chg="addSp delSp modSp mod modClrScheme addAnim delAnim chgLayout">
        <pc:chgData name="Palit, Tapti" userId="dec6fbcd-7598-406a-8cbf-504d4a3bac15" providerId="ADAL" clId="{65104DF2-1B45-4C36-9E2A-F89658839DCF}" dt="2024-01-15T19:41:57.364" v="761" actId="20577"/>
        <pc:sldMkLst>
          <pc:docMk/>
          <pc:sldMk cId="387342752" sldId="880"/>
        </pc:sldMkLst>
        <pc:spChg chg="mod ord">
          <ac:chgData name="Palit, Tapti" userId="dec6fbcd-7598-406a-8cbf-504d4a3bac15" providerId="ADAL" clId="{65104DF2-1B45-4C36-9E2A-F89658839DCF}" dt="2024-01-15T19:41:36.680" v="746" actId="700"/>
          <ac:spMkLst>
            <pc:docMk/>
            <pc:sldMk cId="387342752" sldId="880"/>
            <ac:spMk id="2" creationId="{AB28845A-0EFC-412A-884A-D4194C16F2EE}"/>
          </ac:spMkLst>
        </pc:spChg>
        <pc:spChg chg="mod ord">
          <ac:chgData name="Palit, Tapti" userId="dec6fbcd-7598-406a-8cbf-504d4a3bac15" providerId="ADAL" clId="{65104DF2-1B45-4C36-9E2A-F89658839DCF}" dt="2024-01-15T19:41:36.680" v="746" actId="700"/>
          <ac:spMkLst>
            <pc:docMk/>
            <pc:sldMk cId="387342752" sldId="880"/>
            <ac:spMk id="4" creationId="{7126102E-3F88-4CF0-9BDE-D372B773C9EF}"/>
          </ac:spMkLst>
        </pc:spChg>
        <pc:spChg chg="mod ord">
          <ac:chgData name="Palit, Tapti" userId="dec6fbcd-7598-406a-8cbf-504d4a3bac15" providerId="ADAL" clId="{65104DF2-1B45-4C36-9E2A-F89658839DCF}" dt="2024-01-15T19:41:36.680" v="746" actId="700"/>
          <ac:spMkLst>
            <pc:docMk/>
            <pc:sldMk cId="387342752" sldId="880"/>
            <ac:spMk id="5" creationId="{19E9A9E3-58EB-496A-B94A-C1DE0DDAE6CF}"/>
          </ac:spMkLst>
        </pc:spChg>
        <pc:spChg chg="add del mod ord">
          <ac:chgData name="Palit, Tapti" userId="dec6fbcd-7598-406a-8cbf-504d4a3bac15" providerId="ADAL" clId="{65104DF2-1B45-4C36-9E2A-F89658839DCF}" dt="2024-01-15T19:41:36.680" v="746" actId="700"/>
          <ac:spMkLst>
            <pc:docMk/>
            <pc:sldMk cId="387342752" sldId="880"/>
            <ac:spMk id="6" creationId="{75A9C303-4EA3-CEB5-ABEC-B3BDE28561BF}"/>
          </ac:spMkLst>
        </pc:spChg>
        <pc:spChg chg="add mod ord">
          <ac:chgData name="Palit, Tapti" userId="dec6fbcd-7598-406a-8cbf-504d4a3bac15" providerId="ADAL" clId="{65104DF2-1B45-4C36-9E2A-F89658839DCF}" dt="2024-01-15T19:41:57.364" v="761" actId="20577"/>
          <ac:spMkLst>
            <pc:docMk/>
            <pc:sldMk cId="387342752" sldId="880"/>
            <ac:spMk id="7" creationId="{6CDD11AF-0E3F-1851-3597-83982F41D87B}"/>
          </ac:spMkLst>
        </pc:spChg>
        <pc:spChg chg="add del mod">
          <ac:chgData name="Palit, Tapti" userId="dec6fbcd-7598-406a-8cbf-504d4a3bac15" providerId="ADAL" clId="{65104DF2-1B45-4C36-9E2A-F89658839DCF}" dt="2024-01-15T19:41:53.020" v="759" actId="478"/>
          <ac:spMkLst>
            <pc:docMk/>
            <pc:sldMk cId="387342752" sldId="880"/>
            <ac:spMk id="12" creationId="{3E4FC04D-D29F-4E49-AE13-2609DAF6C64D}"/>
          </ac:spMkLst>
        </pc:spChg>
      </pc:sldChg>
      <pc:sldChg chg="modSp mod">
        <pc:chgData name="Palit, Tapti" userId="dec6fbcd-7598-406a-8cbf-504d4a3bac15" providerId="ADAL" clId="{65104DF2-1B45-4C36-9E2A-F89658839DCF}" dt="2024-01-24T17:46:59.060" v="8904" actId="108"/>
        <pc:sldMkLst>
          <pc:docMk/>
          <pc:sldMk cId="1404472563" sldId="880"/>
        </pc:sldMkLst>
        <pc:spChg chg="mod">
          <ac:chgData name="Palit, Tapti" userId="dec6fbcd-7598-406a-8cbf-504d4a3bac15" providerId="ADAL" clId="{65104DF2-1B45-4C36-9E2A-F89658839DCF}" dt="2024-01-24T17:46:53.700" v="8901" actId="108"/>
          <ac:spMkLst>
            <pc:docMk/>
            <pc:sldMk cId="1404472563" sldId="880"/>
            <ac:spMk id="2" creationId="{0B3EF019-A691-8AEC-2488-AF5D6867D5E0}"/>
          </ac:spMkLst>
        </pc:spChg>
        <pc:spChg chg="mod">
          <ac:chgData name="Palit, Tapti" userId="dec6fbcd-7598-406a-8cbf-504d4a3bac15" providerId="ADAL" clId="{65104DF2-1B45-4C36-9E2A-F89658839DCF}" dt="2024-01-24T17:46:55.482" v="8902" actId="108"/>
          <ac:spMkLst>
            <pc:docMk/>
            <pc:sldMk cId="1404472563" sldId="880"/>
            <ac:spMk id="5" creationId="{5F7FA714-6974-907B-5A8E-AE6E48BE8E03}"/>
          </ac:spMkLst>
        </pc:spChg>
        <pc:spChg chg="mod">
          <ac:chgData name="Palit, Tapti" userId="dec6fbcd-7598-406a-8cbf-504d4a3bac15" providerId="ADAL" clId="{65104DF2-1B45-4C36-9E2A-F89658839DCF}" dt="2024-01-24T17:46:57.114" v="8903" actId="108"/>
          <ac:spMkLst>
            <pc:docMk/>
            <pc:sldMk cId="1404472563" sldId="880"/>
            <ac:spMk id="10" creationId="{179E423C-29A9-4EFE-31DF-FDE0901D4251}"/>
          </ac:spMkLst>
        </pc:spChg>
        <pc:spChg chg="mod">
          <ac:chgData name="Palit, Tapti" userId="dec6fbcd-7598-406a-8cbf-504d4a3bac15" providerId="ADAL" clId="{65104DF2-1B45-4C36-9E2A-F89658839DCF}" dt="2024-01-24T17:46:59.060" v="8904" actId="108"/>
          <ac:spMkLst>
            <pc:docMk/>
            <pc:sldMk cId="1404472563" sldId="880"/>
            <ac:spMk id="36" creationId="{04E25AA4-9E2C-BD11-0AB8-86C10CCD6526}"/>
          </ac:spMkLst>
        </pc:spChg>
      </pc:sldChg>
      <pc:sldChg chg="modSp mod chgLayout">
        <pc:chgData name="Palit, Tapti" userId="dec6fbcd-7598-406a-8cbf-504d4a3bac15" providerId="ADAL" clId="{65104DF2-1B45-4C36-9E2A-F89658839DCF}" dt="2024-01-15T18:02:53.069" v="52" actId="700"/>
        <pc:sldMkLst>
          <pc:docMk/>
          <pc:sldMk cId="3910175739" sldId="881"/>
        </pc:sldMkLst>
        <pc:spChg chg="mod ord">
          <ac:chgData name="Palit, Tapti" userId="dec6fbcd-7598-406a-8cbf-504d4a3bac15" providerId="ADAL" clId="{65104DF2-1B45-4C36-9E2A-F89658839DCF}" dt="2024-01-15T18:02:53.069" v="52" actId="700"/>
          <ac:spMkLst>
            <pc:docMk/>
            <pc:sldMk cId="3910175739" sldId="881"/>
            <ac:spMk id="2" creationId="{80ACFC51-CA2B-1477-DFCF-8A384F61F51C}"/>
          </ac:spMkLst>
        </pc:spChg>
        <pc:spChg chg="mod ord">
          <ac:chgData name="Palit, Tapti" userId="dec6fbcd-7598-406a-8cbf-504d4a3bac15" providerId="ADAL" clId="{65104DF2-1B45-4C36-9E2A-F89658839DCF}" dt="2024-01-15T18:02:53.069" v="52" actId="700"/>
          <ac:spMkLst>
            <pc:docMk/>
            <pc:sldMk cId="3910175739" sldId="881"/>
            <ac:spMk id="3" creationId="{8D1C862C-042B-A7A5-8E88-1EBEA7AF6498}"/>
          </ac:spMkLst>
        </pc:spChg>
        <pc:spChg chg="mod ord">
          <ac:chgData name="Palit, Tapti" userId="dec6fbcd-7598-406a-8cbf-504d4a3bac15" providerId="ADAL" clId="{65104DF2-1B45-4C36-9E2A-F89658839DCF}" dt="2024-01-15T18:02:53.069" v="52" actId="700"/>
          <ac:spMkLst>
            <pc:docMk/>
            <pc:sldMk cId="3910175739" sldId="881"/>
            <ac:spMk id="4" creationId="{82D601BB-FEA5-65C1-40EB-B181A1A5BE9A}"/>
          </ac:spMkLst>
        </pc:spChg>
      </pc:sldChg>
      <pc:sldChg chg="modSp mod">
        <pc:chgData name="Palit, Tapti" userId="dec6fbcd-7598-406a-8cbf-504d4a3bac15" providerId="ADAL" clId="{65104DF2-1B45-4C36-9E2A-F89658839DCF}" dt="2024-01-24T17:21:02.496" v="8883" actId="14100"/>
        <pc:sldMkLst>
          <pc:docMk/>
          <pc:sldMk cId="4210693655" sldId="881"/>
        </pc:sldMkLst>
        <pc:spChg chg="mod">
          <ac:chgData name="Palit, Tapti" userId="dec6fbcd-7598-406a-8cbf-504d4a3bac15" providerId="ADAL" clId="{65104DF2-1B45-4C36-9E2A-F89658839DCF}" dt="2024-01-24T17:21:02.496" v="8883" actId="14100"/>
          <ac:spMkLst>
            <pc:docMk/>
            <pc:sldMk cId="4210693655" sldId="881"/>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2649866034" sldId="882"/>
        </pc:sldMkLst>
        <pc:spChg chg="mod ord">
          <ac:chgData name="Palit, Tapti" userId="dec6fbcd-7598-406a-8cbf-504d4a3bac15" providerId="ADAL" clId="{65104DF2-1B45-4C36-9E2A-F89658839DCF}" dt="2024-01-15T18:02:53.069" v="52" actId="700"/>
          <ac:spMkLst>
            <pc:docMk/>
            <pc:sldMk cId="2649866034" sldId="882"/>
            <ac:spMk id="2" creationId="{7ED4E59B-8510-1BDB-2406-4637F92CEC7C}"/>
          </ac:spMkLst>
        </pc:spChg>
        <pc:spChg chg="add mod ord">
          <ac:chgData name="Palit, Tapti" userId="dec6fbcd-7598-406a-8cbf-504d4a3bac15" providerId="ADAL" clId="{65104DF2-1B45-4C36-9E2A-F89658839DCF}" dt="2024-01-15T18:02:53.069" v="52" actId="700"/>
          <ac:spMkLst>
            <pc:docMk/>
            <pc:sldMk cId="2649866034" sldId="882"/>
            <ac:spMk id="3" creationId="{79710D76-0279-2D2E-92B1-4843352BCD0F}"/>
          </ac:spMkLst>
        </pc:spChg>
        <pc:spChg chg="mod ord">
          <ac:chgData name="Palit, Tapti" userId="dec6fbcd-7598-406a-8cbf-504d4a3bac15" providerId="ADAL" clId="{65104DF2-1B45-4C36-9E2A-F89658839DCF}" dt="2024-01-15T18:02:53.069" v="52" actId="700"/>
          <ac:spMkLst>
            <pc:docMk/>
            <pc:sldMk cId="2649866034" sldId="882"/>
            <ac:spMk id="4" creationId="{113AF6C6-7D64-6939-13E8-8FC17B278B75}"/>
          </ac:spMkLst>
        </pc:spChg>
      </pc:sldChg>
      <pc:sldChg chg="addSp delSp modSp mod modClrScheme chgLayout modNotesTx">
        <pc:chgData name="Palit, Tapti" userId="dec6fbcd-7598-406a-8cbf-504d4a3bac15" providerId="ADAL" clId="{65104DF2-1B45-4C36-9E2A-F89658839DCF}" dt="2024-01-24T19:08:13.759" v="17969" actId="114"/>
        <pc:sldMkLst>
          <pc:docMk/>
          <pc:sldMk cId="3144217460" sldId="882"/>
        </pc:sldMkLst>
        <pc:spChg chg="del mod">
          <ac:chgData name="Palit, Tapti" userId="dec6fbcd-7598-406a-8cbf-504d4a3bac15" providerId="ADAL" clId="{65104DF2-1B45-4C36-9E2A-F89658839DCF}" dt="2024-01-24T16:21:50.173" v="4577" actId="478"/>
          <ac:spMkLst>
            <pc:docMk/>
            <pc:sldMk cId="3144217460" sldId="882"/>
            <ac:spMk id="2" creationId="{EB3D43F0-3496-839F-C407-31618EF096DC}"/>
          </ac:spMkLst>
        </pc:spChg>
        <pc:spChg chg="mod ord">
          <ac:chgData name="Palit, Tapti" userId="dec6fbcd-7598-406a-8cbf-504d4a3bac15" providerId="ADAL" clId="{65104DF2-1B45-4C36-9E2A-F89658839DCF}" dt="2024-01-24T19:07:32.694" v="17886" actId="700"/>
          <ac:spMkLst>
            <pc:docMk/>
            <pc:sldMk cId="3144217460" sldId="882"/>
            <ac:spMk id="3" creationId="{BF49F439-5735-4275-A014-1A5D2B7B534F}"/>
          </ac:spMkLst>
        </pc:spChg>
        <pc:spChg chg="mod ord">
          <ac:chgData name="Palit, Tapti" userId="dec6fbcd-7598-406a-8cbf-504d4a3bac15" providerId="ADAL" clId="{65104DF2-1B45-4C36-9E2A-F89658839DCF}" dt="2024-01-24T19:07:32.694" v="17886" actId="700"/>
          <ac:spMkLst>
            <pc:docMk/>
            <pc:sldMk cId="3144217460" sldId="882"/>
            <ac:spMk id="4" creationId="{BB9070CC-B07D-2111-6090-B13C748C7B68}"/>
          </ac:spMkLst>
        </pc:spChg>
        <pc:spChg chg="add mod ord">
          <ac:chgData name="Palit, Tapti" userId="dec6fbcd-7598-406a-8cbf-504d4a3bac15" providerId="ADAL" clId="{65104DF2-1B45-4C36-9E2A-F89658839DCF}" dt="2024-01-24T19:07:32.694" v="17886" actId="700"/>
          <ac:spMkLst>
            <pc:docMk/>
            <pc:sldMk cId="3144217460" sldId="882"/>
            <ac:spMk id="5" creationId="{2724ED97-B4C1-FEF7-F286-F160D64AA3D2}"/>
          </ac:spMkLst>
        </pc:spChg>
        <pc:spChg chg="add mod ord">
          <ac:chgData name="Palit, Tapti" userId="dec6fbcd-7598-406a-8cbf-504d4a3bac15" providerId="ADAL" clId="{65104DF2-1B45-4C36-9E2A-F89658839DCF}" dt="2024-01-24T19:08:13.759" v="17969" actId="114"/>
          <ac:spMkLst>
            <pc:docMk/>
            <pc:sldMk cId="3144217460" sldId="882"/>
            <ac:spMk id="15" creationId="{5021B603-CC3B-4573-2960-4D84C104A240}"/>
          </ac:spMkLst>
        </pc:spChg>
      </pc:sldChg>
      <pc:sldChg chg="delSp modSp mod">
        <pc:chgData name="Palit, Tapti" userId="dec6fbcd-7598-406a-8cbf-504d4a3bac15" providerId="ADAL" clId="{65104DF2-1B45-4C36-9E2A-F89658839DCF}" dt="2024-01-24T16:24:16.910" v="4844" actId="20577"/>
        <pc:sldMkLst>
          <pc:docMk/>
          <pc:sldMk cId="2557977293" sldId="884"/>
        </pc:sldMkLst>
        <pc:spChg chg="del mod">
          <ac:chgData name="Palit, Tapti" userId="dec6fbcd-7598-406a-8cbf-504d4a3bac15" providerId="ADAL" clId="{65104DF2-1B45-4C36-9E2A-F89658839DCF}" dt="2024-01-24T16:21:45.560" v="4576" actId="478"/>
          <ac:spMkLst>
            <pc:docMk/>
            <pc:sldMk cId="2557977293" sldId="884"/>
            <ac:spMk id="2" creationId="{1D4BD2C2-022F-E126-F346-97C4E5539620}"/>
          </ac:spMkLst>
        </pc:spChg>
        <pc:spChg chg="mod">
          <ac:chgData name="Palit, Tapti" userId="dec6fbcd-7598-406a-8cbf-504d4a3bac15" providerId="ADAL" clId="{65104DF2-1B45-4C36-9E2A-F89658839DCF}" dt="2024-01-24T16:24:16.910" v="4844" actId="20577"/>
          <ac:spMkLst>
            <pc:docMk/>
            <pc:sldMk cId="2557977293" sldId="884"/>
            <ac:spMk id="3" creationId="{B4502F78-63A3-518D-B3D5-1835E60DA933}"/>
          </ac:spMkLst>
        </pc:spChg>
      </pc:sldChg>
      <pc:sldChg chg="modNotesTx">
        <pc:chgData name="Palit, Tapti" userId="dec6fbcd-7598-406a-8cbf-504d4a3bac15" providerId="ADAL" clId="{65104DF2-1B45-4C36-9E2A-F89658839DCF}" dt="2024-01-24T19:08:43.849" v="17996" actId="20577"/>
        <pc:sldMkLst>
          <pc:docMk/>
          <pc:sldMk cId="71857253" sldId="885"/>
        </pc:sldMkLst>
      </pc:sldChg>
      <pc:sldChg chg="modSp del mod">
        <pc:chgData name="Palit, Tapti" userId="dec6fbcd-7598-406a-8cbf-504d4a3bac15" providerId="ADAL" clId="{65104DF2-1B45-4C36-9E2A-F89658839DCF}" dt="2024-01-25T18:20:21.629" v="22803" actId="47"/>
        <pc:sldMkLst>
          <pc:docMk/>
          <pc:sldMk cId="2263543615" sldId="886"/>
        </pc:sldMkLst>
        <pc:spChg chg="mod">
          <ac:chgData name="Palit, Tapti" userId="dec6fbcd-7598-406a-8cbf-504d4a3bac15" providerId="ADAL" clId="{65104DF2-1B45-4C36-9E2A-F89658839DCF}" dt="2024-01-25T15:42:08.396" v="18770" actId="20577"/>
          <ac:spMkLst>
            <pc:docMk/>
            <pc:sldMk cId="2263543615" sldId="886"/>
            <ac:spMk id="6" creationId="{B737CC94-863F-591E-BDD7-067D8999CB94}"/>
          </ac:spMkLst>
        </pc:spChg>
        <pc:spChg chg="mod">
          <ac:chgData name="Palit, Tapti" userId="dec6fbcd-7598-406a-8cbf-504d4a3bac15" providerId="ADAL" clId="{65104DF2-1B45-4C36-9E2A-F89658839DCF}" dt="2024-01-25T17:42:02.899" v="21781" actId="20577"/>
          <ac:spMkLst>
            <pc:docMk/>
            <pc:sldMk cId="2263543615" sldId="886"/>
            <ac:spMk id="9" creationId="{05E5E1A5-9203-86D7-D2D2-6F8449423FB7}"/>
          </ac:spMkLst>
        </pc:spChg>
      </pc:sldChg>
      <pc:sldChg chg="modNotesTx">
        <pc:chgData name="Palit, Tapti" userId="dec6fbcd-7598-406a-8cbf-504d4a3bac15" providerId="ADAL" clId="{65104DF2-1B45-4C36-9E2A-F89658839DCF}" dt="2024-01-24T16:27:12.482" v="5130" actId="20577"/>
        <pc:sldMkLst>
          <pc:docMk/>
          <pc:sldMk cId="3127620984" sldId="886"/>
        </pc:sldMkLst>
      </pc:sldChg>
      <pc:sldChg chg="add mod modShow">
        <pc:chgData name="Palit, Tapti" userId="dec6fbcd-7598-406a-8cbf-504d4a3bac15" providerId="ADAL" clId="{65104DF2-1B45-4C36-9E2A-F89658839DCF}" dt="2024-01-25T18:14:34.781" v="22589" actId="729"/>
        <pc:sldMkLst>
          <pc:docMk/>
          <pc:sldMk cId="1680944788" sldId="887"/>
        </pc:sldMkLst>
      </pc:sldChg>
      <pc:sldChg chg="addSp delSp modSp add del mod modClrScheme delAnim modAnim chgLayout modNotesTx">
        <pc:chgData name="Palit, Tapti" userId="dec6fbcd-7598-406a-8cbf-504d4a3bac15" providerId="ADAL" clId="{65104DF2-1B45-4C36-9E2A-F89658839DCF}" dt="2024-01-25T18:14:25.477" v="22587" actId="2696"/>
        <pc:sldMkLst>
          <pc:docMk/>
          <pc:sldMk cId="3976567652" sldId="887"/>
        </pc:sldMkLst>
        <pc:spChg chg="mod ord">
          <ac:chgData name="Palit, Tapti" userId="dec6fbcd-7598-406a-8cbf-504d4a3bac15" providerId="ADAL" clId="{65104DF2-1B45-4C36-9E2A-F89658839DCF}" dt="2024-01-24T17:08:33.450" v="7935" actId="700"/>
          <ac:spMkLst>
            <pc:docMk/>
            <pc:sldMk cId="3976567652" sldId="887"/>
            <ac:spMk id="3" creationId="{C2AC3463-E898-8385-593F-593DA4125E40}"/>
          </ac:spMkLst>
        </pc:spChg>
        <pc:spChg chg="mod ord">
          <ac:chgData name="Palit, Tapti" userId="dec6fbcd-7598-406a-8cbf-504d4a3bac15" providerId="ADAL" clId="{65104DF2-1B45-4C36-9E2A-F89658839DCF}" dt="2024-01-24T17:08:33.450" v="7935" actId="700"/>
          <ac:spMkLst>
            <pc:docMk/>
            <pc:sldMk cId="3976567652" sldId="887"/>
            <ac:spMk id="4" creationId="{7309343E-9268-AC9B-BD89-8BFF30271D67}"/>
          </ac:spMkLst>
        </pc:spChg>
        <pc:spChg chg="mod">
          <ac:chgData name="Palit, Tapti" userId="dec6fbcd-7598-406a-8cbf-504d4a3bac15" providerId="ADAL" clId="{65104DF2-1B45-4C36-9E2A-F89658839DCF}" dt="2024-01-24T16:51:15.306" v="6974" actId="20577"/>
          <ac:spMkLst>
            <pc:docMk/>
            <pc:sldMk cId="3976567652" sldId="887"/>
            <ac:spMk id="10" creationId="{EEA573DB-F656-4DB1-2FEF-7880B86E2669}"/>
          </ac:spMkLst>
        </pc:spChg>
        <pc:spChg chg="del">
          <ac:chgData name="Palit, Tapti" userId="dec6fbcd-7598-406a-8cbf-504d4a3bac15" providerId="ADAL" clId="{65104DF2-1B45-4C36-9E2A-F89658839DCF}" dt="2024-01-24T16:51:02.546" v="6968" actId="478"/>
          <ac:spMkLst>
            <pc:docMk/>
            <pc:sldMk cId="3976567652" sldId="887"/>
            <ac:spMk id="11" creationId="{E5E969E0-3A17-659B-64C3-EB6001F90104}"/>
          </ac:spMkLst>
        </pc:spChg>
        <pc:spChg chg="del">
          <ac:chgData name="Palit, Tapti" userId="dec6fbcd-7598-406a-8cbf-504d4a3bac15" providerId="ADAL" clId="{65104DF2-1B45-4C36-9E2A-F89658839DCF}" dt="2024-01-24T16:51:02.546" v="6968" actId="478"/>
          <ac:spMkLst>
            <pc:docMk/>
            <pc:sldMk cId="3976567652" sldId="887"/>
            <ac:spMk id="12" creationId="{18B490F0-B8D0-84DB-04DD-EC2F0F476633}"/>
          </ac:spMkLst>
        </pc:spChg>
        <pc:spChg chg="del">
          <ac:chgData name="Palit, Tapti" userId="dec6fbcd-7598-406a-8cbf-504d4a3bac15" providerId="ADAL" clId="{65104DF2-1B45-4C36-9E2A-F89658839DCF}" dt="2024-01-24T16:51:02.546" v="6968" actId="478"/>
          <ac:spMkLst>
            <pc:docMk/>
            <pc:sldMk cId="3976567652" sldId="887"/>
            <ac:spMk id="13" creationId="{7DD5DAE3-481F-6475-1AE1-CE1A5178F441}"/>
          </ac:spMkLst>
        </pc:spChg>
        <pc:spChg chg="add mod">
          <ac:chgData name="Palit, Tapti" userId="dec6fbcd-7598-406a-8cbf-504d4a3bac15" providerId="ADAL" clId="{65104DF2-1B45-4C36-9E2A-F89658839DCF}" dt="2024-01-24T16:56:06.878" v="7210" actId="164"/>
          <ac:spMkLst>
            <pc:docMk/>
            <pc:sldMk cId="3976567652" sldId="887"/>
            <ac:spMk id="15" creationId="{D63A3C53-0327-9293-9C59-58C8058E0976}"/>
          </ac:spMkLst>
        </pc:spChg>
        <pc:spChg chg="add mod">
          <ac:chgData name="Palit, Tapti" userId="dec6fbcd-7598-406a-8cbf-504d4a3bac15" providerId="ADAL" clId="{65104DF2-1B45-4C36-9E2A-F89658839DCF}" dt="2024-01-24T16:56:06.878" v="7210" actId="164"/>
          <ac:spMkLst>
            <pc:docMk/>
            <pc:sldMk cId="3976567652" sldId="887"/>
            <ac:spMk id="18" creationId="{2F1A6429-E65E-61AA-EC4B-8FC1D3A52193}"/>
          </ac:spMkLst>
        </pc:spChg>
        <pc:spChg chg="del">
          <ac:chgData name="Palit, Tapti" userId="dec6fbcd-7598-406a-8cbf-504d4a3bac15" providerId="ADAL" clId="{65104DF2-1B45-4C36-9E2A-F89658839DCF}" dt="2024-01-24T16:51:08.291" v="6970" actId="478"/>
          <ac:spMkLst>
            <pc:docMk/>
            <pc:sldMk cId="3976567652" sldId="887"/>
            <ac:spMk id="20" creationId="{67DB1604-5770-BF45-6E88-ABB286747E63}"/>
          </ac:spMkLst>
        </pc:spChg>
        <pc:spChg chg="del">
          <ac:chgData name="Palit, Tapti" userId="dec6fbcd-7598-406a-8cbf-504d4a3bac15" providerId="ADAL" clId="{65104DF2-1B45-4C36-9E2A-F89658839DCF}" dt="2024-01-24T16:51:10.472" v="6971" actId="478"/>
          <ac:spMkLst>
            <pc:docMk/>
            <pc:sldMk cId="3976567652" sldId="887"/>
            <ac:spMk id="21" creationId="{C803BF47-1D0F-9C45-2B64-D2DD49D48835}"/>
          </ac:spMkLst>
        </pc:spChg>
        <pc:spChg chg="del">
          <ac:chgData name="Palit, Tapti" userId="dec6fbcd-7598-406a-8cbf-504d4a3bac15" providerId="ADAL" clId="{65104DF2-1B45-4C36-9E2A-F89658839DCF}" dt="2024-01-24T16:51:02.546" v="6968" actId="478"/>
          <ac:spMkLst>
            <pc:docMk/>
            <pc:sldMk cId="3976567652" sldId="887"/>
            <ac:spMk id="22" creationId="{A21DFF9E-CFF9-CF82-A9AC-63CC53F753AB}"/>
          </ac:spMkLst>
        </pc:spChg>
        <pc:spChg chg="del">
          <ac:chgData name="Palit, Tapti" userId="dec6fbcd-7598-406a-8cbf-504d4a3bac15" providerId="ADAL" clId="{65104DF2-1B45-4C36-9E2A-F89658839DCF}" dt="2024-01-24T16:51:08.291" v="6970" actId="478"/>
          <ac:spMkLst>
            <pc:docMk/>
            <pc:sldMk cId="3976567652" sldId="887"/>
            <ac:spMk id="23" creationId="{62D4A6D7-C435-AD42-8BE1-9EAB73CCA6ED}"/>
          </ac:spMkLst>
        </pc:spChg>
        <pc:spChg chg="add mod">
          <ac:chgData name="Palit, Tapti" userId="dec6fbcd-7598-406a-8cbf-504d4a3bac15" providerId="ADAL" clId="{65104DF2-1B45-4C36-9E2A-F89658839DCF}" dt="2024-01-24T16:59:36.750" v="7631" actId="1076"/>
          <ac:spMkLst>
            <pc:docMk/>
            <pc:sldMk cId="3976567652" sldId="887"/>
            <ac:spMk id="24" creationId="{7883669F-6042-66F8-9051-62C8F06473DE}"/>
          </ac:spMkLst>
        </pc:spChg>
        <pc:spChg chg="add mod">
          <ac:chgData name="Palit, Tapti" userId="dec6fbcd-7598-406a-8cbf-504d4a3bac15" providerId="ADAL" clId="{65104DF2-1B45-4C36-9E2A-F89658839DCF}" dt="2024-01-24T17:00:08.437" v="7645" actId="1076"/>
          <ac:spMkLst>
            <pc:docMk/>
            <pc:sldMk cId="3976567652" sldId="887"/>
            <ac:spMk id="28" creationId="{E2C8C09F-A457-5E84-0292-CBB73474F96A}"/>
          </ac:spMkLst>
        </pc:spChg>
        <pc:spChg chg="add mod">
          <ac:chgData name="Palit, Tapti" userId="dec6fbcd-7598-406a-8cbf-504d4a3bac15" providerId="ADAL" clId="{65104DF2-1B45-4C36-9E2A-F89658839DCF}" dt="2024-01-24T17:57:30.192" v="9778" actId="20577"/>
          <ac:spMkLst>
            <pc:docMk/>
            <pc:sldMk cId="3976567652" sldId="887"/>
            <ac:spMk id="29" creationId="{EF3D68C7-703A-C586-D52A-D25955DBFDCA}"/>
          </ac:spMkLst>
        </pc:spChg>
        <pc:spChg chg="add mod">
          <ac:chgData name="Palit, Tapti" userId="dec6fbcd-7598-406a-8cbf-504d4a3bac15" providerId="ADAL" clId="{65104DF2-1B45-4C36-9E2A-F89658839DCF}" dt="2024-01-24T17:57:35.687" v="9797" actId="20577"/>
          <ac:spMkLst>
            <pc:docMk/>
            <pc:sldMk cId="3976567652" sldId="887"/>
            <ac:spMk id="30" creationId="{F35980AB-E1C1-CF21-8901-C2B1BE4C3E5E}"/>
          </ac:spMkLst>
        </pc:spChg>
        <pc:spChg chg="add mod">
          <ac:chgData name="Palit, Tapti" userId="dec6fbcd-7598-406a-8cbf-504d4a3bac15" providerId="ADAL" clId="{65104DF2-1B45-4C36-9E2A-F89658839DCF}" dt="2024-01-24T17:08:27.470" v="7932"/>
          <ac:spMkLst>
            <pc:docMk/>
            <pc:sldMk cId="3976567652" sldId="887"/>
            <ac:spMk id="31" creationId="{8080D6CE-39FE-1124-6D97-713155E9F35E}"/>
          </ac:spMkLst>
        </pc:spChg>
        <pc:spChg chg="add del mod">
          <ac:chgData name="Palit, Tapti" userId="dec6fbcd-7598-406a-8cbf-504d4a3bac15" providerId="ADAL" clId="{65104DF2-1B45-4C36-9E2A-F89658839DCF}" dt="2024-01-24T17:08:39.208" v="7937" actId="478"/>
          <ac:spMkLst>
            <pc:docMk/>
            <pc:sldMk cId="3976567652" sldId="887"/>
            <ac:spMk id="32" creationId="{FB34ACD7-2B5E-4361-95FF-6515085D47FA}"/>
          </ac:spMkLst>
        </pc:spChg>
        <pc:spChg chg="add mod ord">
          <ac:chgData name="Palit, Tapti" userId="dec6fbcd-7598-406a-8cbf-504d4a3bac15" providerId="ADAL" clId="{65104DF2-1B45-4C36-9E2A-F89658839DCF}" dt="2024-01-24T17:08:33.450" v="7935" actId="700"/>
          <ac:spMkLst>
            <pc:docMk/>
            <pc:sldMk cId="3976567652" sldId="887"/>
            <ac:spMk id="33" creationId="{0FF329FA-AD80-3EF8-2E40-78DBA07B6413}"/>
          </ac:spMkLst>
        </pc:spChg>
        <pc:spChg chg="add mod ord">
          <ac:chgData name="Palit, Tapti" userId="dec6fbcd-7598-406a-8cbf-504d4a3bac15" providerId="ADAL" clId="{65104DF2-1B45-4C36-9E2A-F89658839DCF}" dt="2024-01-24T17:08:43.099" v="7939" actId="20577"/>
          <ac:spMkLst>
            <pc:docMk/>
            <pc:sldMk cId="3976567652" sldId="887"/>
            <ac:spMk id="34" creationId="{337688A2-C1F0-0967-CEF4-B0179A62746A}"/>
          </ac:spMkLst>
        </pc:spChg>
        <pc:grpChg chg="add mod">
          <ac:chgData name="Palit, Tapti" userId="dec6fbcd-7598-406a-8cbf-504d4a3bac15" providerId="ADAL" clId="{65104DF2-1B45-4C36-9E2A-F89658839DCF}" dt="2024-01-24T16:56:06.878" v="7210" actId="164"/>
          <ac:grpSpMkLst>
            <pc:docMk/>
            <pc:sldMk cId="3976567652" sldId="887"/>
            <ac:grpSpMk id="19" creationId="{99C10DDE-C4D3-B2D7-873D-5089259C72ED}"/>
          </ac:grpSpMkLst>
        </pc:grpChg>
        <pc:graphicFrameChg chg="del">
          <ac:chgData name="Palit, Tapti" userId="dec6fbcd-7598-406a-8cbf-504d4a3bac15" providerId="ADAL" clId="{65104DF2-1B45-4C36-9E2A-F89658839DCF}" dt="2024-01-24T16:51:05.922" v="6969" actId="478"/>
          <ac:graphicFrameMkLst>
            <pc:docMk/>
            <pc:sldMk cId="3976567652" sldId="887"/>
            <ac:graphicFrameMk id="14" creationId="{47782D33-9D3B-4C31-1D10-C9D686012854}"/>
          </ac:graphicFrameMkLst>
        </pc:graphicFrameChg>
        <pc:cxnChg chg="add mod">
          <ac:chgData name="Palit, Tapti" userId="dec6fbcd-7598-406a-8cbf-504d4a3bac15" providerId="ADAL" clId="{65104DF2-1B45-4C36-9E2A-F89658839DCF}" dt="2024-01-24T16:56:06.878" v="7210" actId="164"/>
          <ac:cxnSpMkLst>
            <pc:docMk/>
            <pc:sldMk cId="3976567652" sldId="887"/>
            <ac:cxnSpMk id="5" creationId="{F7C5B6FB-31F6-4901-2EE7-2C31CFD6634F}"/>
          </ac:cxnSpMkLst>
        </pc:cxnChg>
        <pc:cxnChg chg="add mod">
          <ac:chgData name="Palit, Tapti" userId="dec6fbcd-7598-406a-8cbf-504d4a3bac15" providerId="ADAL" clId="{65104DF2-1B45-4C36-9E2A-F89658839DCF}" dt="2024-01-24T16:56:06.878" v="7210" actId="164"/>
          <ac:cxnSpMkLst>
            <pc:docMk/>
            <pc:sldMk cId="3976567652" sldId="887"/>
            <ac:cxnSpMk id="8" creationId="{0BEB1967-8B80-F624-1355-CBA08B87C993}"/>
          </ac:cxnSpMkLst>
        </pc:cxnChg>
        <pc:cxnChg chg="del mod">
          <ac:chgData name="Palit, Tapti" userId="dec6fbcd-7598-406a-8cbf-504d4a3bac15" providerId="ADAL" clId="{65104DF2-1B45-4C36-9E2A-F89658839DCF}" dt="2024-01-24T16:51:02.546" v="6968" actId="478"/>
          <ac:cxnSpMkLst>
            <pc:docMk/>
            <pc:sldMk cId="3976567652" sldId="887"/>
            <ac:cxnSpMk id="16" creationId="{BAFAA1AF-F0A5-DCB5-D35C-BDB01BD8D844}"/>
          </ac:cxnSpMkLst>
        </pc:cxnChg>
        <pc:cxnChg chg="del mod">
          <ac:chgData name="Palit, Tapti" userId="dec6fbcd-7598-406a-8cbf-504d4a3bac15" providerId="ADAL" clId="{65104DF2-1B45-4C36-9E2A-F89658839DCF}" dt="2024-01-24T16:51:02.546" v="6968" actId="478"/>
          <ac:cxnSpMkLst>
            <pc:docMk/>
            <pc:sldMk cId="3976567652" sldId="887"/>
            <ac:cxnSpMk id="17" creationId="{F5A9ADBF-BCC8-3622-88B5-E8D0755ECFC9}"/>
          </ac:cxnSpMkLst>
        </pc:cxnChg>
        <pc:cxnChg chg="add mod">
          <ac:chgData name="Palit, Tapti" userId="dec6fbcd-7598-406a-8cbf-504d4a3bac15" providerId="ADAL" clId="{65104DF2-1B45-4C36-9E2A-F89658839DCF}" dt="2024-01-24T16:59:36.750" v="7631" actId="1076"/>
          <ac:cxnSpMkLst>
            <pc:docMk/>
            <pc:sldMk cId="3976567652" sldId="887"/>
            <ac:cxnSpMk id="25" creationId="{8A4C34E4-54AE-509A-9399-E1FB9D5774DB}"/>
          </ac:cxnSpMkLst>
        </pc:cxnChg>
      </pc:sldChg>
      <pc:sldChg chg="modSp add del mod addCm delCm modCm modNotesTx">
        <pc:chgData name="Palit, Tapti" userId="dec6fbcd-7598-406a-8cbf-504d4a3bac15" providerId="ADAL" clId="{65104DF2-1B45-4C36-9E2A-F89658839DCF}" dt="2024-01-26T00:16:32.075" v="22917"/>
        <pc:sldMkLst>
          <pc:docMk/>
          <pc:sldMk cId="4097136951" sldId="888"/>
        </pc:sldMkLst>
        <pc:spChg chg="mod">
          <ac:chgData name="Palit, Tapti" userId="dec6fbcd-7598-406a-8cbf-504d4a3bac15" providerId="ADAL" clId="{65104DF2-1B45-4C36-9E2A-F89658839DCF}" dt="2024-01-24T18:46:04.158" v="15206" actId="20577"/>
          <ac:spMkLst>
            <pc:docMk/>
            <pc:sldMk cId="4097136951" sldId="888"/>
            <ac:spMk id="3" creationId="{8236E983-A1AB-BAEC-070D-E86B081F7A76}"/>
          </ac:spMkLst>
        </pc:spChg>
        <pc:spChg chg="mod">
          <ac:chgData name="Palit, Tapti" userId="dec6fbcd-7598-406a-8cbf-504d4a3bac15" providerId="ADAL" clId="{65104DF2-1B45-4C36-9E2A-F89658839DCF}" dt="2024-01-25T18:14:18.541" v="22586"/>
          <ac:spMkLst>
            <pc:docMk/>
            <pc:sldMk cId="4097136951" sldId="888"/>
            <ac:spMk id="7" creationId="{05B2C013-A15C-AAB6-5070-049E85709C45}"/>
          </ac:spMkLst>
        </pc:spChg>
        <pc:spChg chg="mod">
          <ac:chgData name="Palit, Tapti" userId="dec6fbcd-7598-406a-8cbf-504d4a3bac15" providerId="ADAL" clId="{65104DF2-1B45-4C36-9E2A-F89658839DCF}" dt="2024-01-24T16:47:33.249" v="6868" actId="20577"/>
          <ac:spMkLst>
            <pc:docMk/>
            <pc:sldMk cId="4097136951" sldId="888"/>
            <ac:spMk id="12" creationId="{498AE73A-CEAA-1376-AD9C-8110A90B14BF}"/>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26T00:16:32.075" v="22917"/>
              <pc2:cmMkLst xmlns:pc2="http://schemas.microsoft.com/office/powerpoint/2019/9/main/command">
                <pc:docMk/>
                <pc:sldMk cId="4097136951" sldId="888"/>
                <pc2:cmMk id="{A978FD06-FD90-46F6-B847-06EF784134CC}"/>
              </pc2:cmMkLst>
            </pc226:cmChg>
            <pc226:cmChg xmlns:pc226="http://schemas.microsoft.com/office/powerpoint/2022/06/main/command" chg="del">
              <pc226:chgData name="Palit, Tapti" userId="dec6fbcd-7598-406a-8cbf-504d4a3bac15" providerId="ADAL" clId="{65104DF2-1B45-4C36-9E2A-F89658839DCF}" dt="2024-01-26T00:16:04.678" v="22915"/>
              <pc2:cmMkLst xmlns:pc2="http://schemas.microsoft.com/office/powerpoint/2019/9/main/command">
                <pc:docMk/>
                <pc:sldMk cId="4097136951" sldId="888"/>
                <pc2:cmMk id="{2F6B944E-8A4D-41C4-B829-D7CCA2F91A36}"/>
              </pc2:cmMkLst>
            </pc226:cmChg>
          </p:ext>
        </pc:extLst>
      </pc:sldChg>
      <pc:sldChg chg="del">
        <pc:chgData name="Palit, Tapti" userId="dec6fbcd-7598-406a-8cbf-504d4a3bac15" providerId="ADAL" clId="{65104DF2-1B45-4C36-9E2A-F89658839DCF}" dt="2024-01-24T16:50:28.933" v="6965" actId="47"/>
        <pc:sldMkLst>
          <pc:docMk/>
          <pc:sldMk cId="1537709732" sldId="889"/>
        </pc:sldMkLst>
      </pc:sldChg>
      <pc:sldChg chg="del">
        <pc:chgData name="Palit, Tapti" userId="dec6fbcd-7598-406a-8cbf-504d4a3bac15" providerId="ADAL" clId="{65104DF2-1B45-4C36-9E2A-F89658839DCF}" dt="2024-01-24T16:50:28.933" v="6965" actId="47"/>
        <pc:sldMkLst>
          <pc:docMk/>
          <pc:sldMk cId="491903529" sldId="890"/>
        </pc:sldMkLst>
      </pc:sldChg>
      <pc:sldChg chg="del">
        <pc:chgData name="Palit, Tapti" userId="dec6fbcd-7598-406a-8cbf-504d4a3bac15" providerId="ADAL" clId="{65104DF2-1B45-4C36-9E2A-F89658839DCF}" dt="2024-01-24T16:50:28.933" v="6965" actId="47"/>
        <pc:sldMkLst>
          <pc:docMk/>
          <pc:sldMk cId="809891943" sldId="891"/>
        </pc:sldMkLst>
      </pc:sldChg>
      <pc:sldChg chg="del">
        <pc:chgData name="Palit, Tapti" userId="dec6fbcd-7598-406a-8cbf-504d4a3bac15" providerId="ADAL" clId="{65104DF2-1B45-4C36-9E2A-F89658839DCF}" dt="2024-01-24T16:50:28.933" v="6965" actId="47"/>
        <pc:sldMkLst>
          <pc:docMk/>
          <pc:sldMk cId="2693632428" sldId="892"/>
        </pc:sldMkLst>
      </pc:sldChg>
      <pc:sldChg chg="addSp delSp modSp mod delAnim modNotesTx">
        <pc:chgData name="Palit, Tapti" userId="dec6fbcd-7598-406a-8cbf-504d4a3bac15" providerId="ADAL" clId="{65104DF2-1B45-4C36-9E2A-F89658839DCF}" dt="2024-01-24T17:56:54.908" v="9746" actId="1076"/>
        <pc:sldMkLst>
          <pc:docMk/>
          <pc:sldMk cId="3356010725" sldId="893"/>
        </pc:sldMkLst>
        <pc:spChg chg="mod">
          <ac:chgData name="Palit, Tapti" userId="dec6fbcd-7598-406a-8cbf-504d4a3bac15" providerId="ADAL" clId="{65104DF2-1B45-4C36-9E2A-F89658839DCF}" dt="2024-01-24T17:53:35.412" v="9619" actId="1076"/>
          <ac:spMkLst>
            <pc:docMk/>
            <pc:sldMk cId="3356010725" sldId="893"/>
            <ac:spMk id="2" creationId="{78ADB5FF-CFA4-7564-97E6-5A49C2EBB235}"/>
          </ac:spMkLst>
        </pc:spChg>
        <pc:spChg chg="mod">
          <ac:chgData name="Palit, Tapti" userId="dec6fbcd-7598-406a-8cbf-504d4a3bac15" providerId="ADAL" clId="{65104DF2-1B45-4C36-9E2A-F89658839DCF}" dt="2024-01-24T17:50:49.191" v="9204" actId="20577"/>
          <ac:spMkLst>
            <pc:docMk/>
            <pc:sldMk cId="3356010725" sldId="893"/>
            <ac:spMk id="3" creationId="{5FE2BFFF-7C0B-8516-60E0-B77A6D70F108}"/>
          </ac:spMkLst>
        </pc:spChg>
        <pc:spChg chg="del">
          <ac:chgData name="Palit, Tapti" userId="dec6fbcd-7598-406a-8cbf-504d4a3bac15" providerId="ADAL" clId="{65104DF2-1B45-4C36-9E2A-F89658839DCF}" dt="2024-01-24T17:53:40.576" v="9620" actId="478"/>
          <ac:spMkLst>
            <pc:docMk/>
            <pc:sldMk cId="3356010725" sldId="893"/>
            <ac:spMk id="6" creationId="{4419A68E-2AD6-8E5B-47D1-A9B8CD834906}"/>
          </ac:spMkLst>
        </pc:spChg>
        <pc:spChg chg="del">
          <ac:chgData name="Palit, Tapti" userId="dec6fbcd-7598-406a-8cbf-504d4a3bac15" providerId="ADAL" clId="{65104DF2-1B45-4C36-9E2A-F89658839DCF}" dt="2024-01-24T17:53:40.576" v="9620" actId="478"/>
          <ac:spMkLst>
            <pc:docMk/>
            <pc:sldMk cId="3356010725" sldId="893"/>
            <ac:spMk id="7" creationId="{A196A5EA-CF60-FC0A-0B81-B69B06138ABF}"/>
          </ac:spMkLst>
        </pc:spChg>
        <pc:spChg chg="del">
          <ac:chgData name="Palit, Tapti" userId="dec6fbcd-7598-406a-8cbf-504d4a3bac15" providerId="ADAL" clId="{65104DF2-1B45-4C36-9E2A-F89658839DCF}" dt="2024-01-24T17:53:40.576" v="9620" actId="478"/>
          <ac:spMkLst>
            <pc:docMk/>
            <pc:sldMk cId="3356010725" sldId="893"/>
            <ac:spMk id="8" creationId="{3938D7B5-F57A-096C-ECE0-A5E1B9FAA446}"/>
          </ac:spMkLst>
        </pc:spChg>
        <pc:spChg chg="del">
          <ac:chgData name="Palit, Tapti" userId="dec6fbcd-7598-406a-8cbf-504d4a3bac15" providerId="ADAL" clId="{65104DF2-1B45-4C36-9E2A-F89658839DCF}" dt="2024-01-24T17:53:40.576" v="9620" actId="478"/>
          <ac:spMkLst>
            <pc:docMk/>
            <pc:sldMk cId="3356010725" sldId="893"/>
            <ac:spMk id="9" creationId="{733BFF08-0FF8-B61B-88F5-45B4DBC85C91}"/>
          </ac:spMkLst>
        </pc:spChg>
        <pc:spChg chg="del">
          <ac:chgData name="Palit, Tapti" userId="dec6fbcd-7598-406a-8cbf-504d4a3bac15" providerId="ADAL" clId="{65104DF2-1B45-4C36-9E2A-F89658839DCF}" dt="2024-01-24T17:53:40.576" v="9620" actId="478"/>
          <ac:spMkLst>
            <pc:docMk/>
            <pc:sldMk cId="3356010725" sldId="893"/>
            <ac:spMk id="10" creationId="{0BAEBBC9-32D5-CB07-3DAE-43C5D6E8F4DD}"/>
          </ac:spMkLst>
        </pc:spChg>
        <pc:spChg chg="del">
          <ac:chgData name="Palit, Tapti" userId="dec6fbcd-7598-406a-8cbf-504d4a3bac15" providerId="ADAL" clId="{65104DF2-1B45-4C36-9E2A-F89658839DCF}" dt="2024-01-24T17:53:40.576" v="9620" actId="478"/>
          <ac:spMkLst>
            <pc:docMk/>
            <pc:sldMk cId="3356010725" sldId="893"/>
            <ac:spMk id="11" creationId="{A96009CE-EC1A-5847-5D69-604392CC0421}"/>
          </ac:spMkLst>
        </pc:spChg>
        <pc:spChg chg="del">
          <ac:chgData name="Palit, Tapti" userId="dec6fbcd-7598-406a-8cbf-504d4a3bac15" providerId="ADAL" clId="{65104DF2-1B45-4C36-9E2A-F89658839DCF}" dt="2024-01-24T17:53:40.576" v="9620" actId="478"/>
          <ac:spMkLst>
            <pc:docMk/>
            <pc:sldMk cId="3356010725" sldId="893"/>
            <ac:spMk id="12" creationId="{8972A315-A179-F955-E9B5-4D88018F6679}"/>
          </ac:spMkLst>
        </pc:spChg>
        <pc:spChg chg="del">
          <ac:chgData name="Palit, Tapti" userId="dec6fbcd-7598-406a-8cbf-504d4a3bac15" providerId="ADAL" clId="{65104DF2-1B45-4C36-9E2A-F89658839DCF}" dt="2024-01-24T17:53:40.576" v="9620" actId="478"/>
          <ac:spMkLst>
            <pc:docMk/>
            <pc:sldMk cId="3356010725" sldId="893"/>
            <ac:spMk id="13" creationId="{C25C473C-38E3-1E2F-26BE-C407684C6240}"/>
          </ac:spMkLst>
        </pc:spChg>
        <pc:spChg chg="del">
          <ac:chgData name="Palit, Tapti" userId="dec6fbcd-7598-406a-8cbf-504d4a3bac15" providerId="ADAL" clId="{65104DF2-1B45-4C36-9E2A-F89658839DCF}" dt="2024-01-24T17:53:40.576" v="9620" actId="478"/>
          <ac:spMkLst>
            <pc:docMk/>
            <pc:sldMk cId="3356010725" sldId="893"/>
            <ac:spMk id="37" creationId="{C5BF83D3-5627-A8A0-0FD6-1FCFC87F5F92}"/>
          </ac:spMkLst>
        </pc:spChg>
        <pc:spChg chg="del">
          <ac:chgData name="Palit, Tapti" userId="dec6fbcd-7598-406a-8cbf-504d4a3bac15" providerId="ADAL" clId="{65104DF2-1B45-4C36-9E2A-F89658839DCF}" dt="2024-01-24T17:53:40.576" v="9620" actId="478"/>
          <ac:spMkLst>
            <pc:docMk/>
            <pc:sldMk cId="3356010725" sldId="893"/>
            <ac:spMk id="38" creationId="{B081AC17-5BE7-7EB5-5832-020C31E0F728}"/>
          </ac:spMkLst>
        </pc:spChg>
        <pc:spChg chg="del">
          <ac:chgData name="Palit, Tapti" userId="dec6fbcd-7598-406a-8cbf-504d4a3bac15" providerId="ADAL" clId="{65104DF2-1B45-4C36-9E2A-F89658839DCF}" dt="2024-01-24T17:53:40.576" v="9620" actId="478"/>
          <ac:spMkLst>
            <pc:docMk/>
            <pc:sldMk cId="3356010725" sldId="893"/>
            <ac:spMk id="42" creationId="{8E53E54D-1229-D392-3261-73886DC90D1B}"/>
          </ac:spMkLst>
        </pc:spChg>
        <pc:spChg chg="del">
          <ac:chgData name="Palit, Tapti" userId="dec6fbcd-7598-406a-8cbf-504d4a3bac15" providerId="ADAL" clId="{65104DF2-1B45-4C36-9E2A-F89658839DCF}" dt="2024-01-24T17:53:40.576" v="9620" actId="478"/>
          <ac:spMkLst>
            <pc:docMk/>
            <pc:sldMk cId="3356010725" sldId="893"/>
            <ac:spMk id="43" creationId="{2466F079-067A-2107-28AD-A38BB4C0E50D}"/>
          </ac:spMkLst>
        </pc:spChg>
        <pc:graphicFrameChg chg="add mod modGraphic">
          <ac:chgData name="Palit, Tapti" userId="dec6fbcd-7598-406a-8cbf-504d4a3bac15" providerId="ADAL" clId="{65104DF2-1B45-4C36-9E2A-F89658839DCF}" dt="2024-01-24T17:56:54.908" v="9746" actId="1076"/>
          <ac:graphicFrameMkLst>
            <pc:docMk/>
            <pc:sldMk cId="3356010725" sldId="893"/>
            <ac:graphicFrameMk id="5" creationId="{7ECF2037-10E9-1EF5-9A3F-06EFBCAC89DA}"/>
          </ac:graphicFrameMkLst>
        </pc:graphicFrameChg>
        <pc:graphicFrameChg chg="del">
          <ac:chgData name="Palit, Tapti" userId="dec6fbcd-7598-406a-8cbf-504d4a3bac15" providerId="ADAL" clId="{65104DF2-1B45-4C36-9E2A-F89658839DCF}" dt="2024-01-24T17:53:40.576" v="9620" actId="478"/>
          <ac:graphicFrameMkLst>
            <pc:docMk/>
            <pc:sldMk cId="3356010725" sldId="893"/>
            <ac:graphicFrameMk id="41" creationId="{329C10E1-9B28-397E-2437-9A93E825EEED}"/>
          </ac:graphicFrameMkLst>
        </pc:graphicFrameChg>
        <pc:cxnChg chg="del mod">
          <ac:chgData name="Palit, Tapti" userId="dec6fbcd-7598-406a-8cbf-504d4a3bac15" providerId="ADAL" clId="{65104DF2-1B45-4C36-9E2A-F89658839DCF}" dt="2024-01-24T17:53:40.576" v="9620" actId="478"/>
          <ac:cxnSpMkLst>
            <pc:docMk/>
            <pc:sldMk cId="3356010725" sldId="893"/>
            <ac:cxnSpMk id="15" creationId="{04D2C7C3-CCA4-33CD-A88D-5C7AA8DEC47B}"/>
          </ac:cxnSpMkLst>
        </pc:cxnChg>
        <pc:cxnChg chg="del mod">
          <ac:chgData name="Palit, Tapti" userId="dec6fbcd-7598-406a-8cbf-504d4a3bac15" providerId="ADAL" clId="{65104DF2-1B45-4C36-9E2A-F89658839DCF}" dt="2024-01-24T17:53:40.576" v="9620" actId="478"/>
          <ac:cxnSpMkLst>
            <pc:docMk/>
            <pc:sldMk cId="3356010725" sldId="893"/>
            <ac:cxnSpMk id="16" creationId="{47CE0419-3B53-C4DC-F2AC-E7617695D07A}"/>
          </ac:cxnSpMkLst>
        </pc:cxnChg>
        <pc:cxnChg chg="del mod">
          <ac:chgData name="Palit, Tapti" userId="dec6fbcd-7598-406a-8cbf-504d4a3bac15" providerId="ADAL" clId="{65104DF2-1B45-4C36-9E2A-F89658839DCF}" dt="2024-01-24T17:53:40.576" v="9620" actId="478"/>
          <ac:cxnSpMkLst>
            <pc:docMk/>
            <pc:sldMk cId="3356010725" sldId="893"/>
            <ac:cxnSpMk id="19" creationId="{793EDDD2-B890-ACF0-F1FC-461BAEFC460D}"/>
          </ac:cxnSpMkLst>
        </pc:cxnChg>
        <pc:cxnChg chg="del mod">
          <ac:chgData name="Palit, Tapti" userId="dec6fbcd-7598-406a-8cbf-504d4a3bac15" providerId="ADAL" clId="{65104DF2-1B45-4C36-9E2A-F89658839DCF}" dt="2024-01-24T17:53:40.576" v="9620" actId="478"/>
          <ac:cxnSpMkLst>
            <pc:docMk/>
            <pc:sldMk cId="3356010725" sldId="893"/>
            <ac:cxnSpMk id="22" creationId="{CA8F21FB-E8CC-6374-0CC4-1841D5AE80BE}"/>
          </ac:cxnSpMkLst>
        </pc:cxnChg>
        <pc:cxnChg chg="del mod">
          <ac:chgData name="Palit, Tapti" userId="dec6fbcd-7598-406a-8cbf-504d4a3bac15" providerId="ADAL" clId="{65104DF2-1B45-4C36-9E2A-F89658839DCF}" dt="2024-01-24T17:53:40.576" v="9620" actId="478"/>
          <ac:cxnSpMkLst>
            <pc:docMk/>
            <pc:sldMk cId="3356010725" sldId="893"/>
            <ac:cxnSpMk id="25" creationId="{2085C473-5C1F-90ED-F8E0-5387BA3AAAA8}"/>
          </ac:cxnSpMkLst>
        </pc:cxnChg>
        <pc:cxnChg chg="del mod">
          <ac:chgData name="Palit, Tapti" userId="dec6fbcd-7598-406a-8cbf-504d4a3bac15" providerId="ADAL" clId="{65104DF2-1B45-4C36-9E2A-F89658839DCF}" dt="2024-01-24T17:53:40.576" v="9620" actId="478"/>
          <ac:cxnSpMkLst>
            <pc:docMk/>
            <pc:sldMk cId="3356010725" sldId="893"/>
            <ac:cxnSpMk id="28" creationId="{5FA85DDD-B162-7047-D5FB-1E648EEE98E1}"/>
          </ac:cxnSpMkLst>
        </pc:cxnChg>
        <pc:cxnChg chg="del mod">
          <ac:chgData name="Palit, Tapti" userId="dec6fbcd-7598-406a-8cbf-504d4a3bac15" providerId="ADAL" clId="{65104DF2-1B45-4C36-9E2A-F89658839DCF}" dt="2024-01-24T17:53:40.576" v="9620" actId="478"/>
          <ac:cxnSpMkLst>
            <pc:docMk/>
            <pc:sldMk cId="3356010725" sldId="893"/>
            <ac:cxnSpMk id="33" creationId="{1923E23B-4A0C-F3A0-81F7-59CE0D5922EB}"/>
          </ac:cxnSpMkLst>
        </pc:cxnChg>
      </pc:sldChg>
      <pc:sldChg chg="del">
        <pc:chgData name="Palit, Tapti" userId="dec6fbcd-7598-406a-8cbf-504d4a3bac15" providerId="ADAL" clId="{65104DF2-1B45-4C36-9E2A-F89658839DCF}" dt="2024-01-24T17:10:29.144" v="7963" actId="2696"/>
        <pc:sldMkLst>
          <pc:docMk/>
          <pc:sldMk cId="446520717" sldId="894"/>
        </pc:sldMkLst>
      </pc:sldChg>
      <pc:sldChg chg="add mod modShow">
        <pc:chgData name="Palit, Tapti" userId="dec6fbcd-7598-406a-8cbf-504d4a3bac15" providerId="ADAL" clId="{65104DF2-1B45-4C36-9E2A-F89658839DCF}" dt="2024-01-24T17:10:35.640" v="7965" actId="729"/>
        <pc:sldMkLst>
          <pc:docMk/>
          <pc:sldMk cId="673836833" sldId="894"/>
        </pc:sldMkLst>
      </pc:sldChg>
      <pc:sldChg chg="modSp mod modNotesTx">
        <pc:chgData name="Palit, Tapti" userId="dec6fbcd-7598-406a-8cbf-504d4a3bac15" providerId="ADAL" clId="{65104DF2-1B45-4C36-9E2A-F89658839DCF}" dt="2024-01-24T18:47:39.628" v="15461" actId="20577"/>
        <pc:sldMkLst>
          <pc:docMk/>
          <pc:sldMk cId="12876535" sldId="895"/>
        </pc:sldMkLst>
        <pc:graphicFrameChg chg="mod modGraphic">
          <ac:chgData name="Palit, Tapti" userId="dec6fbcd-7598-406a-8cbf-504d4a3bac15" providerId="ADAL" clId="{65104DF2-1B45-4C36-9E2A-F89658839DCF}" dt="2024-01-24T18:46:27.836" v="15208" actId="1076"/>
          <ac:graphicFrameMkLst>
            <pc:docMk/>
            <pc:sldMk cId="12876535" sldId="895"/>
            <ac:graphicFrameMk id="5" creationId="{3A575547-83BE-2DB9-68F9-3B02678257AA}"/>
          </ac:graphicFrameMkLst>
        </pc:graphicFrameChg>
      </pc:sldChg>
      <pc:sldChg chg="del">
        <pc:chgData name="Palit, Tapti" userId="dec6fbcd-7598-406a-8cbf-504d4a3bac15" providerId="ADAL" clId="{65104DF2-1B45-4C36-9E2A-F89658839DCF}" dt="2024-01-24T17:10:29.144" v="7963" actId="2696"/>
        <pc:sldMkLst>
          <pc:docMk/>
          <pc:sldMk cId="942153341" sldId="899"/>
        </pc:sldMkLst>
      </pc:sldChg>
      <pc:sldChg chg="add mod modShow">
        <pc:chgData name="Palit, Tapti" userId="dec6fbcd-7598-406a-8cbf-504d4a3bac15" providerId="ADAL" clId="{65104DF2-1B45-4C36-9E2A-F89658839DCF}" dt="2024-01-24T17:10:35.640" v="7965" actId="729"/>
        <pc:sldMkLst>
          <pc:docMk/>
          <pc:sldMk cId="1038896666" sldId="899"/>
        </pc:sldMkLst>
      </pc:sldChg>
      <pc:sldChg chg="delSp modSp mod modNotesTx">
        <pc:chgData name="Palit, Tapti" userId="dec6fbcd-7598-406a-8cbf-504d4a3bac15" providerId="ADAL" clId="{65104DF2-1B45-4C36-9E2A-F89658839DCF}" dt="2024-01-24T18:19:22.038" v="11898" actId="20577"/>
        <pc:sldMkLst>
          <pc:docMk/>
          <pc:sldMk cId="2357037310" sldId="901"/>
        </pc:sldMkLst>
        <pc:spChg chg="mod">
          <ac:chgData name="Palit, Tapti" userId="dec6fbcd-7598-406a-8cbf-504d4a3bac15" providerId="ADAL" clId="{65104DF2-1B45-4C36-9E2A-F89658839DCF}" dt="2024-01-24T18:18:49.493" v="11830" actId="20577"/>
          <ac:spMkLst>
            <pc:docMk/>
            <pc:sldMk cId="2357037310" sldId="901"/>
            <ac:spMk id="5" creationId="{A5C03726-C797-7BB6-252B-7E78B26463A4}"/>
          </ac:spMkLst>
        </pc:spChg>
        <pc:spChg chg="del">
          <ac:chgData name="Palit, Tapti" userId="dec6fbcd-7598-406a-8cbf-504d4a3bac15" providerId="ADAL" clId="{65104DF2-1B45-4C36-9E2A-F89658839DCF}" dt="2024-01-24T18:18:54.107" v="11831" actId="478"/>
          <ac:spMkLst>
            <pc:docMk/>
            <pc:sldMk cId="2357037310" sldId="901"/>
            <ac:spMk id="21" creationId="{189AB983-49A8-77BE-6162-D33A6158414B}"/>
          </ac:spMkLst>
        </pc:spChg>
        <pc:spChg chg="mod">
          <ac:chgData name="Palit, Tapti" userId="dec6fbcd-7598-406a-8cbf-504d4a3bac15" providerId="ADAL" clId="{65104DF2-1B45-4C36-9E2A-F89658839DCF}" dt="2024-01-24T18:18:57.716" v="11832" actId="20577"/>
          <ac:spMkLst>
            <pc:docMk/>
            <pc:sldMk cId="2357037310" sldId="901"/>
            <ac:spMk id="22" creationId="{FE02C250-4CDB-4D0D-AB89-C5865608681F}"/>
          </ac:spMkLst>
        </pc:spChg>
      </pc:sldChg>
      <pc:sldChg chg="del">
        <pc:chgData name="Palit, Tapti" userId="dec6fbcd-7598-406a-8cbf-504d4a3bac15" providerId="ADAL" clId="{65104DF2-1B45-4C36-9E2A-F89658839DCF}" dt="2024-01-24T15:56:32.501" v="3158" actId="47"/>
        <pc:sldMkLst>
          <pc:docMk/>
          <pc:sldMk cId="3857679886" sldId="904"/>
        </pc:sldMkLst>
      </pc:sldChg>
      <pc:sldChg chg="modNotesTx">
        <pc:chgData name="Palit, Tapti" userId="dec6fbcd-7598-406a-8cbf-504d4a3bac15" providerId="ADAL" clId="{65104DF2-1B45-4C36-9E2A-F89658839DCF}" dt="2024-01-24T18:25:59.762" v="12965" actId="20577"/>
        <pc:sldMkLst>
          <pc:docMk/>
          <pc:sldMk cId="1077630109" sldId="906"/>
        </pc:sldMkLst>
      </pc:sldChg>
      <pc:sldChg chg="modSp del mod">
        <pc:chgData name="Palit, Tapti" userId="dec6fbcd-7598-406a-8cbf-504d4a3bac15" providerId="ADAL" clId="{65104DF2-1B45-4C36-9E2A-F89658839DCF}" dt="2024-01-24T17:11:06.591" v="7978" actId="47"/>
        <pc:sldMkLst>
          <pc:docMk/>
          <pc:sldMk cId="4262168973" sldId="907"/>
        </pc:sldMkLst>
        <pc:spChg chg="mod">
          <ac:chgData name="Palit, Tapti" userId="dec6fbcd-7598-406a-8cbf-504d4a3bac15" providerId="ADAL" clId="{65104DF2-1B45-4C36-9E2A-F89658839DCF}" dt="2024-01-24T17:11:00.705" v="7977" actId="20577"/>
          <ac:spMkLst>
            <pc:docMk/>
            <pc:sldMk cId="4262168973" sldId="907"/>
            <ac:spMk id="3" creationId="{52000219-C771-E29D-E126-40B5BF54EC25}"/>
          </ac:spMkLst>
        </pc:spChg>
      </pc:sldChg>
      <pc:sldChg chg="modSp mod modNotesTx">
        <pc:chgData name="Palit, Tapti" userId="dec6fbcd-7598-406a-8cbf-504d4a3bac15" providerId="ADAL" clId="{65104DF2-1B45-4C36-9E2A-F89658839DCF}" dt="2024-01-24T18:27:14.591" v="13197" actId="20577"/>
        <pc:sldMkLst>
          <pc:docMk/>
          <pc:sldMk cId="451653202" sldId="908"/>
        </pc:sldMkLst>
        <pc:spChg chg="mod">
          <ac:chgData name="Palit, Tapti" userId="dec6fbcd-7598-406a-8cbf-504d4a3bac15" providerId="ADAL" clId="{65104DF2-1B45-4C36-9E2A-F89658839DCF}" dt="2024-01-24T18:23:42.996" v="12544" actId="20577"/>
          <ac:spMkLst>
            <pc:docMk/>
            <pc:sldMk cId="451653202" sldId="908"/>
            <ac:spMk id="3" creationId="{2712F33D-AE7B-D89A-8E52-A0CDF202C0DB}"/>
          </ac:spMkLst>
        </pc:spChg>
      </pc:sldChg>
      <pc:sldChg chg="addSp modSp mod modAnim modNotesTx">
        <pc:chgData name="Palit, Tapti" userId="dec6fbcd-7598-406a-8cbf-504d4a3bac15" providerId="ADAL" clId="{65104DF2-1B45-4C36-9E2A-F89658839DCF}" dt="2024-01-24T18:30:40.185" v="13593" actId="20577"/>
        <pc:sldMkLst>
          <pc:docMk/>
          <pc:sldMk cId="3860485384" sldId="909"/>
        </pc:sldMkLst>
        <pc:spChg chg="add mod">
          <ac:chgData name="Palit, Tapti" userId="dec6fbcd-7598-406a-8cbf-504d4a3bac15" providerId="ADAL" clId="{65104DF2-1B45-4C36-9E2A-F89658839DCF}" dt="2024-01-24T18:28:53.470" v="13268" actId="14100"/>
          <ac:spMkLst>
            <pc:docMk/>
            <pc:sldMk cId="3860485384" sldId="909"/>
            <ac:spMk id="6" creationId="{A842B7AF-EF49-17AD-11A4-FA536C5CB09E}"/>
          </ac:spMkLst>
        </pc:spChg>
        <pc:spChg chg="mod">
          <ac:chgData name="Palit, Tapti" userId="dec6fbcd-7598-406a-8cbf-504d4a3bac15" providerId="ADAL" clId="{65104DF2-1B45-4C36-9E2A-F89658839DCF}" dt="2024-01-24T18:27:42.922" v="13216" actId="20577"/>
          <ac:spMkLst>
            <pc:docMk/>
            <pc:sldMk cId="3860485384" sldId="909"/>
            <ac:spMk id="15" creationId="{30E9CCF6-C0BA-B0F9-FD48-0BF4C0791D20}"/>
          </ac:spMkLst>
        </pc:spChg>
      </pc:sldChg>
      <pc:sldChg chg="modNotesTx">
        <pc:chgData name="Palit, Tapti" userId="dec6fbcd-7598-406a-8cbf-504d4a3bac15" providerId="ADAL" clId="{65104DF2-1B45-4C36-9E2A-F89658839DCF}" dt="2024-01-24T18:36:19.808" v="14149" actId="20577"/>
        <pc:sldMkLst>
          <pc:docMk/>
          <pc:sldMk cId="3430816932" sldId="910"/>
        </pc:sldMkLst>
      </pc:sldChg>
      <pc:sldChg chg="addSp modSp mod modAnim modNotesTx">
        <pc:chgData name="Palit, Tapti" userId="dec6fbcd-7598-406a-8cbf-504d4a3bac15" providerId="ADAL" clId="{65104DF2-1B45-4C36-9E2A-F89658839DCF}" dt="2024-01-24T18:35:54.748" v="14069" actId="2085"/>
        <pc:sldMkLst>
          <pc:docMk/>
          <pc:sldMk cId="2719217279" sldId="913"/>
        </pc:sldMkLst>
        <pc:spChg chg="add mod">
          <ac:chgData name="Palit, Tapti" userId="dec6fbcd-7598-406a-8cbf-504d4a3bac15" providerId="ADAL" clId="{65104DF2-1B45-4C36-9E2A-F89658839DCF}" dt="2024-01-24T18:35:54.748" v="14069" actId="2085"/>
          <ac:spMkLst>
            <pc:docMk/>
            <pc:sldMk cId="2719217279" sldId="913"/>
            <ac:spMk id="2" creationId="{729B1E30-D68E-34A4-3A43-C225207AC53C}"/>
          </ac:spMkLst>
        </pc:spChg>
      </pc:sldChg>
      <pc:sldChg chg="modSp mod modNotesTx">
        <pc:chgData name="Palit, Tapti" userId="dec6fbcd-7598-406a-8cbf-504d4a3bac15" providerId="ADAL" clId="{65104DF2-1B45-4C36-9E2A-F89658839DCF}" dt="2024-01-24T18:52:10.635" v="16232" actId="1076"/>
        <pc:sldMkLst>
          <pc:docMk/>
          <pc:sldMk cId="1131942099" sldId="914"/>
        </pc:sldMkLst>
        <pc:spChg chg="mod">
          <ac:chgData name="Palit, Tapti" userId="dec6fbcd-7598-406a-8cbf-504d4a3bac15" providerId="ADAL" clId="{65104DF2-1B45-4C36-9E2A-F89658839DCF}" dt="2024-01-24T18:52:10.635" v="16232" actId="1076"/>
          <ac:spMkLst>
            <pc:docMk/>
            <pc:sldMk cId="1131942099" sldId="914"/>
            <ac:spMk id="110" creationId="{EF5D5E1C-9B52-7EBA-1E50-09DB1C890D0C}"/>
          </ac:spMkLst>
        </pc:spChg>
      </pc:sldChg>
      <pc:sldChg chg="addSp delSp modSp mod modAnim modNotesTx">
        <pc:chgData name="Palit, Tapti" userId="dec6fbcd-7598-406a-8cbf-504d4a3bac15" providerId="ADAL" clId="{65104DF2-1B45-4C36-9E2A-F89658839DCF}" dt="2024-01-24T18:44:39.781" v="15145" actId="20577"/>
        <pc:sldMkLst>
          <pc:docMk/>
          <pc:sldMk cId="3886833233" sldId="916"/>
        </pc:sldMkLst>
        <pc:spChg chg="add mod">
          <ac:chgData name="Palit, Tapti" userId="dec6fbcd-7598-406a-8cbf-504d4a3bac15" providerId="ADAL" clId="{65104DF2-1B45-4C36-9E2A-F89658839DCF}" dt="2024-01-24T18:38:40.604" v="14480" actId="1076"/>
          <ac:spMkLst>
            <pc:docMk/>
            <pc:sldMk cId="3886833233" sldId="916"/>
            <ac:spMk id="22" creationId="{B72A26F2-5FDF-C226-F768-B4EC700314CA}"/>
          </ac:spMkLst>
        </pc:spChg>
        <pc:spChg chg="add mod ord">
          <ac:chgData name="Palit, Tapti" userId="dec6fbcd-7598-406a-8cbf-504d4a3bac15" providerId="ADAL" clId="{65104DF2-1B45-4C36-9E2A-F89658839DCF}" dt="2024-01-24T18:39:05.021" v="14502" actId="167"/>
          <ac:spMkLst>
            <pc:docMk/>
            <pc:sldMk cId="3886833233" sldId="916"/>
            <ac:spMk id="23" creationId="{292E5273-C993-00B5-9A48-26018CEF181F}"/>
          </ac:spMkLst>
        </pc:spChg>
        <pc:spChg chg="add del mod">
          <ac:chgData name="Palit, Tapti" userId="dec6fbcd-7598-406a-8cbf-504d4a3bac15" providerId="ADAL" clId="{65104DF2-1B45-4C36-9E2A-F89658839DCF}" dt="2024-01-24T18:39:59.813" v="14514" actId="478"/>
          <ac:spMkLst>
            <pc:docMk/>
            <pc:sldMk cId="3886833233" sldId="916"/>
            <ac:spMk id="25" creationId="{510B257E-7E57-3D3D-038B-F67FA5AEF661}"/>
          </ac:spMkLst>
        </pc:spChg>
        <pc:spChg chg="add mod">
          <ac:chgData name="Palit, Tapti" userId="dec6fbcd-7598-406a-8cbf-504d4a3bac15" providerId="ADAL" clId="{65104DF2-1B45-4C36-9E2A-F89658839DCF}" dt="2024-01-24T18:41:54.592" v="14619"/>
          <ac:spMkLst>
            <pc:docMk/>
            <pc:sldMk cId="3886833233" sldId="916"/>
            <ac:spMk id="26" creationId="{2D602F7F-6553-9903-5617-17401119F19E}"/>
          </ac:spMkLst>
        </pc:spChg>
      </pc:sldChg>
      <pc:sldChg chg="addSp delSp modSp mod delAnim modAnim modNotesTx">
        <pc:chgData name="Palit, Tapti" userId="dec6fbcd-7598-406a-8cbf-504d4a3bac15" providerId="ADAL" clId="{65104DF2-1B45-4C36-9E2A-F89658839DCF}" dt="2024-01-24T18:52:28.584" v="16249" actId="20577"/>
        <pc:sldMkLst>
          <pc:docMk/>
          <pc:sldMk cId="1274437247" sldId="917"/>
        </pc:sldMkLst>
        <pc:spChg chg="add mod">
          <ac:chgData name="Palit, Tapti" userId="dec6fbcd-7598-406a-8cbf-504d4a3bac15" providerId="ADAL" clId="{65104DF2-1B45-4C36-9E2A-F89658839DCF}" dt="2024-01-24T15:37:14.523" v="1908" actId="1076"/>
          <ac:spMkLst>
            <pc:docMk/>
            <pc:sldMk cId="1274437247" sldId="917"/>
            <ac:spMk id="5" creationId="{FDE74708-756F-D060-657E-36B33F0BB928}"/>
          </ac:spMkLst>
        </pc:spChg>
        <pc:spChg chg="del">
          <ac:chgData name="Palit, Tapti" userId="dec6fbcd-7598-406a-8cbf-504d4a3bac15" providerId="ADAL" clId="{65104DF2-1B45-4C36-9E2A-F89658839DCF}" dt="2024-01-24T15:05:26.878" v="1427" actId="478"/>
          <ac:spMkLst>
            <pc:docMk/>
            <pc:sldMk cId="1274437247" sldId="917"/>
            <ac:spMk id="9" creationId="{57F87D2A-546F-2880-6A96-1D4321B6863E}"/>
          </ac:spMkLst>
        </pc:spChg>
        <pc:spChg chg="del">
          <ac:chgData name="Palit, Tapti" userId="dec6fbcd-7598-406a-8cbf-504d4a3bac15" providerId="ADAL" clId="{65104DF2-1B45-4C36-9E2A-F89658839DCF}" dt="2024-01-24T15:05:26.878" v="1427" actId="478"/>
          <ac:spMkLst>
            <pc:docMk/>
            <pc:sldMk cId="1274437247" sldId="917"/>
            <ac:spMk id="10" creationId="{6DB448B8-6798-6DF2-5527-EEDD517D443A}"/>
          </ac:spMkLst>
        </pc:spChg>
        <pc:spChg chg="del">
          <ac:chgData name="Palit, Tapti" userId="dec6fbcd-7598-406a-8cbf-504d4a3bac15" providerId="ADAL" clId="{65104DF2-1B45-4C36-9E2A-F89658839DCF}" dt="2024-01-24T15:05:26.878" v="1427" actId="478"/>
          <ac:spMkLst>
            <pc:docMk/>
            <pc:sldMk cId="1274437247" sldId="917"/>
            <ac:spMk id="11" creationId="{EE440600-277D-9272-9D0E-5FE385E9C616}"/>
          </ac:spMkLst>
        </pc:spChg>
        <pc:spChg chg="add mod">
          <ac:chgData name="Palit, Tapti" userId="dec6fbcd-7598-406a-8cbf-504d4a3bac15" providerId="ADAL" clId="{65104DF2-1B45-4C36-9E2A-F89658839DCF}" dt="2024-01-24T15:39:53.941" v="1924" actId="1076"/>
          <ac:spMkLst>
            <pc:docMk/>
            <pc:sldMk cId="1274437247" sldId="917"/>
            <ac:spMk id="12" creationId="{F17AE0ED-3F7A-179B-EE2E-C50CE8CACDAA}"/>
          </ac:spMkLst>
        </pc:spChg>
        <pc:spChg chg="add del mod">
          <ac:chgData name="Palit, Tapti" userId="dec6fbcd-7598-406a-8cbf-504d4a3bac15" providerId="ADAL" clId="{65104DF2-1B45-4C36-9E2A-F89658839DCF}" dt="2024-01-24T15:31:44.592" v="1824" actId="478"/>
          <ac:spMkLst>
            <pc:docMk/>
            <pc:sldMk cId="1274437247" sldId="917"/>
            <ac:spMk id="16" creationId="{5B2623C1-F619-F952-3948-367496E73DD9}"/>
          </ac:spMkLst>
        </pc:spChg>
        <pc:spChg chg="add del mod">
          <ac:chgData name="Palit, Tapti" userId="dec6fbcd-7598-406a-8cbf-504d4a3bac15" providerId="ADAL" clId="{65104DF2-1B45-4C36-9E2A-F89658839DCF}" dt="2024-01-24T15:14:40.659" v="1480" actId="478"/>
          <ac:spMkLst>
            <pc:docMk/>
            <pc:sldMk cId="1274437247" sldId="917"/>
            <ac:spMk id="19" creationId="{0E2E501C-A8ED-498E-D9CB-D14A87924B60}"/>
          </ac:spMkLst>
        </pc:spChg>
        <pc:spChg chg="del">
          <ac:chgData name="Palit, Tapti" userId="dec6fbcd-7598-406a-8cbf-504d4a3bac15" providerId="ADAL" clId="{65104DF2-1B45-4C36-9E2A-F89658839DCF}" dt="2024-01-24T15:05:26.878" v="1427" actId="478"/>
          <ac:spMkLst>
            <pc:docMk/>
            <pc:sldMk cId="1274437247" sldId="917"/>
            <ac:spMk id="20" creationId="{17DACAE4-3CA9-8ACB-8014-A9F4CB61E6C1}"/>
          </ac:spMkLst>
        </pc:spChg>
        <pc:spChg chg="add del">
          <ac:chgData name="Palit, Tapti" userId="dec6fbcd-7598-406a-8cbf-504d4a3bac15" providerId="ADAL" clId="{65104DF2-1B45-4C36-9E2A-F89658839DCF}" dt="2024-01-24T15:14:13.772" v="1474" actId="478"/>
          <ac:spMkLst>
            <pc:docMk/>
            <pc:sldMk cId="1274437247" sldId="917"/>
            <ac:spMk id="22" creationId="{8AE084CD-C6A1-757C-99B4-0EB28FDE8AC6}"/>
          </ac:spMkLst>
        </pc:spChg>
        <pc:spChg chg="add mod">
          <ac:chgData name="Palit, Tapti" userId="dec6fbcd-7598-406a-8cbf-504d4a3bac15" providerId="ADAL" clId="{65104DF2-1B45-4C36-9E2A-F89658839DCF}" dt="2024-01-24T15:36:26.469" v="1897" actId="14100"/>
          <ac:spMkLst>
            <pc:docMk/>
            <pc:sldMk cId="1274437247" sldId="917"/>
            <ac:spMk id="23" creationId="{903E181D-CE87-0475-AF58-3370D12697C9}"/>
          </ac:spMkLst>
        </pc:spChg>
        <pc:spChg chg="del">
          <ac:chgData name="Palit, Tapti" userId="dec6fbcd-7598-406a-8cbf-504d4a3bac15" providerId="ADAL" clId="{65104DF2-1B45-4C36-9E2A-F89658839DCF}" dt="2024-01-24T15:05:26.878" v="1427" actId="478"/>
          <ac:spMkLst>
            <pc:docMk/>
            <pc:sldMk cId="1274437247" sldId="917"/>
            <ac:spMk id="24" creationId="{3F385FC7-C98B-583E-FE19-DEB236D93D16}"/>
          </ac:spMkLst>
        </pc:spChg>
        <pc:spChg chg="add mod">
          <ac:chgData name="Palit, Tapti" userId="dec6fbcd-7598-406a-8cbf-504d4a3bac15" providerId="ADAL" clId="{65104DF2-1B45-4C36-9E2A-F89658839DCF}" dt="2024-01-24T15:34:54.232" v="1869" actId="164"/>
          <ac:spMkLst>
            <pc:docMk/>
            <pc:sldMk cId="1274437247" sldId="917"/>
            <ac:spMk id="25" creationId="{2B419BE3-C1F4-0945-E403-B3ACA3D9B871}"/>
          </ac:spMkLst>
        </pc:spChg>
        <pc:spChg chg="del">
          <ac:chgData name="Palit, Tapti" userId="dec6fbcd-7598-406a-8cbf-504d4a3bac15" providerId="ADAL" clId="{65104DF2-1B45-4C36-9E2A-F89658839DCF}" dt="2024-01-24T15:05:29.685" v="1428" actId="478"/>
          <ac:spMkLst>
            <pc:docMk/>
            <pc:sldMk cId="1274437247" sldId="917"/>
            <ac:spMk id="27" creationId="{157E8B8B-3CCB-7FB7-1C1B-44F7238D84E0}"/>
          </ac:spMkLst>
        </pc:spChg>
        <pc:spChg chg="add del mod">
          <ac:chgData name="Palit, Tapti" userId="dec6fbcd-7598-406a-8cbf-504d4a3bac15" providerId="ADAL" clId="{65104DF2-1B45-4C36-9E2A-F89658839DCF}" dt="2024-01-24T15:16:05.531" v="1501" actId="478"/>
          <ac:spMkLst>
            <pc:docMk/>
            <pc:sldMk cId="1274437247" sldId="917"/>
            <ac:spMk id="30" creationId="{B917548A-B306-1DC4-877F-F10DF6C77C30}"/>
          </ac:spMkLst>
        </pc:spChg>
        <pc:spChg chg="del">
          <ac:chgData name="Palit, Tapti" userId="dec6fbcd-7598-406a-8cbf-504d4a3bac15" providerId="ADAL" clId="{65104DF2-1B45-4C36-9E2A-F89658839DCF}" dt="2024-01-24T15:05:26.878" v="1427" actId="478"/>
          <ac:spMkLst>
            <pc:docMk/>
            <pc:sldMk cId="1274437247" sldId="917"/>
            <ac:spMk id="31" creationId="{5D4B3437-8F6D-5595-36C8-182FCBDAF65C}"/>
          </ac:spMkLst>
        </pc:spChg>
        <pc:spChg chg="add mod">
          <ac:chgData name="Palit, Tapti" userId="dec6fbcd-7598-406a-8cbf-504d4a3bac15" providerId="ADAL" clId="{65104DF2-1B45-4C36-9E2A-F89658839DCF}" dt="2024-01-24T15:23:59.036" v="1707" actId="207"/>
          <ac:spMkLst>
            <pc:docMk/>
            <pc:sldMk cId="1274437247" sldId="917"/>
            <ac:spMk id="32" creationId="{33DA182F-A9EB-59AD-EF5D-8063DC9CD300}"/>
          </ac:spMkLst>
        </pc:spChg>
        <pc:spChg chg="add del mod">
          <ac:chgData name="Palit, Tapti" userId="dec6fbcd-7598-406a-8cbf-504d4a3bac15" providerId="ADAL" clId="{65104DF2-1B45-4C36-9E2A-F89658839DCF}" dt="2024-01-24T15:25:03.462" v="1719" actId="478"/>
          <ac:spMkLst>
            <pc:docMk/>
            <pc:sldMk cId="1274437247" sldId="917"/>
            <ac:spMk id="33" creationId="{9F73FE51-1915-FF90-7945-EE2977AE95EC}"/>
          </ac:spMkLst>
        </pc:spChg>
        <pc:spChg chg="add del mod">
          <ac:chgData name="Palit, Tapti" userId="dec6fbcd-7598-406a-8cbf-504d4a3bac15" providerId="ADAL" clId="{65104DF2-1B45-4C36-9E2A-F89658839DCF}" dt="2024-01-24T15:24:59.460" v="1717" actId="478"/>
          <ac:spMkLst>
            <pc:docMk/>
            <pc:sldMk cId="1274437247" sldId="917"/>
            <ac:spMk id="34" creationId="{83CDE101-2268-2865-5812-E236B7D4CE9F}"/>
          </ac:spMkLst>
        </pc:spChg>
        <pc:spChg chg="add mod">
          <ac:chgData name="Palit, Tapti" userId="dec6fbcd-7598-406a-8cbf-504d4a3bac15" providerId="ADAL" clId="{65104DF2-1B45-4C36-9E2A-F89658839DCF}" dt="2024-01-24T15:35:08.482" v="1871" actId="14100"/>
          <ac:spMkLst>
            <pc:docMk/>
            <pc:sldMk cId="1274437247" sldId="917"/>
            <ac:spMk id="36" creationId="{C0A09C03-C9B9-2A04-1A95-1877C29D1884}"/>
          </ac:spMkLst>
        </pc:spChg>
        <pc:spChg chg="add mod">
          <ac:chgData name="Palit, Tapti" userId="dec6fbcd-7598-406a-8cbf-504d4a3bac15" providerId="ADAL" clId="{65104DF2-1B45-4C36-9E2A-F89658839DCF}" dt="2024-01-24T15:36:53.009" v="1903" actId="14100"/>
          <ac:spMkLst>
            <pc:docMk/>
            <pc:sldMk cId="1274437247" sldId="917"/>
            <ac:spMk id="37" creationId="{487EF13F-C6B3-B50A-0AD1-9938D7D66080}"/>
          </ac:spMkLst>
        </pc:spChg>
        <pc:spChg chg="add mod">
          <ac:chgData name="Palit, Tapti" userId="dec6fbcd-7598-406a-8cbf-504d4a3bac15" providerId="ADAL" clId="{65104DF2-1B45-4C36-9E2A-F89658839DCF}" dt="2024-01-24T15:36:21.181" v="1896" actId="14100"/>
          <ac:spMkLst>
            <pc:docMk/>
            <pc:sldMk cId="1274437247" sldId="917"/>
            <ac:spMk id="41" creationId="{9C504929-2B43-74B7-52FE-FCCC24314EEB}"/>
          </ac:spMkLst>
        </pc:spChg>
        <pc:spChg chg="add mod">
          <ac:chgData name="Palit, Tapti" userId="dec6fbcd-7598-406a-8cbf-504d4a3bac15" providerId="ADAL" clId="{65104DF2-1B45-4C36-9E2A-F89658839DCF}" dt="2024-01-24T15:34:57.748" v="1870" actId="164"/>
          <ac:spMkLst>
            <pc:docMk/>
            <pc:sldMk cId="1274437247" sldId="917"/>
            <ac:spMk id="42" creationId="{6C5174AB-9FD4-C4C2-D6FB-E25A24835858}"/>
          </ac:spMkLst>
        </pc:spChg>
        <pc:spChg chg="add mod">
          <ac:chgData name="Palit, Tapti" userId="dec6fbcd-7598-406a-8cbf-504d4a3bac15" providerId="ADAL" clId="{65104DF2-1B45-4C36-9E2A-F89658839DCF}" dt="2024-01-24T15:34:57.748" v="1870" actId="164"/>
          <ac:spMkLst>
            <pc:docMk/>
            <pc:sldMk cId="1274437247" sldId="917"/>
            <ac:spMk id="45" creationId="{87D3B83E-BA1E-99EC-D46A-FC2A00B10221}"/>
          </ac:spMkLst>
        </pc:spChg>
        <pc:spChg chg="add mod">
          <ac:chgData name="Palit, Tapti" userId="dec6fbcd-7598-406a-8cbf-504d4a3bac15" providerId="ADAL" clId="{65104DF2-1B45-4C36-9E2A-F89658839DCF}" dt="2024-01-24T15:35:38.599" v="1877" actId="1076"/>
          <ac:spMkLst>
            <pc:docMk/>
            <pc:sldMk cId="1274437247" sldId="917"/>
            <ac:spMk id="49" creationId="{3A5E73FB-9542-24F5-3EC4-4C28FD98C485}"/>
          </ac:spMkLst>
        </pc:spChg>
        <pc:spChg chg="add mod">
          <ac:chgData name="Palit, Tapti" userId="dec6fbcd-7598-406a-8cbf-504d4a3bac15" providerId="ADAL" clId="{65104DF2-1B45-4C36-9E2A-F89658839DCF}" dt="2024-01-24T15:35:48.061" v="1887" actId="20577"/>
          <ac:spMkLst>
            <pc:docMk/>
            <pc:sldMk cId="1274437247" sldId="917"/>
            <ac:spMk id="50" creationId="{36803E15-13DB-0AFC-496E-FB712E75CC3B}"/>
          </ac:spMkLst>
        </pc:spChg>
        <pc:spChg chg="add mod">
          <ac:chgData name="Palit, Tapti" userId="dec6fbcd-7598-406a-8cbf-504d4a3bac15" providerId="ADAL" clId="{65104DF2-1B45-4C36-9E2A-F89658839DCF}" dt="2024-01-24T16:09:51.831" v="3572" actId="14100"/>
          <ac:spMkLst>
            <pc:docMk/>
            <pc:sldMk cId="1274437247" sldId="917"/>
            <ac:spMk id="51" creationId="{2724B03C-93C8-C1BC-E476-39E226FE3A4F}"/>
          </ac:spMkLst>
        </pc:spChg>
        <pc:spChg chg="mod">
          <ac:chgData name="Palit, Tapti" userId="dec6fbcd-7598-406a-8cbf-504d4a3bac15" providerId="ADAL" clId="{65104DF2-1B45-4C36-9E2A-F89658839DCF}" dt="2024-01-24T15:43:33.102" v="2117"/>
          <ac:spMkLst>
            <pc:docMk/>
            <pc:sldMk cId="1274437247" sldId="917"/>
            <ac:spMk id="53" creationId="{C2572E08-97AF-24FF-2D9E-0EDDFE1671A0}"/>
          </ac:spMkLst>
        </pc:spChg>
        <pc:spChg chg="mod">
          <ac:chgData name="Palit, Tapti" userId="dec6fbcd-7598-406a-8cbf-504d4a3bac15" providerId="ADAL" clId="{65104DF2-1B45-4C36-9E2A-F89658839DCF}" dt="2024-01-24T15:43:33.102" v="2117"/>
          <ac:spMkLst>
            <pc:docMk/>
            <pc:sldMk cId="1274437247" sldId="917"/>
            <ac:spMk id="54" creationId="{EDA5B5DE-4675-8D26-0C64-707A5B7ED831}"/>
          </ac:spMkLst>
        </pc:spChg>
        <pc:spChg chg="add mod">
          <ac:chgData name="Palit, Tapti" userId="dec6fbcd-7598-406a-8cbf-504d4a3bac15" providerId="ADAL" clId="{65104DF2-1B45-4C36-9E2A-F89658839DCF}" dt="2024-01-24T15:44:06.456" v="2127" actId="207"/>
          <ac:spMkLst>
            <pc:docMk/>
            <pc:sldMk cId="1274437247" sldId="917"/>
            <ac:spMk id="55" creationId="{1CAA1C46-3800-0BFB-E17F-9DC92B0B9B3E}"/>
          </ac:spMkLst>
        </pc:spChg>
        <pc:grpChg chg="add mod">
          <ac:chgData name="Palit, Tapti" userId="dec6fbcd-7598-406a-8cbf-504d4a3bac15" providerId="ADAL" clId="{65104DF2-1B45-4C36-9E2A-F89658839DCF}" dt="2024-01-24T15:36:50.733" v="1902" actId="1076"/>
          <ac:grpSpMkLst>
            <pc:docMk/>
            <pc:sldMk cId="1274437247" sldId="917"/>
            <ac:grpSpMk id="43" creationId="{73A0A260-AFFC-E9E8-6757-9E92D03885A6}"/>
          </ac:grpSpMkLst>
        </pc:grpChg>
        <pc:grpChg chg="add mod">
          <ac:chgData name="Palit, Tapti" userId="dec6fbcd-7598-406a-8cbf-504d4a3bac15" providerId="ADAL" clId="{65104DF2-1B45-4C36-9E2A-F89658839DCF}" dt="2024-01-24T15:36:47.008" v="1901" actId="1076"/>
          <ac:grpSpMkLst>
            <pc:docMk/>
            <pc:sldMk cId="1274437247" sldId="917"/>
            <ac:grpSpMk id="44" creationId="{37A9B6F1-DDA4-4A8D-3326-E1E22172569F}"/>
          </ac:grpSpMkLst>
        </pc:grpChg>
        <pc:grpChg chg="add mod">
          <ac:chgData name="Palit, Tapti" userId="dec6fbcd-7598-406a-8cbf-504d4a3bac15" providerId="ADAL" clId="{65104DF2-1B45-4C36-9E2A-F89658839DCF}" dt="2024-01-24T15:34:51.581" v="1868" actId="164"/>
          <ac:grpSpMkLst>
            <pc:docMk/>
            <pc:sldMk cId="1274437247" sldId="917"/>
            <ac:grpSpMk id="46" creationId="{59E756BC-999C-AD49-6928-663313F56D18}"/>
          </ac:grpSpMkLst>
        </pc:grpChg>
        <pc:grpChg chg="add mod">
          <ac:chgData name="Palit, Tapti" userId="dec6fbcd-7598-406a-8cbf-504d4a3bac15" providerId="ADAL" clId="{65104DF2-1B45-4C36-9E2A-F89658839DCF}" dt="2024-01-24T15:34:54.232" v="1869" actId="164"/>
          <ac:grpSpMkLst>
            <pc:docMk/>
            <pc:sldMk cId="1274437247" sldId="917"/>
            <ac:grpSpMk id="47" creationId="{05CAB8F3-1007-F5F5-81B6-B507D08FF88D}"/>
          </ac:grpSpMkLst>
        </pc:grpChg>
        <pc:grpChg chg="add mod">
          <ac:chgData name="Palit, Tapti" userId="dec6fbcd-7598-406a-8cbf-504d4a3bac15" providerId="ADAL" clId="{65104DF2-1B45-4C36-9E2A-F89658839DCF}" dt="2024-01-24T15:36:42.414" v="1900" actId="1076"/>
          <ac:grpSpMkLst>
            <pc:docMk/>
            <pc:sldMk cId="1274437247" sldId="917"/>
            <ac:grpSpMk id="48" creationId="{34FE4B73-7E89-7AAB-4B67-0BABC9C54A47}"/>
          </ac:grpSpMkLst>
        </pc:grpChg>
        <pc:grpChg chg="add mod">
          <ac:chgData name="Palit, Tapti" userId="dec6fbcd-7598-406a-8cbf-504d4a3bac15" providerId="ADAL" clId="{65104DF2-1B45-4C36-9E2A-F89658839DCF}" dt="2024-01-24T15:43:33.102" v="2117"/>
          <ac:grpSpMkLst>
            <pc:docMk/>
            <pc:sldMk cId="1274437247" sldId="917"/>
            <ac:grpSpMk id="52" creationId="{CEA6C4D6-11DE-55F1-3E0E-65DC82BB86E6}"/>
          </ac:grpSpMkLst>
        </pc:grpChg>
        <pc:picChg chg="add mod">
          <ac:chgData name="Palit, Tapti" userId="dec6fbcd-7598-406a-8cbf-504d4a3bac15" providerId="ADAL" clId="{65104DF2-1B45-4C36-9E2A-F89658839DCF}" dt="2024-01-24T15:37:00.024" v="1905" actId="1076"/>
          <ac:picMkLst>
            <pc:docMk/>
            <pc:sldMk cId="1274437247" sldId="917"/>
            <ac:picMk id="2" creationId="{3D02449C-5E51-EDED-0B9A-C7F9BC7B670A}"/>
          </ac:picMkLst>
        </pc:picChg>
        <pc:picChg chg="add mod">
          <ac:chgData name="Palit, Tapti" userId="dec6fbcd-7598-406a-8cbf-504d4a3bac15" providerId="ADAL" clId="{65104DF2-1B45-4C36-9E2A-F89658839DCF}" dt="2024-01-24T15:36:56.164" v="1904" actId="1076"/>
          <ac:picMkLst>
            <pc:docMk/>
            <pc:sldMk cId="1274437247" sldId="917"/>
            <ac:picMk id="15" creationId="{46D5EC98-5690-5ABE-55C6-00241980E257}"/>
          </ac:picMkLst>
        </pc:picChg>
        <pc:picChg chg="add del mod">
          <ac:chgData name="Palit, Tapti" userId="dec6fbcd-7598-406a-8cbf-504d4a3bac15" providerId="ADAL" clId="{65104DF2-1B45-4C36-9E2A-F89658839DCF}" dt="2024-01-24T15:31:56.785" v="1826" actId="478"/>
          <ac:picMkLst>
            <pc:docMk/>
            <pc:sldMk cId="1274437247" sldId="917"/>
            <ac:picMk id="17" creationId="{8EBF00B1-10EA-D7CA-EA8A-8E0A03236DA9}"/>
          </ac:picMkLst>
        </pc:picChg>
        <pc:picChg chg="add del mod">
          <ac:chgData name="Palit, Tapti" userId="dec6fbcd-7598-406a-8cbf-504d4a3bac15" providerId="ADAL" clId="{65104DF2-1B45-4C36-9E2A-F89658839DCF}" dt="2024-01-24T15:25:01.515" v="1718" actId="478"/>
          <ac:picMkLst>
            <pc:docMk/>
            <pc:sldMk cId="1274437247" sldId="917"/>
            <ac:picMk id="35" creationId="{945230AF-3FDD-B47D-9642-7291E7FA41D3}"/>
          </ac:picMkLst>
        </pc:picChg>
        <pc:picChg chg="add mod">
          <ac:chgData name="Palit, Tapti" userId="dec6fbcd-7598-406a-8cbf-504d4a3bac15" providerId="ADAL" clId="{65104DF2-1B45-4C36-9E2A-F89658839DCF}" dt="2024-01-24T15:32:04.004" v="1828"/>
          <ac:picMkLst>
            <pc:docMk/>
            <pc:sldMk cId="1274437247" sldId="917"/>
            <ac:picMk id="38" creationId="{E8DF6AE2-E727-98EA-1A75-18B737AB5462}"/>
          </ac:picMkLst>
        </pc:picChg>
        <pc:picChg chg="add mod">
          <ac:chgData name="Palit, Tapti" userId="dec6fbcd-7598-406a-8cbf-504d4a3bac15" providerId="ADAL" clId="{65104DF2-1B45-4C36-9E2A-F89658839DCF}" dt="2024-01-24T15:36:30.472" v="1898" actId="1076"/>
          <ac:picMkLst>
            <pc:docMk/>
            <pc:sldMk cId="1274437247" sldId="917"/>
            <ac:picMk id="39" creationId="{7EEE7088-25D7-C034-0AC4-8C25119FFC6F}"/>
          </ac:picMkLst>
        </pc:picChg>
        <pc:picChg chg="add mod">
          <ac:chgData name="Palit, Tapti" userId="dec6fbcd-7598-406a-8cbf-504d4a3bac15" providerId="ADAL" clId="{65104DF2-1B45-4C36-9E2A-F89658839DCF}" dt="2024-01-24T15:36:32.680" v="1899" actId="1076"/>
          <ac:picMkLst>
            <pc:docMk/>
            <pc:sldMk cId="1274437247" sldId="917"/>
            <ac:picMk id="40" creationId="{2E1835A6-29E7-F343-CBC1-C3588124B515}"/>
          </ac:picMkLst>
        </pc:picChg>
        <pc:cxnChg chg="add mod">
          <ac:chgData name="Palit, Tapti" userId="dec6fbcd-7598-406a-8cbf-504d4a3bac15" providerId="ADAL" clId="{65104DF2-1B45-4C36-9E2A-F89658839DCF}" dt="2024-01-24T15:36:09.926" v="1892" actId="1076"/>
          <ac:cxnSpMkLst>
            <pc:docMk/>
            <pc:sldMk cId="1274437247" sldId="917"/>
            <ac:cxnSpMk id="7" creationId="{4C21CE49-5691-8C2F-05FD-D5EB893DFA56}"/>
          </ac:cxnSpMkLst>
        </pc:cxnChg>
        <pc:cxnChg chg="add mod">
          <ac:chgData name="Palit, Tapti" userId="dec6fbcd-7598-406a-8cbf-504d4a3bac15" providerId="ADAL" clId="{65104DF2-1B45-4C36-9E2A-F89658839DCF}" dt="2024-01-24T15:12:03.994" v="1441" actId="1076"/>
          <ac:cxnSpMkLst>
            <pc:docMk/>
            <pc:sldMk cId="1274437247" sldId="917"/>
            <ac:cxnSpMk id="8" creationId="{2561838C-6866-AE68-A75B-A8DBF1EACA00}"/>
          </ac:cxnSpMkLst>
        </pc:cxnChg>
        <pc:cxnChg chg="del mod">
          <ac:chgData name="Palit, Tapti" userId="dec6fbcd-7598-406a-8cbf-504d4a3bac15" providerId="ADAL" clId="{65104DF2-1B45-4C36-9E2A-F89658839DCF}" dt="2024-01-24T15:05:26.878" v="1427" actId="478"/>
          <ac:cxnSpMkLst>
            <pc:docMk/>
            <pc:sldMk cId="1274437247" sldId="917"/>
            <ac:cxnSpMk id="13" creationId="{B391B93D-EED4-81CB-4F22-3704FD361611}"/>
          </ac:cxnSpMkLst>
        </pc:cxnChg>
        <pc:cxnChg chg="del mod">
          <ac:chgData name="Palit, Tapti" userId="dec6fbcd-7598-406a-8cbf-504d4a3bac15" providerId="ADAL" clId="{65104DF2-1B45-4C36-9E2A-F89658839DCF}" dt="2024-01-24T15:05:26.878" v="1427" actId="478"/>
          <ac:cxnSpMkLst>
            <pc:docMk/>
            <pc:sldMk cId="1274437247" sldId="917"/>
            <ac:cxnSpMk id="14" creationId="{5FCEB01A-0A6F-89D3-00B7-9C63BFA10923}"/>
          </ac:cxnSpMkLst>
        </pc:cxnChg>
        <pc:cxnChg chg="del mod">
          <ac:chgData name="Palit, Tapti" userId="dec6fbcd-7598-406a-8cbf-504d4a3bac15" providerId="ADAL" clId="{65104DF2-1B45-4C36-9E2A-F89658839DCF}" dt="2024-01-24T15:05:26.878" v="1427" actId="478"/>
          <ac:cxnSpMkLst>
            <pc:docMk/>
            <pc:sldMk cId="1274437247" sldId="917"/>
            <ac:cxnSpMk id="18" creationId="{E094F057-DC70-E2A5-BF25-3C6C811B39F0}"/>
          </ac:cxnSpMkLst>
        </pc:cxnChg>
        <pc:cxnChg chg="del mod">
          <ac:chgData name="Palit, Tapti" userId="dec6fbcd-7598-406a-8cbf-504d4a3bac15" providerId="ADAL" clId="{65104DF2-1B45-4C36-9E2A-F89658839DCF}" dt="2024-01-24T15:05:26.878" v="1427" actId="478"/>
          <ac:cxnSpMkLst>
            <pc:docMk/>
            <pc:sldMk cId="1274437247" sldId="917"/>
            <ac:cxnSpMk id="21" creationId="{3BFBFC2E-B425-5F96-6D7A-1D26C60647C8}"/>
          </ac:cxnSpMkLst>
        </pc:cxnChg>
        <pc:cxnChg chg="del mod">
          <ac:chgData name="Palit, Tapti" userId="dec6fbcd-7598-406a-8cbf-504d4a3bac15" providerId="ADAL" clId="{65104DF2-1B45-4C36-9E2A-F89658839DCF}" dt="2024-01-24T15:05:33.248" v="1429" actId="478"/>
          <ac:cxnSpMkLst>
            <pc:docMk/>
            <pc:sldMk cId="1274437247" sldId="917"/>
            <ac:cxnSpMk id="28" creationId="{C470D0B3-9E05-3CEE-BB91-7DCCB6469D9A}"/>
          </ac:cxnSpMkLst>
        </pc:cxnChg>
        <pc:cxnChg chg="add del">
          <ac:chgData name="Palit, Tapti" userId="dec6fbcd-7598-406a-8cbf-504d4a3bac15" providerId="ADAL" clId="{65104DF2-1B45-4C36-9E2A-F89658839DCF}" dt="2024-01-24T15:15:20.785" v="1497" actId="11529"/>
          <ac:cxnSpMkLst>
            <pc:docMk/>
            <pc:sldMk cId="1274437247" sldId="917"/>
            <ac:cxnSpMk id="29" creationId="{F0A30FB7-9187-73FA-17BE-16EF39167382}"/>
          </ac:cxnSpMkLst>
        </pc:cxnChg>
      </pc:sldChg>
      <pc:sldChg chg="addSp delSp modSp mod modAnim modNotesTx">
        <pc:chgData name="Palit, Tapti" userId="dec6fbcd-7598-406a-8cbf-504d4a3bac15" providerId="ADAL" clId="{65104DF2-1B45-4C36-9E2A-F89658839DCF}" dt="2024-01-24T19:00:52.725" v="17129" actId="14100"/>
        <pc:sldMkLst>
          <pc:docMk/>
          <pc:sldMk cId="1377784771" sldId="918"/>
        </pc:sldMkLst>
        <pc:spChg chg="mod">
          <ac:chgData name="Palit, Tapti" userId="dec6fbcd-7598-406a-8cbf-504d4a3bac15" providerId="ADAL" clId="{65104DF2-1B45-4C36-9E2A-F89658839DCF}" dt="2024-01-24T19:00:48.818" v="17128"/>
          <ac:spMkLst>
            <pc:docMk/>
            <pc:sldMk cId="1377784771" sldId="918"/>
            <ac:spMk id="5" creationId="{251B41E7-6079-0ED7-2A0C-70CB03E92A8F}"/>
          </ac:spMkLst>
        </pc:spChg>
        <pc:spChg chg="mod">
          <ac:chgData name="Palit, Tapti" userId="dec6fbcd-7598-406a-8cbf-504d4a3bac15" providerId="ADAL" clId="{65104DF2-1B45-4C36-9E2A-F89658839DCF}" dt="2024-01-24T15:59:53.233" v="3245" actId="6549"/>
          <ac:spMkLst>
            <pc:docMk/>
            <pc:sldMk cId="1377784771" sldId="918"/>
            <ac:spMk id="6" creationId="{137639E6-AFBF-D524-90F3-31D2A7938282}"/>
          </ac:spMkLst>
        </pc:spChg>
        <pc:spChg chg="add mod">
          <ac:chgData name="Palit, Tapti" userId="dec6fbcd-7598-406a-8cbf-504d4a3bac15" providerId="ADAL" clId="{65104DF2-1B45-4C36-9E2A-F89658839DCF}" dt="2024-01-24T18:54:46.188" v="16352" actId="1076"/>
          <ac:spMkLst>
            <pc:docMk/>
            <pc:sldMk cId="1377784771" sldId="918"/>
            <ac:spMk id="7" creationId="{9B2D82BA-8577-6CFD-7AD1-549D574BDAE3}"/>
          </ac:spMkLst>
        </pc:spChg>
        <pc:spChg chg="add del mod">
          <ac:chgData name="Palit, Tapti" userId="dec6fbcd-7598-406a-8cbf-504d4a3bac15" providerId="ADAL" clId="{65104DF2-1B45-4C36-9E2A-F89658839DCF}" dt="2024-01-24T16:02:23.346" v="3273" actId="478"/>
          <ac:spMkLst>
            <pc:docMk/>
            <pc:sldMk cId="1377784771" sldId="918"/>
            <ac:spMk id="9" creationId="{A905B134-FB58-7D40-56E2-3A364974D0BE}"/>
          </ac:spMkLst>
        </pc:spChg>
        <pc:spChg chg="add mod">
          <ac:chgData name="Palit, Tapti" userId="dec6fbcd-7598-406a-8cbf-504d4a3bac15" providerId="ADAL" clId="{65104DF2-1B45-4C36-9E2A-F89658839DCF}" dt="2024-01-24T16:02:23.786" v="3274"/>
          <ac:spMkLst>
            <pc:docMk/>
            <pc:sldMk cId="1377784771" sldId="918"/>
            <ac:spMk id="11" creationId="{284A0F24-B189-08C2-CADF-6B5B0D8F1B4C}"/>
          </ac:spMkLst>
        </pc:spChg>
        <pc:cxnChg chg="mod">
          <ac:chgData name="Palit, Tapti" userId="dec6fbcd-7598-406a-8cbf-504d4a3bac15" providerId="ADAL" clId="{65104DF2-1B45-4C36-9E2A-F89658839DCF}" dt="2024-01-24T19:00:52.725" v="17129" actId="14100"/>
          <ac:cxnSpMkLst>
            <pc:docMk/>
            <pc:sldMk cId="1377784771" sldId="918"/>
            <ac:cxnSpMk id="8" creationId="{20C8A393-9FD5-4BB6-2793-B7E784E074C3}"/>
          </ac:cxnSpMkLst>
        </pc:cxnChg>
        <pc:cxnChg chg="mod">
          <ac:chgData name="Palit, Tapti" userId="dec6fbcd-7598-406a-8cbf-504d4a3bac15" providerId="ADAL" clId="{65104DF2-1B45-4C36-9E2A-F89658839DCF}" dt="2024-01-24T16:03:45.999" v="3334" actId="692"/>
          <ac:cxnSpMkLst>
            <pc:docMk/>
            <pc:sldMk cId="1377784771" sldId="918"/>
            <ac:cxnSpMk id="10" creationId="{EB25A9B4-0AAC-3482-0118-BD616CFF1213}"/>
          </ac:cxnSpMkLst>
        </pc:cxnChg>
        <pc:cxnChg chg="mod">
          <ac:chgData name="Palit, Tapti" userId="dec6fbcd-7598-406a-8cbf-504d4a3bac15" providerId="ADAL" clId="{65104DF2-1B45-4C36-9E2A-F89658839DCF}" dt="2024-01-24T16:00:48.056" v="3258" actId="692"/>
          <ac:cxnSpMkLst>
            <pc:docMk/>
            <pc:sldMk cId="1377784771" sldId="918"/>
            <ac:cxnSpMk id="17" creationId="{4743F100-14CD-C71A-0CF5-CDE9E65A0ABA}"/>
          </ac:cxnSpMkLst>
        </pc:cxnChg>
      </pc:sldChg>
      <pc:sldChg chg="addSp delSp modSp mod modNotesTx">
        <pc:chgData name="Palit, Tapti" userId="dec6fbcd-7598-406a-8cbf-504d4a3bac15" providerId="ADAL" clId="{65104DF2-1B45-4C36-9E2A-F89658839DCF}" dt="2024-01-24T19:22:34.014" v="18739" actId="255"/>
        <pc:sldMkLst>
          <pc:docMk/>
          <pc:sldMk cId="361816288" sldId="919"/>
        </pc:sldMkLst>
        <pc:spChg chg="del">
          <ac:chgData name="Palit, Tapti" userId="dec6fbcd-7598-406a-8cbf-504d4a3bac15" providerId="ADAL" clId="{65104DF2-1B45-4C36-9E2A-F89658839DCF}" dt="2024-01-24T19:18:42.540" v="18206" actId="478"/>
          <ac:spMkLst>
            <pc:docMk/>
            <pc:sldMk cId="361816288" sldId="919"/>
            <ac:spMk id="2" creationId="{1D16CBD2-240A-CC44-A6F6-6E9A64E8A0B6}"/>
          </ac:spMkLst>
        </pc:spChg>
        <pc:spChg chg="mod">
          <ac:chgData name="Palit, Tapti" userId="dec6fbcd-7598-406a-8cbf-504d4a3bac15" providerId="ADAL" clId="{65104DF2-1B45-4C36-9E2A-F89658839DCF}" dt="2024-01-24T17:06:11.198" v="7928" actId="20577"/>
          <ac:spMkLst>
            <pc:docMk/>
            <pc:sldMk cId="361816288" sldId="919"/>
            <ac:spMk id="3" creationId="{C1A7F671-66F4-B709-0294-0E81640BD5AA}"/>
          </ac:spMkLst>
        </pc:spChg>
        <pc:spChg chg="add del mod">
          <ac:chgData name="Palit, Tapti" userId="dec6fbcd-7598-406a-8cbf-504d4a3bac15" providerId="ADAL" clId="{65104DF2-1B45-4C36-9E2A-F89658839DCF}" dt="2024-01-24T19:19:01.860" v="18209" actId="478"/>
          <ac:spMkLst>
            <pc:docMk/>
            <pc:sldMk cId="361816288" sldId="919"/>
            <ac:spMk id="7" creationId="{C362019A-709F-B72D-DAD4-5280A2CBA547}"/>
          </ac:spMkLst>
        </pc:spChg>
        <pc:graphicFrameChg chg="add del mod">
          <ac:chgData name="Palit, Tapti" userId="dec6fbcd-7598-406a-8cbf-504d4a3bac15" providerId="ADAL" clId="{65104DF2-1B45-4C36-9E2A-F89658839DCF}" dt="2024-01-24T19:18:40.123" v="18205" actId="478"/>
          <ac:graphicFrameMkLst>
            <pc:docMk/>
            <pc:sldMk cId="361816288" sldId="919"/>
            <ac:graphicFrameMk id="5" creationId="{C883943B-C1ED-5940-CC00-6AAA84BC6E32}"/>
          </ac:graphicFrameMkLst>
        </pc:graphicFrameChg>
        <pc:graphicFrameChg chg="add mod modGraphic">
          <ac:chgData name="Palit, Tapti" userId="dec6fbcd-7598-406a-8cbf-504d4a3bac15" providerId="ADAL" clId="{65104DF2-1B45-4C36-9E2A-F89658839DCF}" dt="2024-01-24T19:22:34.014" v="18739" actId="255"/>
          <ac:graphicFrameMkLst>
            <pc:docMk/>
            <pc:sldMk cId="361816288" sldId="919"/>
            <ac:graphicFrameMk id="6" creationId="{47C49A32-2BF0-7D73-922D-6BD8D0FBF047}"/>
          </ac:graphicFrameMkLst>
        </pc:graphicFrameChg>
      </pc:sldChg>
      <pc:sldChg chg="modSp mod modNotesTx">
        <pc:chgData name="Palit, Tapti" userId="dec6fbcd-7598-406a-8cbf-504d4a3bac15" providerId="ADAL" clId="{65104DF2-1B45-4C36-9E2A-F89658839DCF}" dt="2024-01-24T19:12:23.888" v="18203" actId="20577"/>
        <pc:sldMkLst>
          <pc:docMk/>
          <pc:sldMk cId="3870454438" sldId="921"/>
        </pc:sldMkLst>
        <pc:spChg chg="mod">
          <ac:chgData name="Palit, Tapti" userId="dec6fbcd-7598-406a-8cbf-504d4a3bac15" providerId="ADAL" clId="{65104DF2-1B45-4C36-9E2A-F89658839DCF}" dt="2024-01-24T19:12:23.888" v="18203" actId="20577"/>
          <ac:spMkLst>
            <pc:docMk/>
            <pc:sldMk cId="3870454438" sldId="921"/>
            <ac:spMk id="5" creationId="{D70AD0AC-6796-42FB-01B4-AC6753FBDA98}"/>
          </ac:spMkLst>
        </pc:spChg>
      </pc:sldChg>
      <pc:sldChg chg="ord">
        <pc:chgData name="Palit, Tapti" userId="dec6fbcd-7598-406a-8cbf-504d4a3bac15" providerId="ADAL" clId="{65104DF2-1B45-4C36-9E2A-F89658839DCF}" dt="2024-01-25T18:23:19.825" v="22912"/>
        <pc:sldMkLst>
          <pc:docMk/>
          <pc:sldMk cId="2631865131" sldId="922"/>
        </pc:sldMkLst>
      </pc:sldChg>
      <pc:sldChg chg="del">
        <pc:chgData name="Palit, Tapti" userId="dec6fbcd-7598-406a-8cbf-504d4a3bac15" providerId="ADAL" clId="{65104DF2-1B45-4C36-9E2A-F89658839DCF}" dt="2024-01-24T17:05:54.279" v="7906" actId="47"/>
        <pc:sldMkLst>
          <pc:docMk/>
          <pc:sldMk cId="2320602695" sldId="923"/>
        </pc:sldMkLst>
      </pc:sldChg>
      <pc:sldChg chg="add del">
        <pc:chgData name="Palit, Tapti" userId="dec6fbcd-7598-406a-8cbf-504d4a3bac15" providerId="ADAL" clId="{65104DF2-1B45-4C36-9E2A-F89658839DCF}" dt="2024-01-24T15:45:07.089" v="2134" actId="2696"/>
        <pc:sldMkLst>
          <pc:docMk/>
          <pc:sldMk cId="930391625" sldId="924"/>
        </pc:sldMkLst>
      </pc:sldChg>
      <pc:sldChg chg="add mod modShow">
        <pc:chgData name="Palit, Tapti" userId="dec6fbcd-7598-406a-8cbf-504d4a3bac15" providerId="ADAL" clId="{65104DF2-1B45-4C36-9E2A-F89658839DCF}" dt="2024-01-24T15:45:12.411" v="2136" actId="729"/>
        <pc:sldMkLst>
          <pc:docMk/>
          <pc:sldMk cId="4008811220" sldId="924"/>
        </pc:sldMkLst>
      </pc:sldChg>
      <pc:sldChg chg="addSp modSp add mod modNotesTx">
        <pc:chgData name="Palit, Tapti" userId="dec6fbcd-7598-406a-8cbf-504d4a3bac15" providerId="ADAL" clId="{65104DF2-1B45-4C36-9E2A-F89658839DCF}" dt="2024-01-24T19:04:12.480" v="17577" actId="20577"/>
        <pc:sldMkLst>
          <pc:docMk/>
          <pc:sldMk cId="2504179833" sldId="925"/>
        </pc:sldMkLst>
        <pc:spChg chg="add mod">
          <ac:chgData name="Palit, Tapti" userId="dec6fbcd-7598-406a-8cbf-504d4a3bac15" providerId="ADAL" clId="{65104DF2-1B45-4C36-9E2A-F89658839DCF}" dt="2024-01-24T16:08:55.726" v="3485" actId="692"/>
          <ac:spMkLst>
            <pc:docMk/>
            <pc:sldMk cId="2504179833" sldId="925"/>
            <ac:spMk id="2" creationId="{5A0B1C62-8861-5BA5-BED7-C5B3467FBCA6}"/>
          </ac:spMkLst>
        </pc:spChg>
      </pc:sldChg>
      <pc:sldChg chg="addSp delSp modSp new mod modClrScheme chgLayout modNotesTx">
        <pc:chgData name="Palit, Tapti" userId="dec6fbcd-7598-406a-8cbf-504d4a3bac15" providerId="ADAL" clId="{65104DF2-1B45-4C36-9E2A-F89658839DCF}" dt="2024-01-24T18:37:46.886" v="14478" actId="20577"/>
        <pc:sldMkLst>
          <pc:docMk/>
          <pc:sldMk cId="2747043516" sldId="926"/>
        </pc:sldMkLst>
        <pc:spChg chg="del">
          <ac:chgData name="Palit, Tapti" userId="dec6fbcd-7598-406a-8cbf-504d4a3bac15" providerId="ADAL" clId="{65104DF2-1B45-4C36-9E2A-F89658839DCF}" dt="2024-01-24T15:42:35.442" v="1982" actId="700"/>
          <ac:spMkLst>
            <pc:docMk/>
            <pc:sldMk cId="2747043516" sldId="926"/>
            <ac:spMk id="2" creationId="{E2AD7FD9-465E-9B62-F6DA-2F8C6ECC2C37}"/>
          </ac:spMkLst>
        </pc:spChg>
        <pc:spChg chg="del mod ord">
          <ac:chgData name="Palit, Tapti" userId="dec6fbcd-7598-406a-8cbf-504d4a3bac15" providerId="ADAL" clId="{65104DF2-1B45-4C36-9E2A-F89658839DCF}" dt="2024-01-24T15:42:35.442" v="1982" actId="700"/>
          <ac:spMkLst>
            <pc:docMk/>
            <pc:sldMk cId="2747043516" sldId="926"/>
            <ac:spMk id="3" creationId="{A1065E7E-1713-00DF-125A-196892E103B9}"/>
          </ac:spMkLst>
        </pc:spChg>
        <pc:spChg chg="mod ord">
          <ac:chgData name="Palit, Tapti" userId="dec6fbcd-7598-406a-8cbf-504d4a3bac15" providerId="ADAL" clId="{65104DF2-1B45-4C36-9E2A-F89658839DCF}" dt="2024-01-24T15:42:35.442" v="1982" actId="700"/>
          <ac:spMkLst>
            <pc:docMk/>
            <pc:sldMk cId="2747043516" sldId="926"/>
            <ac:spMk id="4" creationId="{8EE421B8-D1EA-9FE6-8E74-19FD405BE618}"/>
          </ac:spMkLst>
        </pc:spChg>
        <pc:spChg chg="add mod ord">
          <ac:chgData name="Palit, Tapti" userId="dec6fbcd-7598-406a-8cbf-504d4a3bac15" providerId="ADAL" clId="{65104DF2-1B45-4C36-9E2A-F89658839DCF}" dt="2024-01-24T18:36:37.965" v="14186" actId="20577"/>
          <ac:spMkLst>
            <pc:docMk/>
            <pc:sldMk cId="2747043516" sldId="926"/>
            <ac:spMk id="5" creationId="{2C206C57-C3DA-F3FD-C1FE-6778D5A51D69}"/>
          </ac:spMkLst>
        </pc:spChg>
      </pc:sldChg>
      <pc:sldChg chg="addSp modSp add del mod">
        <pc:chgData name="Palit, Tapti" userId="dec6fbcd-7598-406a-8cbf-504d4a3bac15" providerId="ADAL" clId="{65104DF2-1B45-4C36-9E2A-F89658839DCF}" dt="2024-01-24T15:42:26.956" v="1980" actId="47"/>
        <pc:sldMkLst>
          <pc:docMk/>
          <pc:sldMk cId="2937366999" sldId="926"/>
        </pc:sldMkLst>
        <pc:spChg chg="add mod">
          <ac:chgData name="Palit, Tapti" userId="dec6fbcd-7598-406a-8cbf-504d4a3bac15" providerId="ADAL" clId="{65104DF2-1B45-4C36-9E2A-F89658839DCF}" dt="2024-01-24T15:42:13.814" v="1979" actId="14100"/>
          <ac:spMkLst>
            <pc:docMk/>
            <pc:sldMk cId="2937366999" sldId="926"/>
            <ac:spMk id="7" creationId="{6C47A195-464C-1648-C6BF-B8EDD1464F03}"/>
          </ac:spMkLst>
        </pc:spChg>
      </pc:sldChg>
      <pc:sldChg chg="addSp delSp modSp add mod delAnim modAnim modNotesTx">
        <pc:chgData name="Palit, Tapti" userId="dec6fbcd-7598-406a-8cbf-504d4a3bac15" providerId="ADAL" clId="{65104DF2-1B45-4C36-9E2A-F89658839DCF}" dt="2024-01-24T19:03:09.628" v="17350"/>
        <pc:sldMkLst>
          <pc:docMk/>
          <pc:sldMk cId="3655101576" sldId="927"/>
        </pc:sldMkLst>
        <pc:spChg chg="add mod">
          <ac:chgData name="Palit, Tapti" userId="dec6fbcd-7598-406a-8cbf-504d4a3bac15" providerId="ADAL" clId="{65104DF2-1B45-4C36-9E2A-F89658839DCF}" dt="2024-01-24T16:02:15.060" v="3271" actId="1076"/>
          <ac:spMkLst>
            <pc:docMk/>
            <pc:sldMk cId="3655101576" sldId="927"/>
            <ac:spMk id="2" creationId="{2AF7FFE4-790B-76F0-ABDB-D8D80399665E}"/>
          </ac:spMkLst>
        </pc:spChg>
        <pc:spChg chg="mod">
          <ac:chgData name="Palit, Tapti" userId="dec6fbcd-7598-406a-8cbf-504d4a3bac15" providerId="ADAL" clId="{65104DF2-1B45-4C36-9E2A-F89658839DCF}" dt="2024-01-24T19:01:41.701" v="17261" actId="20577"/>
          <ac:spMkLst>
            <pc:docMk/>
            <pc:sldMk cId="3655101576" sldId="927"/>
            <ac:spMk id="5" creationId="{251B41E7-6079-0ED7-2A0C-70CB03E92A8F}"/>
          </ac:spMkLst>
        </pc:spChg>
        <pc:spChg chg="mod">
          <ac:chgData name="Palit, Tapti" userId="dec6fbcd-7598-406a-8cbf-504d4a3bac15" providerId="ADAL" clId="{65104DF2-1B45-4C36-9E2A-F89658839DCF}" dt="2024-01-24T15:59:44.789" v="3244" actId="20577"/>
          <ac:spMkLst>
            <pc:docMk/>
            <pc:sldMk cId="3655101576" sldId="927"/>
            <ac:spMk id="6" creationId="{137639E6-AFBF-D524-90F3-31D2A7938282}"/>
          </ac:spMkLst>
        </pc:spChg>
        <pc:spChg chg="add del mod">
          <ac:chgData name="Palit, Tapti" userId="dec6fbcd-7598-406a-8cbf-504d4a3bac15" providerId="ADAL" clId="{65104DF2-1B45-4C36-9E2A-F89658839DCF}" dt="2024-01-24T19:01:00.007" v="17130" actId="478"/>
          <ac:spMkLst>
            <pc:docMk/>
            <pc:sldMk cId="3655101576" sldId="927"/>
            <ac:spMk id="7" creationId="{C44C3269-5564-41D1-8A17-255492192B3E}"/>
          </ac:spMkLst>
        </pc:spChg>
        <pc:spChg chg="add mod">
          <ac:chgData name="Palit, Tapti" userId="dec6fbcd-7598-406a-8cbf-504d4a3bac15" providerId="ADAL" clId="{65104DF2-1B45-4C36-9E2A-F89658839DCF}" dt="2024-01-24T16:03:26.284" v="3326" actId="20577"/>
          <ac:spMkLst>
            <pc:docMk/>
            <pc:sldMk cId="3655101576" sldId="927"/>
            <ac:spMk id="16" creationId="{47744A67-0D50-00A9-5108-69C0D0467ECA}"/>
          </ac:spMkLst>
        </pc:spChg>
        <pc:spChg chg="add mod">
          <ac:chgData name="Palit, Tapti" userId="dec6fbcd-7598-406a-8cbf-504d4a3bac15" providerId="ADAL" clId="{65104DF2-1B45-4C36-9E2A-F89658839DCF}" dt="2024-01-24T16:04:43.001" v="3354" actId="1076"/>
          <ac:spMkLst>
            <pc:docMk/>
            <pc:sldMk cId="3655101576" sldId="927"/>
            <ac:spMk id="24" creationId="{BF773871-F624-E8C7-AC14-2CDC29709A5C}"/>
          </ac:spMkLst>
        </pc:spChg>
        <pc:spChg chg="add del mod">
          <ac:chgData name="Palit, Tapti" userId="dec6fbcd-7598-406a-8cbf-504d4a3bac15" providerId="ADAL" clId="{65104DF2-1B45-4C36-9E2A-F89658839DCF}" dt="2024-01-24T18:55:51.791" v="16421" actId="478"/>
          <ac:spMkLst>
            <pc:docMk/>
            <pc:sldMk cId="3655101576" sldId="927"/>
            <ac:spMk id="25" creationId="{282AE363-E458-AAEB-4A9D-B461756E0F39}"/>
          </ac:spMkLst>
        </pc:spChg>
        <pc:spChg chg="add mod">
          <ac:chgData name="Palit, Tapti" userId="dec6fbcd-7598-406a-8cbf-504d4a3bac15" providerId="ADAL" clId="{65104DF2-1B45-4C36-9E2A-F89658839DCF}" dt="2024-01-24T19:02:24.322" v="17349"/>
          <ac:spMkLst>
            <pc:docMk/>
            <pc:sldMk cId="3655101576" sldId="927"/>
            <ac:spMk id="26" creationId="{F8644835-C04A-9D1C-39E2-F66611CDFF6C}"/>
          </ac:spMkLst>
        </pc:spChg>
        <pc:cxnChg chg="del mod">
          <ac:chgData name="Palit, Tapti" userId="dec6fbcd-7598-406a-8cbf-504d4a3bac15" providerId="ADAL" clId="{65104DF2-1B45-4C36-9E2A-F89658839DCF}" dt="2024-01-24T19:01:00.007" v="17130" actId="478"/>
          <ac:cxnSpMkLst>
            <pc:docMk/>
            <pc:sldMk cId="3655101576" sldId="927"/>
            <ac:cxnSpMk id="8" creationId="{20C8A393-9FD5-4BB6-2793-B7E784E074C3}"/>
          </ac:cxnSpMkLst>
        </pc:cxnChg>
        <pc:cxnChg chg="add mod">
          <ac:chgData name="Palit, Tapti" userId="dec6fbcd-7598-406a-8cbf-504d4a3bac15" providerId="ADAL" clId="{65104DF2-1B45-4C36-9E2A-F89658839DCF}" dt="2024-01-24T16:02:17.870" v="3272" actId="14100"/>
          <ac:cxnSpMkLst>
            <pc:docMk/>
            <pc:sldMk cId="3655101576" sldId="927"/>
            <ac:cxnSpMk id="9" creationId="{2AAE2C92-63EC-AA50-3019-4DC76382F8E0}"/>
          </ac:cxnSpMkLst>
        </pc:cxnChg>
        <pc:cxnChg chg="mod">
          <ac:chgData name="Palit, Tapti" userId="dec6fbcd-7598-406a-8cbf-504d4a3bac15" providerId="ADAL" clId="{65104DF2-1B45-4C36-9E2A-F89658839DCF}" dt="2024-01-24T16:04:03.529" v="3348" actId="692"/>
          <ac:cxnSpMkLst>
            <pc:docMk/>
            <pc:sldMk cId="3655101576" sldId="927"/>
            <ac:cxnSpMk id="10" creationId="{EB25A9B4-0AAC-3482-0118-BD616CFF1213}"/>
          </ac:cxnSpMkLst>
        </pc:cxnChg>
        <pc:cxnChg chg="add del mod">
          <ac:chgData name="Palit, Tapti" userId="dec6fbcd-7598-406a-8cbf-504d4a3bac15" providerId="ADAL" clId="{65104DF2-1B45-4C36-9E2A-F89658839DCF}" dt="2024-01-24T16:04:24.794" v="3352" actId="478"/>
          <ac:cxnSpMkLst>
            <pc:docMk/>
            <pc:sldMk cId="3655101576" sldId="927"/>
            <ac:cxnSpMk id="18" creationId="{D9FE4E9A-5BA7-E3C8-B224-672A4F6461FF}"/>
          </ac:cxnSpMkLst>
        </pc:cxnChg>
      </pc:sldChg>
      <pc:sldChg chg="addSp delSp modSp add mod modAnim modNotesTx">
        <pc:chgData name="Palit, Tapti" userId="dec6fbcd-7598-406a-8cbf-504d4a3bac15" providerId="ADAL" clId="{65104DF2-1B45-4C36-9E2A-F89658839DCF}" dt="2024-01-24T19:03:55.845" v="17531" actId="20577"/>
        <pc:sldMkLst>
          <pc:docMk/>
          <pc:sldMk cId="2796756906" sldId="928"/>
        </pc:sldMkLst>
        <pc:spChg chg="add del mod">
          <ac:chgData name="Palit, Tapti" userId="dec6fbcd-7598-406a-8cbf-504d4a3bac15" providerId="ADAL" clId="{65104DF2-1B45-4C36-9E2A-F89658839DCF}" dt="2024-01-24T19:03:19.389" v="17351" actId="478"/>
          <ac:spMkLst>
            <pc:docMk/>
            <pc:sldMk cId="2796756906" sldId="928"/>
            <ac:spMk id="12" creationId="{BC441366-5AC4-4DAF-B689-1CB13221B3D5}"/>
          </ac:spMkLst>
        </pc:spChg>
        <pc:cxnChg chg="mod">
          <ac:chgData name="Palit, Tapti" userId="dec6fbcd-7598-406a-8cbf-504d4a3bac15" providerId="ADAL" clId="{65104DF2-1B45-4C36-9E2A-F89658839DCF}" dt="2024-01-24T16:05:54.271" v="3389" actId="14100"/>
          <ac:cxnSpMkLst>
            <pc:docMk/>
            <pc:sldMk cId="2796756906" sldId="928"/>
            <ac:cxnSpMk id="9" creationId="{2AAE2C92-63EC-AA50-3019-4DC76382F8E0}"/>
          </ac:cxnSpMkLst>
        </pc:cxnChg>
        <pc:cxnChg chg="mod">
          <ac:chgData name="Palit, Tapti" userId="dec6fbcd-7598-406a-8cbf-504d4a3bac15" providerId="ADAL" clId="{65104DF2-1B45-4C36-9E2A-F89658839DCF}" dt="2024-01-24T16:05:21.594" v="3373" actId="692"/>
          <ac:cxnSpMkLst>
            <pc:docMk/>
            <pc:sldMk cId="2796756906" sldId="928"/>
            <ac:cxnSpMk id="10" creationId="{EB25A9B4-0AAC-3482-0118-BD616CFF1213}"/>
          </ac:cxnSpMkLst>
        </pc:cxnChg>
        <pc:cxnChg chg="mod">
          <ac:chgData name="Palit, Tapti" userId="dec6fbcd-7598-406a-8cbf-504d4a3bac15" providerId="ADAL" clId="{65104DF2-1B45-4C36-9E2A-F89658839DCF}" dt="2024-01-24T16:05:31.011" v="3388" actId="692"/>
          <ac:cxnSpMkLst>
            <pc:docMk/>
            <pc:sldMk cId="2796756906" sldId="928"/>
            <ac:cxnSpMk id="17" creationId="{4743F100-14CD-C71A-0CF5-CDE9E65A0ABA}"/>
          </ac:cxnSpMkLst>
        </pc:cxnChg>
      </pc:sldChg>
      <pc:sldChg chg="delSp modSp new mod modClrScheme chgLayout">
        <pc:chgData name="Palit, Tapti" userId="dec6fbcd-7598-406a-8cbf-504d4a3bac15" providerId="ADAL" clId="{65104DF2-1B45-4C36-9E2A-F89658839DCF}" dt="2024-01-25T18:22:14.992" v="22892" actId="20577"/>
        <pc:sldMkLst>
          <pc:docMk/>
          <pc:sldMk cId="3451207649" sldId="929"/>
        </pc:sldMkLst>
        <pc:spChg chg="mod ord">
          <ac:chgData name="Palit, Tapti" userId="dec6fbcd-7598-406a-8cbf-504d4a3bac15" providerId="ADAL" clId="{65104DF2-1B45-4C36-9E2A-F89658839DCF}" dt="2024-01-25T18:22:14.992" v="22892" actId="20577"/>
          <ac:spMkLst>
            <pc:docMk/>
            <pc:sldMk cId="3451207649" sldId="929"/>
            <ac:spMk id="2" creationId="{72255B09-C652-86B4-3A5C-C987FF2F36D4}"/>
          </ac:spMkLst>
        </pc:spChg>
        <pc:spChg chg="mod ord">
          <ac:chgData name="Palit, Tapti" userId="dec6fbcd-7598-406a-8cbf-504d4a3bac15" providerId="ADAL" clId="{65104DF2-1B45-4C36-9E2A-F89658839DCF}" dt="2024-01-24T17:18:23.086" v="8735" actId="700"/>
          <ac:spMkLst>
            <pc:docMk/>
            <pc:sldMk cId="3451207649" sldId="929"/>
            <ac:spMk id="3" creationId="{323C4707-8358-58C6-2162-E4F42AA7F78D}"/>
          </ac:spMkLst>
        </pc:spChg>
        <pc:spChg chg="mod ord">
          <ac:chgData name="Palit, Tapti" userId="dec6fbcd-7598-406a-8cbf-504d4a3bac15" providerId="ADAL" clId="{65104DF2-1B45-4C36-9E2A-F89658839DCF}" dt="2024-01-24T17:18:23.086" v="8735" actId="700"/>
          <ac:spMkLst>
            <pc:docMk/>
            <pc:sldMk cId="3451207649" sldId="929"/>
            <ac:spMk id="4" creationId="{C1583B93-49CE-B036-ACEE-6DBFC8368B24}"/>
          </ac:spMkLst>
        </pc:spChg>
        <pc:spChg chg="del">
          <ac:chgData name="Palit, Tapti" userId="dec6fbcd-7598-406a-8cbf-504d4a3bac15" providerId="ADAL" clId="{65104DF2-1B45-4C36-9E2A-F89658839DCF}" dt="2024-01-24T17:18:23.086" v="8735" actId="700"/>
          <ac:spMkLst>
            <pc:docMk/>
            <pc:sldMk cId="3451207649" sldId="929"/>
            <ac:spMk id="5" creationId="{9D6343CB-619A-DFD6-6097-B81C7F153481}"/>
          </ac:spMkLst>
        </pc:spChg>
      </pc:sldChg>
      <pc:sldChg chg="addSp delSp modSp new del mod modClrScheme chgLayout modNotesTx">
        <pc:chgData name="Palit, Tapti" userId="dec6fbcd-7598-406a-8cbf-504d4a3bac15" providerId="ADAL" clId="{65104DF2-1B45-4C36-9E2A-F89658839DCF}" dt="2024-01-24T16:24:01.138" v="4800" actId="47"/>
        <pc:sldMkLst>
          <pc:docMk/>
          <pc:sldMk cId="1279157815" sldId="930"/>
        </pc:sldMkLst>
        <pc:spChg chg="del mod ord">
          <ac:chgData name="Palit, Tapti" userId="dec6fbcd-7598-406a-8cbf-504d4a3bac15" providerId="ADAL" clId="{65104DF2-1B45-4C36-9E2A-F89658839DCF}" dt="2024-01-24T16:21:28.517" v="4570" actId="700"/>
          <ac:spMkLst>
            <pc:docMk/>
            <pc:sldMk cId="1279157815" sldId="930"/>
            <ac:spMk id="2" creationId="{0D176E99-61C9-CF6E-B37A-F54CF053577B}"/>
          </ac:spMkLst>
        </pc:spChg>
        <pc:spChg chg="mod ord">
          <ac:chgData name="Palit, Tapti" userId="dec6fbcd-7598-406a-8cbf-504d4a3bac15" providerId="ADAL" clId="{65104DF2-1B45-4C36-9E2A-F89658839DCF}" dt="2024-01-24T16:21:28.517" v="4570" actId="700"/>
          <ac:spMkLst>
            <pc:docMk/>
            <pc:sldMk cId="1279157815" sldId="930"/>
            <ac:spMk id="3" creationId="{7E07E03C-5A90-6217-5E89-EEF0E50DBAB3}"/>
          </ac:spMkLst>
        </pc:spChg>
        <pc:spChg chg="add mod ord">
          <ac:chgData name="Palit, Tapti" userId="dec6fbcd-7598-406a-8cbf-504d4a3bac15" providerId="ADAL" clId="{65104DF2-1B45-4C36-9E2A-F89658839DCF}" dt="2024-01-24T16:21:58.994" v="4604" actId="20577"/>
          <ac:spMkLst>
            <pc:docMk/>
            <pc:sldMk cId="1279157815" sldId="930"/>
            <ac:spMk id="4" creationId="{AC6933CC-A219-BFA0-B9DE-00AD8932B959}"/>
          </ac:spMkLst>
        </pc:spChg>
        <pc:spChg chg="add mod ord">
          <ac:chgData name="Palit, Tapti" userId="dec6fbcd-7598-406a-8cbf-504d4a3bac15" providerId="ADAL" clId="{65104DF2-1B45-4C36-9E2A-F89658839DCF}" dt="2024-01-24T16:23:13.271" v="4731" actId="113"/>
          <ac:spMkLst>
            <pc:docMk/>
            <pc:sldMk cId="1279157815" sldId="930"/>
            <ac:spMk id="5" creationId="{34B794E7-4084-ED2E-54F4-E2138D5AD683}"/>
          </ac:spMkLst>
        </pc:spChg>
      </pc:sldChg>
      <pc:sldChg chg="add mod modShow">
        <pc:chgData name="Palit, Tapti" userId="dec6fbcd-7598-406a-8cbf-504d4a3bac15" providerId="ADAL" clId="{65104DF2-1B45-4C36-9E2A-F89658839DCF}" dt="2024-01-24T16:48:26.013" v="6964" actId="729"/>
        <pc:sldMkLst>
          <pc:docMk/>
          <pc:sldMk cId="3932546374" sldId="930"/>
        </pc:sldMkLst>
      </pc:sldChg>
      <pc:sldChg chg="add mod modShow">
        <pc:chgData name="Palit, Tapti" userId="dec6fbcd-7598-406a-8cbf-504d4a3bac15" providerId="ADAL" clId="{65104DF2-1B45-4C36-9E2A-F89658839DCF}" dt="2024-01-24T16:48:26.013" v="6964" actId="729"/>
        <pc:sldMkLst>
          <pc:docMk/>
          <pc:sldMk cId="4149935990" sldId="931"/>
        </pc:sldMkLst>
      </pc:sldChg>
      <pc:sldChg chg="add mod modShow">
        <pc:chgData name="Palit, Tapti" userId="dec6fbcd-7598-406a-8cbf-504d4a3bac15" providerId="ADAL" clId="{65104DF2-1B45-4C36-9E2A-F89658839DCF}" dt="2024-01-24T16:48:26.013" v="6964" actId="729"/>
        <pc:sldMkLst>
          <pc:docMk/>
          <pc:sldMk cId="242395351" sldId="932"/>
        </pc:sldMkLst>
      </pc:sldChg>
      <pc:sldChg chg="add mod modShow">
        <pc:chgData name="Palit, Tapti" userId="dec6fbcd-7598-406a-8cbf-504d4a3bac15" providerId="ADAL" clId="{65104DF2-1B45-4C36-9E2A-F89658839DCF}" dt="2024-01-24T16:48:26.013" v="6964" actId="729"/>
        <pc:sldMkLst>
          <pc:docMk/>
          <pc:sldMk cId="1139379618" sldId="933"/>
        </pc:sldMkLst>
      </pc:sldChg>
      <pc:sldChg chg="add mod modShow">
        <pc:chgData name="Palit, Tapti" userId="dec6fbcd-7598-406a-8cbf-504d4a3bac15" providerId="ADAL" clId="{65104DF2-1B45-4C36-9E2A-F89658839DCF}" dt="2024-01-24T16:48:26.013" v="6964" actId="729"/>
        <pc:sldMkLst>
          <pc:docMk/>
          <pc:sldMk cId="2636027419" sldId="934"/>
        </pc:sldMkLst>
      </pc:sldChg>
      <pc:sldChg chg="add mod modShow">
        <pc:chgData name="Palit, Tapti" userId="dec6fbcd-7598-406a-8cbf-504d4a3bac15" providerId="ADAL" clId="{65104DF2-1B45-4C36-9E2A-F89658839DCF}" dt="2024-01-24T16:48:26.013" v="6964" actId="729"/>
        <pc:sldMkLst>
          <pc:docMk/>
          <pc:sldMk cId="2455690404" sldId="935"/>
        </pc:sldMkLst>
      </pc:sldChg>
      <pc:sldChg chg="add mod modShow">
        <pc:chgData name="Palit, Tapti" userId="dec6fbcd-7598-406a-8cbf-504d4a3bac15" providerId="ADAL" clId="{65104DF2-1B45-4C36-9E2A-F89658839DCF}" dt="2024-01-24T16:48:26.013" v="6964" actId="729"/>
        <pc:sldMkLst>
          <pc:docMk/>
          <pc:sldMk cId="3562435918" sldId="936"/>
        </pc:sldMkLst>
      </pc:sldChg>
      <pc:sldChg chg="add mod modShow">
        <pc:chgData name="Palit, Tapti" userId="dec6fbcd-7598-406a-8cbf-504d4a3bac15" providerId="ADAL" clId="{65104DF2-1B45-4C36-9E2A-F89658839DCF}" dt="2024-01-24T16:48:26.013" v="6964" actId="729"/>
        <pc:sldMkLst>
          <pc:docMk/>
          <pc:sldMk cId="447750180" sldId="937"/>
        </pc:sldMkLst>
      </pc:sldChg>
      <pc:sldChg chg="add del">
        <pc:chgData name="Palit, Tapti" userId="dec6fbcd-7598-406a-8cbf-504d4a3bac15" providerId="ADAL" clId="{65104DF2-1B45-4C36-9E2A-F89658839DCF}" dt="2024-01-24T17:10:29.144" v="7963" actId="2696"/>
        <pc:sldMkLst>
          <pc:docMk/>
          <pc:sldMk cId="2038953824" sldId="938"/>
        </pc:sldMkLst>
      </pc:sldChg>
      <pc:sldChg chg="add mod modShow">
        <pc:chgData name="Palit, Tapti" userId="dec6fbcd-7598-406a-8cbf-504d4a3bac15" providerId="ADAL" clId="{65104DF2-1B45-4C36-9E2A-F89658839DCF}" dt="2024-01-24T17:10:35.640" v="7965" actId="729"/>
        <pc:sldMkLst>
          <pc:docMk/>
          <pc:sldMk cId="3066965801" sldId="938"/>
        </pc:sldMkLst>
      </pc:sldChg>
      <pc:sldChg chg="delSp modSp add mod delAnim modNotesTx">
        <pc:chgData name="Palit, Tapti" userId="dec6fbcd-7598-406a-8cbf-504d4a3bac15" providerId="ADAL" clId="{65104DF2-1B45-4C36-9E2A-F89658839DCF}" dt="2024-01-24T18:23:01.255" v="12443" actId="20577"/>
        <pc:sldMkLst>
          <pc:docMk/>
          <pc:sldMk cId="1043800535" sldId="939"/>
        </pc:sldMkLst>
        <pc:spChg chg="ord">
          <ac:chgData name="Palit, Tapti" userId="dec6fbcd-7598-406a-8cbf-504d4a3bac15" providerId="ADAL" clId="{65104DF2-1B45-4C36-9E2A-F89658839DCF}" dt="2024-01-24T18:21:37.543" v="12298" actId="167"/>
          <ac:spMkLst>
            <pc:docMk/>
            <pc:sldMk cId="1043800535" sldId="939"/>
            <ac:spMk id="2" creationId="{700288A5-0850-1218-F348-E30C3B4E8E23}"/>
          </ac:spMkLst>
        </pc:spChg>
        <pc:spChg chg="mod">
          <ac:chgData name="Palit, Tapti" userId="dec6fbcd-7598-406a-8cbf-504d4a3bac15" providerId="ADAL" clId="{65104DF2-1B45-4C36-9E2A-F89658839DCF}" dt="2024-01-24T18:22:29.183" v="12323" actId="20577"/>
          <ac:spMkLst>
            <pc:docMk/>
            <pc:sldMk cId="1043800535" sldId="939"/>
            <ac:spMk id="3" creationId="{15DC95A4-D943-A26C-55CB-383A3E6F3BD5}"/>
          </ac:spMkLst>
        </pc:spChg>
        <pc:cxnChg chg="del mod">
          <ac:chgData name="Palit, Tapti" userId="dec6fbcd-7598-406a-8cbf-504d4a3bac15" providerId="ADAL" clId="{65104DF2-1B45-4C36-9E2A-F89658839DCF}" dt="2024-01-24T18:21:39.769" v="12299" actId="478"/>
          <ac:cxnSpMkLst>
            <pc:docMk/>
            <pc:sldMk cId="1043800535" sldId="939"/>
            <ac:cxnSpMk id="339" creationId="{0152FD3E-0853-2118-07D4-9342E0D19EB6}"/>
          </ac:cxnSpMkLst>
        </pc:cxnChg>
        <pc:cxnChg chg="del mod">
          <ac:chgData name="Palit, Tapti" userId="dec6fbcd-7598-406a-8cbf-504d4a3bac15" providerId="ADAL" clId="{65104DF2-1B45-4C36-9E2A-F89658839DCF}" dt="2024-01-24T18:21:44.947" v="12300" actId="478"/>
          <ac:cxnSpMkLst>
            <pc:docMk/>
            <pc:sldMk cId="1043800535" sldId="939"/>
            <ac:cxnSpMk id="356" creationId="{7D7A0695-15EC-8841-3632-AD71C5649FE5}"/>
          </ac:cxnSpMkLst>
        </pc:cxnChg>
        <pc:cxnChg chg="del mod">
          <ac:chgData name="Palit, Tapti" userId="dec6fbcd-7598-406a-8cbf-504d4a3bac15" providerId="ADAL" clId="{65104DF2-1B45-4C36-9E2A-F89658839DCF}" dt="2024-01-24T18:21:44.947" v="12300" actId="478"/>
          <ac:cxnSpMkLst>
            <pc:docMk/>
            <pc:sldMk cId="1043800535" sldId="939"/>
            <ac:cxnSpMk id="359" creationId="{129A9EFB-DBB0-9C6B-F109-2A731D17FEA9}"/>
          </ac:cxnSpMkLst>
        </pc:cxnChg>
        <pc:cxnChg chg="del mod">
          <ac:chgData name="Palit, Tapti" userId="dec6fbcd-7598-406a-8cbf-504d4a3bac15" providerId="ADAL" clId="{65104DF2-1B45-4C36-9E2A-F89658839DCF}" dt="2024-01-24T18:21:50.173" v="12302" actId="478"/>
          <ac:cxnSpMkLst>
            <pc:docMk/>
            <pc:sldMk cId="1043800535" sldId="939"/>
            <ac:cxnSpMk id="362" creationId="{2A8DCB66-1AB1-7C0F-FF2E-8823A63BC0A5}"/>
          </ac:cxnSpMkLst>
        </pc:cxnChg>
        <pc:cxnChg chg="del mod">
          <ac:chgData name="Palit, Tapti" userId="dec6fbcd-7598-406a-8cbf-504d4a3bac15" providerId="ADAL" clId="{65104DF2-1B45-4C36-9E2A-F89658839DCF}" dt="2024-01-24T18:21:57.595" v="12305" actId="478"/>
          <ac:cxnSpMkLst>
            <pc:docMk/>
            <pc:sldMk cId="1043800535" sldId="939"/>
            <ac:cxnSpMk id="365" creationId="{CD233F9D-9625-2E4B-2073-70E9239E4EF8}"/>
          </ac:cxnSpMkLst>
        </pc:cxnChg>
        <pc:cxnChg chg="del mod">
          <ac:chgData name="Palit, Tapti" userId="dec6fbcd-7598-406a-8cbf-504d4a3bac15" providerId="ADAL" clId="{65104DF2-1B45-4C36-9E2A-F89658839DCF}" dt="2024-01-24T18:21:44.947" v="12300" actId="478"/>
          <ac:cxnSpMkLst>
            <pc:docMk/>
            <pc:sldMk cId="1043800535" sldId="939"/>
            <ac:cxnSpMk id="369" creationId="{39FF2DA0-EBBE-0DF7-B8F2-9A3F42DDA3C5}"/>
          </ac:cxnSpMkLst>
        </pc:cxnChg>
        <pc:cxnChg chg="del mod">
          <ac:chgData name="Palit, Tapti" userId="dec6fbcd-7598-406a-8cbf-504d4a3bac15" providerId="ADAL" clId="{65104DF2-1B45-4C36-9E2A-F89658839DCF}" dt="2024-01-24T18:21:48.196" v="12301" actId="478"/>
          <ac:cxnSpMkLst>
            <pc:docMk/>
            <pc:sldMk cId="1043800535" sldId="939"/>
            <ac:cxnSpMk id="372" creationId="{E8A7DBD7-1ED8-8E63-AC93-2304460736F9}"/>
          </ac:cxnSpMkLst>
        </pc:cxnChg>
        <pc:cxnChg chg="del mod">
          <ac:chgData name="Palit, Tapti" userId="dec6fbcd-7598-406a-8cbf-504d4a3bac15" providerId="ADAL" clId="{65104DF2-1B45-4C36-9E2A-F89658839DCF}" dt="2024-01-24T18:21:44.947" v="12300" actId="478"/>
          <ac:cxnSpMkLst>
            <pc:docMk/>
            <pc:sldMk cId="1043800535" sldId="939"/>
            <ac:cxnSpMk id="376" creationId="{59238C89-7739-0AC6-AF73-FD57ECADCA38}"/>
          </ac:cxnSpMkLst>
        </pc:cxnChg>
        <pc:cxnChg chg="del mod">
          <ac:chgData name="Palit, Tapti" userId="dec6fbcd-7598-406a-8cbf-504d4a3bac15" providerId="ADAL" clId="{65104DF2-1B45-4C36-9E2A-F89658839DCF}" dt="2024-01-24T18:21:57.595" v="12305" actId="478"/>
          <ac:cxnSpMkLst>
            <pc:docMk/>
            <pc:sldMk cId="1043800535" sldId="939"/>
            <ac:cxnSpMk id="379" creationId="{698EAC26-E655-3017-B3E0-1D104CDAD401}"/>
          </ac:cxnSpMkLst>
        </pc:cxnChg>
        <pc:cxnChg chg="del mod">
          <ac:chgData name="Palit, Tapti" userId="dec6fbcd-7598-406a-8cbf-504d4a3bac15" providerId="ADAL" clId="{65104DF2-1B45-4C36-9E2A-F89658839DCF}" dt="2024-01-24T18:21:54.488" v="12304" actId="478"/>
          <ac:cxnSpMkLst>
            <pc:docMk/>
            <pc:sldMk cId="1043800535" sldId="939"/>
            <ac:cxnSpMk id="382" creationId="{EB50346A-F7EA-C08B-E4DA-D1A1922FB98F}"/>
          </ac:cxnSpMkLst>
        </pc:cxnChg>
        <pc:cxnChg chg="del mod">
          <ac:chgData name="Palit, Tapti" userId="dec6fbcd-7598-406a-8cbf-504d4a3bac15" providerId="ADAL" clId="{65104DF2-1B45-4C36-9E2A-F89658839DCF}" dt="2024-01-24T18:21:52.684" v="12303" actId="478"/>
          <ac:cxnSpMkLst>
            <pc:docMk/>
            <pc:sldMk cId="1043800535" sldId="939"/>
            <ac:cxnSpMk id="385" creationId="{1EFCB220-2EB8-22B9-7CB7-D4E312CF3246}"/>
          </ac:cxnSpMkLst>
        </pc:cxnChg>
      </pc:sldChg>
      <pc:sldChg chg="modSp mod modClrScheme chgLayout">
        <pc:chgData name="Palit, Tapti" userId="dec6fbcd-7598-406a-8cbf-504d4a3bac15" providerId="ADAL" clId="{65104DF2-1B45-4C36-9E2A-F89658839DCF}" dt="2024-01-25T17:54:43.307" v="22018" actId="700"/>
        <pc:sldMkLst>
          <pc:docMk/>
          <pc:sldMk cId="1035773078" sldId="940"/>
        </pc:sldMkLst>
        <pc:spChg chg="mod ord">
          <ac:chgData name="Palit, Tapti" userId="dec6fbcd-7598-406a-8cbf-504d4a3bac15" providerId="ADAL" clId="{65104DF2-1B45-4C36-9E2A-F89658839DCF}" dt="2024-01-25T17:54:43.307" v="22018" actId="700"/>
          <ac:spMkLst>
            <pc:docMk/>
            <pc:sldMk cId="1035773078" sldId="940"/>
            <ac:spMk id="3" creationId="{276F285D-E79C-3957-9EEA-1A08D81DC183}"/>
          </ac:spMkLst>
        </pc:spChg>
        <pc:spChg chg="mod ord">
          <ac:chgData name="Palit, Tapti" userId="dec6fbcd-7598-406a-8cbf-504d4a3bac15" providerId="ADAL" clId="{65104DF2-1B45-4C36-9E2A-F89658839DCF}" dt="2024-01-25T17:54:43.307" v="22018" actId="700"/>
          <ac:spMkLst>
            <pc:docMk/>
            <pc:sldMk cId="1035773078" sldId="940"/>
            <ac:spMk id="4" creationId="{7E15D29D-CCA9-807B-596F-900EE37D094E}"/>
          </ac:spMkLst>
        </pc:spChg>
      </pc:sldChg>
      <pc:sldChg chg="new del ord">
        <pc:chgData name="Palit, Tapti" userId="dec6fbcd-7598-406a-8cbf-504d4a3bac15" providerId="ADAL" clId="{65104DF2-1B45-4C36-9E2A-F89658839DCF}" dt="2024-01-24T19:07:20.818" v="17885" actId="47"/>
        <pc:sldMkLst>
          <pc:docMk/>
          <pc:sldMk cId="1894693758" sldId="940"/>
        </pc:sldMkLst>
      </pc:sldChg>
      <pc:sldChg chg="addSp delSp modSp add del mod modAnim">
        <pc:chgData name="Palit, Tapti" userId="dec6fbcd-7598-406a-8cbf-504d4a3bac15" providerId="ADAL" clId="{65104DF2-1B45-4C36-9E2A-F89658839DCF}" dt="2024-01-24T19:00:04.781" v="17120" actId="2890"/>
        <pc:sldMkLst>
          <pc:docMk/>
          <pc:sldMk cId="2589577633" sldId="940"/>
        </pc:sldMkLst>
        <pc:spChg chg="mod">
          <ac:chgData name="Palit, Tapti" userId="dec6fbcd-7598-406a-8cbf-504d4a3bac15" providerId="ADAL" clId="{65104DF2-1B45-4C36-9E2A-F89658839DCF}" dt="2024-01-24T19:00:02.693" v="17117" actId="14100"/>
          <ac:spMkLst>
            <pc:docMk/>
            <pc:sldMk cId="2589577633" sldId="940"/>
            <ac:spMk id="5" creationId="{251B41E7-6079-0ED7-2A0C-70CB03E92A8F}"/>
          </ac:spMkLst>
        </pc:spChg>
        <pc:spChg chg="add del">
          <ac:chgData name="Palit, Tapti" userId="dec6fbcd-7598-406a-8cbf-504d4a3bac15" providerId="ADAL" clId="{65104DF2-1B45-4C36-9E2A-F89658839DCF}" dt="2024-01-24T19:00:01.720" v="17115" actId="478"/>
          <ac:spMkLst>
            <pc:docMk/>
            <pc:sldMk cId="2589577633" sldId="940"/>
            <ac:spMk id="7" creationId="{9B2D82BA-8577-6CFD-7AD1-549D574BDAE3}"/>
          </ac:spMkLst>
        </pc:spChg>
        <pc:cxnChg chg="add del">
          <ac:chgData name="Palit, Tapti" userId="dec6fbcd-7598-406a-8cbf-504d4a3bac15" providerId="ADAL" clId="{65104DF2-1B45-4C36-9E2A-F89658839DCF}" dt="2024-01-24T19:00:02.269" v="17116" actId="478"/>
          <ac:cxnSpMkLst>
            <pc:docMk/>
            <pc:sldMk cId="2589577633" sldId="940"/>
            <ac:cxnSpMk id="8" creationId="{20C8A393-9FD5-4BB6-2793-B7E784E074C3}"/>
          </ac:cxnSpMkLst>
        </pc:cxnChg>
      </pc:sldChg>
      <pc:sldChg chg="modSp del mod">
        <pc:chgData name="Palit, Tapti" userId="dec6fbcd-7598-406a-8cbf-504d4a3bac15" providerId="ADAL" clId="{65104DF2-1B45-4C36-9E2A-F89658839DCF}" dt="2024-01-25T16:52:57.024" v="19848" actId="47"/>
        <pc:sldMkLst>
          <pc:docMk/>
          <pc:sldMk cId="979678000" sldId="941"/>
        </pc:sldMkLst>
        <pc:spChg chg="mod">
          <ac:chgData name="Palit, Tapti" userId="dec6fbcd-7598-406a-8cbf-504d4a3bac15" providerId="ADAL" clId="{65104DF2-1B45-4C36-9E2A-F89658839DCF}" dt="2024-01-25T16:48:43.443" v="19769" actId="20577"/>
          <ac:spMkLst>
            <pc:docMk/>
            <pc:sldMk cId="979678000" sldId="941"/>
            <ac:spMk id="3" creationId="{49CD06EF-E98B-EE57-9C8F-2100457DB51D}"/>
          </ac:spMkLst>
        </pc:spChg>
        <pc:picChg chg="mod">
          <ac:chgData name="Palit, Tapti" userId="dec6fbcd-7598-406a-8cbf-504d4a3bac15" providerId="ADAL" clId="{65104DF2-1B45-4C36-9E2A-F89658839DCF}" dt="2024-01-25T16:52:45.787" v="19846" actId="1076"/>
          <ac:picMkLst>
            <pc:docMk/>
            <pc:sldMk cId="979678000" sldId="941"/>
            <ac:picMk id="7" creationId="{536E11DA-3237-75B1-C610-F4E982BF69F3}"/>
          </ac:picMkLst>
        </pc:picChg>
        <pc:picChg chg="mod">
          <ac:chgData name="Palit, Tapti" userId="dec6fbcd-7598-406a-8cbf-504d4a3bac15" providerId="ADAL" clId="{65104DF2-1B45-4C36-9E2A-F89658839DCF}" dt="2024-01-25T16:52:43.841" v="19845" actId="1076"/>
          <ac:picMkLst>
            <pc:docMk/>
            <pc:sldMk cId="979678000" sldId="941"/>
            <ac:picMk id="9" creationId="{1A0A1FDA-B7A2-7A4A-ED42-76F9B513878A}"/>
          </ac:picMkLst>
        </pc:picChg>
        <pc:picChg chg="mod">
          <ac:chgData name="Palit, Tapti" userId="dec6fbcd-7598-406a-8cbf-504d4a3bac15" providerId="ADAL" clId="{65104DF2-1B45-4C36-9E2A-F89658839DCF}" dt="2024-01-25T16:52:50.025" v="19847" actId="1076"/>
          <ac:picMkLst>
            <pc:docMk/>
            <pc:sldMk cId="979678000" sldId="941"/>
            <ac:picMk id="11" creationId="{FC12EF14-081A-114B-2680-1EF9F31AE656}"/>
          </ac:picMkLst>
        </pc:picChg>
      </pc:sldChg>
      <pc:sldChg chg="del">
        <pc:chgData name="Palit, Tapti" userId="dec6fbcd-7598-406a-8cbf-504d4a3bac15" providerId="ADAL" clId="{65104DF2-1B45-4C36-9E2A-F89658839DCF}" dt="2024-01-25T16:41:52.874" v="19512" actId="47"/>
        <pc:sldMkLst>
          <pc:docMk/>
          <pc:sldMk cId="134959814" sldId="942"/>
        </pc:sldMkLst>
      </pc:sldChg>
      <pc:sldChg chg="add mod modShow">
        <pc:chgData name="Palit, Tapti" userId="dec6fbcd-7598-406a-8cbf-504d4a3bac15" providerId="ADAL" clId="{65104DF2-1B45-4C36-9E2A-F89658839DCF}" dt="2024-01-25T17:03:26.688" v="20236" actId="729"/>
        <pc:sldMkLst>
          <pc:docMk/>
          <pc:sldMk cId="1164086596" sldId="944"/>
        </pc:sldMkLst>
      </pc:sldChg>
      <pc:sldChg chg="del">
        <pc:chgData name="Palit, Tapti" userId="dec6fbcd-7598-406a-8cbf-504d4a3bac15" providerId="ADAL" clId="{65104DF2-1B45-4C36-9E2A-F89658839DCF}" dt="2024-01-25T17:03:21.573" v="20234" actId="2696"/>
        <pc:sldMkLst>
          <pc:docMk/>
          <pc:sldMk cId="4010005041" sldId="944"/>
        </pc:sldMkLst>
      </pc:sldChg>
      <pc:sldChg chg="del">
        <pc:chgData name="Palit, Tapti" userId="dec6fbcd-7598-406a-8cbf-504d4a3bac15" providerId="ADAL" clId="{65104DF2-1B45-4C36-9E2A-F89658839DCF}" dt="2024-01-25T17:03:21.573" v="20234" actId="2696"/>
        <pc:sldMkLst>
          <pc:docMk/>
          <pc:sldMk cId="1054785523" sldId="945"/>
        </pc:sldMkLst>
      </pc:sldChg>
      <pc:sldChg chg="addSp delSp modSp add mod modClrScheme modShow chgLayout">
        <pc:chgData name="Palit, Tapti" userId="dec6fbcd-7598-406a-8cbf-504d4a3bac15" providerId="ADAL" clId="{65104DF2-1B45-4C36-9E2A-F89658839DCF}" dt="2024-01-25T17:37:17.413" v="21593" actId="700"/>
        <pc:sldMkLst>
          <pc:docMk/>
          <pc:sldMk cId="3433188129" sldId="945"/>
        </pc:sldMkLst>
        <pc:spChg chg="mod ord">
          <ac:chgData name="Palit, Tapti" userId="dec6fbcd-7598-406a-8cbf-504d4a3bac15" providerId="ADAL" clId="{65104DF2-1B45-4C36-9E2A-F89658839DCF}" dt="2024-01-25T17:37:17.413" v="21593" actId="700"/>
          <ac:spMkLst>
            <pc:docMk/>
            <pc:sldMk cId="3433188129" sldId="945"/>
            <ac:spMk id="2" creationId="{FDC508B3-EA90-9347-6D4C-EF7A07AF44DF}"/>
          </ac:spMkLst>
        </pc:spChg>
        <pc:spChg chg="mod ord">
          <ac:chgData name="Palit, Tapti" userId="dec6fbcd-7598-406a-8cbf-504d4a3bac15" providerId="ADAL" clId="{65104DF2-1B45-4C36-9E2A-F89658839DCF}" dt="2024-01-25T17:37:17.413" v="21593" actId="700"/>
          <ac:spMkLst>
            <pc:docMk/>
            <pc:sldMk cId="3433188129" sldId="945"/>
            <ac:spMk id="3" creationId="{2246E50D-C821-CBE0-85B0-00E195167CAF}"/>
          </ac:spMkLst>
        </pc:spChg>
        <pc:spChg chg="mod ord">
          <ac:chgData name="Palit, Tapti" userId="dec6fbcd-7598-406a-8cbf-504d4a3bac15" providerId="ADAL" clId="{65104DF2-1B45-4C36-9E2A-F89658839DCF}" dt="2024-01-25T17:37:17.413" v="21593" actId="700"/>
          <ac:spMkLst>
            <pc:docMk/>
            <pc:sldMk cId="3433188129" sldId="945"/>
            <ac:spMk id="4" creationId="{A321B73A-33D9-AE8B-0339-06063916F56C}"/>
          </ac:spMkLst>
        </pc:spChg>
        <pc:spChg chg="add del mod">
          <ac:chgData name="Palit, Tapti" userId="dec6fbcd-7598-406a-8cbf-504d4a3bac15" providerId="ADAL" clId="{65104DF2-1B45-4C36-9E2A-F89658839DCF}" dt="2024-01-25T17:37:12.565" v="21592" actId="6264"/>
          <ac:spMkLst>
            <pc:docMk/>
            <pc:sldMk cId="3433188129" sldId="945"/>
            <ac:spMk id="5" creationId="{0C97FAAD-5D0B-EDD3-77A3-12F782405E00}"/>
          </ac:spMkLst>
        </pc:spChg>
        <pc:spChg chg="add del mod">
          <ac:chgData name="Palit, Tapti" userId="dec6fbcd-7598-406a-8cbf-504d4a3bac15" providerId="ADAL" clId="{65104DF2-1B45-4C36-9E2A-F89658839DCF}" dt="2024-01-25T17:37:12.565" v="21592" actId="6264"/>
          <ac:spMkLst>
            <pc:docMk/>
            <pc:sldMk cId="3433188129" sldId="945"/>
            <ac:spMk id="7" creationId="{A25F040E-8976-3D0A-7433-2E9D10EFDD8D}"/>
          </ac:spMkLst>
        </pc:spChg>
      </pc:sldChg>
      <pc:sldChg chg="modSp mod ord">
        <pc:chgData name="Palit, Tapti" userId="dec6fbcd-7598-406a-8cbf-504d4a3bac15" providerId="ADAL" clId="{65104DF2-1B45-4C36-9E2A-F89658839DCF}" dt="2024-01-26T00:15:15.091" v="22914" actId="20577"/>
        <pc:sldMkLst>
          <pc:docMk/>
          <pc:sldMk cId="2812914313" sldId="948"/>
        </pc:sldMkLst>
        <pc:spChg chg="mod">
          <ac:chgData name="Palit, Tapti" userId="dec6fbcd-7598-406a-8cbf-504d4a3bac15" providerId="ADAL" clId="{65104DF2-1B45-4C36-9E2A-F89658839DCF}" dt="2024-01-26T00:15:15.091" v="22914" actId="20577"/>
          <ac:spMkLst>
            <pc:docMk/>
            <pc:sldMk cId="2812914313" sldId="948"/>
            <ac:spMk id="3" creationId="{7C06EB84-67F6-F6DA-3A7D-A8D568AE3645}"/>
          </ac:spMkLst>
        </pc:spChg>
      </pc:sldChg>
      <pc:sldChg chg="del">
        <pc:chgData name="Palit, Tapti" userId="dec6fbcd-7598-406a-8cbf-504d4a3bac15" providerId="ADAL" clId="{65104DF2-1B45-4C36-9E2A-F89658839DCF}" dt="2024-01-25T17:05:34.775" v="20367" actId="47"/>
        <pc:sldMkLst>
          <pc:docMk/>
          <pc:sldMk cId="978634710" sldId="949"/>
        </pc:sldMkLst>
      </pc:sldChg>
      <pc:sldChg chg="modNotesTx">
        <pc:chgData name="Palit, Tapti" userId="dec6fbcd-7598-406a-8cbf-504d4a3bac15" providerId="ADAL" clId="{65104DF2-1B45-4C36-9E2A-F89658839DCF}" dt="2024-01-29T19:32:34.867" v="24799" actId="5793"/>
        <pc:sldMkLst>
          <pc:docMk/>
          <pc:sldMk cId="3977587906" sldId="952"/>
        </pc:sldMkLst>
      </pc:sldChg>
      <pc:sldChg chg="addSp modSp mod modClrScheme chgLayout">
        <pc:chgData name="Palit, Tapti" userId="dec6fbcd-7598-406a-8cbf-504d4a3bac15" providerId="ADAL" clId="{65104DF2-1B45-4C36-9E2A-F89658839DCF}" dt="2024-01-25T18:20:17.251" v="22802" actId="20577"/>
        <pc:sldMkLst>
          <pc:docMk/>
          <pc:sldMk cId="2856354667" sldId="953"/>
        </pc:sldMkLst>
        <pc:spChg chg="mod ord">
          <ac:chgData name="Palit, Tapti" userId="dec6fbcd-7598-406a-8cbf-504d4a3bac15" providerId="ADAL" clId="{65104DF2-1B45-4C36-9E2A-F89658839DCF}" dt="2024-01-25T18:20:03.502" v="22741" actId="700"/>
          <ac:spMkLst>
            <pc:docMk/>
            <pc:sldMk cId="2856354667" sldId="953"/>
            <ac:spMk id="2" creationId="{D9A69A7A-F324-44E2-A7BA-87B689E34CB2}"/>
          </ac:spMkLst>
        </pc:spChg>
        <pc:spChg chg="add mod ord">
          <ac:chgData name="Palit, Tapti" userId="dec6fbcd-7598-406a-8cbf-504d4a3bac15" providerId="ADAL" clId="{65104DF2-1B45-4C36-9E2A-F89658839DCF}" dt="2024-01-25T18:20:17.251" v="22802" actId="20577"/>
          <ac:spMkLst>
            <pc:docMk/>
            <pc:sldMk cId="2856354667" sldId="953"/>
            <ac:spMk id="3" creationId="{249D8319-1DD5-AE89-1883-86EAF8C7D271}"/>
          </ac:spMkLst>
        </pc:spChg>
        <pc:spChg chg="mod ord">
          <ac:chgData name="Palit, Tapti" userId="dec6fbcd-7598-406a-8cbf-504d4a3bac15" providerId="ADAL" clId="{65104DF2-1B45-4C36-9E2A-F89658839DCF}" dt="2024-01-25T18:20:03.502" v="22741" actId="700"/>
          <ac:spMkLst>
            <pc:docMk/>
            <pc:sldMk cId="2856354667" sldId="953"/>
            <ac:spMk id="4" creationId="{9ED004C1-E6E4-4280-8C88-31CB6685D77F}"/>
          </ac:spMkLst>
        </pc:spChg>
        <pc:spChg chg="mod ord">
          <ac:chgData name="Palit, Tapti" userId="dec6fbcd-7598-406a-8cbf-504d4a3bac15" providerId="ADAL" clId="{65104DF2-1B45-4C36-9E2A-F89658839DCF}" dt="2024-01-25T18:20:03.502" v="22741" actId="700"/>
          <ac:spMkLst>
            <pc:docMk/>
            <pc:sldMk cId="2856354667" sldId="953"/>
            <ac:spMk id="7" creationId="{F6DAE43A-F91E-1C9B-002B-6DADFDE55F0A}"/>
          </ac:spMkLst>
        </pc:spChg>
      </pc:sldChg>
      <pc:sldChg chg="del">
        <pc:chgData name="Palit, Tapti" userId="dec6fbcd-7598-406a-8cbf-504d4a3bac15" providerId="ADAL" clId="{65104DF2-1B45-4C36-9E2A-F89658839DCF}" dt="2024-01-25T17:41:12.215" v="21705" actId="2696"/>
        <pc:sldMkLst>
          <pc:docMk/>
          <pc:sldMk cId="2246639542" sldId="954"/>
        </pc:sldMkLst>
      </pc:sldChg>
      <pc:sldChg chg="add mod modShow">
        <pc:chgData name="Palit, Tapti" userId="dec6fbcd-7598-406a-8cbf-504d4a3bac15" providerId="ADAL" clId="{65104DF2-1B45-4C36-9E2A-F89658839DCF}" dt="2024-01-25T17:41:17.932" v="21707" actId="729"/>
        <pc:sldMkLst>
          <pc:docMk/>
          <pc:sldMk cId="2921979171" sldId="954"/>
        </pc:sldMkLst>
      </pc:sldChg>
      <pc:sldChg chg="add mod modShow">
        <pc:chgData name="Palit, Tapti" userId="dec6fbcd-7598-406a-8cbf-504d4a3bac15" providerId="ADAL" clId="{65104DF2-1B45-4C36-9E2A-F89658839DCF}" dt="2024-01-25T17:41:17.932" v="21707" actId="729"/>
        <pc:sldMkLst>
          <pc:docMk/>
          <pc:sldMk cId="1450890181" sldId="955"/>
        </pc:sldMkLst>
      </pc:sldChg>
      <pc:sldChg chg="del">
        <pc:chgData name="Palit, Tapti" userId="dec6fbcd-7598-406a-8cbf-504d4a3bac15" providerId="ADAL" clId="{65104DF2-1B45-4C36-9E2A-F89658839DCF}" dt="2024-01-25T17:41:12.215" v="21705" actId="2696"/>
        <pc:sldMkLst>
          <pc:docMk/>
          <pc:sldMk cId="3614479962" sldId="955"/>
        </pc:sldMkLst>
      </pc:sldChg>
      <pc:sldChg chg="del">
        <pc:chgData name="Palit, Tapti" userId="dec6fbcd-7598-406a-8cbf-504d4a3bac15" providerId="ADAL" clId="{65104DF2-1B45-4C36-9E2A-F89658839DCF}" dt="2024-01-25T17:41:12.215" v="21705" actId="2696"/>
        <pc:sldMkLst>
          <pc:docMk/>
          <pc:sldMk cId="1168999811" sldId="957"/>
        </pc:sldMkLst>
      </pc:sldChg>
      <pc:sldChg chg="add mod modShow">
        <pc:chgData name="Palit, Tapti" userId="dec6fbcd-7598-406a-8cbf-504d4a3bac15" providerId="ADAL" clId="{65104DF2-1B45-4C36-9E2A-F89658839DCF}" dt="2024-01-25T17:41:17.932" v="21707" actId="729"/>
        <pc:sldMkLst>
          <pc:docMk/>
          <pc:sldMk cId="2971057994" sldId="957"/>
        </pc:sldMkLst>
      </pc:sldChg>
      <pc:sldChg chg="add del">
        <pc:chgData name="Palit, Tapti" userId="dec6fbcd-7598-406a-8cbf-504d4a3bac15" providerId="ADAL" clId="{65104DF2-1B45-4C36-9E2A-F89658839DCF}" dt="2024-01-25T18:14:25.477" v="22587" actId="2696"/>
        <pc:sldMkLst>
          <pc:docMk/>
          <pc:sldMk cId="19723323" sldId="961"/>
        </pc:sldMkLst>
      </pc:sldChg>
      <pc:sldChg chg="add mod modShow">
        <pc:chgData name="Palit, Tapti" userId="dec6fbcd-7598-406a-8cbf-504d4a3bac15" providerId="ADAL" clId="{65104DF2-1B45-4C36-9E2A-F89658839DCF}" dt="2024-01-25T18:14:34.781" v="22589" actId="729"/>
        <pc:sldMkLst>
          <pc:docMk/>
          <pc:sldMk cId="3503139477" sldId="961"/>
        </pc:sldMkLst>
      </pc:sldChg>
      <pc:sldChg chg="modSp mod modNotesTx">
        <pc:chgData name="Palit, Tapti" userId="dec6fbcd-7598-406a-8cbf-504d4a3bac15" providerId="ADAL" clId="{65104DF2-1B45-4C36-9E2A-F89658839DCF}" dt="2024-01-25T17:51:35.529" v="21996" actId="20577"/>
        <pc:sldMkLst>
          <pc:docMk/>
          <pc:sldMk cId="3056711572" sldId="962"/>
        </pc:sldMkLst>
        <pc:spChg chg="mod">
          <ac:chgData name="Palit, Tapti" userId="dec6fbcd-7598-406a-8cbf-504d4a3bac15" providerId="ADAL" clId="{65104DF2-1B45-4C36-9E2A-F89658839DCF}" dt="2024-01-25T15:51:41.713" v="19064" actId="20577"/>
          <ac:spMkLst>
            <pc:docMk/>
            <pc:sldMk cId="3056711572" sldId="962"/>
            <ac:spMk id="15" creationId="{BD24C1F8-9CF9-C8AD-91A2-C65080B1EB3A}"/>
          </ac:spMkLst>
        </pc:spChg>
      </pc:sldChg>
      <pc:sldChg chg="modSp mod modNotesTx">
        <pc:chgData name="Palit, Tapti" userId="dec6fbcd-7598-406a-8cbf-504d4a3bac15" providerId="ADAL" clId="{65104DF2-1B45-4C36-9E2A-F89658839DCF}" dt="2024-02-06T21:27:21.895" v="27995" actId="20577"/>
        <pc:sldMkLst>
          <pc:docMk/>
          <pc:sldMk cId="2709033885" sldId="963"/>
        </pc:sldMkLst>
        <pc:spChg chg="mod">
          <ac:chgData name="Palit, Tapti" userId="dec6fbcd-7598-406a-8cbf-504d4a3bac15" providerId="ADAL" clId="{65104DF2-1B45-4C36-9E2A-F89658839DCF}" dt="2024-01-25T15:44:36.256" v="18834" actId="20577"/>
          <ac:spMkLst>
            <pc:docMk/>
            <pc:sldMk cId="2709033885" sldId="963"/>
            <ac:spMk id="9" creationId="{F4EB9B6A-BE52-9253-2935-E74C4A62F710}"/>
          </ac:spMkLst>
        </pc:spChg>
      </pc:sldChg>
      <pc:sldChg chg="addSp delSp modSp mod modClrScheme modAnim chgLayout">
        <pc:chgData name="Palit, Tapti" userId="dec6fbcd-7598-406a-8cbf-504d4a3bac15" providerId="ADAL" clId="{65104DF2-1B45-4C36-9E2A-F89658839DCF}" dt="2024-01-25T15:49:27.153" v="19046" actId="1076"/>
        <pc:sldMkLst>
          <pc:docMk/>
          <pc:sldMk cId="1870069782" sldId="964"/>
        </pc:sldMkLst>
        <pc:spChg chg="mod ord">
          <ac:chgData name="Palit, Tapti" userId="dec6fbcd-7598-406a-8cbf-504d4a3bac15" providerId="ADAL" clId="{65104DF2-1B45-4C36-9E2A-F89658839DCF}" dt="2024-01-25T15:49:21.131" v="19045" actId="6264"/>
          <ac:spMkLst>
            <pc:docMk/>
            <pc:sldMk cId="1870069782" sldId="964"/>
            <ac:spMk id="2" creationId="{C3C46814-2A6F-41B6-904E-8EDDD855207C}"/>
          </ac:spMkLst>
        </pc:spChg>
        <pc:spChg chg="mod ord">
          <ac:chgData name="Palit, Tapti" userId="dec6fbcd-7598-406a-8cbf-504d4a3bac15" providerId="ADAL" clId="{65104DF2-1B45-4C36-9E2A-F89658839DCF}" dt="2024-01-25T15:49:21.131" v="19045" actId="6264"/>
          <ac:spMkLst>
            <pc:docMk/>
            <pc:sldMk cId="1870069782" sldId="964"/>
            <ac:spMk id="3" creationId="{A19E8EDF-6681-42C8-AB61-DCACB7B7EEB5}"/>
          </ac:spMkLst>
        </pc:spChg>
        <pc:spChg chg="mod ord">
          <ac:chgData name="Palit, Tapti" userId="dec6fbcd-7598-406a-8cbf-504d4a3bac15" providerId="ADAL" clId="{65104DF2-1B45-4C36-9E2A-F89658839DCF}" dt="2024-01-25T15:49:21.131" v="19045" actId="6264"/>
          <ac:spMkLst>
            <pc:docMk/>
            <pc:sldMk cId="1870069782" sldId="964"/>
            <ac:spMk id="4" creationId="{D74339C7-0629-431F-B768-13974CDF31FB}"/>
          </ac:spMkLst>
        </pc:spChg>
        <pc:spChg chg="add del mod">
          <ac:chgData name="Palit, Tapti" userId="dec6fbcd-7598-406a-8cbf-504d4a3bac15" providerId="ADAL" clId="{65104DF2-1B45-4C36-9E2A-F89658839DCF}" dt="2024-01-25T15:49:21.131" v="19045" actId="6264"/>
          <ac:spMkLst>
            <pc:docMk/>
            <pc:sldMk cId="1870069782" sldId="964"/>
            <ac:spMk id="6" creationId="{37437F52-A300-E8F5-7EE8-2466804FC5CC}"/>
          </ac:spMkLst>
        </pc:spChg>
        <pc:spChg chg="add del mod">
          <ac:chgData name="Palit, Tapti" userId="dec6fbcd-7598-406a-8cbf-504d4a3bac15" providerId="ADAL" clId="{65104DF2-1B45-4C36-9E2A-F89658839DCF}" dt="2024-01-25T15:49:21.131" v="19045" actId="6264"/>
          <ac:spMkLst>
            <pc:docMk/>
            <pc:sldMk cId="1870069782" sldId="964"/>
            <ac:spMk id="7" creationId="{6A944051-0FA9-C857-1DF7-C17FA20C2729}"/>
          </ac:spMkLst>
        </pc:spChg>
        <pc:spChg chg="add del mod">
          <ac:chgData name="Palit, Tapti" userId="dec6fbcd-7598-406a-8cbf-504d4a3bac15" providerId="ADAL" clId="{65104DF2-1B45-4C36-9E2A-F89658839DCF}" dt="2024-01-25T15:49:21.131" v="19045" actId="6264"/>
          <ac:spMkLst>
            <pc:docMk/>
            <pc:sldMk cId="1870069782" sldId="964"/>
            <ac:spMk id="8" creationId="{9DA0F8AE-E9A7-8577-4851-CE0253A37DF5}"/>
          </ac:spMkLst>
        </pc:spChg>
        <pc:spChg chg="mod">
          <ac:chgData name="Palit, Tapti" userId="dec6fbcd-7598-406a-8cbf-504d4a3bac15" providerId="ADAL" clId="{65104DF2-1B45-4C36-9E2A-F89658839DCF}" dt="2024-01-25T15:49:27.153" v="19046" actId="1076"/>
          <ac:spMkLst>
            <pc:docMk/>
            <pc:sldMk cId="1870069782" sldId="964"/>
            <ac:spMk id="27" creationId="{85710342-0343-4CE7-A7D0-2B8A4E300AD1}"/>
          </ac:spMkLst>
        </pc:spChg>
      </pc:sldChg>
      <pc:sldChg chg="delSp modSp del mod modAnim">
        <pc:chgData name="Palit, Tapti" userId="dec6fbcd-7598-406a-8cbf-504d4a3bac15" providerId="ADAL" clId="{65104DF2-1B45-4C36-9E2A-F89658839DCF}" dt="2024-01-25T17:51:54.626" v="21997" actId="2696"/>
        <pc:sldMkLst>
          <pc:docMk/>
          <pc:sldMk cId="1189298131" sldId="968"/>
        </pc:sldMkLst>
        <pc:spChg chg="del">
          <ac:chgData name="Palit, Tapti" userId="dec6fbcd-7598-406a-8cbf-504d4a3bac15" providerId="ADAL" clId="{65104DF2-1B45-4C36-9E2A-F89658839DCF}" dt="2024-01-25T15:53:35.676" v="19123" actId="478"/>
          <ac:spMkLst>
            <pc:docMk/>
            <pc:sldMk cId="1189298131" sldId="968"/>
            <ac:spMk id="7" creationId="{E0B0038F-637D-8542-75CD-A96CBD5F75FC}"/>
          </ac:spMkLst>
        </pc:spChg>
        <pc:spChg chg="del">
          <ac:chgData name="Palit, Tapti" userId="dec6fbcd-7598-406a-8cbf-504d4a3bac15" providerId="ADAL" clId="{65104DF2-1B45-4C36-9E2A-F89658839DCF}" dt="2024-01-25T15:53:35.676" v="19123" actId="478"/>
          <ac:spMkLst>
            <pc:docMk/>
            <pc:sldMk cId="1189298131" sldId="968"/>
            <ac:spMk id="10" creationId="{2FCDE65C-76B5-6A17-E56A-13CB415AE5B2}"/>
          </ac:spMkLst>
        </pc:spChg>
        <pc:spChg chg="del">
          <ac:chgData name="Palit, Tapti" userId="dec6fbcd-7598-406a-8cbf-504d4a3bac15" providerId="ADAL" clId="{65104DF2-1B45-4C36-9E2A-F89658839DCF}" dt="2024-01-25T15:53:35.676" v="19123" actId="478"/>
          <ac:spMkLst>
            <pc:docMk/>
            <pc:sldMk cId="1189298131" sldId="968"/>
            <ac:spMk id="11" creationId="{B7470CE5-0A39-4DDB-0B29-AC5022432637}"/>
          </ac:spMkLst>
        </pc:spChg>
        <pc:cxnChg chg="del mod">
          <ac:chgData name="Palit, Tapti" userId="dec6fbcd-7598-406a-8cbf-504d4a3bac15" providerId="ADAL" clId="{65104DF2-1B45-4C36-9E2A-F89658839DCF}" dt="2024-01-25T15:53:35.676" v="19123" actId="478"/>
          <ac:cxnSpMkLst>
            <pc:docMk/>
            <pc:sldMk cId="1189298131" sldId="968"/>
            <ac:cxnSpMk id="9" creationId="{B2D49B58-8F7C-63D8-6655-266D34AF0C12}"/>
          </ac:cxnSpMkLst>
        </pc:cxnChg>
      </pc:sldChg>
      <pc:sldChg chg="add mod modShow">
        <pc:chgData name="Palit, Tapti" userId="dec6fbcd-7598-406a-8cbf-504d4a3bac15" providerId="ADAL" clId="{65104DF2-1B45-4C36-9E2A-F89658839DCF}" dt="2024-01-25T17:52:01.059" v="21999" actId="729"/>
        <pc:sldMkLst>
          <pc:docMk/>
          <pc:sldMk cId="3514617199" sldId="968"/>
        </pc:sldMkLst>
      </pc:sldChg>
      <pc:sldChg chg="add">
        <pc:chgData name="Palit, Tapti" userId="dec6fbcd-7598-406a-8cbf-504d4a3bac15" providerId="ADAL" clId="{65104DF2-1B45-4C36-9E2A-F89658839DCF}" dt="2024-01-25T17:20:11.985" v="20755"/>
        <pc:sldMkLst>
          <pc:docMk/>
          <pc:sldMk cId="2692885466" sldId="969"/>
        </pc:sldMkLst>
      </pc:sldChg>
      <pc:sldChg chg="del">
        <pc:chgData name="Palit, Tapti" userId="dec6fbcd-7598-406a-8cbf-504d4a3bac15" providerId="ADAL" clId="{65104DF2-1B45-4C36-9E2A-F89658839DCF}" dt="2024-01-25T17:19:57.673" v="20754" actId="2696"/>
        <pc:sldMkLst>
          <pc:docMk/>
          <pc:sldMk cId="2912354554" sldId="969"/>
        </pc:sldMkLst>
      </pc:sldChg>
      <pc:sldChg chg="add mod modShow">
        <pc:chgData name="Palit, Tapti" userId="dec6fbcd-7598-406a-8cbf-504d4a3bac15" providerId="ADAL" clId="{65104DF2-1B45-4C36-9E2A-F89658839DCF}" dt="2024-01-25T17:52:01.059" v="21999" actId="729"/>
        <pc:sldMkLst>
          <pc:docMk/>
          <pc:sldMk cId="2490930105" sldId="970"/>
        </pc:sldMkLst>
      </pc:sldChg>
      <pc:sldChg chg="addSp modSp del mod modClrScheme modAnim chgLayout">
        <pc:chgData name="Palit, Tapti" userId="dec6fbcd-7598-406a-8cbf-504d4a3bac15" providerId="ADAL" clId="{65104DF2-1B45-4C36-9E2A-F89658839DCF}" dt="2024-01-25T17:51:54.626" v="21997" actId="2696"/>
        <pc:sldMkLst>
          <pc:docMk/>
          <pc:sldMk cId="3991709773" sldId="970"/>
        </pc:sldMkLst>
        <pc:spChg chg="mod ord">
          <ac:chgData name="Palit, Tapti" userId="dec6fbcd-7598-406a-8cbf-504d4a3bac15" providerId="ADAL" clId="{65104DF2-1B45-4C36-9E2A-F89658839DCF}" dt="2024-01-25T15:55:31.518" v="19144" actId="700"/>
          <ac:spMkLst>
            <pc:docMk/>
            <pc:sldMk cId="3991709773" sldId="970"/>
            <ac:spMk id="2" creationId="{D7EC638E-4A77-46B8-B32A-298B47F2DEB0}"/>
          </ac:spMkLst>
        </pc:spChg>
        <pc:spChg chg="mod ord">
          <ac:chgData name="Palit, Tapti" userId="dec6fbcd-7598-406a-8cbf-504d4a3bac15" providerId="ADAL" clId="{65104DF2-1B45-4C36-9E2A-F89658839DCF}" dt="2024-01-25T15:55:31.518" v="19144" actId="700"/>
          <ac:spMkLst>
            <pc:docMk/>
            <pc:sldMk cId="3991709773" sldId="970"/>
            <ac:spMk id="3" creationId="{DBF81D88-EE7F-4956-ADB0-DA856615FD00}"/>
          </ac:spMkLst>
        </pc:spChg>
        <pc:spChg chg="mod ord">
          <ac:chgData name="Palit, Tapti" userId="dec6fbcd-7598-406a-8cbf-504d4a3bac15" providerId="ADAL" clId="{65104DF2-1B45-4C36-9E2A-F89658839DCF}" dt="2024-01-25T15:55:31.518" v="19144" actId="700"/>
          <ac:spMkLst>
            <pc:docMk/>
            <pc:sldMk cId="3991709773" sldId="970"/>
            <ac:spMk id="4" creationId="{51C8A26E-666D-4C70-84CF-ED9A6EADF9F2}"/>
          </ac:spMkLst>
        </pc:spChg>
        <pc:spChg chg="add mod">
          <ac:chgData name="Palit, Tapti" userId="dec6fbcd-7598-406a-8cbf-504d4a3bac15" providerId="ADAL" clId="{65104DF2-1B45-4C36-9E2A-F89658839DCF}" dt="2024-01-25T15:55:25.258" v="19143"/>
          <ac:spMkLst>
            <pc:docMk/>
            <pc:sldMk cId="3991709773" sldId="970"/>
            <ac:spMk id="6" creationId="{744C9578-B551-CDC8-52AB-43EA924F6812}"/>
          </ac:spMkLst>
        </pc:spChg>
        <pc:spChg chg="add mod ord">
          <ac:chgData name="Palit, Tapti" userId="dec6fbcd-7598-406a-8cbf-504d4a3bac15" providerId="ADAL" clId="{65104DF2-1B45-4C36-9E2A-F89658839DCF}" dt="2024-01-25T15:55:37.906" v="19146" actId="20577"/>
          <ac:spMkLst>
            <pc:docMk/>
            <pc:sldMk cId="3991709773" sldId="970"/>
            <ac:spMk id="7" creationId="{E898161F-9902-16D9-91EE-E98A783EA38E}"/>
          </ac:spMkLst>
        </pc:spChg>
      </pc:sldChg>
      <pc:sldChg chg="addSp modSp del mod">
        <pc:chgData name="Palit, Tapti" userId="dec6fbcd-7598-406a-8cbf-504d4a3bac15" providerId="ADAL" clId="{65104DF2-1B45-4C36-9E2A-F89658839DCF}" dt="2024-01-25T17:19:57.673" v="20754" actId="2696"/>
        <pc:sldMkLst>
          <pc:docMk/>
          <pc:sldMk cId="45369823" sldId="971"/>
        </pc:sldMkLst>
        <pc:spChg chg="add mod">
          <ac:chgData name="Palit, Tapti" userId="dec6fbcd-7598-406a-8cbf-504d4a3bac15" providerId="ADAL" clId="{65104DF2-1B45-4C36-9E2A-F89658839DCF}" dt="2024-01-25T15:57:42.553" v="19162" actId="692"/>
          <ac:spMkLst>
            <pc:docMk/>
            <pc:sldMk cId="45369823" sldId="971"/>
            <ac:spMk id="7" creationId="{0A390AE2-9CE4-81EB-6315-2DE2F897D709}"/>
          </ac:spMkLst>
        </pc:spChg>
      </pc:sldChg>
      <pc:sldChg chg="add">
        <pc:chgData name="Palit, Tapti" userId="dec6fbcd-7598-406a-8cbf-504d4a3bac15" providerId="ADAL" clId="{65104DF2-1B45-4C36-9E2A-F89658839DCF}" dt="2024-01-25T17:20:11.985" v="20755"/>
        <pc:sldMkLst>
          <pc:docMk/>
          <pc:sldMk cId="2492629946" sldId="971"/>
        </pc:sldMkLst>
      </pc:sldChg>
      <pc:sldChg chg="del">
        <pc:chgData name="Palit, Tapti" userId="dec6fbcd-7598-406a-8cbf-504d4a3bac15" providerId="ADAL" clId="{65104DF2-1B45-4C36-9E2A-F89658839DCF}" dt="2024-01-25T17:19:57.673" v="20754" actId="2696"/>
        <pc:sldMkLst>
          <pc:docMk/>
          <pc:sldMk cId="1565518979" sldId="972"/>
        </pc:sldMkLst>
      </pc:sldChg>
      <pc:sldChg chg="addSp modSp add del mod">
        <pc:chgData name="Palit, Tapti" userId="dec6fbcd-7598-406a-8cbf-504d4a3bac15" providerId="ADAL" clId="{65104DF2-1B45-4C36-9E2A-F89658839DCF}" dt="2024-02-06T17:36:28.896" v="25685" actId="27918"/>
        <pc:sldMkLst>
          <pc:docMk/>
          <pc:sldMk cId="2630279957" sldId="972"/>
        </pc:sldMkLst>
        <pc:spChg chg="add mod">
          <ac:chgData name="Palit, Tapti" userId="dec6fbcd-7598-406a-8cbf-504d4a3bac15" providerId="ADAL" clId="{65104DF2-1B45-4C36-9E2A-F89658839DCF}" dt="2024-01-29T18:33:15.375" v="24360" actId="1076"/>
          <ac:spMkLst>
            <pc:docMk/>
            <pc:sldMk cId="2630279957" sldId="972"/>
            <ac:spMk id="5" creationId="{2357395B-891A-01AB-03DA-8F606276C50F}"/>
          </ac:spMkLst>
        </pc:spChg>
        <pc:spChg chg="mod">
          <ac:chgData name="Palit, Tapti" userId="dec6fbcd-7598-406a-8cbf-504d4a3bac15" providerId="ADAL" clId="{65104DF2-1B45-4C36-9E2A-F89658839DCF}" dt="2024-01-29T19:27:12.977" v="24469" actId="20577"/>
          <ac:spMkLst>
            <pc:docMk/>
            <pc:sldMk cId="2630279957" sldId="972"/>
            <ac:spMk id="6" creationId="{C610557C-4A52-48C2-36D5-72A6998E85D2}"/>
          </ac:spMkLst>
        </pc:spChg>
        <pc:graphicFrameChg chg="mod">
          <ac:chgData name="Palit, Tapti" userId="dec6fbcd-7598-406a-8cbf-504d4a3bac15" providerId="ADAL" clId="{65104DF2-1B45-4C36-9E2A-F89658839DCF}" dt="2024-02-06T17:34:23.105" v="25668" actId="692"/>
          <ac:graphicFrameMkLst>
            <pc:docMk/>
            <pc:sldMk cId="2630279957" sldId="972"/>
            <ac:graphicFrameMk id="13" creationId="{8AD63073-F432-BE5C-FFCC-6F13270A901F}"/>
          </ac:graphicFrameMkLst>
        </pc:graphicFrameChg>
      </pc:sldChg>
      <pc:sldChg chg="add del">
        <pc:chgData name="Palit, Tapti" userId="dec6fbcd-7598-406a-8cbf-504d4a3bac15" providerId="ADAL" clId="{65104DF2-1B45-4C36-9E2A-F89658839DCF}" dt="2024-01-26T17:57:05.745" v="22958"/>
        <pc:sldMkLst>
          <pc:docMk/>
          <pc:sldMk cId="4124795810" sldId="972"/>
        </pc:sldMkLst>
      </pc:sldChg>
      <pc:sldChg chg="del">
        <pc:chgData name="Palit, Tapti" userId="dec6fbcd-7598-406a-8cbf-504d4a3bac15" providerId="ADAL" clId="{65104DF2-1B45-4C36-9E2A-F89658839DCF}" dt="2024-01-25T15:55:44.778" v="19147" actId="47"/>
        <pc:sldMkLst>
          <pc:docMk/>
          <pc:sldMk cId="1869962430" sldId="973"/>
        </pc:sldMkLst>
      </pc:sldChg>
      <pc:sldChg chg="del modAnim">
        <pc:chgData name="Palit, Tapti" userId="dec6fbcd-7598-406a-8cbf-504d4a3bac15" providerId="ADAL" clId="{65104DF2-1B45-4C36-9E2A-F89658839DCF}" dt="2024-01-25T17:19:57.673" v="20754" actId="2696"/>
        <pc:sldMkLst>
          <pc:docMk/>
          <pc:sldMk cId="302348949" sldId="974"/>
        </pc:sldMkLst>
      </pc:sldChg>
      <pc:sldChg chg="addSp delSp modSp add mod chgLayout">
        <pc:chgData name="Palit, Tapti" userId="dec6fbcd-7598-406a-8cbf-504d4a3bac15" providerId="ADAL" clId="{65104DF2-1B45-4C36-9E2A-F89658839DCF}" dt="2024-01-25T17:27:17.114" v="21145" actId="20577"/>
        <pc:sldMkLst>
          <pc:docMk/>
          <pc:sldMk cId="2119273101" sldId="974"/>
        </pc:sldMkLst>
        <pc:spChg chg="mod ord">
          <ac:chgData name="Palit, Tapti" userId="dec6fbcd-7598-406a-8cbf-504d4a3bac15" providerId="ADAL" clId="{65104DF2-1B45-4C36-9E2A-F89658839DCF}" dt="2024-01-25T17:27:03.608" v="21076" actId="6264"/>
          <ac:spMkLst>
            <pc:docMk/>
            <pc:sldMk cId="2119273101" sldId="974"/>
            <ac:spMk id="2" creationId="{40DFA5DC-A829-B052-17BC-8F0762F4FE5A}"/>
          </ac:spMkLst>
        </pc:spChg>
        <pc:spChg chg="add del mod">
          <ac:chgData name="Palit, Tapti" userId="dec6fbcd-7598-406a-8cbf-504d4a3bac15" providerId="ADAL" clId="{65104DF2-1B45-4C36-9E2A-F89658839DCF}" dt="2024-01-25T17:27:03.608" v="21076" actId="6264"/>
          <ac:spMkLst>
            <pc:docMk/>
            <pc:sldMk cId="2119273101" sldId="974"/>
            <ac:spMk id="3" creationId="{A12C6634-147B-454B-036E-75C1944D8203}"/>
          </ac:spMkLst>
        </pc:spChg>
        <pc:spChg chg="mod ord">
          <ac:chgData name="Palit, Tapti" userId="dec6fbcd-7598-406a-8cbf-504d4a3bac15" providerId="ADAL" clId="{65104DF2-1B45-4C36-9E2A-F89658839DCF}" dt="2024-01-25T17:27:03.608" v="21076" actId="6264"/>
          <ac:spMkLst>
            <pc:docMk/>
            <pc:sldMk cId="2119273101" sldId="974"/>
            <ac:spMk id="4" creationId="{6F8F59D9-18A7-C198-82D9-1D80BF9279D4}"/>
          </ac:spMkLst>
        </pc:spChg>
        <pc:spChg chg="add del mod">
          <ac:chgData name="Palit, Tapti" userId="dec6fbcd-7598-406a-8cbf-504d4a3bac15" providerId="ADAL" clId="{65104DF2-1B45-4C36-9E2A-F89658839DCF}" dt="2024-01-25T17:27:03.608" v="21076" actId="6264"/>
          <ac:spMkLst>
            <pc:docMk/>
            <pc:sldMk cId="2119273101" sldId="974"/>
            <ac:spMk id="6" creationId="{8307717E-EE58-9296-293C-C893AEE15879}"/>
          </ac:spMkLst>
        </pc:spChg>
        <pc:spChg chg="add mod ord">
          <ac:chgData name="Palit, Tapti" userId="dec6fbcd-7598-406a-8cbf-504d4a3bac15" providerId="ADAL" clId="{65104DF2-1B45-4C36-9E2A-F89658839DCF}" dt="2024-01-25T17:27:17.114" v="21145" actId="20577"/>
          <ac:spMkLst>
            <pc:docMk/>
            <pc:sldMk cId="2119273101" sldId="974"/>
            <ac:spMk id="7" creationId="{BB113AE1-85FB-8DC6-BD35-D536DD77647B}"/>
          </ac:spMkLst>
        </pc:spChg>
      </pc:sldChg>
      <pc:sldChg chg="addSp delSp modSp mod modAnim modNotesTx">
        <pc:chgData name="Palit, Tapti" userId="dec6fbcd-7598-406a-8cbf-504d4a3bac15" providerId="ADAL" clId="{65104DF2-1B45-4C36-9E2A-F89658839DCF}" dt="2024-01-25T17:49:02.921" v="21911" actId="20577"/>
        <pc:sldMkLst>
          <pc:docMk/>
          <pc:sldMk cId="1066699698" sldId="975"/>
        </pc:sldMkLst>
        <pc:spChg chg="mod">
          <ac:chgData name="Palit, Tapti" userId="dec6fbcd-7598-406a-8cbf-504d4a3bac15" providerId="ADAL" clId="{65104DF2-1B45-4C36-9E2A-F89658839DCF}" dt="2024-01-25T17:48:34.157" v="21884" actId="20577"/>
          <ac:spMkLst>
            <pc:docMk/>
            <pc:sldMk cId="1066699698" sldId="975"/>
            <ac:spMk id="2" creationId="{E34572E4-3E14-4421-B29A-F1D23D9EC4DB}"/>
          </ac:spMkLst>
        </pc:spChg>
        <pc:spChg chg="mod">
          <ac:chgData name="Palit, Tapti" userId="dec6fbcd-7598-406a-8cbf-504d4a3bac15" providerId="ADAL" clId="{65104DF2-1B45-4C36-9E2A-F89658839DCF}" dt="2024-01-25T17:48:41.547" v="21885"/>
          <ac:spMkLst>
            <pc:docMk/>
            <pc:sldMk cId="1066699698" sldId="975"/>
            <ac:spMk id="3" creationId="{FD2707FB-39CD-4B34-8272-9D4AEC503DBF}"/>
          </ac:spMkLst>
        </pc:spChg>
        <pc:spChg chg="add mod">
          <ac:chgData name="Palit, Tapti" userId="dec6fbcd-7598-406a-8cbf-504d4a3bac15" providerId="ADAL" clId="{65104DF2-1B45-4C36-9E2A-F89658839DCF}" dt="2024-01-25T17:47:21.640" v="21867" actId="207"/>
          <ac:spMkLst>
            <pc:docMk/>
            <pc:sldMk cId="1066699698" sldId="975"/>
            <ac:spMk id="5" creationId="{0B72421C-B48E-149E-BDD2-BDFB2C660ABF}"/>
          </ac:spMkLst>
        </pc:spChg>
        <pc:spChg chg="add del mod">
          <ac:chgData name="Palit, Tapti" userId="dec6fbcd-7598-406a-8cbf-504d4a3bac15" providerId="ADAL" clId="{65104DF2-1B45-4C36-9E2A-F89658839DCF}" dt="2024-01-25T17:48:54.383" v="21887" actId="21"/>
          <ac:spMkLst>
            <pc:docMk/>
            <pc:sldMk cId="1066699698" sldId="975"/>
            <ac:spMk id="6" creationId="{E2465E7F-1B40-61F5-3048-911F93C58C51}"/>
          </ac:spMkLst>
        </pc:spChg>
        <pc:spChg chg="del">
          <ac:chgData name="Palit, Tapti" userId="dec6fbcd-7598-406a-8cbf-504d4a3bac15" providerId="ADAL" clId="{65104DF2-1B45-4C36-9E2A-F89658839DCF}" dt="2024-01-25T17:46:57.270" v="21844" actId="478"/>
          <ac:spMkLst>
            <pc:docMk/>
            <pc:sldMk cId="1066699698" sldId="975"/>
            <ac:spMk id="12" creationId="{26477F96-6884-CFE7-91D6-7C1AD81FBBDD}"/>
          </ac:spMkLst>
        </pc:spChg>
        <pc:graphicFrameChg chg="modGraphic">
          <ac:chgData name="Palit, Tapti" userId="dec6fbcd-7598-406a-8cbf-504d4a3bac15" providerId="ADAL" clId="{65104DF2-1B45-4C36-9E2A-F89658839DCF}" dt="2024-01-25T17:48:21.837" v="21876" actId="6549"/>
          <ac:graphicFrameMkLst>
            <pc:docMk/>
            <pc:sldMk cId="1066699698" sldId="975"/>
            <ac:graphicFrameMk id="13" creationId="{85666DB5-D78E-C0E9-3649-93E41B7F7755}"/>
          </ac:graphicFrameMkLst>
        </pc:graphicFrameChg>
      </pc:sldChg>
      <pc:sldChg chg="add mod modShow">
        <pc:chgData name="Palit, Tapti" userId="dec6fbcd-7598-406a-8cbf-504d4a3bac15" providerId="ADAL" clId="{65104DF2-1B45-4C36-9E2A-F89658839DCF}" dt="2024-01-25T17:52:01.059" v="21999" actId="729"/>
        <pc:sldMkLst>
          <pc:docMk/>
          <pc:sldMk cId="510541664" sldId="976"/>
        </pc:sldMkLst>
      </pc:sldChg>
      <pc:sldChg chg="modSp del modAnim">
        <pc:chgData name="Palit, Tapti" userId="dec6fbcd-7598-406a-8cbf-504d4a3bac15" providerId="ADAL" clId="{65104DF2-1B45-4C36-9E2A-F89658839DCF}" dt="2024-01-25T17:51:54.626" v="21997" actId="2696"/>
        <pc:sldMkLst>
          <pc:docMk/>
          <pc:sldMk cId="1956623969" sldId="976"/>
        </pc:sldMkLst>
        <pc:spChg chg="mod">
          <ac:chgData name="Palit, Tapti" userId="dec6fbcd-7598-406a-8cbf-504d4a3bac15" providerId="ADAL" clId="{65104DF2-1B45-4C36-9E2A-F89658839DCF}" dt="2024-01-25T15:54:04.732" v="19141" actId="20577"/>
          <ac:spMkLst>
            <pc:docMk/>
            <pc:sldMk cId="1956623969" sldId="976"/>
            <ac:spMk id="2" creationId="{E470CC57-6C32-7825-9CCD-F4A192D3119F}"/>
          </ac:spMkLst>
        </pc:spChg>
      </pc:sldChg>
      <pc:sldChg chg="add mod modShow">
        <pc:chgData name="Palit, Tapti" userId="dec6fbcd-7598-406a-8cbf-504d4a3bac15" providerId="ADAL" clId="{65104DF2-1B45-4C36-9E2A-F89658839DCF}" dt="2024-01-25T17:52:01.059" v="21999" actId="729"/>
        <pc:sldMkLst>
          <pc:docMk/>
          <pc:sldMk cId="733332210" sldId="977"/>
        </pc:sldMkLst>
      </pc:sldChg>
      <pc:sldChg chg="modSp del mod">
        <pc:chgData name="Palit, Tapti" userId="dec6fbcd-7598-406a-8cbf-504d4a3bac15" providerId="ADAL" clId="{65104DF2-1B45-4C36-9E2A-F89658839DCF}" dt="2024-01-25T17:51:54.626" v="21997" actId="2696"/>
        <pc:sldMkLst>
          <pc:docMk/>
          <pc:sldMk cId="4084256559" sldId="977"/>
        </pc:sldMkLst>
        <pc:spChg chg="mod">
          <ac:chgData name="Palit, Tapti" userId="dec6fbcd-7598-406a-8cbf-504d4a3bac15" providerId="ADAL" clId="{65104DF2-1B45-4C36-9E2A-F89658839DCF}" dt="2024-01-25T15:52:41.015" v="19120" actId="20577"/>
          <ac:spMkLst>
            <pc:docMk/>
            <pc:sldMk cId="4084256559" sldId="977"/>
            <ac:spMk id="3" creationId="{5355D09F-07D4-C48B-61E0-110907923520}"/>
          </ac:spMkLst>
        </pc:spChg>
      </pc:sldChg>
      <pc:sldChg chg="add mod modShow">
        <pc:chgData name="Palit, Tapti" userId="dec6fbcd-7598-406a-8cbf-504d4a3bac15" providerId="ADAL" clId="{65104DF2-1B45-4C36-9E2A-F89658839DCF}" dt="2024-01-25T17:52:01.059" v="21999" actId="729"/>
        <pc:sldMkLst>
          <pc:docMk/>
          <pc:sldMk cId="2574414512" sldId="978"/>
        </pc:sldMkLst>
      </pc:sldChg>
      <pc:sldChg chg="modSp del mod">
        <pc:chgData name="Palit, Tapti" userId="dec6fbcd-7598-406a-8cbf-504d4a3bac15" providerId="ADAL" clId="{65104DF2-1B45-4C36-9E2A-F89658839DCF}" dt="2024-01-25T17:51:54.626" v="21997" actId="2696"/>
        <pc:sldMkLst>
          <pc:docMk/>
          <pc:sldMk cId="3270966025" sldId="978"/>
        </pc:sldMkLst>
        <pc:spChg chg="mod">
          <ac:chgData name="Palit, Tapti" userId="dec6fbcd-7598-406a-8cbf-504d4a3bac15" providerId="ADAL" clId="{65104DF2-1B45-4C36-9E2A-F89658839DCF}" dt="2024-01-25T15:56:14.155" v="19150" actId="20577"/>
          <ac:spMkLst>
            <pc:docMk/>
            <pc:sldMk cId="3270966025" sldId="978"/>
            <ac:spMk id="6" creationId="{A9BDB459-6E9A-B708-AD32-81C9E500B6C8}"/>
          </ac:spMkLst>
        </pc:spChg>
      </pc:sldChg>
      <pc:sldChg chg="addSp modSp del">
        <pc:chgData name="Palit, Tapti" userId="dec6fbcd-7598-406a-8cbf-504d4a3bac15" providerId="ADAL" clId="{65104DF2-1B45-4C36-9E2A-F89658839DCF}" dt="2024-01-25T17:19:57.673" v="20754" actId="2696"/>
        <pc:sldMkLst>
          <pc:docMk/>
          <pc:sldMk cId="224267784" sldId="979"/>
        </pc:sldMkLst>
        <pc:spChg chg="add mod">
          <ac:chgData name="Palit, Tapti" userId="dec6fbcd-7598-406a-8cbf-504d4a3bac15" providerId="ADAL" clId="{65104DF2-1B45-4C36-9E2A-F89658839DCF}" dt="2024-01-25T15:57:47.277" v="19163"/>
          <ac:spMkLst>
            <pc:docMk/>
            <pc:sldMk cId="224267784" sldId="979"/>
            <ac:spMk id="7" creationId="{686F10FC-A93E-DAF0-4E65-1A7362AEE467}"/>
          </ac:spMkLst>
        </pc:spChg>
      </pc:sldChg>
      <pc:sldChg chg="add">
        <pc:chgData name="Palit, Tapti" userId="dec6fbcd-7598-406a-8cbf-504d4a3bac15" providerId="ADAL" clId="{65104DF2-1B45-4C36-9E2A-F89658839DCF}" dt="2024-01-25T17:20:11.985" v="20755"/>
        <pc:sldMkLst>
          <pc:docMk/>
          <pc:sldMk cId="971250150" sldId="979"/>
        </pc:sldMkLst>
      </pc:sldChg>
      <pc:sldChg chg="addSp modSp del">
        <pc:chgData name="Palit, Tapti" userId="dec6fbcd-7598-406a-8cbf-504d4a3bac15" providerId="ADAL" clId="{65104DF2-1B45-4C36-9E2A-F89658839DCF}" dt="2024-01-25T17:19:57.673" v="20754" actId="2696"/>
        <pc:sldMkLst>
          <pc:docMk/>
          <pc:sldMk cId="2034994246" sldId="980"/>
        </pc:sldMkLst>
        <pc:spChg chg="add mod">
          <ac:chgData name="Palit, Tapti" userId="dec6fbcd-7598-406a-8cbf-504d4a3bac15" providerId="ADAL" clId="{65104DF2-1B45-4C36-9E2A-F89658839DCF}" dt="2024-01-25T15:57:49.897" v="19164"/>
          <ac:spMkLst>
            <pc:docMk/>
            <pc:sldMk cId="2034994246" sldId="980"/>
            <ac:spMk id="7" creationId="{73E457EA-E50C-33DE-D39D-8EC96DBAE445}"/>
          </ac:spMkLst>
        </pc:spChg>
      </pc:sldChg>
      <pc:sldChg chg="add">
        <pc:chgData name="Palit, Tapti" userId="dec6fbcd-7598-406a-8cbf-504d4a3bac15" providerId="ADAL" clId="{65104DF2-1B45-4C36-9E2A-F89658839DCF}" dt="2024-01-25T17:20:11.985" v="20755"/>
        <pc:sldMkLst>
          <pc:docMk/>
          <pc:sldMk cId="3981404457" sldId="980"/>
        </pc:sldMkLst>
      </pc:sldChg>
      <pc:sldChg chg="addSp delSp modSp add mod modClrScheme chgLayout">
        <pc:chgData name="Palit, Tapti" userId="dec6fbcd-7598-406a-8cbf-504d4a3bac15" providerId="ADAL" clId="{65104DF2-1B45-4C36-9E2A-F89658839DCF}" dt="2024-01-29T19:28:35.155" v="24566" actId="6549"/>
        <pc:sldMkLst>
          <pc:docMk/>
          <pc:sldMk cId="1391431205" sldId="981"/>
        </pc:sldMkLst>
        <pc:spChg chg="del mod ord">
          <ac:chgData name="Palit, Tapti" userId="dec6fbcd-7598-406a-8cbf-504d4a3bac15" providerId="ADAL" clId="{65104DF2-1B45-4C36-9E2A-F89658839DCF}" dt="2024-01-29T19:28:09.230" v="24471" actId="700"/>
          <ac:spMkLst>
            <pc:docMk/>
            <pc:sldMk cId="1391431205" sldId="981"/>
            <ac:spMk id="2" creationId="{B0D8DC43-0EAB-77CF-C302-345764FC2497}"/>
          </ac:spMkLst>
        </pc:spChg>
        <pc:spChg chg="mod ord">
          <ac:chgData name="Palit, Tapti" userId="dec6fbcd-7598-406a-8cbf-504d4a3bac15" providerId="ADAL" clId="{65104DF2-1B45-4C36-9E2A-F89658839DCF}" dt="2024-01-29T19:28:09.230" v="24471" actId="700"/>
          <ac:spMkLst>
            <pc:docMk/>
            <pc:sldMk cId="1391431205" sldId="981"/>
            <ac:spMk id="3" creationId="{0F8FF57D-D875-4CA5-B98A-04F4C751036F}"/>
          </ac:spMkLst>
        </pc:spChg>
        <pc:spChg chg="mod ord">
          <ac:chgData name="Palit, Tapti" userId="dec6fbcd-7598-406a-8cbf-504d4a3bac15" providerId="ADAL" clId="{65104DF2-1B45-4C36-9E2A-F89658839DCF}" dt="2024-01-29T19:28:09.230" v="24471" actId="700"/>
          <ac:spMkLst>
            <pc:docMk/>
            <pc:sldMk cId="1391431205" sldId="981"/>
            <ac:spMk id="4" creationId="{2DEA5A56-8434-DA40-4D8A-E89B5235768A}"/>
          </ac:spMkLst>
        </pc:spChg>
        <pc:spChg chg="add mod ord">
          <ac:chgData name="Palit, Tapti" userId="dec6fbcd-7598-406a-8cbf-504d4a3bac15" providerId="ADAL" clId="{65104DF2-1B45-4C36-9E2A-F89658839DCF}" dt="2024-01-29T19:28:09.230" v="24471" actId="700"/>
          <ac:spMkLst>
            <pc:docMk/>
            <pc:sldMk cId="1391431205" sldId="981"/>
            <ac:spMk id="9" creationId="{3A94C8FC-1F08-FC24-4120-498490A3C3DF}"/>
          </ac:spMkLst>
        </pc:spChg>
        <pc:spChg chg="add mod ord">
          <ac:chgData name="Palit, Tapti" userId="dec6fbcd-7598-406a-8cbf-504d4a3bac15" providerId="ADAL" clId="{65104DF2-1B45-4C36-9E2A-F89658839DCF}" dt="2024-01-29T19:28:35.155" v="24566" actId="6549"/>
          <ac:spMkLst>
            <pc:docMk/>
            <pc:sldMk cId="1391431205" sldId="981"/>
            <ac:spMk id="10" creationId="{E910716E-A713-ED0A-0626-A2A5A35D1E4E}"/>
          </ac:spMkLst>
        </pc:spChg>
      </pc:sldChg>
      <pc:sldChg chg="addSp modSp del">
        <pc:chgData name="Palit, Tapti" userId="dec6fbcd-7598-406a-8cbf-504d4a3bac15" providerId="ADAL" clId="{65104DF2-1B45-4C36-9E2A-F89658839DCF}" dt="2024-01-25T17:19:57.673" v="20754" actId="2696"/>
        <pc:sldMkLst>
          <pc:docMk/>
          <pc:sldMk cId="1548203207" sldId="981"/>
        </pc:sldMkLst>
        <pc:spChg chg="add mod">
          <ac:chgData name="Palit, Tapti" userId="dec6fbcd-7598-406a-8cbf-504d4a3bac15" providerId="ADAL" clId="{65104DF2-1B45-4C36-9E2A-F89658839DCF}" dt="2024-01-25T15:57:51.780" v="19165"/>
          <ac:spMkLst>
            <pc:docMk/>
            <pc:sldMk cId="1548203207" sldId="981"/>
            <ac:spMk id="7" creationId="{B3C50C28-F351-FAE7-495F-0FE5F911CD8B}"/>
          </ac:spMkLst>
        </pc:spChg>
      </pc:sldChg>
      <pc:sldChg chg="add">
        <pc:chgData name="Palit, Tapti" userId="dec6fbcd-7598-406a-8cbf-504d4a3bac15" providerId="ADAL" clId="{65104DF2-1B45-4C36-9E2A-F89658839DCF}" dt="2024-01-25T17:20:11.985" v="20755"/>
        <pc:sldMkLst>
          <pc:docMk/>
          <pc:sldMk cId="2963118441" sldId="982"/>
        </pc:sldMkLst>
      </pc:sldChg>
      <pc:sldChg chg="del">
        <pc:chgData name="Palit, Tapti" userId="dec6fbcd-7598-406a-8cbf-504d4a3bac15" providerId="ADAL" clId="{65104DF2-1B45-4C36-9E2A-F89658839DCF}" dt="2024-01-25T17:19:57.673" v="20754" actId="2696"/>
        <pc:sldMkLst>
          <pc:docMk/>
          <pc:sldMk cId="4105496273" sldId="982"/>
        </pc:sldMkLst>
      </pc:sldChg>
      <pc:sldChg chg="del">
        <pc:chgData name="Palit, Tapti" userId="dec6fbcd-7598-406a-8cbf-504d4a3bac15" providerId="ADAL" clId="{65104DF2-1B45-4C36-9E2A-F89658839DCF}" dt="2024-01-25T17:19:57.673" v="20754" actId="2696"/>
        <pc:sldMkLst>
          <pc:docMk/>
          <pc:sldMk cId="149348221" sldId="983"/>
        </pc:sldMkLst>
      </pc:sldChg>
      <pc:sldChg chg="add">
        <pc:chgData name="Palit, Tapti" userId="dec6fbcd-7598-406a-8cbf-504d4a3bac15" providerId="ADAL" clId="{65104DF2-1B45-4C36-9E2A-F89658839DCF}" dt="2024-01-25T17:20:11.985" v="20755"/>
        <pc:sldMkLst>
          <pc:docMk/>
          <pc:sldMk cId="3035317317" sldId="983"/>
        </pc:sldMkLst>
      </pc:sldChg>
      <pc:sldChg chg="modSp add mod modAnim">
        <pc:chgData name="Palit, Tapti" userId="dec6fbcd-7598-406a-8cbf-504d4a3bac15" providerId="ADAL" clId="{65104DF2-1B45-4C36-9E2A-F89658839DCF}" dt="2024-02-06T19:41:58.408" v="26645"/>
        <pc:sldMkLst>
          <pc:docMk/>
          <pc:sldMk cId="919054176" sldId="984"/>
        </pc:sldMkLst>
        <pc:spChg chg="mod">
          <ac:chgData name="Palit, Tapti" userId="dec6fbcd-7598-406a-8cbf-504d4a3bac15" providerId="ADAL" clId="{65104DF2-1B45-4C36-9E2A-F89658839DCF}" dt="2024-01-25T17:29:36.246" v="21390" actId="20577"/>
          <ac:spMkLst>
            <pc:docMk/>
            <pc:sldMk cId="919054176" sldId="984"/>
            <ac:spMk id="2" creationId="{2321D292-DDD1-74D7-EE3F-8322A1E8C393}"/>
          </ac:spMkLst>
        </pc:spChg>
      </pc:sldChg>
      <pc:sldChg chg="del modAnim">
        <pc:chgData name="Palit, Tapti" userId="dec6fbcd-7598-406a-8cbf-504d4a3bac15" providerId="ADAL" clId="{65104DF2-1B45-4C36-9E2A-F89658839DCF}" dt="2024-01-25T17:19:57.673" v="20754" actId="2696"/>
        <pc:sldMkLst>
          <pc:docMk/>
          <pc:sldMk cId="1018761409" sldId="984"/>
        </pc:sldMkLst>
      </pc:sldChg>
      <pc:sldChg chg="add">
        <pc:chgData name="Palit, Tapti" userId="dec6fbcd-7598-406a-8cbf-504d4a3bac15" providerId="ADAL" clId="{65104DF2-1B45-4C36-9E2A-F89658839DCF}" dt="2024-01-25T17:20:11.985" v="20755"/>
        <pc:sldMkLst>
          <pc:docMk/>
          <pc:sldMk cId="1217430676" sldId="985"/>
        </pc:sldMkLst>
      </pc:sldChg>
      <pc:sldChg chg="del">
        <pc:chgData name="Palit, Tapti" userId="dec6fbcd-7598-406a-8cbf-504d4a3bac15" providerId="ADAL" clId="{65104DF2-1B45-4C36-9E2A-F89658839DCF}" dt="2024-01-25T17:19:57.673" v="20754" actId="2696"/>
        <pc:sldMkLst>
          <pc:docMk/>
          <pc:sldMk cId="2031134751" sldId="985"/>
        </pc:sldMkLst>
      </pc:sldChg>
      <pc:sldChg chg="addSp modSp add mod">
        <pc:chgData name="Palit, Tapti" userId="dec6fbcd-7598-406a-8cbf-504d4a3bac15" providerId="ADAL" clId="{65104DF2-1B45-4C36-9E2A-F89658839DCF}" dt="2024-01-29T19:28:55.104" v="24569" actId="20577"/>
        <pc:sldMkLst>
          <pc:docMk/>
          <pc:sldMk cId="426118227" sldId="987"/>
        </pc:sldMkLst>
        <pc:spChg chg="mod">
          <ac:chgData name="Palit, Tapti" userId="dec6fbcd-7598-406a-8cbf-504d4a3bac15" providerId="ADAL" clId="{65104DF2-1B45-4C36-9E2A-F89658839DCF}" dt="2024-01-25T17:31:18.239" v="21441" actId="20577"/>
          <ac:spMkLst>
            <pc:docMk/>
            <pc:sldMk cId="426118227" sldId="987"/>
            <ac:spMk id="3" creationId="{0F8FF57D-D875-4CA5-B98A-04F4C751036F}"/>
          </ac:spMkLst>
        </pc:spChg>
        <pc:spChg chg="add mod">
          <ac:chgData name="Palit, Tapti" userId="dec6fbcd-7598-406a-8cbf-504d4a3bac15" providerId="ADAL" clId="{65104DF2-1B45-4C36-9E2A-F89658839DCF}" dt="2024-01-25T17:30:59.253" v="21429" actId="14100"/>
          <ac:spMkLst>
            <pc:docMk/>
            <pc:sldMk cId="426118227" sldId="987"/>
            <ac:spMk id="10" creationId="{A2EC4C5D-A7F6-FF49-180E-C3A6913C0AA9}"/>
          </ac:spMkLst>
        </pc:spChg>
        <pc:spChg chg="mod">
          <ac:chgData name="Palit, Tapti" userId="dec6fbcd-7598-406a-8cbf-504d4a3bac15" providerId="ADAL" clId="{65104DF2-1B45-4C36-9E2A-F89658839DCF}" dt="2024-01-29T19:28:55.104" v="24569" actId="20577"/>
          <ac:spMkLst>
            <pc:docMk/>
            <pc:sldMk cId="426118227" sldId="987"/>
            <ac:spMk id="17" creationId="{8B1ED62E-D8FF-B096-8748-9AD1370866A0}"/>
          </ac:spMkLst>
        </pc:spChg>
      </pc:sldChg>
      <pc:sldChg chg="del">
        <pc:chgData name="Palit, Tapti" userId="dec6fbcd-7598-406a-8cbf-504d4a3bac15" providerId="ADAL" clId="{65104DF2-1B45-4C36-9E2A-F89658839DCF}" dt="2024-01-25T17:19:57.673" v="20754" actId="2696"/>
        <pc:sldMkLst>
          <pc:docMk/>
          <pc:sldMk cId="2228293722" sldId="987"/>
        </pc:sldMkLst>
      </pc:sldChg>
      <pc:sldChg chg="modSp add mod">
        <pc:chgData name="Palit, Tapti" userId="dec6fbcd-7598-406a-8cbf-504d4a3bac15" providerId="ADAL" clId="{65104DF2-1B45-4C36-9E2A-F89658839DCF}" dt="2024-01-25T18:08:02.808" v="22348" actId="20577"/>
        <pc:sldMkLst>
          <pc:docMk/>
          <pc:sldMk cId="2095833198" sldId="988"/>
        </pc:sldMkLst>
        <pc:spChg chg="mod">
          <ac:chgData name="Palit, Tapti" userId="dec6fbcd-7598-406a-8cbf-504d4a3bac15" providerId="ADAL" clId="{65104DF2-1B45-4C36-9E2A-F89658839DCF}" dt="2024-01-25T18:08:02.808" v="22348" actId="20577"/>
          <ac:spMkLst>
            <pc:docMk/>
            <pc:sldMk cId="2095833198" sldId="988"/>
            <ac:spMk id="3" creationId="{0F8FF57D-D875-4CA5-B98A-04F4C751036F}"/>
          </ac:spMkLst>
        </pc:spChg>
      </pc:sldChg>
      <pc:sldChg chg="modSp del mod">
        <pc:chgData name="Palit, Tapti" userId="dec6fbcd-7598-406a-8cbf-504d4a3bac15" providerId="ADAL" clId="{65104DF2-1B45-4C36-9E2A-F89658839DCF}" dt="2024-01-25T17:19:57.673" v="20754" actId="2696"/>
        <pc:sldMkLst>
          <pc:docMk/>
          <pc:sldMk cId="4012976009" sldId="988"/>
        </pc:sldMkLst>
        <pc:spChg chg="mod">
          <ac:chgData name="Palit, Tapti" userId="dec6fbcd-7598-406a-8cbf-504d4a3bac15" providerId="ADAL" clId="{65104DF2-1B45-4C36-9E2A-F89658839DCF}" dt="2024-01-25T15:59:49.589" v="19170"/>
          <ac:spMkLst>
            <pc:docMk/>
            <pc:sldMk cId="4012976009" sldId="988"/>
            <ac:spMk id="2" creationId="{EFA01518-7224-8C11-63F9-B8BA344C6796}"/>
          </ac:spMkLst>
        </pc:spChg>
      </pc:sldChg>
      <pc:sldChg chg="del">
        <pc:chgData name="Palit, Tapti" userId="dec6fbcd-7598-406a-8cbf-504d4a3bac15" providerId="ADAL" clId="{65104DF2-1B45-4C36-9E2A-F89658839DCF}" dt="2024-01-25T17:19:57.673" v="20754" actId="2696"/>
        <pc:sldMkLst>
          <pc:docMk/>
          <pc:sldMk cId="3171677885" sldId="989"/>
        </pc:sldMkLst>
      </pc:sldChg>
      <pc:sldChg chg="delSp modSp add mod modAnim">
        <pc:chgData name="Palit, Tapti" userId="dec6fbcd-7598-406a-8cbf-504d4a3bac15" providerId="ADAL" clId="{65104DF2-1B45-4C36-9E2A-F89658839DCF}" dt="2024-01-29T19:29:53.172" v="24677" actId="14734"/>
        <pc:sldMkLst>
          <pc:docMk/>
          <pc:sldMk cId="3796243577" sldId="989"/>
        </pc:sldMkLst>
        <pc:spChg chg="mod">
          <ac:chgData name="Palit, Tapti" userId="dec6fbcd-7598-406a-8cbf-504d4a3bac15" providerId="ADAL" clId="{65104DF2-1B45-4C36-9E2A-F89658839DCF}" dt="2024-01-25T17:33:31.184" v="21538" actId="20577"/>
          <ac:spMkLst>
            <pc:docMk/>
            <pc:sldMk cId="3796243577" sldId="989"/>
            <ac:spMk id="3" creationId="{718731F3-A54E-5387-C447-464520FADB53}"/>
          </ac:spMkLst>
        </pc:spChg>
        <pc:spChg chg="mod">
          <ac:chgData name="Palit, Tapti" userId="dec6fbcd-7598-406a-8cbf-504d4a3bac15" providerId="ADAL" clId="{65104DF2-1B45-4C36-9E2A-F89658839DCF}" dt="2024-01-25T17:32:07.463" v="21470" actId="5793"/>
          <ac:spMkLst>
            <pc:docMk/>
            <pc:sldMk cId="3796243577" sldId="989"/>
            <ac:spMk id="6" creationId="{CDF54C75-8E57-C212-0645-30E19DBAEFC3}"/>
          </ac:spMkLst>
        </pc:spChg>
        <pc:spChg chg="mod">
          <ac:chgData name="Palit, Tapti" userId="dec6fbcd-7598-406a-8cbf-504d4a3bac15" providerId="ADAL" clId="{65104DF2-1B45-4C36-9E2A-F89658839DCF}" dt="2024-01-25T17:32:29.086" v="21484" actId="20577"/>
          <ac:spMkLst>
            <pc:docMk/>
            <pc:sldMk cId="3796243577" sldId="989"/>
            <ac:spMk id="7" creationId="{DA640AE7-B549-29A9-7F0B-AA1971BB6B1F}"/>
          </ac:spMkLst>
        </pc:spChg>
        <pc:spChg chg="mod">
          <ac:chgData name="Palit, Tapti" userId="dec6fbcd-7598-406a-8cbf-504d4a3bac15" providerId="ADAL" clId="{65104DF2-1B45-4C36-9E2A-F89658839DCF}" dt="2024-01-25T17:32:57.144" v="21500" actId="20577"/>
          <ac:spMkLst>
            <pc:docMk/>
            <pc:sldMk cId="3796243577" sldId="989"/>
            <ac:spMk id="8" creationId="{48252E3F-6361-841E-EF3B-0B03A5C8A99B}"/>
          </ac:spMkLst>
        </pc:spChg>
        <pc:spChg chg="mod">
          <ac:chgData name="Palit, Tapti" userId="dec6fbcd-7598-406a-8cbf-504d4a3bac15" providerId="ADAL" clId="{65104DF2-1B45-4C36-9E2A-F89658839DCF}" dt="2024-01-25T17:33:09.517" v="21501" actId="14100"/>
          <ac:spMkLst>
            <pc:docMk/>
            <pc:sldMk cId="3796243577" sldId="989"/>
            <ac:spMk id="20" creationId="{9E7E184E-A2B1-004A-E691-1B6BE6F37DB6}"/>
          </ac:spMkLst>
        </pc:spChg>
        <pc:spChg chg="mod">
          <ac:chgData name="Palit, Tapti" userId="dec6fbcd-7598-406a-8cbf-504d4a3bac15" providerId="ADAL" clId="{65104DF2-1B45-4C36-9E2A-F89658839DCF}" dt="2024-01-25T17:32:54.523" v="21499" actId="14100"/>
          <ac:spMkLst>
            <pc:docMk/>
            <pc:sldMk cId="3796243577" sldId="989"/>
            <ac:spMk id="21" creationId="{4A804535-7533-725E-0936-FBE2EEF5C075}"/>
          </ac:spMkLst>
        </pc:spChg>
        <pc:spChg chg="del">
          <ac:chgData name="Palit, Tapti" userId="dec6fbcd-7598-406a-8cbf-504d4a3bac15" providerId="ADAL" clId="{65104DF2-1B45-4C36-9E2A-F89658839DCF}" dt="2024-01-25T17:33:46.656" v="21540" actId="478"/>
          <ac:spMkLst>
            <pc:docMk/>
            <pc:sldMk cId="3796243577" sldId="989"/>
            <ac:spMk id="22" creationId="{CEA628D5-F9A4-0571-8F68-B20C4971A648}"/>
          </ac:spMkLst>
        </pc:spChg>
        <pc:spChg chg="del">
          <ac:chgData name="Palit, Tapti" userId="dec6fbcd-7598-406a-8cbf-504d4a3bac15" providerId="ADAL" clId="{65104DF2-1B45-4C36-9E2A-F89658839DCF}" dt="2024-01-25T17:33:46.656" v="21540" actId="478"/>
          <ac:spMkLst>
            <pc:docMk/>
            <pc:sldMk cId="3796243577" sldId="989"/>
            <ac:spMk id="26" creationId="{258C86E8-8F62-EB2C-6B52-95955C75AF4F}"/>
          </ac:spMkLst>
        </pc:spChg>
        <pc:spChg chg="del">
          <ac:chgData name="Palit, Tapti" userId="dec6fbcd-7598-406a-8cbf-504d4a3bac15" providerId="ADAL" clId="{65104DF2-1B45-4C36-9E2A-F89658839DCF}" dt="2024-01-25T17:33:46.656" v="21540" actId="478"/>
          <ac:spMkLst>
            <pc:docMk/>
            <pc:sldMk cId="3796243577" sldId="989"/>
            <ac:spMk id="27" creationId="{ED46B6B2-6ACB-B836-8F9F-37284BACC293}"/>
          </ac:spMkLst>
        </pc:spChg>
        <pc:graphicFrameChg chg="modGraphic">
          <ac:chgData name="Palit, Tapti" userId="dec6fbcd-7598-406a-8cbf-504d4a3bac15" providerId="ADAL" clId="{65104DF2-1B45-4C36-9E2A-F89658839DCF}" dt="2024-01-29T19:29:53.172" v="24677" actId="14734"/>
          <ac:graphicFrameMkLst>
            <pc:docMk/>
            <pc:sldMk cId="3796243577" sldId="989"/>
            <ac:graphicFrameMk id="28" creationId="{7A06F78A-A30D-EA99-2E4E-624D76067CB7}"/>
          </ac:graphicFrameMkLst>
        </pc:graphicFrameChg>
        <pc:picChg chg="del">
          <ac:chgData name="Palit, Tapti" userId="dec6fbcd-7598-406a-8cbf-504d4a3bac15" providerId="ADAL" clId="{65104DF2-1B45-4C36-9E2A-F89658839DCF}" dt="2024-01-25T17:33:46.656" v="21540" actId="478"/>
          <ac:picMkLst>
            <pc:docMk/>
            <pc:sldMk cId="3796243577" sldId="989"/>
            <ac:picMk id="1026" creationId="{92CA06B0-E93C-15F7-5404-D4A03AC9391A}"/>
          </ac:picMkLst>
        </pc:picChg>
        <pc:cxnChg chg="mod">
          <ac:chgData name="Palit, Tapti" userId="dec6fbcd-7598-406a-8cbf-504d4a3bac15" providerId="ADAL" clId="{65104DF2-1B45-4C36-9E2A-F89658839DCF}" dt="2024-01-29T19:29:50.269" v="24676" actId="14100"/>
          <ac:cxnSpMkLst>
            <pc:docMk/>
            <pc:sldMk cId="3796243577" sldId="989"/>
            <ac:cxnSpMk id="12" creationId="{B7D84180-1A4B-8131-B469-70328178D2E9}"/>
          </ac:cxnSpMkLst>
        </pc:cxnChg>
        <pc:cxnChg chg="del">
          <ac:chgData name="Palit, Tapti" userId="dec6fbcd-7598-406a-8cbf-504d4a3bac15" providerId="ADAL" clId="{65104DF2-1B45-4C36-9E2A-F89658839DCF}" dt="2024-01-25T17:33:46.656" v="21540" actId="478"/>
          <ac:cxnSpMkLst>
            <pc:docMk/>
            <pc:sldMk cId="3796243577" sldId="989"/>
            <ac:cxnSpMk id="16" creationId="{EA0C61CC-8CC1-F1D7-06DD-36E27E4B27DA}"/>
          </ac:cxnSpMkLst>
        </pc:cxnChg>
        <pc:cxnChg chg="del">
          <ac:chgData name="Palit, Tapti" userId="dec6fbcd-7598-406a-8cbf-504d4a3bac15" providerId="ADAL" clId="{65104DF2-1B45-4C36-9E2A-F89658839DCF}" dt="2024-01-25T17:33:46.656" v="21540" actId="478"/>
          <ac:cxnSpMkLst>
            <pc:docMk/>
            <pc:sldMk cId="3796243577" sldId="989"/>
            <ac:cxnSpMk id="24" creationId="{054AA8E2-7C35-513F-A322-C4357ADEBE52}"/>
          </ac:cxnSpMkLst>
        </pc:cxnChg>
        <pc:cxnChg chg="del">
          <ac:chgData name="Palit, Tapti" userId="dec6fbcd-7598-406a-8cbf-504d4a3bac15" providerId="ADAL" clId="{65104DF2-1B45-4C36-9E2A-F89658839DCF}" dt="2024-01-25T17:33:46.656" v="21540" actId="478"/>
          <ac:cxnSpMkLst>
            <pc:docMk/>
            <pc:sldMk cId="3796243577" sldId="989"/>
            <ac:cxnSpMk id="28" creationId="{185F974F-3034-714F-C899-34DB07A20BAC}"/>
          </ac:cxnSpMkLst>
        </pc:cxnChg>
      </pc:sldChg>
      <pc:sldChg chg="modSp mod">
        <pc:chgData name="Palit, Tapti" userId="dec6fbcd-7598-406a-8cbf-504d4a3bac15" providerId="ADAL" clId="{65104DF2-1B45-4C36-9E2A-F89658839DCF}" dt="2024-01-25T18:22:46.349" v="22904" actId="20577"/>
        <pc:sldMkLst>
          <pc:docMk/>
          <pc:sldMk cId="2621348231" sldId="990"/>
        </pc:sldMkLst>
        <pc:spChg chg="mod">
          <ac:chgData name="Palit, Tapti" userId="dec6fbcd-7598-406a-8cbf-504d4a3bac15" providerId="ADAL" clId="{65104DF2-1B45-4C36-9E2A-F89658839DCF}" dt="2024-01-25T18:22:46.349" v="22904" actId="20577"/>
          <ac:spMkLst>
            <pc:docMk/>
            <pc:sldMk cId="2621348231" sldId="990"/>
            <ac:spMk id="2" creationId="{3A942EE7-2AD1-FF79-52BD-F7F4FC34B81C}"/>
          </ac:spMkLst>
        </pc:spChg>
      </pc:sldChg>
      <pc:sldChg chg="del">
        <pc:chgData name="Palit, Tapti" userId="dec6fbcd-7598-406a-8cbf-504d4a3bac15" providerId="ADAL" clId="{65104DF2-1B45-4C36-9E2A-F89658839DCF}" dt="2024-01-25T17:19:57.673" v="20754" actId="2696"/>
        <pc:sldMkLst>
          <pc:docMk/>
          <pc:sldMk cId="1082812199" sldId="991"/>
        </pc:sldMkLst>
      </pc:sldChg>
      <pc:sldChg chg="modSp add mod modClrScheme chgLayout modNotesTx">
        <pc:chgData name="Palit, Tapti" userId="dec6fbcd-7598-406a-8cbf-504d4a3bac15" providerId="ADAL" clId="{65104DF2-1B45-4C36-9E2A-F89658839DCF}" dt="2024-02-06T19:19:14.557" v="26592" actId="20577"/>
        <pc:sldMkLst>
          <pc:docMk/>
          <pc:sldMk cId="2992224601" sldId="991"/>
        </pc:sldMkLst>
        <pc:spChg chg="mod ord">
          <ac:chgData name="Palit, Tapti" userId="dec6fbcd-7598-406a-8cbf-504d4a3bac15" providerId="ADAL" clId="{65104DF2-1B45-4C36-9E2A-F89658839DCF}" dt="2024-01-25T18:18:44.500" v="22642" actId="700"/>
          <ac:spMkLst>
            <pc:docMk/>
            <pc:sldMk cId="2992224601" sldId="991"/>
            <ac:spMk id="3" creationId="{1A4EE72C-E366-5492-87E3-08AB9883664A}"/>
          </ac:spMkLst>
        </pc:spChg>
        <pc:spChg chg="mod ord">
          <ac:chgData name="Palit, Tapti" userId="dec6fbcd-7598-406a-8cbf-504d4a3bac15" providerId="ADAL" clId="{65104DF2-1B45-4C36-9E2A-F89658839DCF}" dt="2024-01-25T18:18:44.500" v="22642" actId="700"/>
          <ac:spMkLst>
            <pc:docMk/>
            <pc:sldMk cId="2992224601" sldId="991"/>
            <ac:spMk id="4" creationId="{90DF4F00-397C-77BA-D335-5021132C6F48}"/>
          </ac:spMkLst>
        </pc:spChg>
        <pc:spChg chg="mod ord">
          <ac:chgData name="Palit, Tapti" userId="dec6fbcd-7598-406a-8cbf-504d4a3bac15" providerId="ADAL" clId="{65104DF2-1B45-4C36-9E2A-F89658839DCF}" dt="2024-02-06T19:19:14.557" v="26592" actId="20577"/>
          <ac:spMkLst>
            <pc:docMk/>
            <pc:sldMk cId="2992224601" sldId="991"/>
            <ac:spMk id="8" creationId="{D3712ACC-1499-B07D-686A-61041218F868}"/>
          </ac:spMkLst>
        </pc:spChg>
      </pc:sldChg>
      <pc:sldChg chg="ord">
        <pc:chgData name="Palit, Tapti" userId="dec6fbcd-7598-406a-8cbf-504d4a3bac15" providerId="ADAL" clId="{65104DF2-1B45-4C36-9E2A-F89658839DCF}" dt="2024-01-25T18:22:55.201" v="22906"/>
        <pc:sldMkLst>
          <pc:docMk/>
          <pc:sldMk cId="1882918257" sldId="992"/>
        </pc:sldMkLst>
      </pc:sldChg>
      <pc:sldChg chg="ord">
        <pc:chgData name="Palit, Tapti" userId="dec6fbcd-7598-406a-8cbf-504d4a3bac15" providerId="ADAL" clId="{65104DF2-1B45-4C36-9E2A-F89658839DCF}" dt="2024-01-25T18:22:56.489" v="22908"/>
        <pc:sldMkLst>
          <pc:docMk/>
          <pc:sldMk cId="576898569" sldId="993"/>
        </pc:sldMkLst>
      </pc:sldChg>
      <pc:sldChg chg="del">
        <pc:chgData name="Palit, Tapti" userId="dec6fbcd-7598-406a-8cbf-504d4a3bac15" providerId="ADAL" clId="{65104DF2-1B45-4C36-9E2A-F89658839DCF}" dt="2024-01-25T17:39:59.923" v="21701" actId="47"/>
        <pc:sldMkLst>
          <pc:docMk/>
          <pc:sldMk cId="3223630377" sldId="995"/>
        </pc:sldMkLst>
      </pc:sldChg>
      <pc:sldChg chg="addSp delSp modSp mod">
        <pc:chgData name="Palit, Tapti" userId="dec6fbcd-7598-406a-8cbf-504d4a3bac15" providerId="ADAL" clId="{65104DF2-1B45-4C36-9E2A-F89658839DCF}" dt="2024-01-25T17:49:34.444" v="21937" actId="20577"/>
        <pc:sldMkLst>
          <pc:docMk/>
          <pc:sldMk cId="1326372760" sldId="996"/>
        </pc:sldMkLst>
        <pc:spChg chg="add mod">
          <ac:chgData name="Palit, Tapti" userId="dec6fbcd-7598-406a-8cbf-504d4a3bac15" providerId="ADAL" clId="{65104DF2-1B45-4C36-9E2A-F89658839DCF}" dt="2024-01-25T17:49:34.444" v="21937" actId="20577"/>
          <ac:spMkLst>
            <pc:docMk/>
            <pc:sldMk cId="1326372760" sldId="996"/>
            <ac:spMk id="2" creationId="{D8D9A97E-4E35-5D3E-8975-19B80BB97A0A}"/>
          </ac:spMkLst>
        </pc:spChg>
        <pc:spChg chg="del">
          <ac:chgData name="Palit, Tapti" userId="dec6fbcd-7598-406a-8cbf-504d4a3bac15" providerId="ADAL" clId="{65104DF2-1B45-4C36-9E2A-F89658839DCF}" dt="2024-01-25T17:49:28.779" v="21925"/>
          <ac:spMkLst>
            <pc:docMk/>
            <pc:sldMk cId="1326372760" sldId="996"/>
            <ac:spMk id="5" creationId="{F462C1C4-1615-2EBE-4955-1459AB3573DA}"/>
          </ac:spMkLst>
        </pc:spChg>
      </pc:sldChg>
      <pc:sldChg chg="del">
        <pc:chgData name="Palit, Tapti" userId="dec6fbcd-7598-406a-8cbf-504d4a3bac15" providerId="ADAL" clId="{65104DF2-1B45-4C36-9E2A-F89658839DCF}" dt="2024-01-25T17:51:54.626" v="21997" actId="2696"/>
        <pc:sldMkLst>
          <pc:docMk/>
          <pc:sldMk cId="1357529570" sldId="997"/>
        </pc:sldMkLst>
      </pc:sldChg>
      <pc:sldChg chg="add mod modShow">
        <pc:chgData name="Palit, Tapti" userId="dec6fbcd-7598-406a-8cbf-504d4a3bac15" providerId="ADAL" clId="{65104DF2-1B45-4C36-9E2A-F89658839DCF}" dt="2024-01-25T17:52:01.059" v="21999" actId="729"/>
        <pc:sldMkLst>
          <pc:docMk/>
          <pc:sldMk cId="2734263227" sldId="997"/>
        </pc:sldMkLst>
      </pc:sldChg>
      <pc:sldChg chg="modSp del mod">
        <pc:chgData name="Palit, Tapti" userId="dec6fbcd-7598-406a-8cbf-504d4a3bac15" providerId="ADAL" clId="{65104DF2-1B45-4C36-9E2A-F89658839DCF}" dt="2024-01-25T17:19:57.673" v="20754" actId="2696"/>
        <pc:sldMkLst>
          <pc:docMk/>
          <pc:sldMk cId="539669210" sldId="998"/>
        </pc:sldMkLst>
        <pc:spChg chg="mod">
          <ac:chgData name="Palit, Tapti" userId="dec6fbcd-7598-406a-8cbf-504d4a3bac15" providerId="ADAL" clId="{65104DF2-1B45-4C36-9E2A-F89658839DCF}" dt="2024-01-25T15:59:46.686" v="19168"/>
          <ac:spMkLst>
            <pc:docMk/>
            <pc:sldMk cId="539669210" sldId="998"/>
            <ac:spMk id="2" creationId="{CF8375B6-5DA9-7D43-A1F4-AFE194A52CEA}"/>
          </ac:spMkLst>
        </pc:spChg>
      </pc:sldChg>
      <pc:sldChg chg="addSp modSp add mod modNotesTx">
        <pc:chgData name="Palit, Tapti" userId="dec6fbcd-7598-406a-8cbf-504d4a3bac15" providerId="ADAL" clId="{65104DF2-1B45-4C36-9E2A-F89658839DCF}" dt="2024-01-29T19:29:23.117" v="24674" actId="20577"/>
        <pc:sldMkLst>
          <pc:docMk/>
          <pc:sldMk cId="2470901385" sldId="998"/>
        </pc:sldMkLst>
        <pc:spChg chg="mod">
          <ac:chgData name="Palit, Tapti" userId="dec6fbcd-7598-406a-8cbf-504d4a3bac15" providerId="ADAL" clId="{65104DF2-1B45-4C36-9E2A-F89658839DCF}" dt="2024-01-25T18:07:58.611" v="22337" actId="20577"/>
          <ac:spMkLst>
            <pc:docMk/>
            <pc:sldMk cId="2470901385" sldId="998"/>
            <ac:spMk id="3" creationId="{0F8FF57D-D875-4CA5-B98A-04F4C751036F}"/>
          </ac:spMkLst>
        </pc:spChg>
        <pc:spChg chg="add mod">
          <ac:chgData name="Palit, Tapti" userId="dec6fbcd-7598-406a-8cbf-504d4a3bac15" providerId="ADAL" clId="{65104DF2-1B45-4C36-9E2A-F89658839DCF}" dt="2024-01-25T17:31:05.764" v="21430"/>
          <ac:spMkLst>
            <pc:docMk/>
            <pc:sldMk cId="2470901385" sldId="998"/>
            <ac:spMk id="10" creationId="{EA1AAFB1-11B0-63CC-BB7D-F0AECE8386CA}"/>
          </ac:spMkLst>
        </pc:spChg>
        <pc:spChg chg="mod">
          <ac:chgData name="Palit, Tapti" userId="dec6fbcd-7598-406a-8cbf-504d4a3bac15" providerId="ADAL" clId="{65104DF2-1B45-4C36-9E2A-F89658839DCF}" dt="2024-01-29T19:29:15.240" v="24644" actId="20577"/>
          <ac:spMkLst>
            <pc:docMk/>
            <pc:sldMk cId="2470901385" sldId="998"/>
            <ac:spMk id="17" creationId="{8B1ED62E-D8FF-B096-8748-9AD1370866A0}"/>
          </ac:spMkLst>
        </pc:spChg>
      </pc:sldChg>
      <pc:sldChg chg="modSp del mod">
        <pc:chgData name="Palit, Tapti" userId="dec6fbcd-7598-406a-8cbf-504d4a3bac15" providerId="ADAL" clId="{65104DF2-1B45-4C36-9E2A-F89658839DCF}" dt="2024-01-25T17:03:19.110" v="20233" actId="47"/>
        <pc:sldMkLst>
          <pc:docMk/>
          <pc:sldMk cId="207307264" sldId="999"/>
        </pc:sldMkLst>
        <pc:spChg chg="mod">
          <ac:chgData name="Palit, Tapti" userId="dec6fbcd-7598-406a-8cbf-504d4a3bac15" providerId="ADAL" clId="{65104DF2-1B45-4C36-9E2A-F89658839DCF}" dt="2024-01-25T17:02:15.801" v="20182" actId="20577"/>
          <ac:spMkLst>
            <pc:docMk/>
            <pc:sldMk cId="207307264" sldId="999"/>
            <ac:spMk id="5" creationId="{BE40FAEE-22D1-457C-89CD-8237B852EE22}"/>
          </ac:spMkLst>
        </pc:spChg>
      </pc:sldChg>
      <pc:sldChg chg="del">
        <pc:chgData name="Palit, Tapti" userId="dec6fbcd-7598-406a-8cbf-504d4a3bac15" providerId="ADAL" clId="{65104DF2-1B45-4C36-9E2A-F89658839DCF}" dt="2024-01-25T17:19:57.673" v="20754" actId="2696"/>
        <pc:sldMkLst>
          <pc:docMk/>
          <pc:sldMk cId="3670038943" sldId="1000"/>
        </pc:sldMkLst>
      </pc:sldChg>
      <pc:sldChg chg="modSp add mod">
        <pc:chgData name="Palit, Tapti" userId="dec6fbcd-7598-406a-8cbf-504d4a3bac15" providerId="ADAL" clId="{65104DF2-1B45-4C36-9E2A-F89658839DCF}" dt="2024-01-25T17:29:55.328" v="21419" actId="20577"/>
        <pc:sldMkLst>
          <pc:docMk/>
          <pc:sldMk cId="4122241441" sldId="1000"/>
        </pc:sldMkLst>
        <pc:spChg chg="mod">
          <ac:chgData name="Palit, Tapti" userId="dec6fbcd-7598-406a-8cbf-504d4a3bac15" providerId="ADAL" clId="{65104DF2-1B45-4C36-9E2A-F89658839DCF}" dt="2024-01-25T17:29:55.328" v="21419" actId="20577"/>
          <ac:spMkLst>
            <pc:docMk/>
            <pc:sldMk cId="4122241441" sldId="1000"/>
            <ac:spMk id="7" creationId="{40837952-FAD3-C589-E5E7-2F85F7FE9347}"/>
          </ac:spMkLst>
        </pc:spChg>
      </pc:sldChg>
      <pc:sldChg chg="add">
        <pc:chgData name="Palit, Tapti" userId="dec6fbcd-7598-406a-8cbf-504d4a3bac15" providerId="ADAL" clId="{65104DF2-1B45-4C36-9E2A-F89658839DCF}" dt="2024-01-25T17:20:11.985" v="20755"/>
        <pc:sldMkLst>
          <pc:docMk/>
          <pc:sldMk cId="1336934851" sldId="1001"/>
        </pc:sldMkLst>
      </pc:sldChg>
      <pc:sldChg chg="del">
        <pc:chgData name="Palit, Tapti" userId="dec6fbcd-7598-406a-8cbf-504d4a3bac15" providerId="ADAL" clId="{65104DF2-1B45-4C36-9E2A-F89658839DCF}" dt="2024-01-25T17:19:57.673" v="20754" actId="2696"/>
        <pc:sldMkLst>
          <pc:docMk/>
          <pc:sldMk cId="2643337393" sldId="1001"/>
        </pc:sldMkLst>
      </pc:sldChg>
      <pc:sldChg chg="del">
        <pc:chgData name="Palit, Tapti" userId="dec6fbcd-7598-406a-8cbf-504d4a3bac15" providerId="ADAL" clId="{65104DF2-1B45-4C36-9E2A-F89658839DCF}" dt="2024-01-25T17:19:57.673" v="20754" actId="2696"/>
        <pc:sldMkLst>
          <pc:docMk/>
          <pc:sldMk cId="1444844326" sldId="1002"/>
        </pc:sldMkLst>
      </pc:sldChg>
      <pc:sldChg chg="addSp modSp add mod">
        <pc:chgData name="Palit, Tapti" userId="dec6fbcd-7598-406a-8cbf-504d4a3bac15" providerId="ADAL" clId="{65104DF2-1B45-4C36-9E2A-F89658839DCF}" dt="2024-01-25T18:07:15.869" v="22324" actId="1076"/>
        <pc:sldMkLst>
          <pc:docMk/>
          <pc:sldMk cId="2333549731" sldId="1002"/>
        </pc:sldMkLst>
        <pc:spChg chg="add mod">
          <ac:chgData name="Palit, Tapti" userId="dec6fbcd-7598-406a-8cbf-504d4a3bac15" providerId="ADAL" clId="{65104DF2-1B45-4C36-9E2A-F89658839DCF}" dt="2024-01-25T18:07:15.869" v="22324" actId="1076"/>
          <ac:spMkLst>
            <pc:docMk/>
            <pc:sldMk cId="2333549731" sldId="1002"/>
            <ac:spMk id="14" creationId="{40D2D38B-EFB0-01AE-0B25-2DC80FAE6315}"/>
          </ac:spMkLst>
        </pc:spChg>
        <pc:cxnChg chg="mod">
          <ac:chgData name="Palit, Tapti" userId="dec6fbcd-7598-406a-8cbf-504d4a3bac15" providerId="ADAL" clId="{65104DF2-1B45-4C36-9E2A-F89658839DCF}" dt="2024-01-25T18:06:55.593" v="22308" actId="14100"/>
          <ac:cxnSpMkLst>
            <pc:docMk/>
            <pc:sldMk cId="2333549731" sldId="1002"/>
            <ac:cxnSpMk id="12" creationId="{0411A978-B230-72DE-3843-ECD6D68D6C62}"/>
          </ac:cxnSpMkLst>
        </pc:cxnChg>
      </pc:sldChg>
      <pc:sldChg chg="addSp modSp add mod">
        <pc:chgData name="Palit, Tapti" userId="dec6fbcd-7598-406a-8cbf-504d4a3bac15" providerId="ADAL" clId="{65104DF2-1B45-4C36-9E2A-F89658839DCF}" dt="2024-01-25T18:07:27.341" v="22326" actId="1076"/>
        <pc:sldMkLst>
          <pc:docMk/>
          <pc:sldMk cId="2592298317" sldId="1003"/>
        </pc:sldMkLst>
        <pc:spChg chg="add mod">
          <ac:chgData name="Palit, Tapti" userId="dec6fbcd-7598-406a-8cbf-504d4a3bac15" providerId="ADAL" clId="{65104DF2-1B45-4C36-9E2A-F89658839DCF}" dt="2024-01-25T18:07:27.341" v="22326" actId="1076"/>
          <ac:spMkLst>
            <pc:docMk/>
            <pc:sldMk cId="2592298317" sldId="1003"/>
            <ac:spMk id="14" creationId="{3DC911A2-8D8B-6735-7A18-069C92EBE2D6}"/>
          </ac:spMkLst>
        </pc:spChg>
      </pc:sldChg>
      <pc:sldChg chg="del">
        <pc:chgData name="Palit, Tapti" userId="dec6fbcd-7598-406a-8cbf-504d4a3bac15" providerId="ADAL" clId="{65104DF2-1B45-4C36-9E2A-F89658839DCF}" dt="2024-01-25T17:19:57.673" v="20754" actId="2696"/>
        <pc:sldMkLst>
          <pc:docMk/>
          <pc:sldMk cId="3439878872" sldId="1003"/>
        </pc:sldMkLst>
      </pc:sldChg>
      <pc:sldChg chg="add mod modShow">
        <pc:chgData name="Palit, Tapti" userId="dec6fbcd-7598-406a-8cbf-504d4a3bac15" providerId="ADAL" clId="{65104DF2-1B45-4C36-9E2A-F89658839DCF}" dt="2024-01-25T17:52:01.059" v="21999" actId="729"/>
        <pc:sldMkLst>
          <pc:docMk/>
          <pc:sldMk cId="1615624501" sldId="1004"/>
        </pc:sldMkLst>
      </pc:sldChg>
      <pc:sldChg chg="addSp delSp modSp new del mod modClrScheme chgLayout">
        <pc:chgData name="Palit, Tapti" userId="dec6fbcd-7598-406a-8cbf-504d4a3bac15" providerId="ADAL" clId="{65104DF2-1B45-4C36-9E2A-F89658839DCF}" dt="2024-01-25T17:51:54.626" v="21997" actId="2696"/>
        <pc:sldMkLst>
          <pc:docMk/>
          <pc:sldMk cId="3499377128" sldId="1004"/>
        </pc:sldMkLst>
        <pc:spChg chg="del">
          <ac:chgData name="Palit, Tapti" userId="dec6fbcd-7598-406a-8cbf-504d4a3bac15" providerId="ADAL" clId="{65104DF2-1B45-4C36-9E2A-F89658839DCF}" dt="2024-01-25T15:52:08.972" v="19074" actId="700"/>
          <ac:spMkLst>
            <pc:docMk/>
            <pc:sldMk cId="3499377128" sldId="1004"/>
            <ac:spMk id="2" creationId="{50A4BABF-A03F-A68D-C307-6D4D44826187}"/>
          </ac:spMkLst>
        </pc:spChg>
        <pc:spChg chg="del mod ord">
          <ac:chgData name="Palit, Tapti" userId="dec6fbcd-7598-406a-8cbf-504d4a3bac15" providerId="ADAL" clId="{65104DF2-1B45-4C36-9E2A-F89658839DCF}" dt="2024-01-25T15:52:08.972" v="19074" actId="700"/>
          <ac:spMkLst>
            <pc:docMk/>
            <pc:sldMk cId="3499377128" sldId="1004"/>
            <ac:spMk id="3" creationId="{4EF0DE64-4B8E-50B5-5A29-4072DF35D8F7}"/>
          </ac:spMkLst>
        </pc:spChg>
        <pc:spChg chg="mod ord">
          <ac:chgData name="Palit, Tapti" userId="dec6fbcd-7598-406a-8cbf-504d4a3bac15" providerId="ADAL" clId="{65104DF2-1B45-4C36-9E2A-F89658839DCF}" dt="2024-01-25T15:52:08.972" v="19074" actId="700"/>
          <ac:spMkLst>
            <pc:docMk/>
            <pc:sldMk cId="3499377128" sldId="1004"/>
            <ac:spMk id="4" creationId="{9C7A12FD-4FE7-A90F-614A-D2844B6CA9CE}"/>
          </ac:spMkLst>
        </pc:spChg>
        <pc:spChg chg="del">
          <ac:chgData name="Palit, Tapti" userId="dec6fbcd-7598-406a-8cbf-504d4a3bac15" providerId="ADAL" clId="{65104DF2-1B45-4C36-9E2A-F89658839DCF}" dt="2024-01-25T15:52:08.972" v="19074" actId="700"/>
          <ac:spMkLst>
            <pc:docMk/>
            <pc:sldMk cId="3499377128" sldId="1004"/>
            <ac:spMk id="5" creationId="{D4BC7F10-5FD1-9CDD-A4DD-57C1241123F7}"/>
          </ac:spMkLst>
        </pc:spChg>
        <pc:spChg chg="add mod ord">
          <ac:chgData name="Palit, Tapti" userId="dec6fbcd-7598-406a-8cbf-504d4a3bac15" providerId="ADAL" clId="{65104DF2-1B45-4C36-9E2A-F89658839DCF}" dt="2024-01-25T15:52:21.777" v="19116" actId="20577"/>
          <ac:spMkLst>
            <pc:docMk/>
            <pc:sldMk cId="3499377128" sldId="1004"/>
            <ac:spMk id="6" creationId="{EE74A72E-BA00-FF3A-981D-68671318A964}"/>
          </ac:spMkLst>
        </pc:spChg>
      </pc:sldChg>
      <pc:sldChg chg="add del">
        <pc:chgData name="Palit, Tapti" userId="dec6fbcd-7598-406a-8cbf-504d4a3bac15" providerId="ADAL" clId="{65104DF2-1B45-4C36-9E2A-F89658839DCF}" dt="2024-01-25T17:51:54.626" v="21997" actId="2696"/>
        <pc:sldMkLst>
          <pc:docMk/>
          <pc:sldMk cId="2445099809" sldId="1005"/>
        </pc:sldMkLst>
      </pc:sldChg>
      <pc:sldChg chg="add mod modShow">
        <pc:chgData name="Palit, Tapti" userId="dec6fbcd-7598-406a-8cbf-504d4a3bac15" providerId="ADAL" clId="{65104DF2-1B45-4C36-9E2A-F89658839DCF}" dt="2024-01-25T17:52:01.059" v="21999" actId="729"/>
        <pc:sldMkLst>
          <pc:docMk/>
          <pc:sldMk cId="3640892940" sldId="1005"/>
        </pc:sldMkLst>
      </pc:sldChg>
      <pc:sldChg chg="addSp delSp modSp new mod ord addAnim delAnim modAnim modNotesTx">
        <pc:chgData name="Palit, Tapti" userId="dec6fbcd-7598-406a-8cbf-504d4a3bac15" providerId="ADAL" clId="{65104DF2-1B45-4C36-9E2A-F89658839DCF}" dt="2024-01-25T17:55:23.976" v="22082" actId="20577"/>
        <pc:sldMkLst>
          <pc:docMk/>
          <pc:sldMk cId="1443657903" sldId="1006"/>
        </pc:sldMkLst>
        <pc:spChg chg="del">
          <ac:chgData name="Palit, Tapti" userId="dec6fbcd-7598-406a-8cbf-504d4a3bac15" providerId="ADAL" clId="{65104DF2-1B45-4C36-9E2A-F89658839DCF}" dt="2024-01-25T16:29:58.834" v="19211" actId="478"/>
          <ac:spMkLst>
            <pc:docMk/>
            <pc:sldMk cId="1443657903" sldId="1006"/>
            <ac:spMk id="2" creationId="{36F1EDBC-1BB5-76DB-3F1F-0EAF99CD3E96}"/>
          </ac:spMkLst>
        </pc:spChg>
        <pc:spChg chg="mod">
          <ac:chgData name="Palit, Tapti" userId="dec6fbcd-7598-406a-8cbf-504d4a3bac15" providerId="ADAL" clId="{65104DF2-1B45-4C36-9E2A-F89658839DCF}" dt="2024-01-25T16:29:25.672" v="19207" actId="20577"/>
          <ac:spMkLst>
            <pc:docMk/>
            <pc:sldMk cId="1443657903" sldId="1006"/>
            <ac:spMk id="3" creationId="{F41F5800-0C87-D92F-5B6B-52E096B070E2}"/>
          </ac:spMkLst>
        </pc:spChg>
        <pc:spChg chg="add mod">
          <ac:chgData name="Palit, Tapti" userId="dec6fbcd-7598-406a-8cbf-504d4a3bac15" providerId="ADAL" clId="{65104DF2-1B45-4C36-9E2A-F89658839DCF}" dt="2024-01-25T16:30:37.419" v="19213"/>
          <ac:spMkLst>
            <pc:docMk/>
            <pc:sldMk cId="1443657903" sldId="1006"/>
            <ac:spMk id="8" creationId="{B461898A-8A93-EF18-15E8-50AE13CC8388}"/>
          </ac:spMkLst>
        </pc:spChg>
        <pc:spChg chg="add mod">
          <ac:chgData name="Palit, Tapti" userId="dec6fbcd-7598-406a-8cbf-504d4a3bac15" providerId="ADAL" clId="{65104DF2-1B45-4C36-9E2A-F89658839DCF}" dt="2024-01-25T16:30:37.419" v="19213"/>
          <ac:spMkLst>
            <pc:docMk/>
            <pc:sldMk cId="1443657903" sldId="1006"/>
            <ac:spMk id="10" creationId="{8B20986A-3691-9521-7BF7-F90C2496D145}"/>
          </ac:spMkLst>
        </pc:spChg>
        <pc:spChg chg="add mod">
          <ac:chgData name="Palit, Tapti" userId="dec6fbcd-7598-406a-8cbf-504d4a3bac15" providerId="ADAL" clId="{65104DF2-1B45-4C36-9E2A-F89658839DCF}" dt="2024-01-25T16:30:37.419" v="19213"/>
          <ac:spMkLst>
            <pc:docMk/>
            <pc:sldMk cId="1443657903" sldId="1006"/>
            <ac:spMk id="11" creationId="{CF0E43A4-0A5A-4CD4-26AE-47AD08DD788F}"/>
          </ac:spMkLst>
        </pc:spChg>
        <pc:spChg chg="add mod">
          <ac:chgData name="Palit, Tapti" userId="dec6fbcd-7598-406a-8cbf-504d4a3bac15" providerId="ADAL" clId="{65104DF2-1B45-4C36-9E2A-F89658839DCF}" dt="2024-01-25T16:30:44.262" v="19215" actId="14100"/>
          <ac:spMkLst>
            <pc:docMk/>
            <pc:sldMk cId="1443657903" sldId="1006"/>
            <ac:spMk id="12" creationId="{CD5449B5-4600-D657-5D9E-069BDCA248C3}"/>
          </ac:spMkLst>
        </pc:spChg>
        <pc:spChg chg="add mod">
          <ac:chgData name="Palit, Tapti" userId="dec6fbcd-7598-406a-8cbf-504d4a3bac15" providerId="ADAL" clId="{65104DF2-1B45-4C36-9E2A-F89658839DCF}" dt="2024-01-25T16:30:37.419" v="19213"/>
          <ac:spMkLst>
            <pc:docMk/>
            <pc:sldMk cId="1443657903" sldId="1006"/>
            <ac:spMk id="13" creationId="{05ED87EF-5BBC-B583-9624-23E21D326863}"/>
          </ac:spMkLst>
        </pc:spChg>
        <pc:spChg chg="add mod">
          <ac:chgData name="Palit, Tapti" userId="dec6fbcd-7598-406a-8cbf-504d4a3bac15" providerId="ADAL" clId="{65104DF2-1B45-4C36-9E2A-F89658839DCF}" dt="2024-01-25T16:30:37.419" v="19213"/>
          <ac:spMkLst>
            <pc:docMk/>
            <pc:sldMk cId="1443657903" sldId="1006"/>
            <ac:spMk id="14" creationId="{A9C7F7AB-13C0-F0D6-FB51-625F181456DA}"/>
          </ac:spMkLst>
        </pc:spChg>
        <pc:spChg chg="add del mod">
          <ac:chgData name="Palit, Tapti" userId="dec6fbcd-7598-406a-8cbf-504d4a3bac15" providerId="ADAL" clId="{65104DF2-1B45-4C36-9E2A-F89658839DCF}" dt="2024-01-25T16:39:40.982" v="19455" actId="5793"/>
          <ac:spMkLst>
            <pc:docMk/>
            <pc:sldMk cId="1443657903" sldId="1006"/>
            <ac:spMk id="15" creationId="{632CDA17-2240-B34F-44F8-5573404E1E94}"/>
          </ac:spMkLst>
        </pc:spChg>
        <pc:spChg chg="add del mod">
          <ac:chgData name="Palit, Tapti" userId="dec6fbcd-7598-406a-8cbf-504d4a3bac15" providerId="ADAL" clId="{65104DF2-1B45-4C36-9E2A-F89658839DCF}" dt="2024-01-25T16:39:31.471" v="19449" actId="478"/>
          <ac:spMkLst>
            <pc:docMk/>
            <pc:sldMk cId="1443657903" sldId="1006"/>
            <ac:spMk id="16" creationId="{BA3828BB-07C9-6A22-0125-6282103A5ED6}"/>
          </ac:spMkLst>
        </pc:spChg>
        <pc:spChg chg="add del mod">
          <ac:chgData name="Palit, Tapti" userId="dec6fbcd-7598-406a-8cbf-504d4a3bac15" providerId="ADAL" clId="{65104DF2-1B45-4C36-9E2A-F89658839DCF}" dt="2024-01-25T16:37:50.178" v="19338" actId="478"/>
          <ac:spMkLst>
            <pc:docMk/>
            <pc:sldMk cId="1443657903" sldId="1006"/>
            <ac:spMk id="18" creationId="{198E8B5B-009F-1951-6B7D-FF6DBD10F363}"/>
          </ac:spMkLst>
        </pc:spChg>
        <pc:spChg chg="add del mod">
          <ac:chgData name="Palit, Tapti" userId="dec6fbcd-7598-406a-8cbf-504d4a3bac15" providerId="ADAL" clId="{65104DF2-1B45-4C36-9E2A-F89658839DCF}" dt="2024-01-25T16:37:19.214" v="19322" actId="478"/>
          <ac:spMkLst>
            <pc:docMk/>
            <pc:sldMk cId="1443657903" sldId="1006"/>
            <ac:spMk id="19" creationId="{80C6AA8F-8328-145B-B90F-B384C7D362F7}"/>
          </ac:spMkLst>
        </pc:spChg>
        <pc:spChg chg="add del mod">
          <ac:chgData name="Palit, Tapti" userId="dec6fbcd-7598-406a-8cbf-504d4a3bac15" providerId="ADAL" clId="{65104DF2-1B45-4C36-9E2A-F89658839DCF}" dt="2024-01-25T16:39:31.471" v="19449" actId="478"/>
          <ac:spMkLst>
            <pc:docMk/>
            <pc:sldMk cId="1443657903" sldId="1006"/>
            <ac:spMk id="20" creationId="{6B846521-CF3C-1C2E-5EFA-E362CE8B0255}"/>
          </ac:spMkLst>
        </pc:spChg>
        <pc:spChg chg="add del mod">
          <ac:chgData name="Palit, Tapti" userId="dec6fbcd-7598-406a-8cbf-504d4a3bac15" providerId="ADAL" clId="{65104DF2-1B45-4C36-9E2A-F89658839DCF}" dt="2024-01-25T16:39:31.471" v="19449" actId="478"/>
          <ac:spMkLst>
            <pc:docMk/>
            <pc:sldMk cId="1443657903" sldId="1006"/>
            <ac:spMk id="21" creationId="{D7179A03-A83C-A828-EB03-DB0E95ED3A9F}"/>
          </ac:spMkLst>
        </pc:spChg>
        <pc:spChg chg="add del mod">
          <ac:chgData name="Palit, Tapti" userId="dec6fbcd-7598-406a-8cbf-504d4a3bac15" providerId="ADAL" clId="{65104DF2-1B45-4C36-9E2A-F89658839DCF}" dt="2024-01-25T16:39:31.471" v="19449" actId="478"/>
          <ac:spMkLst>
            <pc:docMk/>
            <pc:sldMk cId="1443657903" sldId="1006"/>
            <ac:spMk id="22" creationId="{DFEE423D-239B-0159-2953-A9F255A35310}"/>
          </ac:spMkLst>
        </pc:spChg>
        <pc:spChg chg="add mod">
          <ac:chgData name="Palit, Tapti" userId="dec6fbcd-7598-406a-8cbf-504d4a3bac15" providerId="ADAL" clId="{65104DF2-1B45-4C36-9E2A-F89658839DCF}" dt="2024-01-25T16:39:20.833" v="19447" actId="1076"/>
          <ac:spMkLst>
            <pc:docMk/>
            <pc:sldMk cId="1443657903" sldId="1006"/>
            <ac:spMk id="27" creationId="{A514031C-BE6B-B376-1F8D-A6CBB52D164E}"/>
          </ac:spMkLst>
        </pc:spChg>
        <pc:spChg chg="add mod">
          <ac:chgData name="Palit, Tapti" userId="dec6fbcd-7598-406a-8cbf-504d4a3bac15" providerId="ADAL" clId="{65104DF2-1B45-4C36-9E2A-F89658839DCF}" dt="2024-01-25T16:39:20.833" v="19447" actId="1076"/>
          <ac:spMkLst>
            <pc:docMk/>
            <pc:sldMk cId="1443657903" sldId="1006"/>
            <ac:spMk id="29" creationId="{B51B138B-CA6E-D442-540A-519FABFF1C4E}"/>
          </ac:spMkLst>
        </pc:spChg>
        <pc:spChg chg="add del mod">
          <ac:chgData name="Palit, Tapti" userId="dec6fbcd-7598-406a-8cbf-504d4a3bac15" providerId="ADAL" clId="{65104DF2-1B45-4C36-9E2A-F89658839DCF}" dt="2024-01-25T16:37:19.214" v="19322" actId="478"/>
          <ac:spMkLst>
            <pc:docMk/>
            <pc:sldMk cId="1443657903" sldId="1006"/>
            <ac:spMk id="31" creationId="{4A80A75A-02C2-BAF9-277F-FCFC8389E654}"/>
          </ac:spMkLst>
        </pc:spChg>
        <pc:picChg chg="add del mod">
          <ac:chgData name="Palit, Tapti" userId="dec6fbcd-7598-406a-8cbf-504d4a3bac15" providerId="ADAL" clId="{65104DF2-1B45-4C36-9E2A-F89658839DCF}" dt="2024-01-25T16:37:20.941" v="19323" actId="478"/>
          <ac:picMkLst>
            <pc:docMk/>
            <pc:sldMk cId="1443657903" sldId="1006"/>
            <ac:picMk id="28" creationId="{51344130-15FC-6C45-2578-79C4B3F37588}"/>
          </ac:picMkLst>
        </pc:picChg>
        <pc:cxnChg chg="add mod">
          <ac:chgData name="Palit, Tapti" userId="dec6fbcd-7598-406a-8cbf-504d4a3bac15" providerId="ADAL" clId="{65104DF2-1B45-4C36-9E2A-F89658839DCF}" dt="2024-01-25T16:39:20.833" v="19447" actId="1076"/>
          <ac:cxnSpMkLst>
            <pc:docMk/>
            <pc:sldMk cId="1443657903" sldId="1006"/>
            <ac:cxnSpMk id="6" creationId="{9A228DE5-2A47-7DC0-AB7D-AA240CDBFA38}"/>
          </ac:cxnSpMkLst>
        </pc:cxnChg>
        <pc:cxnChg chg="add mod">
          <ac:chgData name="Palit, Tapti" userId="dec6fbcd-7598-406a-8cbf-504d4a3bac15" providerId="ADAL" clId="{65104DF2-1B45-4C36-9E2A-F89658839DCF}" dt="2024-01-25T16:39:20.833" v="19447" actId="1076"/>
          <ac:cxnSpMkLst>
            <pc:docMk/>
            <pc:sldMk cId="1443657903" sldId="1006"/>
            <ac:cxnSpMk id="7" creationId="{61D65FAB-D08A-1F97-5A56-A0AFDCACE3EE}"/>
          </ac:cxnSpMkLst>
        </pc:cxnChg>
        <pc:cxnChg chg="add mod">
          <ac:chgData name="Palit, Tapti" userId="dec6fbcd-7598-406a-8cbf-504d4a3bac15" providerId="ADAL" clId="{65104DF2-1B45-4C36-9E2A-F89658839DCF}" dt="2024-01-25T16:30:37.419" v="19213"/>
          <ac:cxnSpMkLst>
            <pc:docMk/>
            <pc:sldMk cId="1443657903" sldId="1006"/>
            <ac:cxnSpMk id="9" creationId="{528B79F6-ADC5-8367-31E9-B2CA620F4B75}"/>
          </ac:cxnSpMkLst>
        </pc:cxnChg>
        <pc:cxnChg chg="add del mod">
          <ac:chgData name="Palit, Tapti" userId="dec6fbcd-7598-406a-8cbf-504d4a3bac15" providerId="ADAL" clId="{65104DF2-1B45-4C36-9E2A-F89658839DCF}" dt="2024-01-25T16:39:31.471" v="19449" actId="478"/>
          <ac:cxnSpMkLst>
            <pc:docMk/>
            <pc:sldMk cId="1443657903" sldId="1006"/>
            <ac:cxnSpMk id="17" creationId="{3F645796-6659-6C62-0048-A9C63762DB52}"/>
          </ac:cxnSpMkLst>
        </pc:cxnChg>
        <pc:cxnChg chg="add mod">
          <ac:chgData name="Palit, Tapti" userId="dec6fbcd-7598-406a-8cbf-504d4a3bac15" providerId="ADAL" clId="{65104DF2-1B45-4C36-9E2A-F89658839DCF}" dt="2024-01-25T16:39:20.833" v="19447" actId="1076"/>
          <ac:cxnSpMkLst>
            <pc:docMk/>
            <pc:sldMk cId="1443657903" sldId="1006"/>
            <ac:cxnSpMk id="23" creationId="{D16509D8-28D2-A44B-77B1-1128B454B009}"/>
          </ac:cxnSpMkLst>
        </pc:cxnChg>
        <pc:cxnChg chg="add mod">
          <ac:chgData name="Palit, Tapti" userId="dec6fbcd-7598-406a-8cbf-504d4a3bac15" providerId="ADAL" clId="{65104DF2-1B45-4C36-9E2A-F89658839DCF}" dt="2024-01-25T16:39:20.833" v="19447" actId="1076"/>
          <ac:cxnSpMkLst>
            <pc:docMk/>
            <pc:sldMk cId="1443657903" sldId="1006"/>
            <ac:cxnSpMk id="26" creationId="{CC017F9E-EDAB-28CE-0FC4-6DC0F6308385}"/>
          </ac:cxnSpMkLst>
        </pc:cxnChg>
        <pc:cxnChg chg="add del mod">
          <ac:chgData name="Palit, Tapti" userId="dec6fbcd-7598-406a-8cbf-504d4a3bac15" providerId="ADAL" clId="{65104DF2-1B45-4C36-9E2A-F89658839DCF}" dt="2024-01-25T16:37:19.214" v="19322" actId="478"/>
          <ac:cxnSpMkLst>
            <pc:docMk/>
            <pc:sldMk cId="1443657903" sldId="1006"/>
            <ac:cxnSpMk id="30" creationId="{A73AFCA0-E5AA-82F7-9CCC-4ACDEC8570EF}"/>
          </ac:cxnSpMkLst>
        </pc:cxnChg>
      </pc:sldChg>
      <pc:sldChg chg="modSp add del mod modAnim">
        <pc:chgData name="Palit, Tapti" userId="dec6fbcd-7598-406a-8cbf-504d4a3bac15" providerId="ADAL" clId="{65104DF2-1B45-4C36-9E2A-F89658839DCF}" dt="2024-01-25T16:41:52.874" v="19512" actId="47"/>
        <pc:sldMkLst>
          <pc:docMk/>
          <pc:sldMk cId="1232501061" sldId="1007"/>
        </pc:sldMkLst>
        <pc:spChg chg="mod">
          <ac:chgData name="Palit, Tapti" userId="dec6fbcd-7598-406a-8cbf-504d4a3bac15" providerId="ADAL" clId="{65104DF2-1B45-4C36-9E2A-F89658839DCF}" dt="2024-01-25T16:37:39.176" v="19337" actId="207"/>
          <ac:spMkLst>
            <pc:docMk/>
            <pc:sldMk cId="1232501061" sldId="1007"/>
            <ac:spMk id="29" creationId="{B51B138B-CA6E-D442-540A-519FABFF1C4E}"/>
          </ac:spMkLst>
        </pc:spChg>
      </pc:sldChg>
      <pc:sldChg chg="addSp delSp modSp add del mod">
        <pc:chgData name="Palit, Tapti" userId="dec6fbcd-7598-406a-8cbf-504d4a3bac15" providerId="ADAL" clId="{65104DF2-1B45-4C36-9E2A-F89658839DCF}" dt="2024-01-25T16:42:46.132" v="19522"/>
        <pc:sldMkLst>
          <pc:docMk/>
          <pc:sldMk cId="2813534475" sldId="1008"/>
        </pc:sldMkLst>
        <pc:spChg chg="add mod">
          <ac:chgData name="Palit, Tapti" userId="dec6fbcd-7598-406a-8cbf-504d4a3bac15" providerId="ADAL" clId="{65104DF2-1B45-4C36-9E2A-F89658839DCF}" dt="2024-01-25T16:41:45.278" v="19510"/>
          <ac:spMkLst>
            <pc:docMk/>
            <pc:sldMk cId="2813534475" sldId="1008"/>
            <ac:spMk id="2" creationId="{E5429D71-EBDF-D5A9-D86E-A216CCD4B410}"/>
          </ac:spMkLst>
        </pc:spChg>
        <pc:spChg chg="add mod">
          <ac:chgData name="Palit, Tapti" userId="dec6fbcd-7598-406a-8cbf-504d4a3bac15" providerId="ADAL" clId="{65104DF2-1B45-4C36-9E2A-F89658839DCF}" dt="2024-01-25T16:42:46.132" v="19522"/>
          <ac:spMkLst>
            <pc:docMk/>
            <pc:sldMk cId="2813534475" sldId="1008"/>
            <ac:spMk id="5" creationId="{0A62336F-BFEF-4662-9092-208DC8F26678}"/>
          </ac:spMkLst>
        </pc:spChg>
        <pc:spChg chg="del">
          <ac:chgData name="Palit, Tapti" userId="dec6fbcd-7598-406a-8cbf-504d4a3bac15" providerId="ADAL" clId="{65104DF2-1B45-4C36-9E2A-F89658839DCF}" dt="2024-01-25T16:42:45.782" v="19521" actId="478"/>
          <ac:spMkLst>
            <pc:docMk/>
            <pc:sldMk cId="2813534475" sldId="1008"/>
            <ac:spMk id="15" creationId="{632CDA17-2240-B34F-44F8-5573404E1E94}"/>
          </ac:spMkLst>
        </pc:spChg>
      </pc:sldChg>
      <pc:sldChg chg="addSp modSp add mod">
        <pc:chgData name="Palit, Tapti" userId="dec6fbcd-7598-406a-8cbf-504d4a3bac15" providerId="ADAL" clId="{65104DF2-1B45-4C36-9E2A-F89658839DCF}" dt="2024-01-25T16:44:45.668" v="19550" actId="1076"/>
        <pc:sldMkLst>
          <pc:docMk/>
          <pc:sldMk cId="2449023462" sldId="1009"/>
        </pc:sldMkLst>
        <pc:spChg chg="add mod">
          <ac:chgData name="Palit, Tapti" userId="dec6fbcd-7598-406a-8cbf-504d4a3bac15" providerId="ADAL" clId="{65104DF2-1B45-4C36-9E2A-F89658839DCF}" dt="2024-01-25T16:40:01.400" v="19460"/>
          <ac:spMkLst>
            <pc:docMk/>
            <pc:sldMk cId="2449023462" sldId="1009"/>
            <ac:spMk id="2" creationId="{D3873BFE-ACFE-BB00-E09A-7B1A04485A82}"/>
          </ac:spMkLst>
        </pc:spChg>
        <pc:spChg chg="add mod">
          <ac:chgData name="Palit, Tapti" userId="dec6fbcd-7598-406a-8cbf-504d4a3bac15" providerId="ADAL" clId="{65104DF2-1B45-4C36-9E2A-F89658839DCF}" dt="2024-01-25T16:40:01.400" v="19460"/>
          <ac:spMkLst>
            <pc:docMk/>
            <pc:sldMk cId="2449023462" sldId="1009"/>
            <ac:spMk id="8" creationId="{8D515AF9-6145-BAE6-B22C-D54DE2A65E6C}"/>
          </ac:spMkLst>
        </pc:spChg>
        <pc:spChg chg="add mod">
          <ac:chgData name="Palit, Tapti" userId="dec6fbcd-7598-406a-8cbf-504d4a3bac15" providerId="ADAL" clId="{65104DF2-1B45-4C36-9E2A-F89658839DCF}" dt="2024-01-25T16:40:08.646" v="19461" actId="1076"/>
          <ac:spMkLst>
            <pc:docMk/>
            <pc:sldMk cId="2449023462" sldId="1009"/>
            <ac:spMk id="9" creationId="{CD63AD5F-C32F-D92B-6020-BAC303AA6DD1}"/>
          </ac:spMkLst>
        </pc:spChg>
        <pc:spChg chg="add mod">
          <ac:chgData name="Palit, Tapti" userId="dec6fbcd-7598-406a-8cbf-504d4a3bac15" providerId="ADAL" clId="{65104DF2-1B45-4C36-9E2A-F89658839DCF}" dt="2024-01-25T16:40:01.400" v="19460"/>
          <ac:spMkLst>
            <pc:docMk/>
            <pc:sldMk cId="2449023462" sldId="1009"/>
            <ac:spMk id="10" creationId="{06447FF6-3561-1B45-5EE8-A5F58A28E6A8}"/>
          </ac:spMkLst>
        </pc:spChg>
        <pc:spChg chg="add mod">
          <ac:chgData name="Palit, Tapti" userId="dec6fbcd-7598-406a-8cbf-504d4a3bac15" providerId="ADAL" clId="{65104DF2-1B45-4C36-9E2A-F89658839DCF}" dt="2024-01-25T16:40:28.876" v="19473" actId="14100"/>
          <ac:spMkLst>
            <pc:docMk/>
            <pc:sldMk cId="2449023462" sldId="1009"/>
            <ac:spMk id="11" creationId="{2BC49AFA-6CD9-D009-C0AF-D94B4C2435AB}"/>
          </ac:spMkLst>
        </pc:spChg>
        <pc:spChg chg="add mod">
          <ac:chgData name="Palit, Tapti" userId="dec6fbcd-7598-406a-8cbf-504d4a3bac15" providerId="ADAL" clId="{65104DF2-1B45-4C36-9E2A-F89658839DCF}" dt="2024-01-25T16:44:45.668" v="19550" actId="1076"/>
          <ac:spMkLst>
            <pc:docMk/>
            <pc:sldMk cId="2449023462" sldId="1009"/>
            <ac:spMk id="12" creationId="{F5BB6969-D60C-29B4-57B4-DC799C0A5BB1}"/>
          </ac:spMkLst>
        </pc:spChg>
        <pc:cxnChg chg="add mod">
          <ac:chgData name="Palit, Tapti" userId="dec6fbcd-7598-406a-8cbf-504d4a3bac15" providerId="ADAL" clId="{65104DF2-1B45-4C36-9E2A-F89658839DCF}" dt="2024-01-25T16:40:01.400" v="19460"/>
          <ac:cxnSpMkLst>
            <pc:docMk/>
            <pc:sldMk cId="2449023462" sldId="1009"/>
            <ac:cxnSpMk id="5" creationId="{925E64D1-9B5D-F27A-9F48-F69D09A7E1FC}"/>
          </ac:cxnSpMkLst>
        </pc:cxnChg>
      </pc:sldChg>
      <pc:sldChg chg="addSp delSp modSp add mod ord modClrScheme chgLayout">
        <pc:chgData name="Palit, Tapti" userId="dec6fbcd-7598-406a-8cbf-504d4a3bac15" providerId="ADAL" clId="{65104DF2-1B45-4C36-9E2A-F89658839DCF}" dt="2024-01-25T17:56:25.310" v="22091" actId="20577"/>
        <pc:sldMkLst>
          <pc:docMk/>
          <pc:sldMk cId="2829052815" sldId="1010"/>
        </pc:sldMkLst>
        <pc:spChg chg="mod ord">
          <ac:chgData name="Palit, Tapti" userId="dec6fbcd-7598-406a-8cbf-504d4a3bac15" providerId="ADAL" clId="{65104DF2-1B45-4C36-9E2A-F89658839DCF}" dt="2024-01-25T17:56:25.310" v="22091" actId="20577"/>
          <ac:spMkLst>
            <pc:docMk/>
            <pc:sldMk cId="2829052815" sldId="1010"/>
            <ac:spMk id="3" creationId="{F41F5800-0C87-D92F-5B6B-52E096B070E2}"/>
          </ac:spMkLst>
        </pc:spChg>
        <pc:spChg chg="mod ord">
          <ac:chgData name="Palit, Tapti" userId="dec6fbcd-7598-406a-8cbf-504d4a3bac15" providerId="ADAL" clId="{65104DF2-1B45-4C36-9E2A-F89658839DCF}" dt="2024-01-25T16:45:25.681" v="19566" actId="700"/>
          <ac:spMkLst>
            <pc:docMk/>
            <pc:sldMk cId="2829052815" sldId="1010"/>
            <ac:spMk id="4" creationId="{72B504F4-99B0-8DB2-F091-585A12AE0CD7}"/>
          </ac:spMkLst>
        </pc:spChg>
        <pc:spChg chg="add del mod">
          <ac:chgData name="Palit, Tapti" userId="dec6fbcd-7598-406a-8cbf-504d4a3bac15" providerId="ADAL" clId="{65104DF2-1B45-4C36-9E2A-F89658839DCF}" dt="2024-01-25T16:51:43.123" v="19835" actId="478"/>
          <ac:spMkLst>
            <pc:docMk/>
            <pc:sldMk cId="2829052815" sldId="1010"/>
            <ac:spMk id="5" creationId="{3D373F79-5AD1-75EC-290D-9961F87C759F}"/>
          </ac:spMkLst>
        </pc:spChg>
        <pc:spChg chg="add del mod">
          <ac:chgData name="Palit, Tapti" userId="dec6fbcd-7598-406a-8cbf-504d4a3bac15" providerId="ADAL" clId="{65104DF2-1B45-4C36-9E2A-F89658839DCF}" dt="2024-01-25T16:51:43.123" v="19835" actId="478"/>
          <ac:spMkLst>
            <pc:docMk/>
            <pc:sldMk cId="2829052815" sldId="1010"/>
            <ac:spMk id="8" creationId="{885F85A1-4076-A50D-98B5-C6EE4BE5346E}"/>
          </ac:spMkLst>
        </pc:spChg>
        <pc:spChg chg="add del mod">
          <ac:chgData name="Palit, Tapti" userId="dec6fbcd-7598-406a-8cbf-504d4a3bac15" providerId="ADAL" clId="{65104DF2-1B45-4C36-9E2A-F89658839DCF}" dt="2024-01-25T16:51:43.123" v="19835" actId="478"/>
          <ac:spMkLst>
            <pc:docMk/>
            <pc:sldMk cId="2829052815" sldId="1010"/>
            <ac:spMk id="10" creationId="{B2849599-0146-037A-56B0-2E75EF2FFB10}"/>
          </ac:spMkLst>
        </pc:spChg>
        <pc:spChg chg="add mod">
          <ac:chgData name="Palit, Tapti" userId="dec6fbcd-7598-406a-8cbf-504d4a3bac15" providerId="ADAL" clId="{65104DF2-1B45-4C36-9E2A-F89658839DCF}" dt="2024-01-25T16:41:46.643" v="19511"/>
          <ac:spMkLst>
            <pc:docMk/>
            <pc:sldMk cId="2829052815" sldId="1010"/>
            <ac:spMk id="12" creationId="{C902EB02-8612-75F0-CB75-A557CCFF913B}"/>
          </ac:spMkLst>
        </pc:spChg>
        <pc:spChg chg="mod">
          <ac:chgData name="Palit, Tapti" userId="dec6fbcd-7598-406a-8cbf-504d4a3bac15" providerId="ADAL" clId="{65104DF2-1B45-4C36-9E2A-F89658839DCF}" dt="2024-01-25T16:53:53.274" v="19857" actId="14100"/>
          <ac:spMkLst>
            <pc:docMk/>
            <pc:sldMk cId="2829052815" sldId="1010"/>
            <ac:spMk id="15" creationId="{632CDA17-2240-B34F-44F8-5573404E1E94}"/>
          </ac:spMkLst>
        </pc:spChg>
        <pc:spChg chg="add del mod">
          <ac:chgData name="Palit, Tapti" userId="dec6fbcd-7598-406a-8cbf-504d4a3bac15" providerId="ADAL" clId="{65104DF2-1B45-4C36-9E2A-F89658839DCF}" dt="2024-01-25T16:51:38.462" v="19834" actId="478"/>
          <ac:spMkLst>
            <pc:docMk/>
            <pc:sldMk cId="2829052815" sldId="1010"/>
            <ac:spMk id="18" creationId="{38158093-6F13-9634-0C40-CB520D742CFB}"/>
          </ac:spMkLst>
        </pc:spChg>
        <pc:spChg chg="add del mod">
          <ac:chgData name="Palit, Tapti" userId="dec6fbcd-7598-406a-8cbf-504d4a3bac15" providerId="ADAL" clId="{65104DF2-1B45-4C36-9E2A-F89658839DCF}" dt="2024-01-25T16:50:55.182" v="19829" actId="14100"/>
          <ac:spMkLst>
            <pc:docMk/>
            <pc:sldMk cId="2829052815" sldId="1010"/>
            <ac:spMk id="19" creationId="{62A0C4CA-2A0C-7E20-4EEB-512723DBF9F9}"/>
          </ac:spMkLst>
        </pc:spChg>
        <pc:spChg chg="mod">
          <ac:chgData name="Palit, Tapti" userId="dec6fbcd-7598-406a-8cbf-504d4a3bac15" providerId="ADAL" clId="{65104DF2-1B45-4C36-9E2A-F89658839DCF}" dt="2024-01-25T16:41:20.371" v="19504" actId="20577"/>
          <ac:spMkLst>
            <pc:docMk/>
            <pc:sldMk cId="2829052815" sldId="1010"/>
            <ac:spMk id="21" creationId="{D7179A03-A83C-A828-EB03-DB0E95ED3A9F}"/>
          </ac:spMkLst>
        </pc:spChg>
        <pc:spChg chg="add mod ord">
          <ac:chgData name="Palit, Tapti" userId="dec6fbcd-7598-406a-8cbf-504d4a3bac15" providerId="ADAL" clId="{65104DF2-1B45-4C36-9E2A-F89658839DCF}" dt="2024-01-25T17:07:26.441" v="20520" actId="5793"/>
          <ac:spMkLst>
            <pc:docMk/>
            <pc:sldMk cId="2829052815" sldId="1010"/>
            <ac:spMk id="24" creationId="{61E1D992-FB9B-AF0E-0524-B1AE2D228029}"/>
          </ac:spMkLst>
        </pc:spChg>
        <pc:spChg chg="add del mod ord">
          <ac:chgData name="Palit, Tapti" userId="dec6fbcd-7598-406a-8cbf-504d4a3bac15" providerId="ADAL" clId="{65104DF2-1B45-4C36-9E2A-F89658839DCF}" dt="2024-01-25T16:45:55.908" v="19611" actId="478"/>
          <ac:spMkLst>
            <pc:docMk/>
            <pc:sldMk cId="2829052815" sldId="1010"/>
            <ac:spMk id="25" creationId="{BF8337F2-D4B1-2987-B48F-8597E96BEAE6}"/>
          </ac:spMkLst>
        </pc:spChg>
        <pc:spChg chg="mod">
          <ac:chgData name="Palit, Tapti" userId="dec6fbcd-7598-406a-8cbf-504d4a3bac15" providerId="ADAL" clId="{65104DF2-1B45-4C36-9E2A-F89658839DCF}" dt="2024-01-25T16:51:35.120" v="19833"/>
          <ac:spMkLst>
            <pc:docMk/>
            <pc:sldMk cId="2829052815" sldId="1010"/>
            <ac:spMk id="29" creationId="{B51B138B-CA6E-D442-540A-519FABFF1C4E}"/>
          </ac:spMkLst>
        </pc:spChg>
        <pc:spChg chg="add mod">
          <ac:chgData name="Palit, Tapti" userId="dec6fbcd-7598-406a-8cbf-504d4a3bac15" providerId="ADAL" clId="{65104DF2-1B45-4C36-9E2A-F89658839DCF}" dt="2024-01-25T16:45:55.908" v="19611" actId="478"/>
          <ac:spMkLst>
            <pc:docMk/>
            <pc:sldMk cId="2829052815" sldId="1010"/>
            <ac:spMk id="31" creationId="{8066DF09-0DDE-0E4A-743E-1BD29398BBC7}"/>
          </ac:spMkLst>
        </pc:spChg>
        <pc:spChg chg="add del mod">
          <ac:chgData name="Palit, Tapti" userId="dec6fbcd-7598-406a-8cbf-504d4a3bac15" providerId="ADAL" clId="{65104DF2-1B45-4C36-9E2A-F89658839DCF}" dt="2024-01-25T16:51:01.475" v="19830" actId="478"/>
          <ac:spMkLst>
            <pc:docMk/>
            <pc:sldMk cId="2829052815" sldId="1010"/>
            <ac:spMk id="32" creationId="{C180BB90-D111-F402-A389-9C3FF16EFB09}"/>
          </ac:spMkLst>
        </pc:spChg>
        <pc:picChg chg="add del mod">
          <ac:chgData name="Palit, Tapti" userId="dec6fbcd-7598-406a-8cbf-504d4a3bac15" providerId="ADAL" clId="{65104DF2-1B45-4C36-9E2A-F89658839DCF}" dt="2024-01-25T16:51:38.462" v="19834" actId="478"/>
          <ac:picMkLst>
            <pc:docMk/>
            <pc:sldMk cId="2829052815" sldId="1010"/>
            <ac:picMk id="2" creationId="{5C5B91B7-4BF3-EF22-73A2-268F52918630}"/>
          </ac:picMkLst>
        </pc:picChg>
        <pc:cxnChg chg="add del mod">
          <ac:chgData name="Palit, Tapti" userId="dec6fbcd-7598-406a-8cbf-504d4a3bac15" providerId="ADAL" clId="{65104DF2-1B45-4C36-9E2A-F89658839DCF}" dt="2024-01-25T16:51:43.123" v="19835" actId="478"/>
          <ac:cxnSpMkLst>
            <pc:docMk/>
            <pc:sldMk cId="2829052815" sldId="1010"/>
            <ac:cxnSpMk id="9" creationId="{5B659DB4-1E58-9C88-6147-F8AE219D326E}"/>
          </ac:cxnSpMkLst>
        </pc:cxnChg>
        <pc:cxnChg chg="add del mod">
          <ac:chgData name="Palit, Tapti" userId="dec6fbcd-7598-406a-8cbf-504d4a3bac15" providerId="ADAL" clId="{65104DF2-1B45-4C36-9E2A-F89658839DCF}" dt="2024-01-25T16:51:38.462" v="19834" actId="478"/>
          <ac:cxnSpMkLst>
            <pc:docMk/>
            <pc:sldMk cId="2829052815" sldId="1010"/>
            <ac:cxnSpMk id="14" creationId="{E3057DF5-1ED5-9116-B096-D42DE1A11886}"/>
          </ac:cxnSpMkLst>
        </pc:cxnChg>
      </pc:sldChg>
      <pc:sldChg chg="addSp delSp modSp add mod ord">
        <pc:chgData name="Palit, Tapti" userId="dec6fbcd-7598-406a-8cbf-504d4a3bac15" providerId="ADAL" clId="{65104DF2-1B45-4C36-9E2A-F89658839DCF}" dt="2024-01-25T16:49:06.341" v="19770"/>
        <pc:sldMkLst>
          <pc:docMk/>
          <pc:sldMk cId="2580900859" sldId="1011"/>
        </pc:sldMkLst>
        <pc:spChg chg="del">
          <ac:chgData name="Palit, Tapti" userId="dec6fbcd-7598-406a-8cbf-504d4a3bac15" providerId="ADAL" clId="{65104DF2-1B45-4C36-9E2A-F89658839DCF}" dt="2024-01-25T16:43:20.072" v="19536" actId="478"/>
          <ac:spMkLst>
            <pc:docMk/>
            <pc:sldMk cId="2580900859" sldId="1011"/>
            <ac:spMk id="5" creationId="{3D373F79-5AD1-75EC-290D-9961F87C759F}"/>
          </ac:spMkLst>
        </pc:spChg>
        <pc:spChg chg="del">
          <ac:chgData name="Palit, Tapti" userId="dec6fbcd-7598-406a-8cbf-504d4a3bac15" providerId="ADAL" clId="{65104DF2-1B45-4C36-9E2A-F89658839DCF}" dt="2024-01-25T16:43:26.021" v="19537" actId="478"/>
          <ac:spMkLst>
            <pc:docMk/>
            <pc:sldMk cId="2580900859" sldId="1011"/>
            <ac:spMk id="8" creationId="{885F85A1-4076-A50D-98B5-C6EE4BE5346E}"/>
          </ac:spMkLst>
        </pc:spChg>
        <pc:spChg chg="del">
          <ac:chgData name="Palit, Tapti" userId="dec6fbcd-7598-406a-8cbf-504d4a3bac15" providerId="ADAL" clId="{65104DF2-1B45-4C36-9E2A-F89658839DCF}" dt="2024-01-25T16:43:20.072" v="19536" actId="478"/>
          <ac:spMkLst>
            <pc:docMk/>
            <pc:sldMk cId="2580900859" sldId="1011"/>
            <ac:spMk id="10" creationId="{B2849599-0146-037A-56B0-2E75EF2FFB10}"/>
          </ac:spMkLst>
        </pc:spChg>
        <pc:spChg chg="add mod">
          <ac:chgData name="Palit, Tapti" userId="dec6fbcd-7598-406a-8cbf-504d4a3bac15" providerId="ADAL" clId="{65104DF2-1B45-4C36-9E2A-F89658839DCF}" dt="2024-01-25T16:43:12.290" v="19535"/>
          <ac:spMkLst>
            <pc:docMk/>
            <pc:sldMk cId="2580900859" sldId="1011"/>
            <ac:spMk id="11" creationId="{C3245101-12E0-84F6-7B3F-951EE88BEB6E}"/>
          </ac:spMkLst>
        </pc:spChg>
        <pc:spChg chg="del">
          <ac:chgData name="Palit, Tapti" userId="dec6fbcd-7598-406a-8cbf-504d4a3bac15" providerId="ADAL" clId="{65104DF2-1B45-4C36-9E2A-F89658839DCF}" dt="2024-01-25T16:43:26.021" v="19537" actId="478"/>
          <ac:spMkLst>
            <pc:docMk/>
            <pc:sldMk cId="2580900859" sldId="1011"/>
            <ac:spMk id="12" creationId="{C902EB02-8612-75F0-CB75-A557CCFF913B}"/>
          </ac:spMkLst>
        </pc:spChg>
        <pc:spChg chg="mod">
          <ac:chgData name="Palit, Tapti" userId="dec6fbcd-7598-406a-8cbf-504d4a3bac15" providerId="ADAL" clId="{65104DF2-1B45-4C36-9E2A-F89658839DCF}" dt="2024-01-25T16:44:51.816" v="19557" actId="5793"/>
          <ac:spMkLst>
            <pc:docMk/>
            <pc:sldMk cId="2580900859" sldId="1011"/>
            <ac:spMk id="15" creationId="{632CDA17-2240-B34F-44F8-5573404E1E94}"/>
          </ac:spMkLst>
        </pc:spChg>
        <pc:spChg chg="del">
          <ac:chgData name="Palit, Tapti" userId="dec6fbcd-7598-406a-8cbf-504d4a3bac15" providerId="ADAL" clId="{65104DF2-1B45-4C36-9E2A-F89658839DCF}" dt="2024-01-25T16:43:20.072" v="19536" actId="478"/>
          <ac:spMkLst>
            <pc:docMk/>
            <pc:sldMk cId="2580900859" sldId="1011"/>
            <ac:spMk id="16" creationId="{BA3828BB-07C9-6A22-0125-6282103A5ED6}"/>
          </ac:spMkLst>
        </pc:spChg>
        <pc:spChg chg="add mod">
          <ac:chgData name="Palit, Tapti" userId="dec6fbcd-7598-406a-8cbf-504d4a3bac15" providerId="ADAL" clId="{65104DF2-1B45-4C36-9E2A-F89658839DCF}" dt="2024-01-25T16:49:06.341" v="19770"/>
          <ac:spMkLst>
            <pc:docMk/>
            <pc:sldMk cId="2580900859" sldId="1011"/>
            <ac:spMk id="18" creationId="{0BCA0547-F6B6-70BB-5E1F-CC3907292E09}"/>
          </ac:spMkLst>
        </pc:spChg>
        <pc:spChg chg="del">
          <ac:chgData name="Palit, Tapti" userId="dec6fbcd-7598-406a-8cbf-504d4a3bac15" providerId="ADAL" clId="{65104DF2-1B45-4C36-9E2A-F89658839DCF}" dt="2024-01-25T16:43:20.072" v="19536" actId="478"/>
          <ac:spMkLst>
            <pc:docMk/>
            <pc:sldMk cId="2580900859" sldId="1011"/>
            <ac:spMk id="20" creationId="{6B846521-CF3C-1C2E-5EFA-E362CE8B0255}"/>
          </ac:spMkLst>
        </pc:spChg>
        <pc:spChg chg="del">
          <ac:chgData name="Palit, Tapti" userId="dec6fbcd-7598-406a-8cbf-504d4a3bac15" providerId="ADAL" clId="{65104DF2-1B45-4C36-9E2A-F89658839DCF}" dt="2024-01-25T16:43:20.072" v="19536" actId="478"/>
          <ac:spMkLst>
            <pc:docMk/>
            <pc:sldMk cId="2580900859" sldId="1011"/>
            <ac:spMk id="21" creationId="{D7179A03-A83C-A828-EB03-DB0E95ED3A9F}"/>
          </ac:spMkLst>
        </pc:spChg>
        <pc:spChg chg="del">
          <ac:chgData name="Palit, Tapti" userId="dec6fbcd-7598-406a-8cbf-504d4a3bac15" providerId="ADAL" clId="{65104DF2-1B45-4C36-9E2A-F89658839DCF}" dt="2024-01-25T16:43:20.072" v="19536" actId="478"/>
          <ac:spMkLst>
            <pc:docMk/>
            <pc:sldMk cId="2580900859" sldId="1011"/>
            <ac:spMk id="22" creationId="{DFEE423D-239B-0159-2953-A9F255A35310}"/>
          </ac:spMkLst>
        </pc:spChg>
        <pc:spChg chg="add mod">
          <ac:chgData name="Palit, Tapti" userId="dec6fbcd-7598-406a-8cbf-504d4a3bac15" providerId="ADAL" clId="{65104DF2-1B45-4C36-9E2A-F89658839DCF}" dt="2024-01-25T16:49:06.341" v="19770"/>
          <ac:spMkLst>
            <pc:docMk/>
            <pc:sldMk cId="2580900859" sldId="1011"/>
            <ac:spMk id="24" creationId="{F5EB6ECF-2B21-E13E-B882-300FC3E908D5}"/>
          </ac:spMkLst>
        </pc:spChg>
        <pc:spChg chg="add mod">
          <ac:chgData name="Palit, Tapti" userId="dec6fbcd-7598-406a-8cbf-504d4a3bac15" providerId="ADAL" clId="{65104DF2-1B45-4C36-9E2A-F89658839DCF}" dt="2024-01-25T16:49:06.341" v="19770"/>
          <ac:spMkLst>
            <pc:docMk/>
            <pc:sldMk cId="2580900859" sldId="1011"/>
            <ac:spMk id="25" creationId="{C08589F2-1AB1-D63A-BC4D-22C85B6593C2}"/>
          </ac:spMkLst>
        </pc:spChg>
        <pc:spChg chg="add mod">
          <ac:chgData name="Palit, Tapti" userId="dec6fbcd-7598-406a-8cbf-504d4a3bac15" providerId="ADAL" clId="{65104DF2-1B45-4C36-9E2A-F89658839DCF}" dt="2024-01-25T16:49:06.341" v="19770"/>
          <ac:spMkLst>
            <pc:docMk/>
            <pc:sldMk cId="2580900859" sldId="1011"/>
            <ac:spMk id="28" creationId="{7E896B00-018F-CCAE-D730-D6F09C757594}"/>
          </ac:spMkLst>
        </pc:spChg>
        <pc:spChg chg="add mod">
          <ac:chgData name="Palit, Tapti" userId="dec6fbcd-7598-406a-8cbf-504d4a3bac15" providerId="ADAL" clId="{65104DF2-1B45-4C36-9E2A-F89658839DCF}" dt="2024-01-25T16:49:06.341" v="19770"/>
          <ac:spMkLst>
            <pc:docMk/>
            <pc:sldMk cId="2580900859" sldId="1011"/>
            <ac:spMk id="30" creationId="{8690D08E-2392-0B78-CD59-63902FDD1BE1}"/>
          </ac:spMkLst>
        </pc:spChg>
        <pc:picChg chg="mod">
          <ac:chgData name="Palit, Tapti" userId="dec6fbcd-7598-406a-8cbf-504d4a3bac15" providerId="ADAL" clId="{65104DF2-1B45-4C36-9E2A-F89658839DCF}" dt="2024-01-25T16:45:32.226" v="19567" actId="1076"/>
          <ac:picMkLst>
            <pc:docMk/>
            <pc:sldMk cId="2580900859" sldId="1011"/>
            <ac:picMk id="2" creationId="{5C5B91B7-4BF3-EF22-73A2-268F52918630}"/>
          </ac:picMkLst>
        </pc:picChg>
        <pc:cxnChg chg="del mod">
          <ac:chgData name="Palit, Tapti" userId="dec6fbcd-7598-406a-8cbf-504d4a3bac15" providerId="ADAL" clId="{65104DF2-1B45-4C36-9E2A-F89658839DCF}" dt="2024-01-25T16:43:20.072" v="19536" actId="478"/>
          <ac:cxnSpMkLst>
            <pc:docMk/>
            <pc:sldMk cId="2580900859" sldId="1011"/>
            <ac:cxnSpMk id="9" creationId="{5B659DB4-1E58-9C88-6147-F8AE219D326E}"/>
          </ac:cxnSpMkLst>
        </pc:cxnChg>
        <pc:cxnChg chg="mod">
          <ac:chgData name="Palit, Tapti" userId="dec6fbcd-7598-406a-8cbf-504d4a3bac15" providerId="ADAL" clId="{65104DF2-1B45-4C36-9E2A-F89658839DCF}" dt="2024-01-25T16:45:32.226" v="19567" actId="1076"/>
          <ac:cxnSpMkLst>
            <pc:docMk/>
            <pc:sldMk cId="2580900859" sldId="1011"/>
            <ac:cxnSpMk id="14" creationId="{E3057DF5-1ED5-9116-B096-D42DE1A11886}"/>
          </ac:cxnSpMkLst>
        </pc:cxnChg>
        <pc:cxnChg chg="del mod">
          <ac:chgData name="Palit, Tapti" userId="dec6fbcd-7598-406a-8cbf-504d4a3bac15" providerId="ADAL" clId="{65104DF2-1B45-4C36-9E2A-F89658839DCF}" dt="2024-01-25T16:43:20.072" v="19536" actId="478"/>
          <ac:cxnSpMkLst>
            <pc:docMk/>
            <pc:sldMk cId="2580900859" sldId="1011"/>
            <ac:cxnSpMk id="17" creationId="{3F645796-6659-6C62-0048-A9C63762DB52}"/>
          </ac:cxnSpMkLst>
        </pc:cxnChg>
        <pc:cxnChg chg="add mod">
          <ac:chgData name="Palit, Tapti" userId="dec6fbcd-7598-406a-8cbf-504d4a3bac15" providerId="ADAL" clId="{65104DF2-1B45-4C36-9E2A-F89658839DCF}" dt="2024-01-25T16:49:06.341" v="19770"/>
          <ac:cxnSpMkLst>
            <pc:docMk/>
            <pc:sldMk cId="2580900859" sldId="1011"/>
            <ac:cxnSpMk id="19" creationId="{8D92BDAF-8408-5E98-485C-93BA575839DD}"/>
          </ac:cxnSpMkLst>
        </pc:cxnChg>
      </pc:sldChg>
      <pc:sldChg chg="addSp delSp modSp new del mod delAnim modAnim">
        <pc:chgData name="Palit, Tapti" userId="dec6fbcd-7598-406a-8cbf-504d4a3bac15" providerId="ADAL" clId="{65104DF2-1B45-4C36-9E2A-F89658839DCF}" dt="2024-01-25T16:47:27.270" v="19724" actId="47"/>
        <pc:sldMkLst>
          <pc:docMk/>
          <pc:sldMk cId="2676069547" sldId="1012"/>
        </pc:sldMkLst>
        <pc:spChg chg="mod">
          <ac:chgData name="Palit, Tapti" userId="dec6fbcd-7598-406a-8cbf-504d4a3bac15" providerId="ADAL" clId="{65104DF2-1B45-4C36-9E2A-F89658839DCF}" dt="2024-01-25T16:46:09.119" v="19665" actId="20577"/>
          <ac:spMkLst>
            <pc:docMk/>
            <pc:sldMk cId="2676069547" sldId="1012"/>
            <ac:spMk id="2" creationId="{5F4A71CE-65A3-F183-D9D1-CC36EDC4D8F8}"/>
          </ac:spMkLst>
        </pc:spChg>
        <pc:spChg chg="mod">
          <ac:chgData name="Palit, Tapti" userId="dec6fbcd-7598-406a-8cbf-504d4a3bac15" providerId="ADAL" clId="{65104DF2-1B45-4C36-9E2A-F89658839DCF}" dt="2024-01-25T16:46:02.542" v="19634" actId="20577"/>
          <ac:spMkLst>
            <pc:docMk/>
            <pc:sldMk cId="2676069547" sldId="1012"/>
            <ac:spMk id="3" creationId="{E42AB5E1-0991-8DEC-2FA0-292D87339CD7}"/>
          </ac:spMkLst>
        </pc:spChg>
        <pc:picChg chg="add del mod">
          <ac:chgData name="Palit, Tapti" userId="dec6fbcd-7598-406a-8cbf-504d4a3bac15" providerId="ADAL" clId="{65104DF2-1B45-4C36-9E2A-F89658839DCF}" dt="2024-01-25T16:46:43.036" v="19667" actId="478"/>
          <ac:picMkLst>
            <pc:docMk/>
            <pc:sldMk cId="2676069547" sldId="1012"/>
            <ac:picMk id="6" creationId="{3D397653-643F-CF6B-9B8C-D9AB1A1020DC}"/>
          </ac:picMkLst>
        </pc:picChg>
        <pc:picChg chg="add del mod">
          <ac:chgData name="Palit, Tapti" userId="dec6fbcd-7598-406a-8cbf-504d4a3bac15" providerId="ADAL" clId="{65104DF2-1B45-4C36-9E2A-F89658839DCF}" dt="2024-01-25T16:46:43.036" v="19667" actId="478"/>
          <ac:picMkLst>
            <pc:docMk/>
            <pc:sldMk cId="2676069547" sldId="1012"/>
            <ac:picMk id="7" creationId="{A6F38D2D-91E4-7C23-F6D3-513E1D5BDE12}"/>
          </ac:picMkLst>
        </pc:picChg>
        <pc:picChg chg="add del mod">
          <ac:chgData name="Palit, Tapti" userId="dec6fbcd-7598-406a-8cbf-504d4a3bac15" providerId="ADAL" clId="{65104DF2-1B45-4C36-9E2A-F89658839DCF}" dt="2024-01-25T16:46:43.036" v="19667" actId="478"/>
          <ac:picMkLst>
            <pc:docMk/>
            <pc:sldMk cId="2676069547" sldId="1012"/>
            <ac:picMk id="8" creationId="{3EEE11F8-5439-45BB-B6EB-EAE5B204F51D}"/>
          </ac:picMkLst>
        </pc:picChg>
      </pc:sldChg>
      <pc:sldChg chg="add">
        <pc:chgData name="Palit, Tapti" userId="dec6fbcd-7598-406a-8cbf-504d4a3bac15" providerId="ADAL" clId="{65104DF2-1B45-4C36-9E2A-F89658839DCF}" dt="2024-01-25T16:46:49.246" v="19668" actId="2890"/>
        <pc:sldMkLst>
          <pc:docMk/>
          <pc:sldMk cId="1902476853" sldId="1013"/>
        </pc:sldMkLst>
      </pc:sldChg>
      <pc:sldChg chg="addSp delSp modSp add mod">
        <pc:chgData name="Palit, Tapti" userId="dec6fbcd-7598-406a-8cbf-504d4a3bac15" providerId="ADAL" clId="{65104DF2-1B45-4C36-9E2A-F89658839DCF}" dt="2024-01-26T19:13:26.983" v="22978" actId="20577"/>
        <pc:sldMkLst>
          <pc:docMk/>
          <pc:sldMk cId="339716786" sldId="1014"/>
        </pc:sldMkLst>
        <pc:spChg chg="add mod">
          <ac:chgData name="Palit, Tapti" userId="dec6fbcd-7598-406a-8cbf-504d4a3bac15" providerId="ADAL" clId="{65104DF2-1B45-4C36-9E2A-F89658839DCF}" dt="2024-01-25T16:52:07.595" v="19838" actId="207"/>
          <ac:spMkLst>
            <pc:docMk/>
            <pc:sldMk cId="339716786" sldId="1014"/>
            <ac:spMk id="11" creationId="{707AC7D3-B300-6284-F4BF-9F14BCFDD045}"/>
          </ac:spMkLst>
        </pc:spChg>
        <pc:spChg chg="mod">
          <ac:chgData name="Palit, Tapti" userId="dec6fbcd-7598-406a-8cbf-504d4a3bac15" providerId="ADAL" clId="{65104DF2-1B45-4C36-9E2A-F89658839DCF}" dt="2024-01-25T16:53:53.478" v="19858" actId="14100"/>
          <ac:spMkLst>
            <pc:docMk/>
            <pc:sldMk cId="339716786" sldId="1014"/>
            <ac:spMk id="15" creationId="{632CDA17-2240-B34F-44F8-5573404E1E94}"/>
          </ac:spMkLst>
        </pc:spChg>
        <pc:spChg chg="mod">
          <ac:chgData name="Palit, Tapti" userId="dec6fbcd-7598-406a-8cbf-504d4a3bac15" providerId="ADAL" clId="{65104DF2-1B45-4C36-9E2A-F89658839DCF}" dt="2024-01-25T18:03:22.672" v="22244" actId="1076"/>
          <ac:spMkLst>
            <pc:docMk/>
            <pc:sldMk cId="339716786" sldId="1014"/>
            <ac:spMk id="19" creationId="{62A0C4CA-2A0C-7E20-4EEB-512723DBF9F9}"/>
          </ac:spMkLst>
        </pc:spChg>
        <pc:spChg chg="mod">
          <ac:chgData name="Palit, Tapti" userId="dec6fbcd-7598-406a-8cbf-504d4a3bac15" providerId="ADAL" clId="{65104DF2-1B45-4C36-9E2A-F89658839DCF}" dt="2024-01-25T17:07:25.205" v="20519" actId="5793"/>
          <ac:spMkLst>
            <pc:docMk/>
            <pc:sldMk cId="339716786" sldId="1014"/>
            <ac:spMk id="24" creationId="{61E1D992-FB9B-AF0E-0524-B1AE2D228029}"/>
          </ac:spMkLst>
        </pc:spChg>
        <pc:spChg chg="add">
          <ac:chgData name="Palit, Tapti" userId="dec6fbcd-7598-406a-8cbf-504d4a3bac15" providerId="ADAL" clId="{65104DF2-1B45-4C36-9E2A-F89658839DCF}" dt="2024-01-25T16:55:29.798" v="19864"/>
          <ac:spMkLst>
            <pc:docMk/>
            <pc:sldMk cId="339716786" sldId="1014"/>
            <ac:spMk id="25" creationId="{29D2655C-76A7-30C0-AB54-A03A5C16486C}"/>
          </ac:spMkLst>
        </pc:spChg>
        <pc:spChg chg="mod">
          <ac:chgData name="Palit, Tapti" userId="dec6fbcd-7598-406a-8cbf-504d4a3bac15" providerId="ADAL" clId="{65104DF2-1B45-4C36-9E2A-F89658839DCF}" dt="2024-01-26T19:13:26.983" v="22978" actId="20577"/>
          <ac:spMkLst>
            <pc:docMk/>
            <pc:sldMk cId="339716786" sldId="1014"/>
            <ac:spMk id="27" creationId="{A514031C-BE6B-B376-1F8D-A6CBB52D164E}"/>
          </ac:spMkLst>
        </pc:spChg>
        <pc:picChg chg="add del mod">
          <ac:chgData name="Palit, Tapti" userId="dec6fbcd-7598-406a-8cbf-504d4a3bac15" providerId="ADAL" clId="{65104DF2-1B45-4C36-9E2A-F89658839DCF}" dt="2024-01-25T16:52:32.869" v="19842" actId="478"/>
          <ac:picMkLst>
            <pc:docMk/>
            <pc:sldMk cId="339716786" sldId="1014"/>
            <ac:picMk id="13" creationId="{F29003F2-C9E7-99A7-33C6-71ED3B710D61}"/>
          </ac:picMkLst>
        </pc:picChg>
        <pc:picChg chg="add del mod">
          <ac:chgData name="Palit, Tapti" userId="dec6fbcd-7598-406a-8cbf-504d4a3bac15" providerId="ADAL" clId="{65104DF2-1B45-4C36-9E2A-F89658839DCF}" dt="2024-01-25T17:57:00.185" v="22093" actId="478"/>
          <ac:picMkLst>
            <pc:docMk/>
            <pc:sldMk cId="339716786" sldId="1014"/>
            <ac:picMk id="30" creationId="{C4A9D9C3-B220-ECBA-34F5-F32FE43D70F1}"/>
          </ac:picMkLst>
        </pc:picChg>
        <pc:picChg chg="add del mod">
          <ac:chgData name="Palit, Tapti" userId="dec6fbcd-7598-406a-8cbf-504d4a3bac15" providerId="ADAL" clId="{65104DF2-1B45-4C36-9E2A-F89658839DCF}" dt="2024-01-25T17:57:00.185" v="22093" actId="478"/>
          <ac:picMkLst>
            <pc:docMk/>
            <pc:sldMk cId="339716786" sldId="1014"/>
            <ac:picMk id="1026" creationId="{85D56089-2BE5-60FF-6DAA-7CE90B5C9556}"/>
          </ac:picMkLst>
        </pc:picChg>
      </pc:sldChg>
      <pc:sldChg chg="add del">
        <pc:chgData name="Palit, Tapti" userId="dec6fbcd-7598-406a-8cbf-504d4a3bac15" providerId="ADAL" clId="{65104DF2-1B45-4C36-9E2A-F89658839DCF}" dt="2024-01-25T16:51:07.423" v="19831" actId="47"/>
        <pc:sldMkLst>
          <pc:docMk/>
          <pc:sldMk cId="2846543805" sldId="1014"/>
        </pc:sldMkLst>
      </pc:sldChg>
      <pc:sldChg chg="addSp delSp modSp new add del mod modNotesTx">
        <pc:chgData name="Palit, Tapti" userId="dec6fbcd-7598-406a-8cbf-504d4a3bac15" providerId="ADAL" clId="{65104DF2-1B45-4C36-9E2A-F89658839DCF}" dt="2024-02-06T18:23:24.377" v="25929" actId="20577"/>
        <pc:sldMkLst>
          <pc:docMk/>
          <pc:sldMk cId="2803374258" sldId="1015"/>
        </pc:sldMkLst>
        <pc:spChg chg="del">
          <ac:chgData name="Palit, Tapti" userId="dec6fbcd-7598-406a-8cbf-504d4a3bac15" providerId="ADAL" clId="{65104DF2-1B45-4C36-9E2A-F89658839DCF}" dt="2024-01-25T16:57:30.730" v="19991" actId="478"/>
          <ac:spMkLst>
            <pc:docMk/>
            <pc:sldMk cId="2803374258" sldId="1015"/>
            <ac:spMk id="2" creationId="{2FDEC0BA-3D12-3C00-3D9B-B7B67A5F7006}"/>
          </ac:spMkLst>
        </pc:spChg>
        <pc:spChg chg="mod">
          <ac:chgData name="Palit, Tapti" userId="dec6fbcd-7598-406a-8cbf-504d4a3bac15" providerId="ADAL" clId="{65104DF2-1B45-4C36-9E2A-F89658839DCF}" dt="2024-01-25T16:56:14.670" v="19926" actId="20577"/>
          <ac:spMkLst>
            <pc:docMk/>
            <pc:sldMk cId="2803374258" sldId="1015"/>
            <ac:spMk id="3" creationId="{A972EE72-CE04-4275-49A8-8C4F180C547E}"/>
          </ac:spMkLst>
        </pc:spChg>
        <pc:spChg chg="add mod">
          <ac:chgData name="Palit, Tapti" userId="dec6fbcd-7598-406a-8cbf-504d4a3bac15" providerId="ADAL" clId="{65104DF2-1B45-4C36-9E2A-F89658839DCF}" dt="2024-02-06T18:23:24.377" v="25929" actId="20577"/>
          <ac:spMkLst>
            <pc:docMk/>
            <pc:sldMk cId="2803374258" sldId="1015"/>
            <ac:spMk id="8" creationId="{3AD16BBA-9E50-9D23-3A25-A65A60C6AE84}"/>
          </ac:spMkLst>
        </pc:spChg>
        <pc:spChg chg="add mod">
          <ac:chgData name="Palit, Tapti" userId="dec6fbcd-7598-406a-8cbf-504d4a3bac15" providerId="ADAL" clId="{65104DF2-1B45-4C36-9E2A-F89658839DCF}" dt="2024-01-25T16:56:28.760" v="19927"/>
          <ac:spMkLst>
            <pc:docMk/>
            <pc:sldMk cId="2803374258" sldId="1015"/>
            <ac:spMk id="9" creationId="{0F07A7A9-30C7-EC2B-A2F6-D9B920E88235}"/>
          </ac:spMkLst>
        </pc:spChg>
        <pc:spChg chg="add mod">
          <ac:chgData name="Palit, Tapti" userId="dec6fbcd-7598-406a-8cbf-504d4a3bac15" providerId="ADAL" clId="{65104DF2-1B45-4C36-9E2A-F89658839DCF}" dt="2024-01-25T16:57:57.236" v="19993" actId="20577"/>
          <ac:spMkLst>
            <pc:docMk/>
            <pc:sldMk cId="2803374258" sldId="1015"/>
            <ac:spMk id="10" creationId="{60578343-3247-45B1-F912-EF15944628D4}"/>
          </ac:spMkLst>
        </pc:spChg>
        <pc:spChg chg="add mod">
          <ac:chgData name="Palit, Tapti" userId="dec6fbcd-7598-406a-8cbf-504d4a3bac15" providerId="ADAL" clId="{65104DF2-1B45-4C36-9E2A-F89658839DCF}" dt="2024-01-25T16:57:44.274" v="19992"/>
          <ac:spMkLst>
            <pc:docMk/>
            <pc:sldMk cId="2803374258" sldId="1015"/>
            <ac:spMk id="13" creationId="{E6968458-9735-E2C3-CA71-8A7542C3CDDC}"/>
          </ac:spMkLst>
        </pc:spChg>
        <pc:spChg chg="add mod">
          <ac:chgData name="Palit, Tapti" userId="dec6fbcd-7598-406a-8cbf-504d4a3bac15" providerId="ADAL" clId="{65104DF2-1B45-4C36-9E2A-F89658839DCF}" dt="2024-01-25T16:58:11.297" v="20002" actId="1076"/>
          <ac:spMkLst>
            <pc:docMk/>
            <pc:sldMk cId="2803374258" sldId="1015"/>
            <ac:spMk id="14" creationId="{ACAEF37B-D43E-8312-01C3-22B507D5A0C3}"/>
          </ac:spMkLst>
        </pc:spChg>
        <pc:spChg chg="add mod">
          <ac:chgData name="Palit, Tapti" userId="dec6fbcd-7598-406a-8cbf-504d4a3bac15" providerId="ADAL" clId="{65104DF2-1B45-4C36-9E2A-F89658839DCF}" dt="2024-01-25T16:58:31.906" v="20038" actId="207"/>
          <ac:spMkLst>
            <pc:docMk/>
            <pc:sldMk cId="2803374258" sldId="1015"/>
            <ac:spMk id="15" creationId="{9E603483-9179-2600-1DD8-23DA16760B0E}"/>
          </ac:spMkLst>
        </pc:spChg>
        <pc:spChg chg="add mod">
          <ac:chgData name="Palit, Tapti" userId="dec6fbcd-7598-406a-8cbf-504d4a3bac15" providerId="ADAL" clId="{65104DF2-1B45-4C36-9E2A-F89658839DCF}" dt="2024-01-25T16:58:50.596" v="20041"/>
          <ac:spMkLst>
            <pc:docMk/>
            <pc:sldMk cId="2803374258" sldId="1015"/>
            <ac:spMk id="20" creationId="{3FEE41EF-B16C-60F9-F525-5688DB62F300}"/>
          </ac:spMkLst>
        </pc:spChg>
        <pc:spChg chg="add mod">
          <ac:chgData name="Palit, Tapti" userId="dec6fbcd-7598-406a-8cbf-504d4a3bac15" providerId="ADAL" clId="{65104DF2-1B45-4C36-9E2A-F89658839DCF}" dt="2024-01-25T16:59:29.496" v="20053" actId="20577"/>
          <ac:spMkLst>
            <pc:docMk/>
            <pc:sldMk cId="2803374258" sldId="1015"/>
            <ac:spMk id="24" creationId="{DC9E6FBF-EDC6-38E0-5ECC-0FC22CD0B37F}"/>
          </ac:spMkLst>
        </pc:spChg>
        <pc:picChg chg="add mod">
          <ac:chgData name="Palit, Tapti" userId="dec6fbcd-7598-406a-8cbf-504d4a3bac15" providerId="ADAL" clId="{65104DF2-1B45-4C36-9E2A-F89658839DCF}" dt="2024-01-25T16:57:44.274" v="19992"/>
          <ac:picMkLst>
            <pc:docMk/>
            <pc:sldMk cId="2803374258" sldId="1015"/>
            <ac:picMk id="11" creationId="{EBDA3DD1-78A9-FD40-DAC7-4EFBDA7CBA4B}"/>
          </ac:picMkLst>
        </pc:picChg>
        <pc:picChg chg="add mod">
          <ac:chgData name="Palit, Tapti" userId="dec6fbcd-7598-406a-8cbf-504d4a3bac15" providerId="ADAL" clId="{65104DF2-1B45-4C36-9E2A-F89658839DCF}" dt="2024-01-25T16:58:50.596" v="20041"/>
          <ac:picMkLst>
            <pc:docMk/>
            <pc:sldMk cId="2803374258" sldId="1015"/>
            <ac:picMk id="18" creationId="{1D5CAC7A-C4A4-57E2-0730-8024FA5E5318}"/>
          </ac:picMkLst>
        </pc:picChg>
        <pc:cxnChg chg="add mod">
          <ac:chgData name="Palit, Tapti" userId="dec6fbcd-7598-406a-8cbf-504d4a3bac15" providerId="ADAL" clId="{65104DF2-1B45-4C36-9E2A-F89658839DCF}" dt="2024-01-25T16:58:37.853" v="20039" actId="14100"/>
          <ac:cxnSpMkLst>
            <pc:docMk/>
            <pc:sldMk cId="2803374258" sldId="1015"/>
            <ac:cxnSpMk id="6" creationId="{F1CE6DBC-315A-FA73-BE86-076DDA3B98B4}"/>
          </ac:cxnSpMkLst>
        </pc:cxnChg>
        <pc:cxnChg chg="add mod">
          <ac:chgData name="Palit, Tapti" userId="dec6fbcd-7598-406a-8cbf-504d4a3bac15" providerId="ADAL" clId="{65104DF2-1B45-4C36-9E2A-F89658839DCF}" dt="2024-01-25T16:58:42.306" v="20040" actId="14100"/>
          <ac:cxnSpMkLst>
            <pc:docMk/>
            <pc:sldMk cId="2803374258" sldId="1015"/>
            <ac:cxnSpMk id="7" creationId="{9859F1F9-8EB8-7EAB-CC74-B05567FB2191}"/>
          </ac:cxnSpMkLst>
        </pc:cxnChg>
        <pc:cxnChg chg="add mod">
          <ac:chgData name="Palit, Tapti" userId="dec6fbcd-7598-406a-8cbf-504d4a3bac15" providerId="ADAL" clId="{65104DF2-1B45-4C36-9E2A-F89658839DCF}" dt="2024-01-25T16:57:44.274" v="19992"/>
          <ac:cxnSpMkLst>
            <pc:docMk/>
            <pc:sldMk cId="2803374258" sldId="1015"/>
            <ac:cxnSpMk id="12" creationId="{A8E5D5D7-D699-2D8B-C219-B39C01D73412}"/>
          </ac:cxnSpMkLst>
        </pc:cxnChg>
        <pc:cxnChg chg="add mod">
          <ac:chgData name="Palit, Tapti" userId="dec6fbcd-7598-406a-8cbf-504d4a3bac15" providerId="ADAL" clId="{65104DF2-1B45-4C36-9E2A-F89658839DCF}" dt="2024-01-25T16:58:50.596" v="20041"/>
          <ac:cxnSpMkLst>
            <pc:docMk/>
            <pc:sldMk cId="2803374258" sldId="1015"/>
            <ac:cxnSpMk id="19" creationId="{92E829CA-4B9D-AE67-B624-2F33AB89B693}"/>
          </ac:cxnSpMkLst>
        </pc:cxnChg>
        <pc:cxnChg chg="add mod">
          <ac:chgData name="Palit, Tapti" userId="dec6fbcd-7598-406a-8cbf-504d4a3bac15" providerId="ADAL" clId="{65104DF2-1B45-4C36-9E2A-F89658839DCF}" dt="2024-01-25T16:59:35.083" v="20054" actId="692"/>
          <ac:cxnSpMkLst>
            <pc:docMk/>
            <pc:sldMk cId="2803374258" sldId="1015"/>
            <ac:cxnSpMk id="22" creationId="{9998D824-83E1-6A52-866E-EF4B4A183116}"/>
          </ac:cxnSpMkLst>
        </pc:cxnChg>
      </pc:sldChg>
      <pc:sldChg chg="addSp modSp add mod">
        <pc:chgData name="Palit, Tapti" userId="dec6fbcd-7598-406a-8cbf-504d4a3bac15" providerId="ADAL" clId="{65104DF2-1B45-4C36-9E2A-F89658839DCF}" dt="2024-01-25T17:00:31.335" v="20067" actId="692"/>
        <pc:sldMkLst>
          <pc:docMk/>
          <pc:sldMk cId="2719160243" sldId="1016"/>
        </pc:sldMkLst>
        <pc:spChg chg="add mod">
          <ac:chgData name="Palit, Tapti" userId="dec6fbcd-7598-406a-8cbf-504d4a3bac15" providerId="ADAL" clId="{65104DF2-1B45-4C36-9E2A-F89658839DCF}" dt="2024-01-25T16:59:59.122" v="20056"/>
          <ac:spMkLst>
            <pc:docMk/>
            <pc:sldMk cId="2719160243" sldId="1016"/>
            <ac:spMk id="12" creationId="{5908FD77-3147-2AD4-07C3-8A512F3D6342}"/>
          </ac:spMkLst>
        </pc:spChg>
        <pc:picChg chg="add mod">
          <ac:chgData name="Palit, Tapti" userId="dec6fbcd-7598-406a-8cbf-504d4a3bac15" providerId="ADAL" clId="{65104DF2-1B45-4C36-9E2A-F89658839DCF}" dt="2024-01-25T16:59:59.122" v="20056"/>
          <ac:picMkLst>
            <pc:docMk/>
            <pc:sldMk cId="2719160243" sldId="1016"/>
            <ac:picMk id="2" creationId="{46D953E9-FC77-24F3-A330-5AC72DB043C4}"/>
          </ac:picMkLst>
        </pc:picChg>
        <pc:cxnChg chg="add mod">
          <ac:chgData name="Palit, Tapti" userId="dec6fbcd-7598-406a-8cbf-504d4a3bac15" providerId="ADAL" clId="{65104DF2-1B45-4C36-9E2A-F89658839DCF}" dt="2024-01-25T16:59:59.122" v="20056"/>
          <ac:cxnSpMkLst>
            <pc:docMk/>
            <pc:sldMk cId="2719160243" sldId="1016"/>
            <ac:cxnSpMk id="11" creationId="{F4630134-5D58-9862-BF7D-CF0C146AAAE5}"/>
          </ac:cxnSpMkLst>
        </pc:cxnChg>
        <pc:cxnChg chg="mod">
          <ac:chgData name="Palit, Tapti" userId="dec6fbcd-7598-406a-8cbf-504d4a3bac15" providerId="ADAL" clId="{65104DF2-1B45-4C36-9E2A-F89658839DCF}" dt="2024-01-25T17:00:31.335" v="20067" actId="692"/>
          <ac:cxnSpMkLst>
            <pc:docMk/>
            <pc:sldMk cId="2719160243" sldId="1016"/>
            <ac:cxnSpMk id="22" creationId="{9998D824-83E1-6A52-866E-EF4B4A183116}"/>
          </ac:cxnSpMkLst>
        </pc:cxnChg>
      </pc:sldChg>
      <pc:sldChg chg="addSp delSp modSp add mod">
        <pc:chgData name="Palit, Tapti" userId="dec6fbcd-7598-406a-8cbf-504d4a3bac15" providerId="ADAL" clId="{65104DF2-1B45-4C36-9E2A-F89658839DCF}" dt="2024-01-25T17:01:16.390" v="20082" actId="478"/>
        <pc:sldMkLst>
          <pc:docMk/>
          <pc:sldMk cId="3236774336" sldId="1017"/>
        </pc:sldMkLst>
        <pc:spChg chg="del">
          <ac:chgData name="Palit, Tapti" userId="dec6fbcd-7598-406a-8cbf-504d4a3bac15" providerId="ADAL" clId="{65104DF2-1B45-4C36-9E2A-F89658839DCF}" dt="2024-01-25T17:01:16.390" v="20082" actId="478"/>
          <ac:spMkLst>
            <pc:docMk/>
            <pc:sldMk cId="3236774336" sldId="1017"/>
            <ac:spMk id="12" creationId="{5908FD77-3147-2AD4-07C3-8A512F3D6342}"/>
          </ac:spMkLst>
        </pc:spChg>
        <pc:spChg chg="add mod">
          <ac:chgData name="Palit, Tapti" userId="dec6fbcd-7598-406a-8cbf-504d4a3bac15" providerId="ADAL" clId="{65104DF2-1B45-4C36-9E2A-F89658839DCF}" dt="2024-01-25T17:01:10.270" v="20081" actId="692"/>
          <ac:spMkLst>
            <pc:docMk/>
            <pc:sldMk cId="3236774336" sldId="1017"/>
            <ac:spMk id="13" creationId="{3A766046-F365-556D-7E61-7E2920DD9BCF}"/>
          </ac:spMkLst>
        </pc:spChg>
        <pc:cxnChg chg="del mod">
          <ac:chgData name="Palit, Tapti" userId="dec6fbcd-7598-406a-8cbf-504d4a3bac15" providerId="ADAL" clId="{65104DF2-1B45-4C36-9E2A-F89658839DCF}" dt="2024-01-25T17:01:16.390" v="20082" actId="478"/>
          <ac:cxnSpMkLst>
            <pc:docMk/>
            <pc:sldMk cId="3236774336" sldId="1017"/>
            <ac:cxnSpMk id="11" creationId="{F4630134-5D58-9862-BF7D-CF0C146AAAE5}"/>
          </ac:cxnSpMkLst>
        </pc:cxnChg>
      </pc:sldChg>
      <pc:sldChg chg="addSp delSp modSp add mod chgLayout">
        <pc:chgData name="Palit, Tapti" userId="dec6fbcd-7598-406a-8cbf-504d4a3bac15" providerId="ADAL" clId="{65104DF2-1B45-4C36-9E2A-F89658839DCF}" dt="2024-01-25T17:04:45.686" v="20289" actId="5793"/>
        <pc:sldMkLst>
          <pc:docMk/>
          <pc:sldMk cId="852812054" sldId="1018"/>
        </pc:sldMkLst>
        <pc:spChg chg="mod ord">
          <ac:chgData name="Palit, Tapti" userId="dec6fbcd-7598-406a-8cbf-504d4a3bac15" providerId="ADAL" clId="{65104DF2-1B45-4C36-9E2A-F89658839DCF}" dt="2024-01-25T17:04:37.335" v="20257" actId="6264"/>
          <ac:spMkLst>
            <pc:docMk/>
            <pc:sldMk cId="852812054" sldId="1018"/>
            <ac:spMk id="3" creationId="{A972EE72-CE04-4275-49A8-8C4F180C547E}"/>
          </ac:spMkLst>
        </pc:spChg>
        <pc:spChg chg="mod ord">
          <ac:chgData name="Palit, Tapti" userId="dec6fbcd-7598-406a-8cbf-504d4a3bac15" providerId="ADAL" clId="{65104DF2-1B45-4C36-9E2A-F89658839DCF}" dt="2024-01-25T17:04:37.335" v="20257" actId="6264"/>
          <ac:spMkLst>
            <pc:docMk/>
            <pc:sldMk cId="852812054" sldId="1018"/>
            <ac:spMk id="4" creationId="{78F7EF59-E4C2-A5EB-C184-02A83C6929E4}"/>
          </ac:spMkLst>
        </pc:spChg>
        <pc:spChg chg="mod ord">
          <ac:chgData name="Palit, Tapti" userId="dec6fbcd-7598-406a-8cbf-504d4a3bac15" providerId="ADAL" clId="{65104DF2-1B45-4C36-9E2A-F89658839DCF}" dt="2024-01-25T17:04:37.335" v="20257" actId="6264"/>
          <ac:spMkLst>
            <pc:docMk/>
            <pc:sldMk cId="852812054" sldId="1018"/>
            <ac:spMk id="5" creationId="{6A16820F-4E3C-D94A-AF37-38E1BA86DC74}"/>
          </ac:spMkLst>
        </pc:spChg>
        <pc:spChg chg="add del mod">
          <ac:chgData name="Palit, Tapti" userId="dec6fbcd-7598-406a-8cbf-504d4a3bac15" providerId="ADAL" clId="{65104DF2-1B45-4C36-9E2A-F89658839DCF}" dt="2024-01-25T17:04:37.335" v="20257" actId="6264"/>
          <ac:spMkLst>
            <pc:docMk/>
            <pc:sldMk cId="852812054" sldId="1018"/>
            <ac:spMk id="12" creationId="{73AF4AA7-8F32-3D48-D3A9-F34FA5A849D3}"/>
          </ac:spMkLst>
        </pc:spChg>
        <pc:spChg chg="add del mod">
          <ac:chgData name="Palit, Tapti" userId="dec6fbcd-7598-406a-8cbf-504d4a3bac15" providerId="ADAL" clId="{65104DF2-1B45-4C36-9E2A-F89658839DCF}" dt="2024-01-25T17:04:37.335" v="20257" actId="6264"/>
          <ac:spMkLst>
            <pc:docMk/>
            <pc:sldMk cId="852812054" sldId="1018"/>
            <ac:spMk id="16" creationId="{1B737BFE-95B5-4A9A-4D3A-B685F50561AD}"/>
          </ac:spMkLst>
        </pc:spChg>
        <pc:spChg chg="add del mod">
          <ac:chgData name="Palit, Tapti" userId="dec6fbcd-7598-406a-8cbf-504d4a3bac15" providerId="ADAL" clId="{65104DF2-1B45-4C36-9E2A-F89658839DCF}" dt="2024-01-25T17:04:37.335" v="20257" actId="6264"/>
          <ac:spMkLst>
            <pc:docMk/>
            <pc:sldMk cId="852812054" sldId="1018"/>
            <ac:spMk id="17" creationId="{3692FF0B-677C-FFBB-8903-60676A0F7A09}"/>
          </ac:spMkLst>
        </pc:spChg>
        <pc:spChg chg="add mod ord">
          <ac:chgData name="Palit, Tapti" userId="dec6fbcd-7598-406a-8cbf-504d4a3bac15" providerId="ADAL" clId="{65104DF2-1B45-4C36-9E2A-F89658839DCF}" dt="2024-01-25T17:04:45.686" v="20289" actId="5793"/>
          <ac:spMkLst>
            <pc:docMk/>
            <pc:sldMk cId="852812054" sldId="1018"/>
            <ac:spMk id="18" creationId="{F6909437-D043-2C29-21BC-C06F5DCB2F59}"/>
          </ac:spMkLst>
        </pc:spChg>
        <pc:picChg chg="add mod">
          <ac:chgData name="Palit, Tapti" userId="dec6fbcd-7598-406a-8cbf-504d4a3bac15" providerId="ADAL" clId="{65104DF2-1B45-4C36-9E2A-F89658839DCF}" dt="2024-01-25T17:01:39.221" v="20085" actId="1076"/>
          <ac:picMkLst>
            <pc:docMk/>
            <pc:sldMk cId="852812054" sldId="1018"/>
            <ac:picMk id="11" creationId="{71435A73-6B56-0322-F1D2-D1616A3AEB4A}"/>
          </ac:picMkLst>
        </pc:picChg>
      </pc:sldChg>
      <pc:sldChg chg="addSp delSp modSp new mod modClrScheme chgLayout">
        <pc:chgData name="Palit, Tapti" userId="dec6fbcd-7598-406a-8cbf-504d4a3bac15" providerId="ADAL" clId="{65104DF2-1B45-4C36-9E2A-F89658839DCF}" dt="2024-01-25T17:05:30.051" v="20366" actId="20577"/>
        <pc:sldMkLst>
          <pc:docMk/>
          <pc:sldMk cId="3604206084" sldId="1019"/>
        </pc:sldMkLst>
        <pc:spChg chg="del mod ord">
          <ac:chgData name="Palit, Tapti" userId="dec6fbcd-7598-406a-8cbf-504d4a3bac15" providerId="ADAL" clId="{65104DF2-1B45-4C36-9E2A-F89658839DCF}" dt="2024-01-25T17:05:13.258" v="20312" actId="700"/>
          <ac:spMkLst>
            <pc:docMk/>
            <pc:sldMk cId="3604206084" sldId="1019"/>
            <ac:spMk id="2" creationId="{39666FD6-0C4C-931F-DB54-378D40D30673}"/>
          </ac:spMkLst>
        </pc:spChg>
        <pc:spChg chg="mod ord">
          <ac:chgData name="Palit, Tapti" userId="dec6fbcd-7598-406a-8cbf-504d4a3bac15" providerId="ADAL" clId="{65104DF2-1B45-4C36-9E2A-F89658839DCF}" dt="2024-01-25T17:05:30.051" v="20366" actId="20577"/>
          <ac:spMkLst>
            <pc:docMk/>
            <pc:sldMk cId="3604206084" sldId="1019"/>
            <ac:spMk id="3" creationId="{59868DF7-37D5-8D1F-549A-5551B802282E}"/>
          </ac:spMkLst>
        </pc:spChg>
        <pc:spChg chg="mod ord">
          <ac:chgData name="Palit, Tapti" userId="dec6fbcd-7598-406a-8cbf-504d4a3bac15" providerId="ADAL" clId="{65104DF2-1B45-4C36-9E2A-F89658839DCF}" dt="2024-01-25T17:05:16.146" v="20313" actId="700"/>
          <ac:spMkLst>
            <pc:docMk/>
            <pc:sldMk cId="3604206084" sldId="1019"/>
            <ac:spMk id="4" creationId="{CAC4E2C7-6993-B298-5C1A-70279A833AC3}"/>
          </ac:spMkLst>
        </pc:spChg>
        <pc:spChg chg="del">
          <ac:chgData name="Palit, Tapti" userId="dec6fbcd-7598-406a-8cbf-504d4a3bac15" providerId="ADAL" clId="{65104DF2-1B45-4C36-9E2A-F89658839DCF}" dt="2024-01-25T17:05:13.258" v="20312" actId="700"/>
          <ac:spMkLst>
            <pc:docMk/>
            <pc:sldMk cId="3604206084" sldId="1019"/>
            <ac:spMk id="5" creationId="{CDB0437F-2EDA-CE78-19F1-6BED8FB5BAAF}"/>
          </ac:spMkLst>
        </pc:spChg>
        <pc:spChg chg="add del mod ord">
          <ac:chgData name="Palit, Tapti" userId="dec6fbcd-7598-406a-8cbf-504d4a3bac15" providerId="ADAL" clId="{65104DF2-1B45-4C36-9E2A-F89658839DCF}" dt="2024-01-25T17:05:16.146" v="20313" actId="700"/>
          <ac:spMkLst>
            <pc:docMk/>
            <pc:sldMk cId="3604206084" sldId="1019"/>
            <ac:spMk id="6" creationId="{D17495AE-6195-93F5-C9CA-93AA8967D8DF}"/>
          </ac:spMkLst>
        </pc:spChg>
      </pc:sldChg>
      <pc:sldChg chg="modSp add mod modShow">
        <pc:chgData name="Palit, Tapti" userId="dec6fbcd-7598-406a-8cbf-504d4a3bac15" providerId="ADAL" clId="{65104DF2-1B45-4C36-9E2A-F89658839DCF}" dt="2024-01-25T17:07:05.696" v="20516" actId="20577"/>
        <pc:sldMkLst>
          <pc:docMk/>
          <pc:sldMk cId="73727201" sldId="1020"/>
        </pc:sldMkLst>
        <pc:spChg chg="mod">
          <ac:chgData name="Palit, Tapti" userId="dec6fbcd-7598-406a-8cbf-504d4a3bac15" providerId="ADAL" clId="{65104DF2-1B45-4C36-9E2A-F89658839DCF}" dt="2024-01-25T17:07:05.696" v="20516" actId="20577"/>
          <ac:spMkLst>
            <pc:docMk/>
            <pc:sldMk cId="73727201" sldId="1020"/>
            <ac:spMk id="9" creationId="{05E5E1A5-9203-86D7-D2D2-6F8449423FB7}"/>
          </ac:spMkLst>
        </pc:spChg>
      </pc:sldChg>
      <pc:sldChg chg="modSp add del mod">
        <pc:chgData name="Palit, Tapti" userId="dec6fbcd-7598-406a-8cbf-504d4a3bac15" providerId="ADAL" clId="{65104DF2-1B45-4C36-9E2A-F89658839DCF}" dt="2024-01-25T17:04:32.598" v="20256" actId="47"/>
        <pc:sldMkLst>
          <pc:docMk/>
          <pc:sldMk cId="795764120" sldId="1020"/>
        </pc:sldMkLst>
        <pc:spChg chg="mod">
          <ac:chgData name="Palit, Tapti" userId="dec6fbcd-7598-406a-8cbf-504d4a3bac15" providerId="ADAL" clId="{65104DF2-1B45-4C36-9E2A-F89658839DCF}" dt="2024-01-25T17:04:28.425" v="20254" actId="20577"/>
          <ac:spMkLst>
            <pc:docMk/>
            <pc:sldMk cId="795764120" sldId="1020"/>
            <ac:spMk id="5" creationId="{6A16820F-4E3C-D94A-AF37-38E1BA86DC74}"/>
          </ac:spMkLst>
        </pc:spChg>
      </pc:sldChg>
      <pc:sldChg chg="modSp add mod modAnim">
        <pc:chgData name="Palit, Tapti" userId="dec6fbcd-7598-406a-8cbf-504d4a3bac15" providerId="ADAL" clId="{65104DF2-1B45-4C36-9E2A-F89658839DCF}" dt="2024-01-25T17:23:30.473" v="20998" actId="20577"/>
        <pc:sldMkLst>
          <pc:docMk/>
          <pc:sldMk cId="1011192950" sldId="1021"/>
        </pc:sldMkLst>
        <pc:spChg chg="mod">
          <ac:chgData name="Palit, Tapti" userId="dec6fbcd-7598-406a-8cbf-504d4a3bac15" providerId="ADAL" clId="{65104DF2-1B45-4C36-9E2A-F89658839DCF}" dt="2024-01-25T17:23:19.236" v="20990" actId="20577"/>
          <ac:spMkLst>
            <pc:docMk/>
            <pc:sldMk cId="1011192950" sldId="1021"/>
            <ac:spMk id="31" creationId="{A1AE6AAE-C7D3-E8E2-BBBE-C8BA0B0FDD7B}"/>
          </ac:spMkLst>
        </pc:spChg>
        <pc:graphicFrameChg chg="modGraphic">
          <ac:chgData name="Palit, Tapti" userId="dec6fbcd-7598-406a-8cbf-504d4a3bac15" providerId="ADAL" clId="{65104DF2-1B45-4C36-9E2A-F89658839DCF}" dt="2024-01-25T17:23:30.473" v="20998" actId="20577"/>
          <ac:graphicFrameMkLst>
            <pc:docMk/>
            <pc:sldMk cId="1011192950" sldId="1021"/>
            <ac:graphicFrameMk id="32" creationId="{662E3E91-EC1F-FAC9-6710-BA112B8C33B9}"/>
          </ac:graphicFrameMkLst>
        </pc:graphicFrameChg>
      </pc:sldChg>
      <pc:sldChg chg="modSp mod">
        <pc:chgData name="Palit, Tapti" userId="dec6fbcd-7598-406a-8cbf-504d4a3bac15" providerId="ADAL" clId="{65104DF2-1B45-4C36-9E2A-F89658839DCF}" dt="2024-02-06T18:30:51.451" v="26048" actId="20577"/>
        <pc:sldMkLst>
          <pc:docMk/>
          <pc:sldMk cId="2364622868" sldId="1021"/>
        </pc:sldMkLst>
        <pc:spChg chg="mod">
          <ac:chgData name="Palit, Tapti" userId="dec6fbcd-7598-406a-8cbf-504d4a3bac15" providerId="ADAL" clId="{65104DF2-1B45-4C36-9E2A-F89658839DCF}" dt="2024-02-06T18:30:51.451" v="26048" actId="20577"/>
          <ac:spMkLst>
            <pc:docMk/>
            <pc:sldMk cId="2364622868" sldId="1021"/>
            <ac:spMk id="3" creationId="{DBF81D88-EE7F-4956-ADB0-DA856615FD00}"/>
          </ac:spMkLst>
        </pc:spChg>
      </pc:sldChg>
      <pc:sldChg chg="add mod modShow">
        <pc:chgData name="Palit, Tapti" userId="dec6fbcd-7598-406a-8cbf-504d4a3bac15" providerId="ADAL" clId="{65104DF2-1B45-4C36-9E2A-F89658839DCF}" dt="2024-01-26T20:08:37.806" v="23932" actId="729"/>
        <pc:sldMkLst>
          <pc:docMk/>
          <pc:sldMk cId="1500167412" sldId="1022"/>
        </pc:sldMkLst>
      </pc:sldChg>
      <pc:sldChg chg="modSp add del mod">
        <pc:chgData name="Palit, Tapti" userId="dec6fbcd-7598-406a-8cbf-504d4a3bac15" providerId="ADAL" clId="{65104DF2-1B45-4C36-9E2A-F89658839DCF}" dt="2024-01-26T19:11:58.947" v="22966" actId="2696"/>
        <pc:sldMkLst>
          <pc:docMk/>
          <pc:sldMk cId="2493544275" sldId="1022"/>
        </pc:sldMkLst>
        <pc:spChg chg="mod">
          <ac:chgData name="Palit, Tapti" userId="dec6fbcd-7598-406a-8cbf-504d4a3bac15" providerId="ADAL" clId="{65104DF2-1B45-4C36-9E2A-F89658839DCF}" dt="2024-01-25T17:23:44.048" v="20999"/>
          <ac:spMkLst>
            <pc:docMk/>
            <pc:sldMk cId="2493544275" sldId="1022"/>
            <ac:spMk id="31" creationId="{A1AE6AAE-C7D3-E8E2-BBBE-C8BA0B0FDD7B}"/>
          </ac:spMkLst>
        </pc:spChg>
        <pc:graphicFrameChg chg="modGraphic">
          <ac:chgData name="Palit, Tapti" userId="dec6fbcd-7598-406a-8cbf-504d4a3bac15" providerId="ADAL" clId="{65104DF2-1B45-4C36-9E2A-F89658839DCF}" dt="2024-01-25T17:24:27.518" v="21018" actId="20577"/>
          <ac:graphicFrameMkLst>
            <pc:docMk/>
            <pc:sldMk cId="2493544275" sldId="1022"/>
            <ac:graphicFrameMk id="32" creationId="{662E3E91-EC1F-FAC9-6710-BA112B8C33B9}"/>
          </ac:graphicFrameMkLst>
        </pc:graphicFrameChg>
      </pc:sldChg>
      <pc:sldChg chg="add del">
        <pc:chgData name="Palit, Tapti" userId="dec6fbcd-7598-406a-8cbf-504d4a3bac15" providerId="ADAL" clId="{65104DF2-1B45-4C36-9E2A-F89658839DCF}" dt="2024-01-26T20:08:31.372" v="23930" actId="2696"/>
        <pc:sldMkLst>
          <pc:docMk/>
          <pc:sldMk cId="4176752549" sldId="1022"/>
        </pc:sldMkLst>
      </pc:sldChg>
      <pc:sldChg chg="modSp add del mod">
        <pc:chgData name="Palit, Tapti" userId="dec6fbcd-7598-406a-8cbf-504d4a3bac15" providerId="ADAL" clId="{65104DF2-1B45-4C36-9E2A-F89658839DCF}" dt="2024-01-26T19:11:58.947" v="22966" actId="2696"/>
        <pc:sldMkLst>
          <pc:docMk/>
          <pc:sldMk cId="2688675452" sldId="1023"/>
        </pc:sldMkLst>
        <pc:spChg chg="mod">
          <ac:chgData name="Palit, Tapti" userId="dec6fbcd-7598-406a-8cbf-504d4a3bac15" providerId="ADAL" clId="{65104DF2-1B45-4C36-9E2A-F89658839DCF}" dt="2024-01-25T17:23:46.574" v="21000"/>
          <ac:spMkLst>
            <pc:docMk/>
            <pc:sldMk cId="2688675452" sldId="1023"/>
            <ac:spMk id="31" creationId="{A1AE6AAE-C7D3-E8E2-BBBE-C8BA0B0FDD7B}"/>
          </ac:spMkLst>
        </pc:spChg>
        <pc:graphicFrameChg chg="modGraphic">
          <ac:chgData name="Palit, Tapti" userId="dec6fbcd-7598-406a-8cbf-504d4a3bac15" providerId="ADAL" clId="{65104DF2-1B45-4C36-9E2A-F89658839DCF}" dt="2024-01-25T17:24:35.537" v="21026" actId="20577"/>
          <ac:graphicFrameMkLst>
            <pc:docMk/>
            <pc:sldMk cId="2688675452" sldId="1023"/>
            <ac:graphicFrameMk id="32" creationId="{662E3E91-EC1F-FAC9-6710-BA112B8C33B9}"/>
          </ac:graphicFrameMkLst>
        </pc:graphicFrameChg>
      </pc:sldChg>
      <pc:sldChg chg="modSp add mod">
        <pc:chgData name="Palit, Tapti" userId="dec6fbcd-7598-406a-8cbf-504d4a3bac15" providerId="ADAL" clId="{65104DF2-1B45-4C36-9E2A-F89658839DCF}" dt="2024-01-26T20:19:17.818" v="23972" actId="5793"/>
        <pc:sldMkLst>
          <pc:docMk/>
          <pc:sldMk cId="3926940956" sldId="1023"/>
        </pc:sldMkLst>
        <pc:spChg chg="mod">
          <ac:chgData name="Palit, Tapti" userId="dec6fbcd-7598-406a-8cbf-504d4a3bac15" providerId="ADAL" clId="{65104DF2-1B45-4C36-9E2A-F89658839DCF}" dt="2024-01-26T20:19:13.753" v="23970" actId="20577"/>
          <ac:spMkLst>
            <pc:docMk/>
            <pc:sldMk cId="3926940956" sldId="1023"/>
            <ac:spMk id="2" creationId="{D7EC638E-4A77-46B8-B32A-298B47F2DEB0}"/>
          </ac:spMkLst>
        </pc:spChg>
        <pc:spChg chg="mod">
          <ac:chgData name="Palit, Tapti" userId="dec6fbcd-7598-406a-8cbf-504d4a3bac15" providerId="ADAL" clId="{65104DF2-1B45-4C36-9E2A-F89658839DCF}" dt="2024-01-26T20:19:17.818" v="23972" actId="5793"/>
          <ac:spMkLst>
            <pc:docMk/>
            <pc:sldMk cId="3926940956" sldId="1023"/>
            <ac:spMk id="3" creationId="{DBF81D88-EE7F-4956-ADB0-DA856615FD00}"/>
          </ac:spMkLst>
        </pc:spChg>
      </pc:sldChg>
      <pc:sldChg chg="addSp delSp modSp add mod">
        <pc:chgData name="Palit, Tapti" userId="dec6fbcd-7598-406a-8cbf-504d4a3bac15" providerId="ADAL" clId="{65104DF2-1B45-4C36-9E2A-F89658839DCF}" dt="2024-02-06T18:29:31.819" v="26016" actId="1035"/>
        <pc:sldMkLst>
          <pc:docMk/>
          <pc:sldMk cId="271275750" sldId="1024"/>
        </pc:sldMkLst>
        <pc:spChg chg="mod">
          <ac:chgData name="Palit, Tapti" userId="dec6fbcd-7598-406a-8cbf-504d4a3bac15" providerId="ADAL" clId="{65104DF2-1B45-4C36-9E2A-F89658839DCF}" dt="2024-01-25T17:18:15.290" v="20707" actId="20577"/>
          <ac:spMkLst>
            <pc:docMk/>
            <pc:sldMk cId="271275750" sldId="1024"/>
            <ac:spMk id="2" creationId="{E470CC57-6C32-7825-9CCD-F4A192D3119F}"/>
          </ac:spMkLst>
        </pc:spChg>
        <pc:spChg chg="mod">
          <ac:chgData name="Palit, Tapti" userId="dec6fbcd-7598-406a-8cbf-504d4a3bac15" providerId="ADAL" clId="{65104DF2-1B45-4C36-9E2A-F89658839DCF}" dt="2024-01-25T17:10:04.290" v="20533" actId="20577"/>
          <ac:spMkLst>
            <pc:docMk/>
            <pc:sldMk cId="271275750" sldId="1024"/>
            <ac:spMk id="3" creationId="{E4A3937F-3571-5A5D-0101-49651F5C7D3F}"/>
          </ac:spMkLst>
        </pc:spChg>
        <pc:spChg chg="mod">
          <ac:chgData name="Palit, Tapti" userId="dec6fbcd-7598-406a-8cbf-504d4a3bac15" providerId="ADAL" clId="{65104DF2-1B45-4C36-9E2A-F89658839DCF}" dt="2024-02-06T18:29:31.819" v="26016" actId="1035"/>
          <ac:spMkLst>
            <pc:docMk/>
            <pc:sldMk cId="271275750" sldId="1024"/>
            <ac:spMk id="5" creationId="{F5F324E9-714C-1CBF-1CCD-9A6C2AA76298}"/>
          </ac:spMkLst>
        </pc:spChg>
        <pc:spChg chg="mod">
          <ac:chgData name="Palit, Tapti" userId="dec6fbcd-7598-406a-8cbf-504d4a3bac15" providerId="ADAL" clId="{65104DF2-1B45-4C36-9E2A-F89658839DCF}" dt="2024-02-06T18:29:31.819" v="26016" actId="1035"/>
          <ac:spMkLst>
            <pc:docMk/>
            <pc:sldMk cId="271275750" sldId="1024"/>
            <ac:spMk id="6" creationId="{18132DDA-DB08-4137-C62D-F1B586D0284D}"/>
          </ac:spMkLst>
        </pc:spChg>
        <pc:spChg chg="mod">
          <ac:chgData name="Palit, Tapti" userId="dec6fbcd-7598-406a-8cbf-504d4a3bac15" providerId="ADAL" clId="{65104DF2-1B45-4C36-9E2A-F89658839DCF}" dt="2024-02-06T18:29:31.819" v="26016" actId="1035"/>
          <ac:spMkLst>
            <pc:docMk/>
            <pc:sldMk cId="271275750" sldId="1024"/>
            <ac:spMk id="8" creationId="{CD142230-6606-3059-9159-E801862B6AB2}"/>
          </ac:spMkLst>
        </pc:spChg>
        <pc:spChg chg="mod">
          <ac:chgData name="Palit, Tapti" userId="dec6fbcd-7598-406a-8cbf-504d4a3bac15" providerId="ADAL" clId="{65104DF2-1B45-4C36-9E2A-F89658839DCF}" dt="2024-02-06T18:29:31.819" v="26016" actId="1035"/>
          <ac:spMkLst>
            <pc:docMk/>
            <pc:sldMk cId="271275750" sldId="1024"/>
            <ac:spMk id="9" creationId="{B6EA2D89-810C-AE28-37BF-B9D24992AE20}"/>
          </ac:spMkLst>
        </pc:spChg>
        <pc:spChg chg="del">
          <ac:chgData name="Palit, Tapti" userId="dec6fbcd-7598-406a-8cbf-504d4a3bac15" providerId="ADAL" clId="{65104DF2-1B45-4C36-9E2A-F89658839DCF}" dt="2024-02-06T18:25:10.254" v="25953" actId="478"/>
          <ac:spMkLst>
            <pc:docMk/>
            <pc:sldMk cId="271275750" sldId="1024"/>
            <ac:spMk id="10" creationId="{46849302-1299-6088-3944-A4A5A488C43C}"/>
          </ac:spMkLst>
        </pc:spChg>
        <pc:spChg chg="mod">
          <ac:chgData name="Palit, Tapti" userId="dec6fbcd-7598-406a-8cbf-504d4a3bac15" providerId="ADAL" clId="{65104DF2-1B45-4C36-9E2A-F89658839DCF}" dt="2024-02-06T18:29:31.819" v="26016" actId="1035"/>
          <ac:spMkLst>
            <pc:docMk/>
            <pc:sldMk cId="271275750" sldId="1024"/>
            <ac:spMk id="12" creationId="{B45C68AF-79FF-97D3-03A3-B6F915DF77AF}"/>
          </ac:spMkLst>
        </pc:spChg>
        <pc:spChg chg="add mod">
          <ac:chgData name="Palit, Tapti" userId="dec6fbcd-7598-406a-8cbf-504d4a3bac15" providerId="ADAL" clId="{65104DF2-1B45-4C36-9E2A-F89658839DCF}" dt="2024-02-06T18:29:31.819" v="26016" actId="1035"/>
          <ac:spMkLst>
            <pc:docMk/>
            <pc:sldMk cId="271275750" sldId="1024"/>
            <ac:spMk id="16" creationId="{384F5094-B781-BFAB-ED79-709E9C3C1E64}"/>
          </ac:spMkLst>
        </pc:spChg>
        <pc:picChg chg="del">
          <ac:chgData name="Palit, Tapti" userId="dec6fbcd-7598-406a-8cbf-504d4a3bac15" providerId="ADAL" clId="{65104DF2-1B45-4C36-9E2A-F89658839DCF}" dt="2024-01-25T17:13:38.838" v="20642" actId="478"/>
          <ac:picMkLst>
            <pc:docMk/>
            <pc:sldMk cId="271275750" sldId="1024"/>
            <ac:picMk id="10" creationId="{613987A6-F187-E522-A11D-DFEAB29D1236}"/>
          </ac:picMkLst>
        </pc:picChg>
        <pc:picChg chg="del">
          <ac:chgData name="Palit, Tapti" userId="dec6fbcd-7598-406a-8cbf-504d4a3bac15" providerId="ADAL" clId="{65104DF2-1B45-4C36-9E2A-F89658839DCF}" dt="2024-02-06T18:25:10.254" v="25953" actId="478"/>
          <ac:picMkLst>
            <pc:docMk/>
            <pc:sldMk cId="271275750" sldId="1024"/>
            <ac:picMk id="11" creationId="{923357D2-30CA-B996-1977-2EE94E9B961D}"/>
          </ac:picMkLst>
        </pc:picChg>
        <pc:picChg chg="add mod">
          <ac:chgData name="Palit, Tapti" userId="dec6fbcd-7598-406a-8cbf-504d4a3bac15" providerId="ADAL" clId="{65104DF2-1B45-4C36-9E2A-F89658839DCF}" dt="2024-02-06T18:29:31.819" v="26016" actId="1035"/>
          <ac:picMkLst>
            <pc:docMk/>
            <pc:sldMk cId="271275750" sldId="1024"/>
            <ac:picMk id="17" creationId="{BE12CD51-C586-0D1B-4382-013AD90F8D95}"/>
          </ac:picMkLst>
        </pc:picChg>
        <pc:cxnChg chg="mod">
          <ac:chgData name="Palit, Tapti" userId="dec6fbcd-7598-406a-8cbf-504d4a3bac15" providerId="ADAL" clId="{65104DF2-1B45-4C36-9E2A-F89658839DCF}" dt="2024-02-06T18:29:31.819" v="26016" actId="1035"/>
          <ac:cxnSpMkLst>
            <pc:docMk/>
            <pc:sldMk cId="271275750" sldId="1024"/>
            <ac:cxnSpMk id="7" creationId="{BC8EB2D9-0A72-0953-FC3C-1ECB90465A56}"/>
          </ac:cxnSpMkLst>
        </pc:cxnChg>
      </pc:sldChg>
      <pc:sldChg chg="modSp add del mod">
        <pc:chgData name="Palit, Tapti" userId="dec6fbcd-7598-406a-8cbf-504d4a3bac15" providerId="ADAL" clId="{65104DF2-1B45-4C36-9E2A-F89658839DCF}" dt="2024-02-06T18:29:12.188" v="25996" actId="47"/>
        <pc:sldMkLst>
          <pc:docMk/>
          <pc:sldMk cId="395946385" sldId="1025"/>
        </pc:sldMkLst>
        <pc:spChg chg="mod">
          <ac:chgData name="Palit, Tapti" userId="dec6fbcd-7598-406a-8cbf-504d4a3bac15" providerId="ADAL" clId="{65104DF2-1B45-4C36-9E2A-F89658839DCF}" dt="2024-01-25T17:18:18.725" v="20708" actId="20577"/>
          <ac:spMkLst>
            <pc:docMk/>
            <pc:sldMk cId="395946385" sldId="1025"/>
            <ac:spMk id="2" creationId="{E470CC57-6C32-7825-9CCD-F4A192D3119F}"/>
          </ac:spMkLst>
        </pc:spChg>
        <pc:spChg chg="mod">
          <ac:chgData name="Palit, Tapti" userId="dec6fbcd-7598-406a-8cbf-504d4a3bac15" providerId="ADAL" clId="{65104DF2-1B45-4C36-9E2A-F89658839DCF}" dt="2024-01-25T17:25:10.092" v="21034"/>
          <ac:spMkLst>
            <pc:docMk/>
            <pc:sldMk cId="395946385" sldId="1025"/>
            <ac:spMk id="5" creationId="{F5F324E9-714C-1CBF-1CCD-9A6C2AA76298}"/>
          </ac:spMkLst>
        </pc:spChg>
        <pc:spChg chg="mod">
          <ac:chgData name="Palit, Tapti" userId="dec6fbcd-7598-406a-8cbf-504d4a3bac15" providerId="ADAL" clId="{65104DF2-1B45-4C36-9E2A-F89658839DCF}" dt="2024-01-25T17:25:33.835" v="21062" actId="207"/>
          <ac:spMkLst>
            <pc:docMk/>
            <pc:sldMk cId="395946385" sldId="1025"/>
            <ac:spMk id="6" creationId="{18132DDA-DB08-4137-C62D-F1B586D0284D}"/>
          </ac:spMkLst>
        </pc:spChg>
        <pc:spChg chg="mod">
          <ac:chgData name="Palit, Tapti" userId="dec6fbcd-7598-406a-8cbf-504d4a3bac15" providerId="ADAL" clId="{65104DF2-1B45-4C36-9E2A-F89658839DCF}" dt="2024-01-25T17:25:56.176" v="21075" actId="1076"/>
          <ac:spMkLst>
            <pc:docMk/>
            <pc:sldMk cId="395946385" sldId="1025"/>
            <ac:spMk id="8" creationId="{CD142230-6606-3059-9159-E801862B6AB2}"/>
          </ac:spMkLst>
        </pc:spChg>
        <pc:spChg chg="mod">
          <ac:chgData name="Palit, Tapti" userId="dec6fbcd-7598-406a-8cbf-504d4a3bac15" providerId="ADAL" clId="{65104DF2-1B45-4C36-9E2A-F89658839DCF}" dt="2024-02-06T18:26:40.765" v="25964"/>
          <ac:spMkLst>
            <pc:docMk/>
            <pc:sldMk cId="395946385" sldId="1025"/>
            <ac:spMk id="11" creationId="{29307AF8-12AE-6E55-7E39-F5C536917790}"/>
          </ac:spMkLst>
        </pc:spChg>
      </pc:sldChg>
      <pc:sldChg chg="modSp add del mod">
        <pc:chgData name="Palit, Tapti" userId="dec6fbcd-7598-406a-8cbf-504d4a3bac15" providerId="ADAL" clId="{65104DF2-1B45-4C36-9E2A-F89658839DCF}" dt="2024-01-25T17:12:00.669" v="20610" actId="47"/>
        <pc:sldMkLst>
          <pc:docMk/>
          <pc:sldMk cId="2285285487" sldId="1025"/>
        </pc:sldMkLst>
        <pc:graphicFrameChg chg="modGraphic">
          <ac:chgData name="Palit, Tapti" userId="dec6fbcd-7598-406a-8cbf-504d4a3bac15" providerId="ADAL" clId="{65104DF2-1B45-4C36-9E2A-F89658839DCF}" dt="2024-01-25T17:11:19.758" v="20581" actId="20577"/>
          <ac:graphicFrameMkLst>
            <pc:docMk/>
            <pc:sldMk cId="2285285487" sldId="1025"/>
            <ac:graphicFrameMk id="32" creationId="{662E3E91-EC1F-FAC9-6710-BA112B8C33B9}"/>
          </ac:graphicFrameMkLst>
        </pc:graphicFrameChg>
      </pc:sldChg>
      <pc:sldChg chg="modSp add mod modNotesTx">
        <pc:chgData name="Palit, Tapti" userId="dec6fbcd-7598-406a-8cbf-504d4a3bac15" providerId="ADAL" clId="{65104DF2-1B45-4C36-9E2A-F89658839DCF}" dt="2024-01-26T20:40:50.526" v="24335" actId="20577"/>
        <pc:sldMkLst>
          <pc:docMk/>
          <pc:sldMk cId="1600423913" sldId="1026"/>
        </pc:sldMkLst>
        <pc:spChg chg="mod">
          <ac:chgData name="Palit, Tapti" userId="dec6fbcd-7598-406a-8cbf-504d4a3bac15" providerId="ADAL" clId="{65104DF2-1B45-4C36-9E2A-F89658839DCF}" dt="2024-01-26T19:53:46.918" v="23713" actId="114"/>
          <ac:spMkLst>
            <pc:docMk/>
            <pc:sldMk cId="1600423913" sldId="1026"/>
            <ac:spMk id="3" creationId="{1DE32838-0EFD-ED43-CD51-D5E95C26D3D4}"/>
          </ac:spMkLst>
        </pc:spChg>
      </pc:sldChg>
      <pc:sldChg chg="modSp add del mod addAnim delAnim">
        <pc:chgData name="Palit, Tapti" userId="dec6fbcd-7598-406a-8cbf-504d4a3bac15" providerId="ADAL" clId="{65104DF2-1B45-4C36-9E2A-F89658839DCF}" dt="2024-01-25T17:12:00.669" v="20610" actId="47"/>
        <pc:sldMkLst>
          <pc:docMk/>
          <pc:sldMk cId="2473080184" sldId="1026"/>
        </pc:sldMkLst>
        <pc:graphicFrameChg chg="modGraphic">
          <ac:chgData name="Palit, Tapti" userId="dec6fbcd-7598-406a-8cbf-504d4a3bac15" providerId="ADAL" clId="{65104DF2-1B45-4C36-9E2A-F89658839DCF}" dt="2024-01-25T17:11:40.881" v="20609" actId="207"/>
          <ac:graphicFrameMkLst>
            <pc:docMk/>
            <pc:sldMk cId="2473080184" sldId="1026"/>
            <ac:graphicFrameMk id="32" creationId="{662E3E91-EC1F-FAC9-6710-BA112B8C33B9}"/>
          </ac:graphicFrameMkLst>
        </pc:graphicFrameChg>
      </pc:sldChg>
      <pc:sldChg chg="modSp new del mod">
        <pc:chgData name="Palit, Tapti" userId="dec6fbcd-7598-406a-8cbf-504d4a3bac15" providerId="ADAL" clId="{65104DF2-1B45-4C36-9E2A-F89658839DCF}" dt="2024-01-25T17:31:40.316" v="21460" actId="47"/>
        <pc:sldMkLst>
          <pc:docMk/>
          <pc:sldMk cId="403089916" sldId="1027"/>
        </pc:sldMkLst>
        <pc:spChg chg="mod">
          <ac:chgData name="Palit, Tapti" userId="dec6fbcd-7598-406a-8cbf-504d4a3bac15" providerId="ADAL" clId="{65104DF2-1B45-4C36-9E2A-F89658839DCF}" dt="2024-01-25T17:31:34.636" v="21459" actId="20577"/>
          <ac:spMkLst>
            <pc:docMk/>
            <pc:sldMk cId="403089916" sldId="1027"/>
            <ac:spMk id="3" creationId="{3310D84E-392B-64F6-36AC-8051E90FDE18}"/>
          </ac:spMkLst>
        </pc:spChg>
      </pc:sldChg>
      <pc:sldChg chg="add modAnim">
        <pc:chgData name="Palit, Tapti" userId="dec6fbcd-7598-406a-8cbf-504d4a3bac15" providerId="ADAL" clId="{65104DF2-1B45-4C36-9E2A-F89658839DCF}" dt="2024-01-25T18:08:57.113" v="22350"/>
        <pc:sldMkLst>
          <pc:docMk/>
          <pc:sldMk cId="1072800903" sldId="1027"/>
        </pc:sldMkLst>
      </pc:sldChg>
      <pc:sldChg chg="addSp delSp modSp add mod ord delAnim modAnim">
        <pc:chgData name="Palit, Tapti" userId="dec6fbcd-7598-406a-8cbf-504d4a3bac15" providerId="ADAL" clId="{65104DF2-1B45-4C36-9E2A-F89658839DCF}" dt="2024-01-25T18:08:51.872" v="22349"/>
        <pc:sldMkLst>
          <pc:docMk/>
          <pc:sldMk cId="2515668265" sldId="1028"/>
        </pc:sldMkLst>
        <pc:spChg chg="add mod">
          <ac:chgData name="Palit, Tapti" userId="dec6fbcd-7598-406a-8cbf-504d4a3bac15" providerId="ADAL" clId="{65104DF2-1B45-4C36-9E2A-F89658839DCF}" dt="2024-01-25T17:35:40.525" v="21584" actId="14100"/>
          <ac:spMkLst>
            <pc:docMk/>
            <pc:sldMk cId="2515668265" sldId="1028"/>
            <ac:spMk id="2" creationId="{CB585135-B6E1-9F68-1A9F-5C1041B1B302}"/>
          </ac:spMkLst>
        </pc:spChg>
        <pc:spChg chg="del">
          <ac:chgData name="Palit, Tapti" userId="dec6fbcd-7598-406a-8cbf-504d4a3bac15" providerId="ADAL" clId="{65104DF2-1B45-4C36-9E2A-F89658839DCF}" dt="2024-01-25T17:35:10.961" v="21542" actId="478"/>
          <ac:spMkLst>
            <pc:docMk/>
            <pc:sldMk cId="2515668265" sldId="1028"/>
            <ac:spMk id="26" creationId="{258C86E8-8F62-EB2C-6B52-95955C75AF4F}"/>
          </ac:spMkLst>
        </pc:spChg>
        <pc:spChg chg="del">
          <ac:chgData name="Palit, Tapti" userId="dec6fbcd-7598-406a-8cbf-504d4a3bac15" providerId="ADAL" clId="{65104DF2-1B45-4C36-9E2A-F89658839DCF}" dt="2024-01-25T17:35:15.182" v="21543" actId="478"/>
          <ac:spMkLst>
            <pc:docMk/>
            <pc:sldMk cId="2515668265" sldId="1028"/>
            <ac:spMk id="27" creationId="{ED46B6B2-6ACB-B836-8F9F-37284BACC293}"/>
          </ac:spMkLst>
        </pc:spChg>
        <pc:cxnChg chg="del mod">
          <ac:chgData name="Palit, Tapti" userId="dec6fbcd-7598-406a-8cbf-504d4a3bac15" providerId="ADAL" clId="{65104DF2-1B45-4C36-9E2A-F89658839DCF}" dt="2024-01-25T17:35:15.182" v="21543" actId="478"/>
          <ac:cxnSpMkLst>
            <pc:docMk/>
            <pc:sldMk cId="2515668265" sldId="1028"/>
            <ac:cxnSpMk id="24" creationId="{054AA8E2-7C35-513F-A322-C4357ADEBE52}"/>
          </ac:cxnSpMkLst>
        </pc:cxnChg>
        <pc:cxnChg chg="del mod">
          <ac:chgData name="Palit, Tapti" userId="dec6fbcd-7598-406a-8cbf-504d4a3bac15" providerId="ADAL" clId="{65104DF2-1B45-4C36-9E2A-F89658839DCF}" dt="2024-01-25T17:35:15.182" v="21543" actId="478"/>
          <ac:cxnSpMkLst>
            <pc:docMk/>
            <pc:sldMk cId="2515668265" sldId="1028"/>
            <ac:cxnSpMk id="28" creationId="{185F974F-3034-714F-C899-34DB07A20BAC}"/>
          </ac:cxnSpMkLst>
        </pc:cxnChg>
      </pc:sldChg>
      <pc:sldChg chg="modSp add mod">
        <pc:chgData name="Palit, Tapti" userId="dec6fbcd-7598-406a-8cbf-504d4a3bac15" providerId="ADAL" clId="{65104DF2-1B45-4C36-9E2A-F89658839DCF}" dt="2024-01-26T19:54:48.129" v="23716" actId="207"/>
        <pc:sldMkLst>
          <pc:docMk/>
          <pc:sldMk cId="478277902" sldId="1029"/>
        </pc:sldMkLst>
        <pc:spChg chg="mod">
          <ac:chgData name="Palit, Tapti" userId="dec6fbcd-7598-406a-8cbf-504d4a3bac15" providerId="ADAL" clId="{65104DF2-1B45-4C36-9E2A-F89658839DCF}" dt="2024-01-26T19:54:48.129" v="23716" actId="207"/>
          <ac:spMkLst>
            <pc:docMk/>
            <pc:sldMk cId="478277902" sldId="1029"/>
            <ac:spMk id="3" creationId="{1DE32838-0EFD-ED43-CD51-D5E95C26D3D4}"/>
          </ac:spMkLst>
        </pc:spChg>
      </pc:sldChg>
      <pc:sldChg chg="addSp delSp modSp add mod modAnim modShow chgLayout">
        <pc:chgData name="Palit, Tapti" userId="dec6fbcd-7598-406a-8cbf-504d4a3bac15" providerId="ADAL" clId="{65104DF2-1B45-4C36-9E2A-F89658839DCF}" dt="2024-02-06T19:43:21.283" v="26676"/>
        <pc:sldMkLst>
          <pc:docMk/>
          <pc:sldMk cId="2951242320" sldId="1030"/>
        </pc:sldMkLst>
        <pc:spChg chg="mod ord">
          <ac:chgData name="Palit, Tapti" userId="dec6fbcd-7598-406a-8cbf-504d4a3bac15" providerId="ADAL" clId="{65104DF2-1B45-4C36-9E2A-F89658839DCF}" dt="2024-01-25T17:38:44.983" v="21676" actId="20577"/>
          <ac:spMkLst>
            <pc:docMk/>
            <pc:sldMk cId="2951242320" sldId="1030"/>
            <ac:spMk id="2" creationId="{FDC508B3-EA90-9347-6D4C-EF7A07AF44DF}"/>
          </ac:spMkLst>
        </pc:spChg>
        <pc:spChg chg="mod ord">
          <ac:chgData name="Palit, Tapti" userId="dec6fbcd-7598-406a-8cbf-504d4a3bac15" providerId="ADAL" clId="{65104DF2-1B45-4C36-9E2A-F89658839DCF}" dt="2024-01-25T17:37:58.462" v="21629" actId="6264"/>
          <ac:spMkLst>
            <pc:docMk/>
            <pc:sldMk cId="2951242320" sldId="1030"/>
            <ac:spMk id="3" creationId="{2246E50D-C821-CBE0-85B0-00E195167CAF}"/>
          </ac:spMkLst>
        </pc:spChg>
        <pc:spChg chg="mod ord">
          <ac:chgData name="Palit, Tapti" userId="dec6fbcd-7598-406a-8cbf-504d4a3bac15" providerId="ADAL" clId="{65104DF2-1B45-4C36-9E2A-F89658839DCF}" dt="2024-01-25T17:37:58.462" v="21629" actId="6264"/>
          <ac:spMkLst>
            <pc:docMk/>
            <pc:sldMk cId="2951242320" sldId="1030"/>
            <ac:spMk id="4" creationId="{A321B73A-33D9-AE8B-0339-06063916F56C}"/>
          </ac:spMkLst>
        </pc:spChg>
        <pc:spChg chg="add del mod">
          <ac:chgData name="Palit, Tapti" userId="dec6fbcd-7598-406a-8cbf-504d4a3bac15" providerId="ADAL" clId="{65104DF2-1B45-4C36-9E2A-F89658839DCF}" dt="2024-01-25T17:37:58.462" v="21629" actId="6264"/>
          <ac:spMkLst>
            <pc:docMk/>
            <pc:sldMk cId="2951242320" sldId="1030"/>
            <ac:spMk id="5" creationId="{4BE10851-D68F-C6A0-5D93-71C2082F7CB3}"/>
          </ac:spMkLst>
        </pc:spChg>
        <pc:spChg chg="add del mod">
          <ac:chgData name="Palit, Tapti" userId="dec6fbcd-7598-406a-8cbf-504d4a3bac15" providerId="ADAL" clId="{65104DF2-1B45-4C36-9E2A-F89658839DCF}" dt="2024-01-25T17:37:58.462" v="21629" actId="6264"/>
          <ac:spMkLst>
            <pc:docMk/>
            <pc:sldMk cId="2951242320" sldId="1030"/>
            <ac:spMk id="7" creationId="{707E7015-5E77-2049-B42E-8B7D26F540A7}"/>
          </ac:spMkLst>
        </pc:spChg>
        <pc:spChg chg="add del mod">
          <ac:chgData name="Palit, Tapti" userId="dec6fbcd-7598-406a-8cbf-504d4a3bac15" providerId="ADAL" clId="{65104DF2-1B45-4C36-9E2A-F89658839DCF}" dt="2024-01-25T17:37:58.462" v="21629" actId="6264"/>
          <ac:spMkLst>
            <pc:docMk/>
            <pc:sldMk cId="2951242320" sldId="1030"/>
            <ac:spMk id="8" creationId="{D52B809B-0910-F2FF-0E45-667516266682}"/>
          </ac:spMkLst>
        </pc:spChg>
        <pc:picChg chg="mod">
          <ac:chgData name="Palit, Tapti" userId="dec6fbcd-7598-406a-8cbf-504d4a3bac15" providerId="ADAL" clId="{65104DF2-1B45-4C36-9E2A-F89658839DCF}" dt="2024-01-25T17:38:20.540" v="21639" actId="1076"/>
          <ac:picMkLst>
            <pc:docMk/>
            <pc:sldMk cId="2951242320" sldId="1030"/>
            <ac:picMk id="6" creationId="{100B0E69-54BA-603E-E062-E4D6E2C7CF5F}"/>
          </ac:picMkLst>
        </pc:picChg>
        <pc:picChg chg="mod">
          <ac:chgData name="Palit, Tapti" userId="dec6fbcd-7598-406a-8cbf-504d4a3bac15" providerId="ADAL" clId="{65104DF2-1B45-4C36-9E2A-F89658839DCF}" dt="2024-01-25T17:38:20.540" v="21639" actId="1076"/>
          <ac:picMkLst>
            <pc:docMk/>
            <pc:sldMk cId="2951242320" sldId="1030"/>
            <ac:picMk id="10" creationId="{18FD86B8-3F8C-E69F-45BF-2D258C92B4DB}"/>
          </ac:picMkLst>
        </pc:picChg>
        <pc:picChg chg="mod">
          <ac:chgData name="Palit, Tapti" userId="dec6fbcd-7598-406a-8cbf-504d4a3bac15" providerId="ADAL" clId="{65104DF2-1B45-4C36-9E2A-F89658839DCF}" dt="2024-01-25T17:38:20.540" v="21639" actId="1076"/>
          <ac:picMkLst>
            <pc:docMk/>
            <pc:sldMk cId="2951242320" sldId="1030"/>
            <ac:picMk id="12" creationId="{EDC08997-D719-947E-A72F-7640FC6258DB}"/>
          </ac:picMkLst>
        </pc:picChg>
      </pc:sldChg>
      <pc:sldChg chg="add del">
        <pc:chgData name="Palit, Tapti" userId="dec6fbcd-7598-406a-8cbf-504d4a3bac15" providerId="ADAL" clId="{65104DF2-1B45-4C36-9E2A-F89658839DCF}" dt="2024-01-25T17:46:03.410" v="21810" actId="2696"/>
        <pc:sldMkLst>
          <pc:docMk/>
          <pc:sldMk cId="3400384913" sldId="1031"/>
        </pc:sldMkLst>
      </pc:sldChg>
      <pc:sldChg chg="modSp add del mod">
        <pc:chgData name="Palit, Tapti" userId="dec6fbcd-7598-406a-8cbf-504d4a3bac15" providerId="ADAL" clId="{65104DF2-1B45-4C36-9E2A-F89658839DCF}" dt="2024-01-25T17:48:45.062" v="21886" actId="47"/>
        <pc:sldMkLst>
          <pc:docMk/>
          <pc:sldMk cId="3520511757" sldId="1032"/>
        </pc:sldMkLst>
        <pc:spChg chg="mod">
          <ac:chgData name="Palit, Tapti" userId="dec6fbcd-7598-406a-8cbf-504d4a3bac15" providerId="ADAL" clId="{65104DF2-1B45-4C36-9E2A-F89658839DCF}" dt="2024-01-25T17:46:25.711" v="21842" actId="20577"/>
          <ac:spMkLst>
            <pc:docMk/>
            <pc:sldMk cId="3520511757" sldId="1032"/>
            <ac:spMk id="3" creationId="{DBF81D88-EE7F-4956-ADB0-DA856615FD00}"/>
          </ac:spMkLst>
        </pc:spChg>
      </pc:sldChg>
      <pc:sldChg chg="addSp modSp add modNotesTx">
        <pc:chgData name="Palit, Tapti" userId="dec6fbcd-7598-406a-8cbf-504d4a3bac15" providerId="ADAL" clId="{65104DF2-1B45-4C36-9E2A-F89658839DCF}" dt="2024-01-25T17:49:14.469" v="21923" actId="20577"/>
        <pc:sldMkLst>
          <pc:docMk/>
          <pc:sldMk cId="3824714029" sldId="1032"/>
        </pc:sldMkLst>
        <pc:spChg chg="add mod">
          <ac:chgData name="Palit, Tapti" userId="dec6fbcd-7598-406a-8cbf-504d4a3bac15" providerId="ADAL" clId="{65104DF2-1B45-4C36-9E2A-F89658839DCF}" dt="2024-01-25T17:49:08.365" v="21913"/>
          <ac:spMkLst>
            <pc:docMk/>
            <pc:sldMk cId="3824714029" sldId="1032"/>
            <ac:spMk id="6" creationId="{E2465E7F-1B40-61F5-3048-911F93C58C51}"/>
          </ac:spMkLst>
        </pc:spChg>
      </pc:sldChg>
      <pc:sldChg chg="addSp delSp modSp new mod modClrScheme chgLayout">
        <pc:chgData name="Palit, Tapti" userId="dec6fbcd-7598-406a-8cbf-504d4a3bac15" providerId="ADAL" clId="{65104DF2-1B45-4C36-9E2A-F89658839DCF}" dt="2024-01-25T18:02:27.499" v="22242" actId="20577"/>
        <pc:sldMkLst>
          <pc:docMk/>
          <pc:sldMk cId="1040606210" sldId="1033"/>
        </pc:sldMkLst>
        <pc:spChg chg="del">
          <ac:chgData name="Palit, Tapti" userId="dec6fbcd-7598-406a-8cbf-504d4a3bac15" providerId="ADAL" clId="{65104DF2-1B45-4C36-9E2A-F89658839DCF}" dt="2024-01-25T17:55:01.304" v="22020" actId="700"/>
          <ac:spMkLst>
            <pc:docMk/>
            <pc:sldMk cId="1040606210" sldId="1033"/>
            <ac:spMk id="2" creationId="{9B4E1440-A4E4-98EA-E41E-3CDDD916327C}"/>
          </ac:spMkLst>
        </pc:spChg>
        <pc:spChg chg="del mod ord">
          <ac:chgData name="Palit, Tapti" userId="dec6fbcd-7598-406a-8cbf-504d4a3bac15" providerId="ADAL" clId="{65104DF2-1B45-4C36-9E2A-F89658839DCF}" dt="2024-01-25T17:55:01.304" v="22020" actId="700"/>
          <ac:spMkLst>
            <pc:docMk/>
            <pc:sldMk cId="1040606210" sldId="1033"/>
            <ac:spMk id="3" creationId="{9C3CA8A0-1588-4220-CE6D-92C9DACE0B93}"/>
          </ac:spMkLst>
        </pc:spChg>
        <pc:spChg chg="mod ord">
          <ac:chgData name="Palit, Tapti" userId="dec6fbcd-7598-406a-8cbf-504d4a3bac15" providerId="ADAL" clId="{65104DF2-1B45-4C36-9E2A-F89658839DCF}" dt="2024-01-25T17:55:01.304" v="22020" actId="700"/>
          <ac:spMkLst>
            <pc:docMk/>
            <pc:sldMk cId="1040606210" sldId="1033"/>
            <ac:spMk id="4" creationId="{64EDF603-82E9-BBF4-F5C6-0A77A19028CF}"/>
          </ac:spMkLst>
        </pc:spChg>
        <pc:spChg chg="add mod ord">
          <ac:chgData name="Palit, Tapti" userId="dec6fbcd-7598-406a-8cbf-504d4a3bac15" providerId="ADAL" clId="{65104DF2-1B45-4C36-9E2A-F89658839DCF}" dt="2024-01-25T18:02:27.499" v="22242" actId="20577"/>
          <ac:spMkLst>
            <pc:docMk/>
            <pc:sldMk cId="1040606210" sldId="1033"/>
            <ac:spMk id="5" creationId="{D2BE94A9-6C37-52C8-1C76-B6946FAE9B43}"/>
          </ac:spMkLst>
        </pc:spChg>
      </pc:sldChg>
      <pc:sldChg chg="addSp delSp modSp add mod addCm">
        <pc:chgData name="Palit, Tapti" userId="dec6fbcd-7598-406a-8cbf-504d4a3bac15" providerId="ADAL" clId="{65104DF2-1B45-4C36-9E2A-F89658839DCF}" dt="2024-02-06T18:17:52.095" v="25888" actId="20577"/>
        <pc:sldMkLst>
          <pc:docMk/>
          <pc:sldMk cId="3386390439" sldId="1034"/>
        </pc:sldMkLst>
        <pc:spChg chg="mod">
          <ac:chgData name="Palit, Tapti" userId="dec6fbcd-7598-406a-8cbf-504d4a3bac15" providerId="ADAL" clId="{65104DF2-1B45-4C36-9E2A-F89658839DCF}" dt="2024-02-06T18:17:44.707" v="25884" actId="20577"/>
          <ac:spMkLst>
            <pc:docMk/>
            <pc:sldMk cId="3386390439" sldId="1034"/>
            <ac:spMk id="3" creationId="{F41F5800-0C87-D92F-5B6B-52E096B070E2}"/>
          </ac:spMkLst>
        </pc:spChg>
        <pc:spChg chg="del">
          <ac:chgData name="Palit, Tapti" userId="dec6fbcd-7598-406a-8cbf-504d4a3bac15" providerId="ADAL" clId="{65104DF2-1B45-4C36-9E2A-F89658839DCF}" dt="2024-01-25T17:58:50.264" v="22114" actId="478"/>
          <ac:spMkLst>
            <pc:docMk/>
            <pc:sldMk cId="3386390439" sldId="1034"/>
            <ac:spMk id="5" creationId="{3D373F79-5AD1-75EC-290D-9961F87C759F}"/>
          </ac:spMkLst>
        </pc:spChg>
        <pc:spChg chg="del">
          <ac:chgData name="Palit, Tapti" userId="dec6fbcd-7598-406a-8cbf-504d4a3bac15" providerId="ADAL" clId="{65104DF2-1B45-4C36-9E2A-F89658839DCF}" dt="2024-01-25T17:58:50.264" v="22114" actId="478"/>
          <ac:spMkLst>
            <pc:docMk/>
            <pc:sldMk cId="3386390439" sldId="1034"/>
            <ac:spMk id="8" creationId="{885F85A1-4076-A50D-98B5-C6EE4BE5346E}"/>
          </ac:spMkLst>
        </pc:spChg>
        <pc:spChg chg="del">
          <ac:chgData name="Palit, Tapti" userId="dec6fbcd-7598-406a-8cbf-504d4a3bac15" providerId="ADAL" clId="{65104DF2-1B45-4C36-9E2A-F89658839DCF}" dt="2024-01-25T17:58:50.264" v="22114" actId="478"/>
          <ac:spMkLst>
            <pc:docMk/>
            <pc:sldMk cId="3386390439" sldId="1034"/>
            <ac:spMk id="10" creationId="{B2849599-0146-037A-56B0-2E75EF2FFB10}"/>
          </ac:spMkLst>
        </pc:spChg>
        <pc:spChg chg="del">
          <ac:chgData name="Palit, Tapti" userId="dec6fbcd-7598-406a-8cbf-504d4a3bac15" providerId="ADAL" clId="{65104DF2-1B45-4C36-9E2A-F89658839DCF}" dt="2024-01-25T17:58:50.264" v="22114" actId="478"/>
          <ac:spMkLst>
            <pc:docMk/>
            <pc:sldMk cId="3386390439" sldId="1034"/>
            <ac:spMk id="11" creationId="{707AC7D3-B300-6284-F4BF-9F14BCFDD045}"/>
          </ac:spMkLst>
        </pc:spChg>
        <pc:spChg chg="del">
          <ac:chgData name="Palit, Tapti" userId="dec6fbcd-7598-406a-8cbf-504d4a3bac15" providerId="ADAL" clId="{65104DF2-1B45-4C36-9E2A-F89658839DCF}" dt="2024-01-25T17:58:50.264" v="22114" actId="478"/>
          <ac:spMkLst>
            <pc:docMk/>
            <pc:sldMk cId="3386390439" sldId="1034"/>
            <ac:spMk id="12" creationId="{C902EB02-8612-75F0-CB75-A557CCFF913B}"/>
          </ac:spMkLst>
        </pc:spChg>
        <pc:spChg chg="add del mod ord">
          <ac:chgData name="Palit, Tapti" userId="dec6fbcd-7598-406a-8cbf-504d4a3bac15" providerId="ADAL" clId="{65104DF2-1B45-4C36-9E2A-F89658839DCF}" dt="2024-01-25T17:58:21.329" v="22103" actId="478"/>
          <ac:spMkLst>
            <pc:docMk/>
            <pc:sldMk cId="3386390439" sldId="1034"/>
            <ac:spMk id="13" creationId="{456483A7-98CA-FE99-C540-3660998D3117}"/>
          </ac:spMkLst>
        </pc:spChg>
        <pc:spChg chg="del">
          <ac:chgData name="Palit, Tapti" userId="dec6fbcd-7598-406a-8cbf-504d4a3bac15" providerId="ADAL" clId="{65104DF2-1B45-4C36-9E2A-F89658839DCF}" dt="2024-01-25T17:58:28.045" v="22104" actId="478"/>
          <ac:spMkLst>
            <pc:docMk/>
            <pc:sldMk cId="3386390439" sldId="1034"/>
            <ac:spMk id="15" creationId="{632CDA17-2240-B34F-44F8-5573404E1E94}"/>
          </ac:spMkLst>
        </pc:spChg>
        <pc:spChg chg="del">
          <ac:chgData name="Palit, Tapti" userId="dec6fbcd-7598-406a-8cbf-504d4a3bac15" providerId="ADAL" clId="{65104DF2-1B45-4C36-9E2A-F89658839DCF}" dt="2024-01-25T17:58:50.264" v="22114" actId="478"/>
          <ac:spMkLst>
            <pc:docMk/>
            <pc:sldMk cId="3386390439" sldId="1034"/>
            <ac:spMk id="16" creationId="{BA3828BB-07C9-6A22-0125-6282103A5ED6}"/>
          </ac:spMkLst>
        </pc:spChg>
        <pc:spChg chg="del">
          <ac:chgData name="Palit, Tapti" userId="dec6fbcd-7598-406a-8cbf-504d4a3bac15" providerId="ADAL" clId="{65104DF2-1B45-4C36-9E2A-F89658839DCF}" dt="2024-01-25T17:58:53.010" v="22115" actId="478"/>
          <ac:spMkLst>
            <pc:docMk/>
            <pc:sldMk cId="3386390439" sldId="1034"/>
            <ac:spMk id="18" creationId="{38158093-6F13-9634-0C40-CB520D742CFB}"/>
          </ac:spMkLst>
        </pc:spChg>
        <pc:spChg chg="del">
          <ac:chgData name="Palit, Tapti" userId="dec6fbcd-7598-406a-8cbf-504d4a3bac15" providerId="ADAL" clId="{65104DF2-1B45-4C36-9E2A-F89658839DCF}" dt="2024-01-25T17:58:29.975" v="22105" actId="478"/>
          <ac:spMkLst>
            <pc:docMk/>
            <pc:sldMk cId="3386390439" sldId="1034"/>
            <ac:spMk id="19" creationId="{62A0C4CA-2A0C-7E20-4EEB-512723DBF9F9}"/>
          </ac:spMkLst>
        </pc:spChg>
        <pc:spChg chg="del">
          <ac:chgData name="Palit, Tapti" userId="dec6fbcd-7598-406a-8cbf-504d4a3bac15" providerId="ADAL" clId="{65104DF2-1B45-4C36-9E2A-F89658839DCF}" dt="2024-01-25T17:58:50.264" v="22114" actId="478"/>
          <ac:spMkLst>
            <pc:docMk/>
            <pc:sldMk cId="3386390439" sldId="1034"/>
            <ac:spMk id="20" creationId="{6B846521-CF3C-1C2E-5EFA-E362CE8B0255}"/>
          </ac:spMkLst>
        </pc:spChg>
        <pc:spChg chg="del">
          <ac:chgData name="Palit, Tapti" userId="dec6fbcd-7598-406a-8cbf-504d4a3bac15" providerId="ADAL" clId="{65104DF2-1B45-4C36-9E2A-F89658839DCF}" dt="2024-01-25T17:58:50.264" v="22114" actId="478"/>
          <ac:spMkLst>
            <pc:docMk/>
            <pc:sldMk cId="3386390439" sldId="1034"/>
            <ac:spMk id="21" creationId="{D7179A03-A83C-A828-EB03-DB0E95ED3A9F}"/>
          </ac:spMkLst>
        </pc:spChg>
        <pc:spChg chg="del">
          <ac:chgData name="Palit, Tapti" userId="dec6fbcd-7598-406a-8cbf-504d4a3bac15" providerId="ADAL" clId="{65104DF2-1B45-4C36-9E2A-F89658839DCF}" dt="2024-01-25T17:58:50.264" v="22114" actId="478"/>
          <ac:spMkLst>
            <pc:docMk/>
            <pc:sldMk cId="3386390439" sldId="1034"/>
            <ac:spMk id="22" creationId="{DFEE423D-239B-0159-2953-A9F255A35310}"/>
          </ac:spMkLst>
        </pc:spChg>
        <pc:spChg chg="mod">
          <ac:chgData name="Palit, Tapti" userId="dec6fbcd-7598-406a-8cbf-504d4a3bac15" providerId="ADAL" clId="{65104DF2-1B45-4C36-9E2A-F89658839DCF}" dt="2024-02-06T18:17:52.095" v="25888" actId="20577"/>
          <ac:spMkLst>
            <pc:docMk/>
            <pc:sldMk cId="3386390439" sldId="1034"/>
            <ac:spMk id="24" creationId="{61E1D992-FB9B-AF0E-0524-B1AE2D228029}"/>
          </ac:spMkLst>
        </pc:spChg>
        <pc:spChg chg="del">
          <ac:chgData name="Palit, Tapti" userId="dec6fbcd-7598-406a-8cbf-504d4a3bac15" providerId="ADAL" clId="{65104DF2-1B45-4C36-9E2A-F89658839DCF}" dt="2024-01-25T17:58:37.767" v="22109" actId="478"/>
          <ac:spMkLst>
            <pc:docMk/>
            <pc:sldMk cId="3386390439" sldId="1034"/>
            <ac:spMk id="27" creationId="{A514031C-BE6B-B376-1F8D-A6CBB52D164E}"/>
          </ac:spMkLst>
        </pc:spChg>
        <pc:spChg chg="del">
          <ac:chgData name="Palit, Tapti" userId="dec6fbcd-7598-406a-8cbf-504d4a3bac15" providerId="ADAL" clId="{65104DF2-1B45-4C36-9E2A-F89658839DCF}" dt="2024-01-25T17:58:39.655" v="22110" actId="478"/>
          <ac:spMkLst>
            <pc:docMk/>
            <pc:sldMk cId="3386390439" sldId="1034"/>
            <ac:spMk id="29" creationId="{B51B138B-CA6E-D442-540A-519FABFF1C4E}"/>
          </ac:spMkLst>
        </pc:spChg>
        <pc:spChg chg="mod">
          <ac:chgData name="Palit, Tapti" userId="dec6fbcd-7598-406a-8cbf-504d4a3bac15" providerId="ADAL" clId="{65104DF2-1B45-4C36-9E2A-F89658839DCF}" dt="2024-01-25T18:04:10.449" v="22307" actId="20577"/>
          <ac:spMkLst>
            <pc:docMk/>
            <pc:sldMk cId="3386390439" sldId="1034"/>
            <ac:spMk id="31" creationId="{8066DF09-0DDE-0E4A-743E-1BD29398BBC7}"/>
          </ac:spMkLst>
        </pc:spChg>
        <pc:picChg chg="del">
          <ac:chgData name="Palit, Tapti" userId="dec6fbcd-7598-406a-8cbf-504d4a3bac15" providerId="ADAL" clId="{65104DF2-1B45-4C36-9E2A-F89658839DCF}" dt="2024-01-25T17:58:31.637" v="22106" actId="478"/>
          <ac:picMkLst>
            <pc:docMk/>
            <pc:sldMk cId="3386390439" sldId="1034"/>
            <ac:picMk id="2" creationId="{5C5B91B7-4BF3-EF22-73A2-268F52918630}"/>
          </ac:picMkLst>
        </pc:picChg>
        <pc:picChg chg="mod">
          <ac:chgData name="Palit, Tapti" userId="dec6fbcd-7598-406a-8cbf-504d4a3bac15" providerId="ADAL" clId="{65104DF2-1B45-4C36-9E2A-F89658839DCF}" dt="2024-01-25T17:58:55.944" v="22116" actId="1076"/>
          <ac:picMkLst>
            <pc:docMk/>
            <pc:sldMk cId="3386390439" sldId="1034"/>
            <ac:picMk id="30" creationId="{C4A9D9C3-B220-ECBA-34F5-F32FE43D70F1}"/>
          </ac:picMkLst>
        </pc:picChg>
        <pc:picChg chg="mod">
          <ac:chgData name="Palit, Tapti" userId="dec6fbcd-7598-406a-8cbf-504d4a3bac15" providerId="ADAL" clId="{65104DF2-1B45-4C36-9E2A-F89658839DCF}" dt="2024-01-25T17:58:58.214" v="22117" actId="1076"/>
          <ac:picMkLst>
            <pc:docMk/>
            <pc:sldMk cId="3386390439" sldId="1034"/>
            <ac:picMk id="1026" creationId="{85D56089-2BE5-60FF-6DAA-7CE90B5C9556}"/>
          </ac:picMkLst>
        </pc:picChg>
        <pc:cxnChg chg="del">
          <ac:chgData name="Palit, Tapti" userId="dec6fbcd-7598-406a-8cbf-504d4a3bac15" providerId="ADAL" clId="{65104DF2-1B45-4C36-9E2A-F89658839DCF}" dt="2024-01-25T17:58:35.465" v="22108" actId="478"/>
          <ac:cxnSpMkLst>
            <pc:docMk/>
            <pc:sldMk cId="3386390439" sldId="1034"/>
            <ac:cxnSpMk id="6" creationId="{9A228DE5-2A47-7DC0-AB7D-AA240CDBFA38}"/>
          </ac:cxnSpMkLst>
        </pc:cxnChg>
        <pc:cxnChg chg="del">
          <ac:chgData name="Palit, Tapti" userId="dec6fbcd-7598-406a-8cbf-504d4a3bac15" providerId="ADAL" clId="{65104DF2-1B45-4C36-9E2A-F89658839DCF}" dt="2024-01-25T17:58:50.264" v="22114" actId="478"/>
          <ac:cxnSpMkLst>
            <pc:docMk/>
            <pc:sldMk cId="3386390439" sldId="1034"/>
            <ac:cxnSpMk id="7" creationId="{61D65FAB-D08A-1F97-5A56-A0AFDCACE3EE}"/>
          </ac:cxnSpMkLst>
        </pc:cxnChg>
        <pc:cxnChg chg="del mod">
          <ac:chgData name="Palit, Tapti" userId="dec6fbcd-7598-406a-8cbf-504d4a3bac15" providerId="ADAL" clId="{65104DF2-1B45-4C36-9E2A-F89658839DCF}" dt="2024-01-25T17:58:50.264" v="22114" actId="478"/>
          <ac:cxnSpMkLst>
            <pc:docMk/>
            <pc:sldMk cId="3386390439" sldId="1034"/>
            <ac:cxnSpMk id="9" creationId="{5B659DB4-1E58-9C88-6147-F8AE219D326E}"/>
          </ac:cxnSpMkLst>
        </pc:cxnChg>
        <pc:cxnChg chg="del mod">
          <ac:chgData name="Palit, Tapti" userId="dec6fbcd-7598-406a-8cbf-504d4a3bac15" providerId="ADAL" clId="{65104DF2-1B45-4C36-9E2A-F89658839DCF}" dt="2024-01-25T17:58:33.379" v="22107" actId="478"/>
          <ac:cxnSpMkLst>
            <pc:docMk/>
            <pc:sldMk cId="3386390439" sldId="1034"/>
            <ac:cxnSpMk id="14" creationId="{E3057DF5-1ED5-9116-B096-D42DE1A11886}"/>
          </ac:cxnSpMkLst>
        </pc:cxnChg>
        <pc:cxnChg chg="del mod">
          <ac:chgData name="Palit, Tapti" userId="dec6fbcd-7598-406a-8cbf-504d4a3bac15" providerId="ADAL" clId="{65104DF2-1B45-4C36-9E2A-F89658839DCF}" dt="2024-01-25T17:58:50.264" v="22114" actId="478"/>
          <ac:cxnSpMkLst>
            <pc:docMk/>
            <pc:sldMk cId="3386390439" sldId="1034"/>
            <ac:cxnSpMk id="17" creationId="{3F645796-6659-6C62-0048-A9C63762DB52}"/>
          </ac:cxnSpMkLst>
        </pc:cxnChg>
        <pc:cxnChg chg="del">
          <ac:chgData name="Palit, Tapti" userId="dec6fbcd-7598-406a-8cbf-504d4a3bac15" providerId="ADAL" clId="{65104DF2-1B45-4C36-9E2A-F89658839DCF}" dt="2024-01-25T17:58:41.429" v="22111" actId="478"/>
          <ac:cxnSpMkLst>
            <pc:docMk/>
            <pc:sldMk cId="3386390439" sldId="1034"/>
            <ac:cxnSpMk id="23" creationId="{D16509D8-28D2-A44B-77B1-1128B454B009}"/>
          </ac:cxnSpMkLst>
        </pc:cxnChg>
        <pc:cxnChg chg="del">
          <ac:chgData name="Palit, Tapti" userId="dec6fbcd-7598-406a-8cbf-504d4a3bac15" providerId="ADAL" clId="{65104DF2-1B45-4C36-9E2A-F89658839DCF}" dt="2024-01-25T17:58:43.014" v="22112" actId="478"/>
          <ac:cxnSpMkLst>
            <pc:docMk/>
            <pc:sldMk cId="3386390439" sldId="1034"/>
            <ac:cxnSpMk id="26" creationId="{CC017F9E-EDAB-28CE-0FC4-6DC0F6308385}"/>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0:19.796" v="25447"/>
              <pc2:cmMkLst xmlns:pc2="http://schemas.microsoft.com/office/powerpoint/2019/9/main/command">
                <pc:docMk/>
                <pc:sldMk cId="3386390439" sldId="1034"/>
                <pc2:cmMk id="{409A4FB5-0779-4C44-B1ED-07A27718C28E}"/>
              </pc2:cmMkLst>
            </pc226:cmChg>
          </p:ext>
        </pc:extLst>
      </pc:sldChg>
      <pc:sldChg chg="addSp delSp modSp add mod">
        <pc:chgData name="Palit, Tapti" userId="dec6fbcd-7598-406a-8cbf-504d4a3bac15" providerId="ADAL" clId="{65104DF2-1B45-4C36-9E2A-F89658839DCF}" dt="2024-01-25T18:01:31.285" v="22157" actId="478"/>
        <pc:sldMkLst>
          <pc:docMk/>
          <pc:sldMk cId="2254985898" sldId="1035"/>
        </pc:sldMkLst>
        <pc:spChg chg="del">
          <ac:chgData name="Palit, Tapti" userId="dec6fbcd-7598-406a-8cbf-504d4a3bac15" providerId="ADAL" clId="{65104DF2-1B45-4C36-9E2A-F89658839DCF}" dt="2024-01-25T18:00:19.049" v="22154" actId="478"/>
          <ac:spMkLst>
            <pc:docMk/>
            <pc:sldMk cId="2254985898" sldId="1035"/>
            <ac:spMk id="5" creationId="{6A16820F-4E3C-D94A-AF37-38E1BA86DC74}"/>
          </ac:spMkLst>
        </pc:spChg>
        <pc:spChg chg="add mod">
          <ac:chgData name="Palit, Tapti" userId="dec6fbcd-7598-406a-8cbf-504d4a3bac15" providerId="ADAL" clId="{65104DF2-1B45-4C36-9E2A-F89658839DCF}" dt="2024-01-25T18:00:19.049" v="22154" actId="478"/>
          <ac:spMkLst>
            <pc:docMk/>
            <pc:sldMk cId="2254985898" sldId="1035"/>
            <ac:spMk id="16" creationId="{5EA55818-71C4-7804-922F-796706A41320}"/>
          </ac:spMkLst>
        </pc:spChg>
        <pc:spChg chg="del mod">
          <ac:chgData name="Palit, Tapti" userId="dec6fbcd-7598-406a-8cbf-504d4a3bac15" providerId="ADAL" clId="{65104DF2-1B45-4C36-9E2A-F89658839DCF}" dt="2024-01-25T18:00:25.106" v="22155" actId="478"/>
          <ac:spMkLst>
            <pc:docMk/>
            <pc:sldMk cId="2254985898" sldId="1035"/>
            <ac:spMk id="18" creationId="{F6909437-D043-2C29-21BC-C06F5DCB2F59}"/>
          </ac:spMkLst>
        </pc:spChg>
        <pc:spChg chg="add mod">
          <ac:chgData name="Palit, Tapti" userId="dec6fbcd-7598-406a-8cbf-504d4a3bac15" providerId="ADAL" clId="{65104DF2-1B45-4C36-9E2A-F89658839DCF}" dt="2024-01-25T18:01:21.282" v="22156"/>
          <ac:spMkLst>
            <pc:docMk/>
            <pc:sldMk cId="2254985898" sldId="1035"/>
            <ac:spMk id="19" creationId="{41571BFA-A0C5-C304-F812-7C2A466F3ACC}"/>
          </ac:spMkLst>
        </pc:spChg>
        <pc:picChg chg="del">
          <ac:chgData name="Palit, Tapti" userId="dec6fbcd-7598-406a-8cbf-504d4a3bac15" providerId="ADAL" clId="{65104DF2-1B45-4C36-9E2A-F89658839DCF}" dt="2024-01-25T18:01:31.285" v="22157" actId="478"/>
          <ac:picMkLst>
            <pc:docMk/>
            <pc:sldMk cId="2254985898" sldId="1035"/>
            <ac:picMk id="11" creationId="{71435A73-6B56-0322-F1D2-D1616A3AEB4A}"/>
          </ac:picMkLst>
        </pc:picChg>
        <pc:cxnChg chg="add mod">
          <ac:chgData name="Palit, Tapti" userId="dec6fbcd-7598-406a-8cbf-504d4a3bac15" providerId="ADAL" clId="{65104DF2-1B45-4C36-9E2A-F89658839DCF}" dt="2024-01-25T18:01:21.282" v="22156"/>
          <ac:cxnSpMkLst>
            <pc:docMk/>
            <pc:sldMk cId="2254985898" sldId="1035"/>
            <ac:cxnSpMk id="17" creationId="{0B7C1332-F898-F4A6-41BF-E5BAAD9AB82B}"/>
          </ac:cxnSpMkLst>
        </pc:cxnChg>
      </pc:sldChg>
      <pc:sldChg chg="addSp delSp modSp add del mod">
        <pc:chgData name="Palit, Tapti" userId="dec6fbcd-7598-406a-8cbf-504d4a3bac15" providerId="ADAL" clId="{65104DF2-1B45-4C36-9E2A-F89658839DCF}" dt="2024-01-26T19:12:37.175" v="22968" actId="2696"/>
        <pc:sldMkLst>
          <pc:docMk/>
          <pc:sldMk cId="1225240606" sldId="1036"/>
        </pc:sldMkLst>
        <pc:spChg chg="add del">
          <ac:chgData name="Palit, Tapti" userId="dec6fbcd-7598-406a-8cbf-504d4a3bac15" providerId="ADAL" clId="{65104DF2-1B45-4C36-9E2A-F89658839DCF}" dt="2024-01-25T18:17:14.405" v="22639" actId="478"/>
          <ac:spMkLst>
            <pc:docMk/>
            <pc:sldMk cId="1225240606" sldId="1036"/>
            <ac:spMk id="2" creationId="{656DB987-E898-4BA7-39FC-75CB5E3A5011}"/>
          </ac:spMkLst>
        </pc:spChg>
        <pc:spChg chg="mod">
          <ac:chgData name="Palit, Tapti" userId="dec6fbcd-7598-406a-8cbf-504d4a3bac15" providerId="ADAL" clId="{65104DF2-1B45-4C36-9E2A-F89658839DCF}" dt="2024-01-25T18:11:15.271" v="22382" actId="20577"/>
          <ac:spMkLst>
            <pc:docMk/>
            <pc:sldMk cId="1225240606" sldId="1036"/>
            <ac:spMk id="12" creationId="{498AE73A-CEAA-1376-AD9C-8110A90B14BF}"/>
          </ac:spMkLst>
        </pc:spChg>
        <pc:picChg chg="mod">
          <ac:chgData name="Palit, Tapti" userId="dec6fbcd-7598-406a-8cbf-504d4a3bac15" providerId="ADAL" clId="{65104DF2-1B45-4C36-9E2A-F89658839DCF}" dt="2024-01-25T18:11:21.485" v="22384" actId="1076"/>
          <ac:picMkLst>
            <pc:docMk/>
            <pc:sldMk cId="1225240606" sldId="1036"/>
            <ac:picMk id="3076" creationId="{26E16DAD-48E1-CD95-693A-FD190AF70FC1}"/>
          </ac:picMkLst>
        </pc:picChg>
        <pc:picChg chg="mod">
          <ac:chgData name="Palit, Tapti" userId="dec6fbcd-7598-406a-8cbf-504d4a3bac15" providerId="ADAL" clId="{65104DF2-1B45-4C36-9E2A-F89658839DCF}" dt="2024-01-25T18:11:28.187" v="22387" actId="1076"/>
          <ac:picMkLst>
            <pc:docMk/>
            <pc:sldMk cId="1225240606" sldId="1036"/>
            <ac:picMk id="3078" creationId="{E7B4BB44-207D-AF75-B605-841BD4E59D8A}"/>
          </ac:picMkLst>
        </pc:picChg>
        <pc:picChg chg="mod">
          <ac:chgData name="Palit, Tapti" userId="dec6fbcd-7598-406a-8cbf-504d4a3bac15" providerId="ADAL" clId="{65104DF2-1B45-4C36-9E2A-F89658839DCF}" dt="2024-01-25T18:11:25.551" v="22386" actId="1076"/>
          <ac:picMkLst>
            <pc:docMk/>
            <pc:sldMk cId="1225240606" sldId="1036"/>
            <ac:picMk id="3080" creationId="{68567777-1E75-80A0-2589-2E2BA7DE8F73}"/>
          </ac:picMkLst>
        </pc:picChg>
      </pc:sldChg>
      <pc:sldChg chg="add mod modShow">
        <pc:chgData name="Palit, Tapti" userId="dec6fbcd-7598-406a-8cbf-504d4a3bac15" providerId="ADAL" clId="{65104DF2-1B45-4C36-9E2A-F89658839DCF}" dt="2024-01-26T19:13:07.975" v="22972" actId="729"/>
        <pc:sldMkLst>
          <pc:docMk/>
          <pc:sldMk cId="2068681319" sldId="1036"/>
        </pc:sldMkLst>
      </pc:sldChg>
      <pc:sldChg chg="add del">
        <pc:chgData name="Palit, Tapti" userId="dec6fbcd-7598-406a-8cbf-504d4a3bac15" providerId="ADAL" clId="{65104DF2-1B45-4C36-9E2A-F89658839DCF}" dt="2024-01-26T19:12:49.080" v="22970" actId="2696"/>
        <pc:sldMkLst>
          <pc:docMk/>
          <pc:sldMk cId="4134499393" sldId="1036"/>
        </pc:sldMkLst>
      </pc:sldChg>
      <pc:sldChg chg="addSp delSp modSp add mod modClrScheme chgLayout">
        <pc:chgData name="Palit, Tapti" userId="dec6fbcd-7598-406a-8cbf-504d4a3bac15" providerId="ADAL" clId="{65104DF2-1B45-4C36-9E2A-F89658839DCF}" dt="2024-01-26T19:33:43.801" v="23424" actId="20577"/>
        <pc:sldMkLst>
          <pc:docMk/>
          <pc:sldMk cId="1424143934" sldId="1037"/>
        </pc:sldMkLst>
        <pc:spChg chg="add mod ord">
          <ac:chgData name="Palit, Tapti" userId="dec6fbcd-7598-406a-8cbf-504d4a3bac15" providerId="ADAL" clId="{65104DF2-1B45-4C36-9E2A-F89658839DCF}" dt="2024-01-26T19:32:15.765" v="23390" actId="14100"/>
          <ac:spMkLst>
            <pc:docMk/>
            <pc:sldMk cId="1424143934" sldId="1037"/>
            <ac:spMk id="2" creationId="{9DACA139-6BE7-72A7-42F6-952EC2B3A3DC}"/>
          </ac:spMkLst>
        </pc:spChg>
        <pc:spChg chg="add mod">
          <ac:chgData name="Palit, Tapti" userId="dec6fbcd-7598-406a-8cbf-504d4a3bac15" providerId="ADAL" clId="{65104DF2-1B45-4C36-9E2A-F89658839DCF}" dt="2024-01-26T19:33:33.268" v="23411" actId="14100"/>
          <ac:spMkLst>
            <pc:docMk/>
            <pc:sldMk cId="1424143934" sldId="1037"/>
            <ac:spMk id="3" creationId="{E470BD9D-EFD5-3C86-9E4F-CDA368536399}"/>
          </ac:spMkLst>
        </pc:spChg>
        <pc:spChg chg="mod ord">
          <ac:chgData name="Palit, Tapti" userId="dec6fbcd-7598-406a-8cbf-504d4a3bac15" providerId="ADAL" clId="{65104DF2-1B45-4C36-9E2A-F89658839DCF}" dt="2024-01-26T19:31:13.286" v="23280" actId="700"/>
          <ac:spMkLst>
            <pc:docMk/>
            <pc:sldMk cId="1424143934" sldId="1037"/>
            <ac:spMk id="4" creationId="{98D80283-D8DA-71D9-5393-C040601DD2E7}"/>
          </ac:spMkLst>
        </pc:spChg>
        <pc:spChg chg="add mod">
          <ac:chgData name="Palit, Tapti" userId="dec6fbcd-7598-406a-8cbf-504d4a3bac15" providerId="ADAL" clId="{65104DF2-1B45-4C36-9E2A-F89658839DCF}" dt="2024-01-26T19:33:43.801" v="23424" actId="20577"/>
          <ac:spMkLst>
            <pc:docMk/>
            <pc:sldMk cId="1424143934" sldId="1037"/>
            <ac:spMk id="5" creationId="{266BC853-2E85-D496-9042-967B14123CA6}"/>
          </ac:spMkLst>
        </pc:spChg>
        <pc:spChg chg="mod ord">
          <ac:chgData name="Palit, Tapti" userId="dec6fbcd-7598-406a-8cbf-504d4a3bac15" providerId="ADAL" clId="{65104DF2-1B45-4C36-9E2A-F89658839DCF}" dt="2024-01-26T19:31:27.500" v="23309" actId="20577"/>
          <ac:spMkLst>
            <pc:docMk/>
            <pc:sldMk cId="1424143934" sldId="1037"/>
            <ac:spMk id="6" creationId="{C83B4F0D-9E97-1F40-2BE7-29B171E0C65F}"/>
          </ac:spMkLst>
        </pc:spChg>
        <pc:picChg chg="add">
          <ac:chgData name="Palit, Tapti" userId="dec6fbcd-7598-406a-8cbf-504d4a3bac15" providerId="ADAL" clId="{65104DF2-1B45-4C36-9E2A-F89658839DCF}" dt="2024-01-26T19:29:46.847" v="23278"/>
          <ac:picMkLst>
            <pc:docMk/>
            <pc:sldMk cId="1424143934" sldId="1037"/>
            <ac:picMk id="2050" creationId="{D6DF9E36-55CF-A5E9-6BE6-3D261F7D9FB7}"/>
          </ac:picMkLst>
        </pc:picChg>
        <pc:picChg chg="add del mod">
          <ac:chgData name="Palit, Tapti" userId="dec6fbcd-7598-406a-8cbf-504d4a3bac15" providerId="ADAL" clId="{65104DF2-1B45-4C36-9E2A-F89658839DCF}" dt="2024-01-26T19:33:15.646" v="23399" actId="1076"/>
          <ac:picMkLst>
            <pc:docMk/>
            <pc:sldMk cId="1424143934" sldId="1037"/>
            <ac:picMk id="2052" creationId="{E801F39D-0E03-5226-EA64-06BC0B2511E1}"/>
          </ac:picMkLst>
        </pc:picChg>
        <pc:picChg chg="add mod">
          <ac:chgData name="Palit, Tapti" userId="dec6fbcd-7598-406a-8cbf-504d4a3bac15" providerId="ADAL" clId="{65104DF2-1B45-4C36-9E2A-F89658839DCF}" dt="2024-01-26T19:33:15.646" v="23399" actId="1076"/>
          <ac:picMkLst>
            <pc:docMk/>
            <pc:sldMk cId="1424143934" sldId="1037"/>
            <ac:picMk id="2054" creationId="{ECBCF509-6FCC-3CF6-E3A2-3CB61E2601C3}"/>
          </ac:picMkLst>
        </pc:picChg>
      </pc:sldChg>
      <pc:sldChg chg="add">
        <pc:chgData name="Palit, Tapti" userId="dec6fbcd-7598-406a-8cbf-504d4a3bac15" providerId="ADAL" clId="{65104DF2-1B45-4C36-9E2A-F89658839DCF}" dt="2024-01-26T19:12:42.323" v="22969"/>
        <pc:sldMkLst>
          <pc:docMk/>
          <pc:sldMk cId="665262604" sldId="1038"/>
        </pc:sldMkLst>
      </pc:sldChg>
      <pc:sldChg chg="modSp add del mod">
        <pc:chgData name="Palit, Tapti" userId="dec6fbcd-7598-406a-8cbf-504d4a3bac15" providerId="ADAL" clId="{65104DF2-1B45-4C36-9E2A-F89658839DCF}" dt="2024-01-26T19:12:37.175" v="22968" actId="2696"/>
        <pc:sldMkLst>
          <pc:docMk/>
          <pc:sldMk cId="1055822117" sldId="1038"/>
        </pc:sldMkLst>
        <pc:spChg chg="mod">
          <ac:chgData name="Palit, Tapti" userId="dec6fbcd-7598-406a-8cbf-504d4a3bac15" providerId="ADAL" clId="{65104DF2-1B45-4C36-9E2A-F89658839DCF}" dt="2024-01-25T18:11:50.802" v="22398" actId="20577"/>
          <ac:spMkLst>
            <pc:docMk/>
            <pc:sldMk cId="1055822117" sldId="1038"/>
            <ac:spMk id="10" creationId="{EEA573DB-F656-4DB1-2FEF-7880B86E2669}"/>
          </ac:spMkLst>
        </pc:spChg>
        <pc:graphicFrameChg chg="modGraphic">
          <ac:chgData name="Palit, Tapti" userId="dec6fbcd-7598-406a-8cbf-504d4a3bac15" providerId="ADAL" clId="{65104DF2-1B45-4C36-9E2A-F89658839DCF}" dt="2024-01-25T18:12:10.217" v="22417" actId="20577"/>
          <ac:graphicFrameMkLst>
            <pc:docMk/>
            <pc:sldMk cId="1055822117" sldId="1038"/>
            <ac:graphicFrameMk id="12" creationId="{ACF69396-1115-0103-FBDD-196ABEA621B6}"/>
          </ac:graphicFrameMkLst>
        </pc:graphicFrameChg>
      </pc:sldChg>
      <pc:sldChg chg="add del">
        <pc:chgData name="Palit, Tapti" userId="dec6fbcd-7598-406a-8cbf-504d4a3bac15" providerId="ADAL" clId="{65104DF2-1B45-4C36-9E2A-F89658839DCF}" dt="2024-01-26T17:57:07.769" v="22960"/>
        <pc:sldMkLst>
          <pc:docMk/>
          <pc:sldMk cId="2166015998" sldId="1038"/>
        </pc:sldMkLst>
      </pc:sldChg>
      <pc:sldChg chg="add addCm modCm modNotesTx">
        <pc:chgData name="Palit, Tapti" userId="dec6fbcd-7598-406a-8cbf-504d4a3bac15" providerId="ADAL" clId="{65104DF2-1B45-4C36-9E2A-F89658839DCF}" dt="2024-01-26T20:23:13.068" v="24004" actId="20577"/>
        <pc:sldMkLst>
          <pc:docMk/>
          <pc:sldMk cId="1642077207" sldId="1039"/>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26T20:22:31.706" v="23976"/>
              <pc2:cmMkLst xmlns:pc2="http://schemas.microsoft.com/office/powerpoint/2019/9/main/command">
                <pc:docMk/>
                <pc:sldMk cId="1642077207" sldId="1039"/>
                <pc2:cmMk id="{78424721-8093-4D9F-AFE8-B5E5DC78579A}"/>
              </pc2:cmMkLst>
              <pc226:cmRplyChg chg="add">
                <pc226:chgData name="Palit, Tapti" userId="dec6fbcd-7598-406a-8cbf-504d4a3bac15" providerId="ADAL" clId="{65104DF2-1B45-4C36-9E2A-F89658839DCF}" dt="2024-01-26T20:22:31.706" v="23976"/>
                <pc2:cmRplyMkLst xmlns:pc2="http://schemas.microsoft.com/office/powerpoint/2019/9/main/command">
                  <pc:docMk/>
                  <pc:sldMk cId="1642077207" sldId="1039"/>
                  <pc2:cmMk id="{78424721-8093-4D9F-AFE8-B5E5DC78579A}"/>
                  <pc2:cmRplyMk id="{BF80C220-3EC4-47CB-A7AE-F52A18F6F508}"/>
                </pc2:cmRplyMkLst>
              </pc226:cmRplyChg>
            </pc226:cmChg>
          </p:ext>
        </pc:extLst>
      </pc:sldChg>
      <pc:sldChg chg="add del">
        <pc:chgData name="Palit, Tapti" userId="dec6fbcd-7598-406a-8cbf-504d4a3bac15" providerId="ADAL" clId="{65104DF2-1B45-4C36-9E2A-F89658839DCF}" dt="2024-01-26T17:57:07.769" v="22960"/>
        <pc:sldMkLst>
          <pc:docMk/>
          <pc:sldMk cId="3497374644" sldId="1039"/>
        </pc:sldMkLst>
      </pc:sldChg>
      <pc:sldChg chg="modSp add del mod">
        <pc:chgData name="Palit, Tapti" userId="dec6fbcd-7598-406a-8cbf-504d4a3bac15" providerId="ADAL" clId="{65104DF2-1B45-4C36-9E2A-F89658839DCF}" dt="2024-01-26T19:12:37.175" v="22968" actId="2696"/>
        <pc:sldMkLst>
          <pc:docMk/>
          <pc:sldMk cId="4270396083" sldId="1039"/>
        </pc:sldMkLst>
        <pc:spChg chg="mod">
          <ac:chgData name="Palit, Tapti" userId="dec6fbcd-7598-406a-8cbf-504d4a3bac15" providerId="ADAL" clId="{65104DF2-1B45-4C36-9E2A-F89658839DCF}" dt="2024-01-25T18:12:17.544" v="22418"/>
          <ac:spMkLst>
            <pc:docMk/>
            <pc:sldMk cId="4270396083" sldId="1039"/>
            <ac:spMk id="10" creationId="{EEA573DB-F656-4DB1-2FEF-7880B86E2669}"/>
          </ac:spMkLst>
        </pc:spChg>
        <pc:graphicFrameChg chg="modGraphic">
          <ac:chgData name="Palit, Tapti" userId="dec6fbcd-7598-406a-8cbf-504d4a3bac15" providerId="ADAL" clId="{65104DF2-1B45-4C36-9E2A-F89658839DCF}" dt="2024-01-25T18:12:42.135" v="22430" actId="20577"/>
          <ac:graphicFrameMkLst>
            <pc:docMk/>
            <pc:sldMk cId="4270396083" sldId="1039"/>
            <ac:graphicFrameMk id="12" creationId="{ACF69396-1115-0103-FBDD-196ABEA621B6}"/>
          </ac:graphicFrameMkLst>
        </pc:graphicFrameChg>
      </pc:sldChg>
      <pc:sldChg chg="addSp delSp modSp new mod modClrScheme chgLayout">
        <pc:chgData name="Palit, Tapti" userId="dec6fbcd-7598-406a-8cbf-504d4a3bac15" providerId="ADAL" clId="{65104DF2-1B45-4C36-9E2A-F89658839DCF}" dt="2024-01-26T20:40:28.397" v="24334" actId="20577"/>
        <pc:sldMkLst>
          <pc:docMk/>
          <pc:sldMk cId="2504136269" sldId="1040"/>
        </pc:sldMkLst>
        <pc:spChg chg="del">
          <ac:chgData name="Palit, Tapti" userId="dec6fbcd-7598-406a-8cbf-504d4a3bac15" providerId="ADAL" clId="{65104DF2-1B45-4C36-9E2A-F89658839DCF}" dt="2024-01-25T18:13:14.525" v="22432" actId="700"/>
          <ac:spMkLst>
            <pc:docMk/>
            <pc:sldMk cId="2504136269" sldId="1040"/>
            <ac:spMk id="2" creationId="{2508678A-AC48-9953-BBF0-4C3DDEDD4E1B}"/>
          </ac:spMkLst>
        </pc:spChg>
        <pc:spChg chg="del mod ord">
          <ac:chgData name="Palit, Tapti" userId="dec6fbcd-7598-406a-8cbf-504d4a3bac15" providerId="ADAL" clId="{65104DF2-1B45-4C36-9E2A-F89658839DCF}" dt="2024-01-25T18:13:14.525" v="22432" actId="700"/>
          <ac:spMkLst>
            <pc:docMk/>
            <pc:sldMk cId="2504136269" sldId="1040"/>
            <ac:spMk id="3" creationId="{34665B6E-0E54-5DD6-B019-90BD5129CC48}"/>
          </ac:spMkLst>
        </pc:spChg>
        <pc:spChg chg="mod ord">
          <ac:chgData name="Palit, Tapti" userId="dec6fbcd-7598-406a-8cbf-504d4a3bac15" providerId="ADAL" clId="{65104DF2-1B45-4C36-9E2A-F89658839DCF}" dt="2024-01-25T18:13:14.525" v="22432" actId="700"/>
          <ac:spMkLst>
            <pc:docMk/>
            <pc:sldMk cId="2504136269" sldId="1040"/>
            <ac:spMk id="4" creationId="{69B7CE31-0FFE-BDB6-D569-ACC888DD573D}"/>
          </ac:spMkLst>
        </pc:spChg>
        <pc:spChg chg="del">
          <ac:chgData name="Palit, Tapti" userId="dec6fbcd-7598-406a-8cbf-504d4a3bac15" providerId="ADAL" clId="{65104DF2-1B45-4C36-9E2A-F89658839DCF}" dt="2024-01-25T18:13:14.525" v="22432" actId="700"/>
          <ac:spMkLst>
            <pc:docMk/>
            <pc:sldMk cId="2504136269" sldId="1040"/>
            <ac:spMk id="5" creationId="{F74C50BF-1A32-48BB-1B6B-CD7E0D8EDF33}"/>
          </ac:spMkLst>
        </pc:spChg>
        <pc:spChg chg="add mod ord">
          <ac:chgData name="Palit, Tapti" userId="dec6fbcd-7598-406a-8cbf-504d4a3bac15" providerId="ADAL" clId="{65104DF2-1B45-4C36-9E2A-F89658839DCF}" dt="2024-01-26T20:40:28.397" v="24334" actId="20577"/>
          <ac:spMkLst>
            <pc:docMk/>
            <pc:sldMk cId="2504136269" sldId="1040"/>
            <ac:spMk id="6" creationId="{E821C609-F920-0F4B-CA3D-7BC4E0A8FDBA}"/>
          </ac:spMkLst>
        </pc:spChg>
      </pc:sldChg>
      <pc:sldChg chg="addSp delSp modSp new mod modClrScheme chgLayout">
        <pc:chgData name="Palit, Tapti" userId="dec6fbcd-7598-406a-8cbf-504d4a3bac15" providerId="ADAL" clId="{65104DF2-1B45-4C36-9E2A-F89658839DCF}" dt="2024-01-25T18:19:11.726" v="22740" actId="20577"/>
        <pc:sldMkLst>
          <pc:docMk/>
          <pc:sldMk cId="10976018" sldId="1041"/>
        </pc:sldMkLst>
        <pc:spChg chg="del">
          <ac:chgData name="Palit, Tapti" userId="dec6fbcd-7598-406a-8cbf-504d4a3bac15" providerId="ADAL" clId="{65104DF2-1B45-4C36-9E2A-F89658839DCF}" dt="2024-01-25T18:18:52.863" v="22644" actId="700"/>
          <ac:spMkLst>
            <pc:docMk/>
            <pc:sldMk cId="10976018" sldId="1041"/>
            <ac:spMk id="2" creationId="{E3461E66-0BEA-49AF-0C26-706D8C361D43}"/>
          </ac:spMkLst>
        </pc:spChg>
        <pc:spChg chg="del mod ord">
          <ac:chgData name="Palit, Tapti" userId="dec6fbcd-7598-406a-8cbf-504d4a3bac15" providerId="ADAL" clId="{65104DF2-1B45-4C36-9E2A-F89658839DCF}" dt="2024-01-25T18:18:52.863" v="22644" actId="700"/>
          <ac:spMkLst>
            <pc:docMk/>
            <pc:sldMk cId="10976018" sldId="1041"/>
            <ac:spMk id="3" creationId="{65C62922-F9AF-3669-22D4-059AC15940EE}"/>
          </ac:spMkLst>
        </pc:spChg>
        <pc:spChg chg="mod ord">
          <ac:chgData name="Palit, Tapti" userId="dec6fbcd-7598-406a-8cbf-504d4a3bac15" providerId="ADAL" clId="{65104DF2-1B45-4C36-9E2A-F89658839DCF}" dt="2024-01-25T18:18:52.863" v="22644" actId="700"/>
          <ac:spMkLst>
            <pc:docMk/>
            <pc:sldMk cId="10976018" sldId="1041"/>
            <ac:spMk id="4" creationId="{BFFAB8E3-62C2-2EE2-DC39-C95584015FE7}"/>
          </ac:spMkLst>
        </pc:spChg>
        <pc:spChg chg="del">
          <ac:chgData name="Palit, Tapti" userId="dec6fbcd-7598-406a-8cbf-504d4a3bac15" providerId="ADAL" clId="{65104DF2-1B45-4C36-9E2A-F89658839DCF}" dt="2024-01-25T18:18:52.863" v="22644" actId="700"/>
          <ac:spMkLst>
            <pc:docMk/>
            <pc:sldMk cId="10976018" sldId="1041"/>
            <ac:spMk id="5" creationId="{1E2FABD1-DB8F-5F7C-91BA-407D26C5CD00}"/>
          </ac:spMkLst>
        </pc:spChg>
        <pc:spChg chg="add mod ord">
          <ac:chgData name="Palit, Tapti" userId="dec6fbcd-7598-406a-8cbf-504d4a3bac15" providerId="ADAL" clId="{65104DF2-1B45-4C36-9E2A-F89658839DCF}" dt="2024-01-25T18:19:11.726" v="22740" actId="20577"/>
          <ac:spMkLst>
            <pc:docMk/>
            <pc:sldMk cId="10976018" sldId="1041"/>
            <ac:spMk id="6" creationId="{FDC74DA8-C237-A341-3E03-E5F1314CC573}"/>
          </ac:spMkLst>
        </pc:spChg>
      </pc:sldChg>
      <pc:sldChg chg="modSp add del">
        <pc:chgData name="Palit, Tapti" userId="dec6fbcd-7598-406a-8cbf-504d4a3bac15" providerId="ADAL" clId="{65104DF2-1B45-4C36-9E2A-F89658839DCF}" dt="2024-01-26T19:12:37.175" v="22968" actId="2696"/>
        <pc:sldMkLst>
          <pc:docMk/>
          <pc:sldMk cId="90702374" sldId="1042"/>
        </pc:sldMkLst>
        <pc:graphicFrameChg chg="mod">
          <ac:chgData name="Palit, Tapti" userId="dec6fbcd-7598-406a-8cbf-504d4a3bac15" providerId="ADAL" clId="{65104DF2-1B45-4C36-9E2A-F89658839DCF}" dt="2024-01-26T17:59:17.810" v="22964" actId="21"/>
          <ac:graphicFrameMkLst>
            <pc:docMk/>
            <pc:sldMk cId="90702374" sldId="1042"/>
            <ac:graphicFrameMk id="7" creationId="{7FB95747-6BF9-2F56-5051-E05960A8385D}"/>
          </ac:graphicFrameMkLst>
        </pc:graphicFrameChg>
      </pc:sldChg>
      <pc:sldChg chg="modSp add mod">
        <pc:chgData name="Palit, Tapti" userId="dec6fbcd-7598-406a-8cbf-504d4a3bac15" providerId="ADAL" clId="{65104DF2-1B45-4C36-9E2A-F89658839DCF}" dt="2024-01-26T20:18:28.031" v="23933" actId="1076"/>
        <pc:sldMkLst>
          <pc:docMk/>
          <pc:sldMk cId="325945214" sldId="1042"/>
        </pc:sldMkLst>
        <pc:spChg chg="mod">
          <ac:chgData name="Palit, Tapti" userId="dec6fbcd-7598-406a-8cbf-504d4a3bac15" providerId="ADAL" clId="{65104DF2-1B45-4C36-9E2A-F89658839DCF}" dt="2024-01-26T20:18:28.031" v="23933" actId="1076"/>
          <ac:spMkLst>
            <pc:docMk/>
            <pc:sldMk cId="325945214" sldId="1042"/>
            <ac:spMk id="6" creationId="{055AEA24-7981-894A-12F1-23185A3472D6}"/>
          </ac:spMkLst>
        </pc:spChg>
      </pc:sldChg>
      <pc:sldChg chg="modSp add del mod ord">
        <pc:chgData name="Palit, Tapti" userId="dec6fbcd-7598-406a-8cbf-504d4a3bac15" providerId="ADAL" clId="{65104DF2-1B45-4C36-9E2A-F89658839DCF}" dt="2024-01-26T17:57:07.769" v="22960"/>
        <pc:sldMkLst>
          <pc:docMk/>
          <pc:sldMk cId="2990013046" sldId="1042"/>
        </pc:sldMkLst>
        <pc:spChg chg="mod">
          <ac:chgData name="Palit, Tapti" userId="dec6fbcd-7598-406a-8cbf-504d4a3bac15" providerId="ADAL" clId="{65104DF2-1B45-4C36-9E2A-F89658839DCF}" dt="2024-01-26T17:56:59.938" v="22951" actId="20577"/>
          <ac:spMkLst>
            <pc:docMk/>
            <pc:sldMk cId="2990013046" sldId="1042"/>
            <ac:spMk id="3" creationId="{C343FF30-3F93-C0B0-EE77-861CE789DCD4}"/>
          </ac:spMkLst>
        </pc:spChg>
        <pc:graphicFrameChg chg="mod">
          <ac:chgData name="Palit, Tapti" userId="dec6fbcd-7598-406a-8cbf-504d4a3bac15" providerId="ADAL" clId="{65104DF2-1B45-4C36-9E2A-F89658839DCF}" dt="2024-01-26T17:54:31.574" v="22928" actId="21"/>
          <ac:graphicFrameMkLst>
            <pc:docMk/>
            <pc:sldMk cId="2990013046" sldId="1042"/>
            <ac:graphicFrameMk id="7" creationId="{7FB95747-6BF9-2F56-5051-E05960A8385D}"/>
          </ac:graphicFrameMkLst>
        </pc:graphicFrameChg>
      </pc:sldChg>
      <pc:sldChg chg="add del">
        <pc:chgData name="Palit, Tapti" userId="dec6fbcd-7598-406a-8cbf-504d4a3bac15" providerId="ADAL" clId="{65104DF2-1B45-4C36-9E2A-F89658839DCF}" dt="2024-01-26T20:20:43.352" v="23973" actId="47"/>
        <pc:sldMkLst>
          <pc:docMk/>
          <pc:sldMk cId="734663227" sldId="1043"/>
        </pc:sldMkLst>
      </pc:sldChg>
      <pc:sldChg chg="add del">
        <pc:chgData name="Palit, Tapti" userId="dec6fbcd-7598-406a-8cbf-504d4a3bac15" providerId="ADAL" clId="{65104DF2-1B45-4C36-9E2A-F89658839DCF}" dt="2024-01-26T17:57:07.769" v="22960"/>
        <pc:sldMkLst>
          <pc:docMk/>
          <pc:sldMk cId="1854724695" sldId="1043"/>
        </pc:sldMkLst>
      </pc:sldChg>
      <pc:sldChg chg="add del">
        <pc:chgData name="Palit, Tapti" userId="dec6fbcd-7598-406a-8cbf-504d4a3bac15" providerId="ADAL" clId="{65104DF2-1B45-4C36-9E2A-F89658839DCF}" dt="2024-01-26T19:12:37.175" v="22968" actId="2696"/>
        <pc:sldMkLst>
          <pc:docMk/>
          <pc:sldMk cId="3205366510" sldId="1043"/>
        </pc:sldMkLst>
      </pc:sldChg>
      <pc:sldChg chg="add del">
        <pc:chgData name="Palit, Tapti" userId="dec6fbcd-7598-406a-8cbf-504d4a3bac15" providerId="ADAL" clId="{65104DF2-1B45-4C36-9E2A-F89658839DCF}" dt="2024-01-26T17:57:07.769" v="22960"/>
        <pc:sldMkLst>
          <pc:docMk/>
          <pc:sldMk cId="1384446805" sldId="1044"/>
        </pc:sldMkLst>
      </pc:sldChg>
      <pc:sldChg chg="add del">
        <pc:chgData name="Palit, Tapti" userId="dec6fbcd-7598-406a-8cbf-504d4a3bac15" providerId="ADAL" clId="{65104DF2-1B45-4C36-9E2A-F89658839DCF}" dt="2024-01-26T19:12:37.175" v="22968" actId="2696"/>
        <pc:sldMkLst>
          <pc:docMk/>
          <pc:sldMk cId="4202352494" sldId="1044"/>
        </pc:sldMkLst>
      </pc:sldChg>
      <pc:sldChg chg="add del">
        <pc:chgData name="Palit, Tapti" userId="dec6fbcd-7598-406a-8cbf-504d4a3bac15" providerId="ADAL" clId="{65104DF2-1B45-4C36-9E2A-F89658839DCF}" dt="2024-01-26T20:20:45.746" v="23974" actId="47"/>
        <pc:sldMkLst>
          <pc:docMk/>
          <pc:sldMk cId="4210400537" sldId="1044"/>
        </pc:sldMkLst>
      </pc:sldChg>
      <pc:sldChg chg="add">
        <pc:chgData name="Palit, Tapti" userId="dec6fbcd-7598-406a-8cbf-504d4a3bac15" providerId="ADAL" clId="{65104DF2-1B45-4C36-9E2A-F89658839DCF}" dt="2024-01-26T19:12:42.323" v="22969"/>
        <pc:sldMkLst>
          <pc:docMk/>
          <pc:sldMk cId="1025534057" sldId="1045"/>
        </pc:sldMkLst>
      </pc:sldChg>
      <pc:sldChg chg="modSp add del mod ord">
        <pc:chgData name="Palit, Tapti" userId="dec6fbcd-7598-406a-8cbf-504d4a3bac15" providerId="ADAL" clId="{65104DF2-1B45-4C36-9E2A-F89658839DCF}" dt="2024-01-26T17:57:07.769" v="22960"/>
        <pc:sldMkLst>
          <pc:docMk/>
          <pc:sldMk cId="1891039797" sldId="1045"/>
        </pc:sldMkLst>
        <pc:spChg chg="mod">
          <ac:chgData name="Palit, Tapti" userId="dec6fbcd-7598-406a-8cbf-504d4a3bac15" providerId="ADAL" clId="{65104DF2-1B45-4C36-9E2A-F89658839DCF}" dt="2024-01-26T17:56:59.632" v="22950" actId="20577"/>
          <ac:spMkLst>
            <pc:docMk/>
            <pc:sldMk cId="1891039797" sldId="1045"/>
            <ac:spMk id="3" creationId="{C343FF30-3F93-C0B0-EE77-861CE789DCD4}"/>
          </ac:spMkLst>
        </pc:spChg>
        <pc:graphicFrameChg chg="mod modGraphic">
          <ac:chgData name="Palit, Tapti" userId="dec6fbcd-7598-406a-8cbf-504d4a3bac15" providerId="ADAL" clId="{65104DF2-1B45-4C36-9E2A-F89658839DCF}" dt="2024-01-26T17:57:02.512" v="22955" actId="20577"/>
          <ac:graphicFrameMkLst>
            <pc:docMk/>
            <pc:sldMk cId="1891039797" sldId="1045"/>
            <ac:graphicFrameMk id="7" creationId="{7FB95747-6BF9-2F56-5051-E05960A8385D}"/>
          </ac:graphicFrameMkLst>
        </pc:graphicFrameChg>
      </pc:sldChg>
      <pc:sldChg chg="modSp add del">
        <pc:chgData name="Palit, Tapti" userId="dec6fbcd-7598-406a-8cbf-504d4a3bac15" providerId="ADAL" clId="{65104DF2-1B45-4C36-9E2A-F89658839DCF}" dt="2024-01-26T19:12:37.175" v="22968" actId="2696"/>
        <pc:sldMkLst>
          <pc:docMk/>
          <pc:sldMk cId="2524436785" sldId="1045"/>
        </pc:sldMkLst>
        <pc:graphicFrameChg chg="mod">
          <ac:chgData name="Palit, Tapti" userId="dec6fbcd-7598-406a-8cbf-504d4a3bac15" providerId="ADAL" clId="{65104DF2-1B45-4C36-9E2A-F89658839DCF}" dt="2024-01-26T17:59:19.615" v="22965"/>
          <ac:graphicFrameMkLst>
            <pc:docMk/>
            <pc:sldMk cId="2524436785" sldId="1045"/>
            <ac:graphicFrameMk id="7" creationId="{7FB95747-6BF9-2F56-5051-E05960A8385D}"/>
          </ac:graphicFrameMkLst>
        </pc:graphicFrameChg>
      </pc:sldChg>
      <pc:sldChg chg="modSp add del mod">
        <pc:chgData name="Palit, Tapti" userId="dec6fbcd-7598-406a-8cbf-504d4a3bac15" providerId="ADAL" clId="{65104DF2-1B45-4C36-9E2A-F89658839DCF}" dt="2024-01-26T17:57:00.660" v="22953"/>
        <pc:sldMkLst>
          <pc:docMk/>
          <pc:sldMk cId="185874435" sldId="1046"/>
        </pc:sldMkLst>
        <pc:spChg chg="mod">
          <ac:chgData name="Palit, Tapti" userId="dec6fbcd-7598-406a-8cbf-504d4a3bac15" providerId="ADAL" clId="{65104DF2-1B45-4C36-9E2A-F89658839DCF}" dt="2024-01-26T17:57:00.236" v="22952" actId="6549"/>
          <ac:spMkLst>
            <pc:docMk/>
            <pc:sldMk cId="185874435" sldId="1046"/>
            <ac:spMk id="24" creationId="{61E1D992-FB9B-AF0E-0524-B1AE2D228029}"/>
          </ac:spMkLst>
        </pc:spChg>
      </pc:sldChg>
      <pc:sldChg chg="modSp new del mod">
        <pc:chgData name="Palit, Tapti" userId="dec6fbcd-7598-406a-8cbf-504d4a3bac15" providerId="ADAL" clId="{65104DF2-1B45-4C36-9E2A-F89658839DCF}" dt="2024-01-26T19:15:37.911" v="23064" actId="47"/>
        <pc:sldMkLst>
          <pc:docMk/>
          <pc:sldMk cId="398924268" sldId="1046"/>
        </pc:sldMkLst>
        <pc:spChg chg="mod">
          <ac:chgData name="Palit, Tapti" userId="dec6fbcd-7598-406a-8cbf-504d4a3bac15" providerId="ADAL" clId="{65104DF2-1B45-4C36-9E2A-F89658839DCF}" dt="2024-01-26T19:14:09.441" v="23006" actId="20577"/>
          <ac:spMkLst>
            <pc:docMk/>
            <pc:sldMk cId="398924268" sldId="1046"/>
            <ac:spMk id="3" creationId="{263B19C3-6B9D-AACF-08F4-E598FA0100D5}"/>
          </ac:spMkLst>
        </pc:spChg>
      </pc:sldChg>
      <pc:sldChg chg="new del">
        <pc:chgData name="Palit, Tapti" userId="dec6fbcd-7598-406a-8cbf-504d4a3bac15" providerId="ADAL" clId="{65104DF2-1B45-4C36-9E2A-F89658839DCF}" dt="2024-01-26T19:14:31.131" v="23007" actId="2696"/>
        <pc:sldMkLst>
          <pc:docMk/>
          <pc:sldMk cId="403194783" sldId="1047"/>
        </pc:sldMkLst>
      </pc:sldChg>
      <pc:sldChg chg="addSp delSp modSp add mod">
        <pc:chgData name="Palit, Tapti" userId="dec6fbcd-7598-406a-8cbf-504d4a3bac15" providerId="ADAL" clId="{65104DF2-1B45-4C36-9E2A-F89658839DCF}" dt="2024-01-26T19:27:21.165" v="23181" actId="478"/>
        <pc:sldMkLst>
          <pc:docMk/>
          <pc:sldMk cId="461927356" sldId="1047"/>
        </pc:sldMkLst>
        <pc:spChg chg="mod">
          <ac:chgData name="Palit, Tapti" userId="dec6fbcd-7598-406a-8cbf-504d4a3bac15" providerId="ADAL" clId="{65104DF2-1B45-4C36-9E2A-F89658839DCF}" dt="2024-01-26T19:14:42.211" v="23032" actId="20577"/>
          <ac:spMkLst>
            <pc:docMk/>
            <pc:sldMk cId="461927356" sldId="1047"/>
            <ac:spMk id="3" creationId="{E8DCE5B1-F4A6-5476-8A4E-2E2E78733BA8}"/>
          </ac:spMkLst>
        </pc:spChg>
        <pc:spChg chg="add del mod">
          <ac:chgData name="Palit, Tapti" userId="dec6fbcd-7598-406a-8cbf-504d4a3bac15" providerId="ADAL" clId="{65104DF2-1B45-4C36-9E2A-F89658839DCF}" dt="2024-01-26T19:27:00.489" v="23175" actId="478"/>
          <ac:spMkLst>
            <pc:docMk/>
            <pc:sldMk cId="461927356" sldId="1047"/>
            <ac:spMk id="5" creationId="{7C2EDCF3-5D18-5ECF-37D8-C814E61EF7DC}"/>
          </ac:spMkLst>
        </pc:spChg>
        <pc:picChg chg="add del mod">
          <ac:chgData name="Palit, Tapti" userId="dec6fbcd-7598-406a-8cbf-504d4a3bac15" providerId="ADAL" clId="{65104DF2-1B45-4C36-9E2A-F89658839DCF}" dt="2024-01-26T19:27:21.165" v="23181" actId="478"/>
          <ac:picMkLst>
            <pc:docMk/>
            <pc:sldMk cId="461927356" sldId="1047"/>
            <ac:picMk id="6" creationId="{158C1CB4-9B9A-352D-57EF-360B34139D81}"/>
          </ac:picMkLst>
        </pc:picChg>
        <pc:picChg chg="add mod">
          <ac:chgData name="Palit, Tapti" userId="dec6fbcd-7598-406a-8cbf-504d4a3bac15" providerId="ADAL" clId="{65104DF2-1B45-4C36-9E2A-F89658839DCF}" dt="2024-01-26T19:24:50.879" v="23148" actId="1076"/>
          <ac:picMkLst>
            <pc:docMk/>
            <pc:sldMk cId="461927356" sldId="1047"/>
            <ac:picMk id="1026" creationId="{2741BB2C-9BB8-CB63-35AE-0EDCAF4019B2}"/>
          </ac:picMkLst>
        </pc:picChg>
        <pc:picChg chg="add del mod">
          <ac:chgData name="Palit, Tapti" userId="dec6fbcd-7598-406a-8cbf-504d4a3bac15" providerId="ADAL" clId="{65104DF2-1B45-4C36-9E2A-F89658839DCF}" dt="2024-01-26T19:25:50.926" v="23153" actId="478"/>
          <ac:picMkLst>
            <pc:docMk/>
            <pc:sldMk cId="461927356" sldId="1047"/>
            <ac:picMk id="1028" creationId="{E1329B61-606B-F4FC-9DE7-FA01F4F09073}"/>
          </ac:picMkLst>
        </pc:picChg>
        <pc:picChg chg="add del mod">
          <ac:chgData name="Palit, Tapti" userId="dec6fbcd-7598-406a-8cbf-504d4a3bac15" providerId="ADAL" clId="{65104DF2-1B45-4C36-9E2A-F89658839DCF}" dt="2024-01-26T19:27:21.165" v="23181" actId="478"/>
          <ac:picMkLst>
            <pc:docMk/>
            <pc:sldMk cId="461927356" sldId="1047"/>
            <ac:picMk id="1030" creationId="{6D883A85-B77D-BE66-4479-EFBF5F2674B2}"/>
          </ac:picMkLst>
        </pc:picChg>
      </pc:sldChg>
      <pc:sldChg chg="add del">
        <pc:chgData name="Palit, Tapti" userId="dec6fbcd-7598-406a-8cbf-504d4a3bac15" providerId="ADAL" clId="{65104DF2-1B45-4C36-9E2A-F89658839DCF}" dt="2024-01-26T17:56:59.357" v="22949" actId="2890"/>
        <pc:sldMkLst>
          <pc:docMk/>
          <pc:sldMk cId="632616739" sldId="1047"/>
        </pc:sldMkLst>
      </pc:sldChg>
      <pc:sldChg chg="delSp modSp add mod">
        <pc:chgData name="Palit, Tapti" userId="dec6fbcd-7598-406a-8cbf-504d4a3bac15" providerId="ADAL" clId="{65104DF2-1B45-4C36-9E2A-F89658839DCF}" dt="2024-01-26T19:59:35.295" v="23787" actId="20577"/>
        <pc:sldMkLst>
          <pc:docMk/>
          <pc:sldMk cId="317721606" sldId="1048"/>
        </pc:sldMkLst>
        <pc:spChg chg="mod">
          <ac:chgData name="Palit, Tapti" userId="dec6fbcd-7598-406a-8cbf-504d4a3bac15" providerId="ADAL" clId="{65104DF2-1B45-4C36-9E2A-F89658839DCF}" dt="2024-01-26T19:15:33.383" v="23063" actId="20577"/>
          <ac:spMkLst>
            <pc:docMk/>
            <pc:sldMk cId="317721606" sldId="1048"/>
            <ac:spMk id="2" creationId="{D7EC638E-4A77-46B8-B32A-298B47F2DEB0}"/>
          </ac:spMkLst>
        </pc:spChg>
        <pc:spChg chg="mod">
          <ac:chgData name="Palit, Tapti" userId="dec6fbcd-7598-406a-8cbf-504d4a3bac15" providerId="ADAL" clId="{65104DF2-1B45-4C36-9E2A-F89658839DCF}" dt="2024-01-26T19:59:35.295" v="23787" actId="20577"/>
          <ac:spMkLst>
            <pc:docMk/>
            <pc:sldMk cId="317721606" sldId="1048"/>
            <ac:spMk id="3" creationId="{DBF81D88-EE7F-4956-ADB0-DA856615FD00}"/>
          </ac:spMkLst>
        </pc:spChg>
        <pc:spChg chg="del">
          <ac:chgData name="Palit, Tapti" userId="dec6fbcd-7598-406a-8cbf-504d4a3bac15" providerId="ADAL" clId="{65104DF2-1B45-4C36-9E2A-F89658839DCF}" dt="2024-01-26T19:16:31.247" v="23139" actId="478"/>
          <ac:spMkLst>
            <pc:docMk/>
            <pc:sldMk cId="317721606" sldId="1048"/>
            <ac:spMk id="5" creationId="{31DCD2A0-6CAE-119A-2D94-9777B39F7F53}"/>
          </ac:spMkLst>
        </pc:spChg>
        <pc:graphicFrameChg chg="modGraphic">
          <ac:chgData name="Palit, Tapti" userId="dec6fbcd-7598-406a-8cbf-504d4a3bac15" providerId="ADAL" clId="{65104DF2-1B45-4C36-9E2A-F89658839DCF}" dt="2024-01-26T19:16:38.793" v="23141" actId="6549"/>
          <ac:graphicFrameMkLst>
            <pc:docMk/>
            <pc:sldMk cId="317721606" sldId="1048"/>
            <ac:graphicFrameMk id="32" creationId="{662E3E91-EC1F-FAC9-6710-BA112B8C33B9}"/>
          </ac:graphicFrameMkLst>
        </pc:graphicFrameChg>
      </pc:sldChg>
      <pc:sldChg chg="add">
        <pc:chgData name="Palit, Tapti" userId="dec6fbcd-7598-406a-8cbf-504d4a3bac15" providerId="ADAL" clId="{65104DF2-1B45-4C36-9E2A-F89658839DCF}" dt="2024-01-26T19:27:17.778" v="23180" actId="2890"/>
        <pc:sldMkLst>
          <pc:docMk/>
          <pc:sldMk cId="636879538" sldId="1049"/>
        </pc:sldMkLst>
      </pc:sldChg>
      <pc:sldChg chg="add del">
        <pc:chgData name="Palit, Tapti" userId="dec6fbcd-7598-406a-8cbf-504d4a3bac15" providerId="ADAL" clId="{65104DF2-1B45-4C36-9E2A-F89658839DCF}" dt="2024-01-26T19:16:42.126" v="23142" actId="47"/>
        <pc:sldMkLst>
          <pc:docMk/>
          <pc:sldMk cId="3066329691" sldId="1049"/>
        </pc:sldMkLst>
      </pc:sldChg>
      <pc:sldChg chg="addSp delSp modSp new mod modClrScheme chgLayout">
        <pc:chgData name="Palit, Tapti" userId="dec6fbcd-7598-406a-8cbf-504d4a3bac15" providerId="ADAL" clId="{65104DF2-1B45-4C36-9E2A-F89658839DCF}" dt="2024-01-26T19:34:38.559" v="23434" actId="20577"/>
        <pc:sldMkLst>
          <pc:docMk/>
          <pc:sldMk cId="2934567446" sldId="1050"/>
        </pc:sldMkLst>
        <pc:spChg chg="del mod ord">
          <ac:chgData name="Palit, Tapti" userId="dec6fbcd-7598-406a-8cbf-504d4a3bac15" providerId="ADAL" clId="{65104DF2-1B45-4C36-9E2A-F89658839DCF}" dt="2024-01-26T19:28:11.192" v="23183" actId="700"/>
          <ac:spMkLst>
            <pc:docMk/>
            <pc:sldMk cId="2934567446" sldId="1050"/>
            <ac:spMk id="2" creationId="{B269AB6E-F6C1-7B4E-3081-6D81351CBFCD}"/>
          </ac:spMkLst>
        </pc:spChg>
        <pc:spChg chg="del mod ord">
          <ac:chgData name="Palit, Tapti" userId="dec6fbcd-7598-406a-8cbf-504d4a3bac15" providerId="ADAL" clId="{65104DF2-1B45-4C36-9E2A-F89658839DCF}" dt="2024-01-26T19:28:11.192" v="23183" actId="700"/>
          <ac:spMkLst>
            <pc:docMk/>
            <pc:sldMk cId="2934567446" sldId="1050"/>
            <ac:spMk id="3" creationId="{949C630D-FA9A-71DF-FE75-8830D638109F}"/>
          </ac:spMkLst>
        </pc:spChg>
        <pc:spChg chg="mod ord">
          <ac:chgData name="Palit, Tapti" userId="dec6fbcd-7598-406a-8cbf-504d4a3bac15" providerId="ADAL" clId="{65104DF2-1B45-4C36-9E2A-F89658839DCF}" dt="2024-01-26T19:28:14.321" v="23184" actId="700"/>
          <ac:spMkLst>
            <pc:docMk/>
            <pc:sldMk cId="2934567446" sldId="1050"/>
            <ac:spMk id="4" creationId="{FFADCDDB-8093-8EBE-69F0-6DD1EC4D6812}"/>
          </ac:spMkLst>
        </pc:spChg>
        <pc:spChg chg="add del mod ord">
          <ac:chgData name="Palit, Tapti" userId="dec6fbcd-7598-406a-8cbf-504d4a3bac15" providerId="ADAL" clId="{65104DF2-1B45-4C36-9E2A-F89658839DCF}" dt="2024-01-26T19:28:14.321" v="23184" actId="700"/>
          <ac:spMkLst>
            <pc:docMk/>
            <pc:sldMk cId="2934567446" sldId="1050"/>
            <ac:spMk id="5" creationId="{841A7413-CB03-5D34-175C-E28DB0493D93}"/>
          </ac:spMkLst>
        </pc:spChg>
        <pc:spChg chg="add del mod ord">
          <ac:chgData name="Palit, Tapti" userId="dec6fbcd-7598-406a-8cbf-504d4a3bac15" providerId="ADAL" clId="{65104DF2-1B45-4C36-9E2A-F89658839DCF}" dt="2024-01-26T19:28:14.321" v="23184" actId="700"/>
          <ac:spMkLst>
            <pc:docMk/>
            <pc:sldMk cId="2934567446" sldId="1050"/>
            <ac:spMk id="6" creationId="{D51986DC-CB14-1B7C-3F93-3DDB173C070B}"/>
          </ac:spMkLst>
        </pc:spChg>
        <pc:spChg chg="add mod ord">
          <ac:chgData name="Palit, Tapti" userId="dec6fbcd-7598-406a-8cbf-504d4a3bac15" providerId="ADAL" clId="{65104DF2-1B45-4C36-9E2A-F89658839DCF}" dt="2024-01-26T19:34:38.559" v="23434" actId="20577"/>
          <ac:spMkLst>
            <pc:docMk/>
            <pc:sldMk cId="2934567446" sldId="1050"/>
            <ac:spMk id="7" creationId="{E498D4B2-BB20-4B40-B85D-554C40BE6DB1}"/>
          </ac:spMkLst>
        </pc:spChg>
      </pc:sldChg>
      <pc:sldChg chg="delSp new del mod">
        <pc:chgData name="Palit, Tapti" userId="dec6fbcd-7598-406a-8cbf-504d4a3bac15" providerId="ADAL" clId="{65104DF2-1B45-4C36-9E2A-F89658839DCF}" dt="2024-01-26T19:43:12.292" v="23514" actId="47"/>
        <pc:sldMkLst>
          <pc:docMk/>
          <pc:sldMk cId="153997547" sldId="1051"/>
        </pc:sldMkLst>
        <pc:spChg chg="del">
          <ac:chgData name="Palit, Tapti" userId="dec6fbcd-7598-406a-8cbf-504d4a3bac15" providerId="ADAL" clId="{65104DF2-1B45-4C36-9E2A-F89658839DCF}" dt="2024-01-26T19:36:33.999" v="23465" actId="478"/>
          <ac:spMkLst>
            <pc:docMk/>
            <pc:sldMk cId="153997547" sldId="1051"/>
            <ac:spMk id="2" creationId="{E1221533-B002-5B4B-BEBA-9581D132D02B}"/>
          </ac:spMkLst>
        </pc:spChg>
      </pc:sldChg>
      <pc:sldChg chg="add del">
        <pc:chgData name="Palit, Tapti" userId="dec6fbcd-7598-406a-8cbf-504d4a3bac15" providerId="ADAL" clId="{65104DF2-1B45-4C36-9E2A-F89658839DCF}" dt="2024-01-26T19:58:19.302" v="23778" actId="47"/>
        <pc:sldMkLst>
          <pc:docMk/>
          <pc:sldMk cId="3067358313" sldId="1052"/>
        </pc:sldMkLst>
      </pc:sldChg>
      <pc:sldChg chg="addSp delSp modSp add mod">
        <pc:chgData name="Palit, Tapti" userId="dec6fbcd-7598-406a-8cbf-504d4a3bac15" providerId="ADAL" clId="{65104DF2-1B45-4C36-9E2A-F89658839DCF}" dt="2024-01-26T19:59:42.411" v="23796" actId="20577"/>
        <pc:sldMkLst>
          <pc:docMk/>
          <pc:sldMk cId="2131034263" sldId="1053"/>
        </pc:sldMkLst>
        <pc:spChg chg="mod">
          <ac:chgData name="Palit, Tapti" userId="dec6fbcd-7598-406a-8cbf-504d4a3bac15" providerId="ADAL" clId="{65104DF2-1B45-4C36-9E2A-F89658839DCF}" dt="2024-01-26T19:59:42.411" v="23796" actId="20577"/>
          <ac:spMkLst>
            <pc:docMk/>
            <pc:sldMk cId="2131034263" sldId="1053"/>
            <ac:spMk id="3" creationId="{DBF81D88-EE7F-4956-ADB0-DA856615FD00}"/>
          </ac:spMkLst>
        </pc:spChg>
        <pc:spChg chg="add del mod">
          <ac:chgData name="Palit, Tapti" userId="dec6fbcd-7598-406a-8cbf-504d4a3bac15" providerId="ADAL" clId="{65104DF2-1B45-4C36-9E2A-F89658839DCF}" dt="2024-01-26T19:39:06.244" v="23494" actId="478"/>
          <ac:spMkLst>
            <pc:docMk/>
            <pc:sldMk cId="2131034263" sldId="1053"/>
            <ac:spMk id="8" creationId="{0AF34AFC-0BA0-C4A9-0295-B73C6321FB8A}"/>
          </ac:spMkLst>
        </pc:spChg>
        <pc:graphicFrameChg chg="modGraphic">
          <ac:chgData name="Palit, Tapti" userId="dec6fbcd-7598-406a-8cbf-504d4a3bac15" providerId="ADAL" clId="{65104DF2-1B45-4C36-9E2A-F89658839DCF}" dt="2024-01-26T19:37:54.325" v="23487" actId="20577"/>
          <ac:graphicFrameMkLst>
            <pc:docMk/>
            <pc:sldMk cId="2131034263" sldId="1053"/>
            <ac:graphicFrameMk id="32" creationId="{662E3E91-EC1F-FAC9-6710-BA112B8C33B9}"/>
          </ac:graphicFrameMkLst>
        </pc:graphicFrameChg>
        <pc:cxnChg chg="add del">
          <ac:chgData name="Palit, Tapti" userId="dec6fbcd-7598-406a-8cbf-504d4a3bac15" providerId="ADAL" clId="{65104DF2-1B45-4C36-9E2A-F89658839DCF}" dt="2024-01-26T19:38:10.847" v="23489" actId="478"/>
          <ac:cxnSpMkLst>
            <pc:docMk/>
            <pc:sldMk cId="2131034263" sldId="1053"/>
            <ac:cxnSpMk id="6" creationId="{299F92A9-D7CF-F3A3-BD6B-3E5176C5F1A8}"/>
          </ac:cxnSpMkLst>
        </pc:cxnChg>
        <pc:cxnChg chg="add mod">
          <ac:chgData name="Palit, Tapti" userId="dec6fbcd-7598-406a-8cbf-504d4a3bac15" providerId="ADAL" clId="{65104DF2-1B45-4C36-9E2A-F89658839DCF}" dt="2024-01-26T19:39:32.168" v="23511" actId="692"/>
          <ac:cxnSpMkLst>
            <pc:docMk/>
            <pc:sldMk cId="2131034263" sldId="1053"/>
            <ac:cxnSpMk id="10" creationId="{28C31156-334A-6D36-9A23-3CBBDEF5CE11}"/>
          </ac:cxnSpMkLst>
        </pc:cxnChg>
        <pc:cxnChg chg="add mod">
          <ac:chgData name="Palit, Tapti" userId="dec6fbcd-7598-406a-8cbf-504d4a3bac15" providerId="ADAL" clId="{65104DF2-1B45-4C36-9E2A-F89658839DCF}" dt="2024-01-26T19:39:38.018" v="23513" actId="1076"/>
          <ac:cxnSpMkLst>
            <pc:docMk/>
            <pc:sldMk cId="2131034263" sldId="1053"/>
            <ac:cxnSpMk id="11" creationId="{513BB263-820D-4ACE-29C3-5DDC926724A1}"/>
          </ac:cxnSpMkLst>
        </pc:cxnChg>
      </pc:sldChg>
      <pc:sldChg chg="addSp delSp modSp new del mod">
        <pc:chgData name="Palit, Tapti" userId="dec6fbcd-7598-406a-8cbf-504d4a3bac15" providerId="ADAL" clId="{65104DF2-1B45-4C36-9E2A-F89658839DCF}" dt="2024-01-26T19:53:22.082" v="23711" actId="47"/>
        <pc:sldMkLst>
          <pc:docMk/>
          <pc:sldMk cId="1227635227" sldId="1054"/>
        </pc:sldMkLst>
        <pc:spChg chg="del">
          <ac:chgData name="Palit, Tapti" userId="dec6fbcd-7598-406a-8cbf-504d4a3bac15" providerId="ADAL" clId="{65104DF2-1B45-4C36-9E2A-F89658839DCF}" dt="2024-01-26T19:43:48.438" v="23516" actId="478"/>
          <ac:spMkLst>
            <pc:docMk/>
            <pc:sldMk cId="1227635227" sldId="1054"/>
            <ac:spMk id="2" creationId="{6FC6A689-5C5B-4D8C-BB15-5AF968C4AF8D}"/>
          </ac:spMkLst>
        </pc:spChg>
        <pc:spChg chg="add mod">
          <ac:chgData name="Palit, Tapti" userId="dec6fbcd-7598-406a-8cbf-504d4a3bac15" providerId="ADAL" clId="{65104DF2-1B45-4C36-9E2A-F89658839DCF}" dt="2024-01-26T19:48:58.710" v="23622" actId="1076"/>
          <ac:spMkLst>
            <pc:docMk/>
            <pc:sldMk cId="1227635227" sldId="1054"/>
            <ac:spMk id="4" creationId="{BFE3E1B3-EAB2-5CF2-E548-DCD4E6FB9762}"/>
          </ac:spMkLst>
        </pc:spChg>
        <pc:spChg chg="add del mod">
          <ac:chgData name="Palit, Tapti" userId="dec6fbcd-7598-406a-8cbf-504d4a3bac15" providerId="ADAL" clId="{65104DF2-1B45-4C36-9E2A-F89658839DCF}" dt="2024-01-26T19:44:10.082" v="23519" actId="478"/>
          <ac:spMkLst>
            <pc:docMk/>
            <pc:sldMk cId="1227635227" sldId="1054"/>
            <ac:spMk id="6" creationId="{74DD8D8B-9C99-C6E0-D2C1-D2C329E4E69A}"/>
          </ac:spMkLst>
        </pc:spChg>
        <pc:spChg chg="add mod">
          <ac:chgData name="Palit, Tapti" userId="dec6fbcd-7598-406a-8cbf-504d4a3bac15" providerId="ADAL" clId="{65104DF2-1B45-4C36-9E2A-F89658839DCF}" dt="2024-01-26T19:48:58.710" v="23622" actId="1076"/>
          <ac:spMkLst>
            <pc:docMk/>
            <pc:sldMk cId="1227635227" sldId="1054"/>
            <ac:spMk id="7" creationId="{A3E19834-172E-313F-C976-FD1280EBC56B}"/>
          </ac:spMkLst>
        </pc:spChg>
        <pc:spChg chg="add del mod">
          <ac:chgData name="Palit, Tapti" userId="dec6fbcd-7598-406a-8cbf-504d4a3bac15" providerId="ADAL" clId="{65104DF2-1B45-4C36-9E2A-F89658839DCF}" dt="2024-01-26T19:45:07.897" v="23540" actId="478"/>
          <ac:spMkLst>
            <pc:docMk/>
            <pc:sldMk cId="1227635227" sldId="1054"/>
            <ac:spMk id="11" creationId="{EC3EB92B-CEE5-1695-730F-F57229C401C7}"/>
          </ac:spMkLst>
        </pc:spChg>
        <pc:spChg chg="add del mod">
          <ac:chgData name="Palit, Tapti" userId="dec6fbcd-7598-406a-8cbf-504d4a3bac15" providerId="ADAL" clId="{65104DF2-1B45-4C36-9E2A-F89658839DCF}" dt="2024-01-26T19:45:07.897" v="23540" actId="478"/>
          <ac:spMkLst>
            <pc:docMk/>
            <pc:sldMk cId="1227635227" sldId="1054"/>
            <ac:spMk id="13" creationId="{BF52FBEB-11F2-1AAC-CA36-9AD89ABF30AA}"/>
          </ac:spMkLst>
        </pc:spChg>
        <pc:spChg chg="add mod">
          <ac:chgData name="Palit, Tapti" userId="dec6fbcd-7598-406a-8cbf-504d4a3bac15" providerId="ADAL" clId="{65104DF2-1B45-4C36-9E2A-F89658839DCF}" dt="2024-01-26T19:48:58.710" v="23622" actId="1076"/>
          <ac:spMkLst>
            <pc:docMk/>
            <pc:sldMk cId="1227635227" sldId="1054"/>
            <ac:spMk id="14" creationId="{ED53A3EF-1809-90C8-7CB6-921B167408D8}"/>
          </ac:spMkLst>
        </pc:spChg>
        <pc:spChg chg="add mod">
          <ac:chgData name="Palit, Tapti" userId="dec6fbcd-7598-406a-8cbf-504d4a3bac15" providerId="ADAL" clId="{65104DF2-1B45-4C36-9E2A-F89658839DCF}" dt="2024-01-26T19:48:58.710" v="23622" actId="1076"/>
          <ac:spMkLst>
            <pc:docMk/>
            <pc:sldMk cId="1227635227" sldId="1054"/>
            <ac:spMk id="15" creationId="{24DFC828-FE2A-20B3-9FFA-EC4BBE12A417}"/>
          </ac:spMkLst>
        </pc:spChg>
        <pc:spChg chg="add mod">
          <ac:chgData name="Palit, Tapti" userId="dec6fbcd-7598-406a-8cbf-504d4a3bac15" providerId="ADAL" clId="{65104DF2-1B45-4C36-9E2A-F89658839DCF}" dt="2024-01-26T19:48:58.710" v="23622" actId="1076"/>
          <ac:spMkLst>
            <pc:docMk/>
            <pc:sldMk cId="1227635227" sldId="1054"/>
            <ac:spMk id="22" creationId="{12B7F716-3FE0-035E-E082-B5A8D43D01F4}"/>
          </ac:spMkLst>
        </pc:spChg>
        <pc:spChg chg="add mod">
          <ac:chgData name="Palit, Tapti" userId="dec6fbcd-7598-406a-8cbf-504d4a3bac15" providerId="ADAL" clId="{65104DF2-1B45-4C36-9E2A-F89658839DCF}" dt="2024-01-26T19:48:58.710" v="23622" actId="1076"/>
          <ac:spMkLst>
            <pc:docMk/>
            <pc:sldMk cId="1227635227" sldId="1054"/>
            <ac:spMk id="34" creationId="{6260A853-0EAA-ED6A-BCBC-03F892987053}"/>
          </ac:spMkLst>
        </pc:spChg>
        <pc:spChg chg="add mod">
          <ac:chgData name="Palit, Tapti" userId="dec6fbcd-7598-406a-8cbf-504d4a3bac15" providerId="ADAL" clId="{65104DF2-1B45-4C36-9E2A-F89658839DCF}" dt="2024-01-26T19:48:58.710" v="23622" actId="1076"/>
          <ac:spMkLst>
            <pc:docMk/>
            <pc:sldMk cId="1227635227" sldId="1054"/>
            <ac:spMk id="40" creationId="{32B1BECC-595F-5227-A289-783E54024DCC}"/>
          </ac:spMkLst>
        </pc:spChg>
        <pc:spChg chg="add mod">
          <ac:chgData name="Palit, Tapti" userId="dec6fbcd-7598-406a-8cbf-504d4a3bac15" providerId="ADAL" clId="{65104DF2-1B45-4C36-9E2A-F89658839DCF}" dt="2024-01-26T19:48:58.710" v="23622" actId="1076"/>
          <ac:spMkLst>
            <pc:docMk/>
            <pc:sldMk cId="1227635227" sldId="1054"/>
            <ac:spMk id="47" creationId="{537BDDBB-087A-8502-DB23-3296E248D373}"/>
          </ac:spMkLst>
        </pc:spChg>
        <pc:spChg chg="add mod">
          <ac:chgData name="Palit, Tapti" userId="dec6fbcd-7598-406a-8cbf-504d4a3bac15" providerId="ADAL" clId="{65104DF2-1B45-4C36-9E2A-F89658839DCF}" dt="2024-01-26T19:48:58.710" v="23622" actId="1076"/>
          <ac:spMkLst>
            <pc:docMk/>
            <pc:sldMk cId="1227635227" sldId="1054"/>
            <ac:spMk id="50" creationId="{DBC361A0-C1B5-FBD9-A185-E424BCC22A3B}"/>
          </ac:spMkLst>
        </pc:spChg>
        <pc:spChg chg="add mod">
          <ac:chgData name="Palit, Tapti" userId="dec6fbcd-7598-406a-8cbf-504d4a3bac15" providerId="ADAL" clId="{65104DF2-1B45-4C36-9E2A-F89658839DCF}" dt="2024-01-26T19:48:58.710" v="23622" actId="1076"/>
          <ac:spMkLst>
            <pc:docMk/>
            <pc:sldMk cId="1227635227" sldId="1054"/>
            <ac:spMk id="51" creationId="{C7EBB1F4-ABDC-9E84-19B7-26C17EC610CE}"/>
          </ac:spMkLst>
        </pc:spChg>
        <pc:spChg chg="add mod">
          <ac:chgData name="Palit, Tapti" userId="dec6fbcd-7598-406a-8cbf-504d4a3bac15" providerId="ADAL" clId="{65104DF2-1B45-4C36-9E2A-F89658839DCF}" dt="2024-01-26T19:52:16.156" v="23709" actId="1076"/>
          <ac:spMkLst>
            <pc:docMk/>
            <pc:sldMk cId="1227635227" sldId="1054"/>
            <ac:spMk id="52" creationId="{9E3BFC50-4732-3F6A-D3A4-56DDABD06980}"/>
          </ac:spMkLst>
        </pc:spChg>
        <pc:spChg chg="add del mod">
          <ac:chgData name="Palit, Tapti" userId="dec6fbcd-7598-406a-8cbf-504d4a3bac15" providerId="ADAL" clId="{65104DF2-1B45-4C36-9E2A-F89658839DCF}" dt="2024-01-26T19:51:10.086" v="23701" actId="478"/>
          <ac:spMkLst>
            <pc:docMk/>
            <pc:sldMk cId="1227635227" sldId="1054"/>
            <ac:spMk id="54" creationId="{76E26277-EEA2-C31B-3819-041DC1894D73}"/>
          </ac:spMkLst>
        </pc:spChg>
        <pc:picChg chg="add mod">
          <ac:chgData name="Palit, Tapti" userId="dec6fbcd-7598-406a-8cbf-504d4a3bac15" providerId="ADAL" clId="{65104DF2-1B45-4C36-9E2A-F89658839DCF}" dt="2024-01-26T19:53:04.053" v="23710" actId="1076"/>
          <ac:picMkLst>
            <pc:docMk/>
            <pc:sldMk cId="1227635227" sldId="1054"/>
            <ac:picMk id="53" creationId="{A02AC56A-FD4A-1472-F07C-5C2761494991}"/>
          </ac:picMkLst>
        </pc:picChg>
        <pc:picChg chg="add mod">
          <ac:chgData name="Palit, Tapti" userId="dec6fbcd-7598-406a-8cbf-504d4a3bac15" providerId="ADAL" clId="{65104DF2-1B45-4C36-9E2A-F89658839DCF}" dt="2024-01-26T19:53:04.053" v="23710" actId="1076"/>
          <ac:picMkLst>
            <pc:docMk/>
            <pc:sldMk cId="1227635227" sldId="1054"/>
            <ac:picMk id="3074" creationId="{5C8434E7-6CDC-2D91-9EF4-AA032B2B8678}"/>
          </ac:picMkLst>
        </pc:picChg>
        <pc:cxnChg chg="add mod">
          <ac:chgData name="Palit, Tapti" userId="dec6fbcd-7598-406a-8cbf-504d4a3bac15" providerId="ADAL" clId="{65104DF2-1B45-4C36-9E2A-F89658839DCF}" dt="2024-01-26T19:48:58.710" v="23622" actId="1076"/>
          <ac:cxnSpMkLst>
            <pc:docMk/>
            <pc:sldMk cId="1227635227" sldId="1054"/>
            <ac:cxnSpMk id="5" creationId="{40B271DD-2C77-4E31-28A2-633DA7FB3053}"/>
          </ac:cxnSpMkLst>
        </pc:cxnChg>
        <pc:cxnChg chg="add del mod">
          <ac:chgData name="Palit, Tapti" userId="dec6fbcd-7598-406a-8cbf-504d4a3bac15" providerId="ADAL" clId="{65104DF2-1B45-4C36-9E2A-F89658839DCF}" dt="2024-01-26T19:45:07.897" v="23540" actId="478"/>
          <ac:cxnSpMkLst>
            <pc:docMk/>
            <pc:sldMk cId="1227635227" sldId="1054"/>
            <ac:cxnSpMk id="12" creationId="{7CD46AA0-CB23-5F77-30D2-18446F412581}"/>
          </ac:cxnSpMkLst>
        </pc:cxnChg>
        <pc:cxnChg chg="add mod">
          <ac:chgData name="Palit, Tapti" userId="dec6fbcd-7598-406a-8cbf-504d4a3bac15" providerId="ADAL" clId="{65104DF2-1B45-4C36-9E2A-F89658839DCF}" dt="2024-01-26T19:48:58.710" v="23622" actId="1076"/>
          <ac:cxnSpMkLst>
            <pc:docMk/>
            <pc:sldMk cId="1227635227" sldId="1054"/>
            <ac:cxnSpMk id="16" creationId="{0F94814F-8503-EC8F-5AD2-6BFC31574D98}"/>
          </ac:cxnSpMkLst>
        </pc:cxnChg>
        <pc:cxnChg chg="add mod">
          <ac:chgData name="Palit, Tapti" userId="dec6fbcd-7598-406a-8cbf-504d4a3bac15" providerId="ADAL" clId="{65104DF2-1B45-4C36-9E2A-F89658839DCF}" dt="2024-01-26T19:48:58.710" v="23622" actId="1076"/>
          <ac:cxnSpMkLst>
            <pc:docMk/>
            <pc:sldMk cId="1227635227" sldId="1054"/>
            <ac:cxnSpMk id="19" creationId="{FC234E84-F816-3B34-C896-DE157A8AC242}"/>
          </ac:cxnSpMkLst>
        </pc:cxnChg>
        <pc:cxnChg chg="add mod">
          <ac:chgData name="Palit, Tapti" userId="dec6fbcd-7598-406a-8cbf-504d4a3bac15" providerId="ADAL" clId="{65104DF2-1B45-4C36-9E2A-F89658839DCF}" dt="2024-01-26T19:48:58.710" v="23622" actId="1076"/>
          <ac:cxnSpMkLst>
            <pc:docMk/>
            <pc:sldMk cId="1227635227" sldId="1054"/>
            <ac:cxnSpMk id="23" creationId="{382CBE68-B5EA-ABE8-F933-9D812DDB5BDC}"/>
          </ac:cxnSpMkLst>
        </pc:cxnChg>
        <pc:cxnChg chg="add mod">
          <ac:chgData name="Palit, Tapti" userId="dec6fbcd-7598-406a-8cbf-504d4a3bac15" providerId="ADAL" clId="{65104DF2-1B45-4C36-9E2A-F89658839DCF}" dt="2024-01-26T19:48:58.710" v="23622" actId="1076"/>
          <ac:cxnSpMkLst>
            <pc:docMk/>
            <pc:sldMk cId="1227635227" sldId="1054"/>
            <ac:cxnSpMk id="31" creationId="{FD621CFD-4D80-95F5-1BB8-E4543AB245E9}"/>
          </ac:cxnSpMkLst>
        </pc:cxnChg>
        <pc:cxnChg chg="add mod">
          <ac:chgData name="Palit, Tapti" userId="dec6fbcd-7598-406a-8cbf-504d4a3bac15" providerId="ADAL" clId="{65104DF2-1B45-4C36-9E2A-F89658839DCF}" dt="2024-01-26T19:48:58.710" v="23622" actId="1076"/>
          <ac:cxnSpMkLst>
            <pc:docMk/>
            <pc:sldMk cId="1227635227" sldId="1054"/>
            <ac:cxnSpMk id="37" creationId="{46ADF8A4-DF2F-775F-4134-3562C75E922E}"/>
          </ac:cxnSpMkLst>
        </pc:cxnChg>
        <pc:cxnChg chg="add mod">
          <ac:chgData name="Palit, Tapti" userId="dec6fbcd-7598-406a-8cbf-504d4a3bac15" providerId="ADAL" clId="{65104DF2-1B45-4C36-9E2A-F89658839DCF}" dt="2024-01-26T19:48:58.710" v="23622" actId="1076"/>
          <ac:cxnSpMkLst>
            <pc:docMk/>
            <pc:sldMk cId="1227635227" sldId="1054"/>
            <ac:cxnSpMk id="42" creationId="{2D2DD051-50E2-8DE9-98D5-BE237A013632}"/>
          </ac:cxnSpMkLst>
        </pc:cxnChg>
        <pc:cxnChg chg="add mod">
          <ac:chgData name="Palit, Tapti" userId="dec6fbcd-7598-406a-8cbf-504d4a3bac15" providerId="ADAL" clId="{65104DF2-1B45-4C36-9E2A-F89658839DCF}" dt="2024-01-26T19:48:58.710" v="23622" actId="1076"/>
          <ac:cxnSpMkLst>
            <pc:docMk/>
            <pc:sldMk cId="1227635227" sldId="1054"/>
            <ac:cxnSpMk id="49" creationId="{A8146C87-789D-CCD6-0F5A-25064354540F}"/>
          </ac:cxnSpMkLst>
        </pc:cxnChg>
      </pc:sldChg>
      <pc:sldChg chg="addSp delSp modSp add del mod">
        <pc:chgData name="Palit, Tapti" userId="dec6fbcd-7598-406a-8cbf-504d4a3bac15" providerId="ADAL" clId="{65104DF2-1B45-4C36-9E2A-F89658839DCF}" dt="2024-01-26T20:05:55.572" v="23929" actId="47"/>
        <pc:sldMkLst>
          <pc:docMk/>
          <pc:sldMk cId="2931114430" sldId="1054"/>
        </pc:sldMkLst>
        <pc:spChg chg="mod">
          <ac:chgData name="Palit, Tapti" userId="dec6fbcd-7598-406a-8cbf-504d4a3bac15" providerId="ADAL" clId="{65104DF2-1B45-4C36-9E2A-F89658839DCF}" dt="2024-01-26T20:00:37.542" v="23806" actId="20577"/>
          <ac:spMkLst>
            <pc:docMk/>
            <pc:sldMk cId="2931114430" sldId="1054"/>
            <ac:spMk id="3" creationId="{F41F5800-0C87-D92F-5B6B-52E096B070E2}"/>
          </ac:spMkLst>
        </pc:spChg>
        <pc:spChg chg="mod">
          <ac:chgData name="Palit, Tapti" userId="dec6fbcd-7598-406a-8cbf-504d4a3bac15" providerId="ADAL" clId="{65104DF2-1B45-4C36-9E2A-F89658839DCF}" dt="2024-01-26T19:57:51.950" v="23730" actId="1076"/>
          <ac:spMkLst>
            <pc:docMk/>
            <pc:sldMk cId="2931114430" sldId="1054"/>
            <ac:spMk id="5" creationId="{3D373F79-5AD1-75EC-290D-9961F87C759F}"/>
          </ac:spMkLst>
        </pc:spChg>
        <pc:spChg chg="mod">
          <ac:chgData name="Palit, Tapti" userId="dec6fbcd-7598-406a-8cbf-504d4a3bac15" providerId="ADAL" clId="{65104DF2-1B45-4C36-9E2A-F89658839DCF}" dt="2024-01-26T19:57:54.923" v="23731" actId="1076"/>
          <ac:spMkLst>
            <pc:docMk/>
            <pc:sldMk cId="2931114430" sldId="1054"/>
            <ac:spMk id="8" creationId="{885F85A1-4076-A50D-98B5-C6EE4BE5346E}"/>
          </ac:spMkLst>
        </pc:spChg>
        <pc:spChg chg="mod">
          <ac:chgData name="Palit, Tapti" userId="dec6fbcd-7598-406a-8cbf-504d4a3bac15" providerId="ADAL" clId="{65104DF2-1B45-4C36-9E2A-F89658839DCF}" dt="2024-01-26T19:57:51.950" v="23730" actId="1076"/>
          <ac:spMkLst>
            <pc:docMk/>
            <pc:sldMk cId="2931114430" sldId="1054"/>
            <ac:spMk id="10" creationId="{B2849599-0146-037A-56B0-2E75EF2FFB10}"/>
          </ac:spMkLst>
        </pc:spChg>
        <pc:spChg chg="del mod">
          <ac:chgData name="Palit, Tapti" userId="dec6fbcd-7598-406a-8cbf-504d4a3bac15" providerId="ADAL" clId="{65104DF2-1B45-4C36-9E2A-F89658839DCF}" dt="2024-01-26T20:00:24.490" v="23799" actId="478"/>
          <ac:spMkLst>
            <pc:docMk/>
            <pc:sldMk cId="2931114430" sldId="1054"/>
            <ac:spMk id="11" creationId="{707AC7D3-B300-6284-F4BF-9F14BCFDD045}"/>
          </ac:spMkLst>
        </pc:spChg>
        <pc:spChg chg="mod">
          <ac:chgData name="Palit, Tapti" userId="dec6fbcd-7598-406a-8cbf-504d4a3bac15" providerId="ADAL" clId="{65104DF2-1B45-4C36-9E2A-F89658839DCF}" dt="2024-01-26T19:57:51.950" v="23730" actId="1076"/>
          <ac:spMkLst>
            <pc:docMk/>
            <pc:sldMk cId="2931114430" sldId="1054"/>
            <ac:spMk id="12" creationId="{C902EB02-8612-75F0-CB75-A557CCFF913B}"/>
          </ac:spMkLst>
        </pc:spChg>
        <pc:spChg chg="add del mod">
          <ac:chgData name="Palit, Tapti" userId="dec6fbcd-7598-406a-8cbf-504d4a3bac15" providerId="ADAL" clId="{65104DF2-1B45-4C36-9E2A-F89658839DCF}" dt="2024-01-26T20:00:29.296" v="23800" actId="20577"/>
          <ac:spMkLst>
            <pc:docMk/>
            <pc:sldMk cId="2931114430" sldId="1054"/>
            <ac:spMk id="15" creationId="{632CDA17-2240-B34F-44F8-5573404E1E94}"/>
          </ac:spMkLst>
        </pc:spChg>
        <pc:spChg chg="mod">
          <ac:chgData name="Palit, Tapti" userId="dec6fbcd-7598-406a-8cbf-504d4a3bac15" providerId="ADAL" clId="{65104DF2-1B45-4C36-9E2A-F89658839DCF}" dt="2024-01-26T19:57:51.950" v="23730" actId="1076"/>
          <ac:spMkLst>
            <pc:docMk/>
            <pc:sldMk cId="2931114430" sldId="1054"/>
            <ac:spMk id="16" creationId="{BA3828BB-07C9-6A22-0125-6282103A5ED6}"/>
          </ac:spMkLst>
        </pc:spChg>
        <pc:spChg chg="add del">
          <ac:chgData name="Palit, Tapti" userId="dec6fbcd-7598-406a-8cbf-504d4a3bac15" providerId="ADAL" clId="{65104DF2-1B45-4C36-9E2A-F89658839DCF}" dt="2024-01-26T19:57:24.780" v="23725" actId="478"/>
          <ac:spMkLst>
            <pc:docMk/>
            <pc:sldMk cId="2931114430" sldId="1054"/>
            <ac:spMk id="18" creationId="{38158093-6F13-9634-0C40-CB520D742CFB}"/>
          </ac:spMkLst>
        </pc:spChg>
        <pc:spChg chg="add del mod">
          <ac:chgData name="Palit, Tapti" userId="dec6fbcd-7598-406a-8cbf-504d4a3bac15" providerId="ADAL" clId="{65104DF2-1B45-4C36-9E2A-F89658839DCF}" dt="2024-01-26T20:00:23.022" v="23798" actId="478"/>
          <ac:spMkLst>
            <pc:docMk/>
            <pc:sldMk cId="2931114430" sldId="1054"/>
            <ac:spMk id="19" creationId="{62A0C4CA-2A0C-7E20-4EEB-512723DBF9F9}"/>
          </ac:spMkLst>
        </pc:spChg>
        <pc:spChg chg="mod">
          <ac:chgData name="Palit, Tapti" userId="dec6fbcd-7598-406a-8cbf-504d4a3bac15" providerId="ADAL" clId="{65104DF2-1B45-4C36-9E2A-F89658839DCF}" dt="2024-01-26T19:57:51.950" v="23730" actId="1076"/>
          <ac:spMkLst>
            <pc:docMk/>
            <pc:sldMk cId="2931114430" sldId="1054"/>
            <ac:spMk id="20" creationId="{6B846521-CF3C-1C2E-5EFA-E362CE8B0255}"/>
          </ac:spMkLst>
        </pc:spChg>
        <pc:spChg chg="mod">
          <ac:chgData name="Palit, Tapti" userId="dec6fbcd-7598-406a-8cbf-504d4a3bac15" providerId="ADAL" clId="{65104DF2-1B45-4C36-9E2A-F89658839DCF}" dt="2024-01-26T19:57:51.950" v="23730" actId="1076"/>
          <ac:spMkLst>
            <pc:docMk/>
            <pc:sldMk cId="2931114430" sldId="1054"/>
            <ac:spMk id="21" creationId="{D7179A03-A83C-A828-EB03-DB0E95ED3A9F}"/>
          </ac:spMkLst>
        </pc:spChg>
        <pc:spChg chg="mod">
          <ac:chgData name="Palit, Tapti" userId="dec6fbcd-7598-406a-8cbf-504d4a3bac15" providerId="ADAL" clId="{65104DF2-1B45-4C36-9E2A-F89658839DCF}" dt="2024-01-26T19:57:51.950" v="23730" actId="1076"/>
          <ac:spMkLst>
            <pc:docMk/>
            <pc:sldMk cId="2931114430" sldId="1054"/>
            <ac:spMk id="22" creationId="{DFEE423D-239B-0159-2953-A9F255A35310}"/>
          </ac:spMkLst>
        </pc:spChg>
        <pc:spChg chg="add del">
          <ac:chgData name="Palit, Tapti" userId="dec6fbcd-7598-406a-8cbf-504d4a3bac15" providerId="ADAL" clId="{65104DF2-1B45-4C36-9E2A-F89658839DCF}" dt="2024-01-26T19:57:33.446" v="23728" actId="478"/>
          <ac:spMkLst>
            <pc:docMk/>
            <pc:sldMk cId="2931114430" sldId="1054"/>
            <ac:spMk id="27" creationId="{A514031C-BE6B-B376-1F8D-A6CBB52D164E}"/>
          </ac:spMkLst>
        </pc:spChg>
        <pc:spChg chg="add del">
          <ac:chgData name="Palit, Tapti" userId="dec6fbcd-7598-406a-8cbf-504d4a3bac15" providerId="ADAL" clId="{65104DF2-1B45-4C36-9E2A-F89658839DCF}" dt="2024-01-26T19:57:24.780" v="23725" actId="478"/>
          <ac:spMkLst>
            <pc:docMk/>
            <pc:sldMk cId="2931114430" sldId="1054"/>
            <ac:spMk id="29" creationId="{B51B138B-CA6E-D442-540A-519FABFF1C4E}"/>
          </ac:spMkLst>
        </pc:spChg>
        <pc:spChg chg="mod">
          <ac:chgData name="Palit, Tapti" userId="dec6fbcd-7598-406a-8cbf-504d4a3bac15" providerId="ADAL" clId="{65104DF2-1B45-4C36-9E2A-F89658839DCF}" dt="2024-01-26T20:00:41.357" v="23807" actId="20577"/>
          <ac:spMkLst>
            <pc:docMk/>
            <pc:sldMk cId="2931114430" sldId="1054"/>
            <ac:spMk id="31" creationId="{8066DF09-0DDE-0E4A-743E-1BD29398BBC7}"/>
          </ac:spMkLst>
        </pc:spChg>
        <pc:picChg chg="add del">
          <ac:chgData name="Palit, Tapti" userId="dec6fbcd-7598-406a-8cbf-504d4a3bac15" providerId="ADAL" clId="{65104DF2-1B45-4C36-9E2A-F89658839DCF}" dt="2024-01-26T19:57:24.780" v="23725" actId="478"/>
          <ac:picMkLst>
            <pc:docMk/>
            <pc:sldMk cId="2931114430" sldId="1054"/>
            <ac:picMk id="2" creationId="{5C5B91B7-4BF3-EF22-73A2-268F52918630}"/>
          </ac:picMkLst>
        </pc:picChg>
        <pc:picChg chg="add mod">
          <ac:chgData name="Palit, Tapti" userId="dec6fbcd-7598-406a-8cbf-504d4a3bac15" providerId="ADAL" clId="{65104DF2-1B45-4C36-9E2A-F89658839DCF}" dt="2024-01-26T20:01:02.910" v="23809" actId="1076"/>
          <ac:picMkLst>
            <pc:docMk/>
            <pc:sldMk cId="2931114430" sldId="1054"/>
            <ac:picMk id="13" creationId="{51E41E2E-90E0-102E-2EF0-0D5AA2B51E94}"/>
          </ac:picMkLst>
        </pc:picChg>
        <pc:cxnChg chg="add del">
          <ac:chgData name="Palit, Tapti" userId="dec6fbcd-7598-406a-8cbf-504d4a3bac15" providerId="ADAL" clId="{65104DF2-1B45-4C36-9E2A-F89658839DCF}" dt="2024-01-26T19:57:24.780" v="23725" actId="478"/>
          <ac:cxnSpMkLst>
            <pc:docMk/>
            <pc:sldMk cId="2931114430" sldId="1054"/>
            <ac:cxnSpMk id="6" creationId="{9A228DE5-2A47-7DC0-AB7D-AA240CDBFA38}"/>
          </ac:cxnSpMkLst>
        </pc:cxnChg>
        <pc:cxnChg chg="add del">
          <ac:chgData name="Palit, Tapti" userId="dec6fbcd-7598-406a-8cbf-504d4a3bac15" providerId="ADAL" clId="{65104DF2-1B45-4C36-9E2A-F89658839DCF}" dt="2024-01-26T19:57:24.780" v="23725" actId="478"/>
          <ac:cxnSpMkLst>
            <pc:docMk/>
            <pc:sldMk cId="2931114430" sldId="1054"/>
            <ac:cxnSpMk id="7" creationId="{61D65FAB-D08A-1F97-5A56-A0AFDCACE3EE}"/>
          </ac:cxnSpMkLst>
        </pc:cxnChg>
        <pc:cxnChg chg="mod">
          <ac:chgData name="Palit, Tapti" userId="dec6fbcd-7598-406a-8cbf-504d4a3bac15" providerId="ADAL" clId="{65104DF2-1B45-4C36-9E2A-F89658839DCF}" dt="2024-01-26T19:57:51.950" v="23730" actId="1076"/>
          <ac:cxnSpMkLst>
            <pc:docMk/>
            <pc:sldMk cId="2931114430" sldId="1054"/>
            <ac:cxnSpMk id="9" creationId="{5B659DB4-1E58-9C88-6147-F8AE219D326E}"/>
          </ac:cxnSpMkLst>
        </pc:cxnChg>
        <pc:cxnChg chg="add del">
          <ac:chgData name="Palit, Tapti" userId="dec6fbcd-7598-406a-8cbf-504d4a3bac15" providerId="ADAL" clId="{65104DF2-1B45-4C36-9E2A-F89658839DCF}" dt="2024-01-26T19:57:24.780" v="23725" actId="478"/>
          <ac:cxnSpMkLst>
            <pc:docMk/>
            <pc:sldMk cId="2931114430" sldId="1054"/>
            <ac:cxnSpMk id="14" creationId="{E3057DF5-1ED5-9116-B096-D42DE1A11886}"/>
          </ac:cxnSpMkLst>
        </pc:cxnChg>
        <pc:cxnChg chg="mod">
          <ac:chgData name="Palit, Tapti" userId="dec6fbcd-7598-406a-8cbf-504d4a3bac15" providerId="ADAL" clId="{65104DF2-1B45-4C36-9E2A-F89658839DCF}" dt="2024-01-26T19:57:51.950" v="23730" actId="1076"/>
          <ac:cxnSpMkLst>
            <pc:docMk/>
            <pc:sldMk cId="2931114430" sldId="1054"/>
            <ac:cxnSpMk id="17" creationId="{3F645796-6659-6C62-0048-A9C63762DB52}"/>
          </ac:cxnSpMkLst>
        </pc:cxnChg>
        <pc:cxnChg chg="del">
          <ac:chgData name="Palit, Tapti" userId="dec6fbcd-7598-406a-8cbf-504d4a3bac15" providerId="ADAL" clId="{65104DF2-1B45-4C36-9E2A-F89658839DCF}" dt="2024-01-26T19:57:27.282" v="23726" actId="478"/>
          <ac:cxnSpMkLst>
            <pc:docMk/>
            <pc:sldMk cId="2931114430" sldId="1054"/>
            <ac:cxnSpMk id="23" creationId="{D16509D8-28D2-A44B-77B1-1128B454B009}"/>
          </ac:cxnSpMkLst>
        </pc:cxnChg>
        <pc:cxnChg chg="del">
          <ac:chgData name="Palit, Tapti" userId="dec6fbcd-7598-406a-8cbf-504d4a3bac15" providerId="ADAL" clId="{65104DF2-1B45-4C36-9E2A-F89658839DCF}" dt="2024-01-26T19:57:29.131" v="23727" actId="478"/>
          <ac:cxnSpMkLst>
            <pc:docMk/>
            <pc:sldMk cId="2931114430" sldId="1054"/>
            <ac:cxnSpMk id="26" creationId="{CC017F9E-EDAB-28CE-0FC4-6DC0F6308385}"/>
          </ac:cxnSpMkLst>
        </pc:cxnChg>
      </pc:sldChg>
      <pc:sldChg chg="modSp add mod">
        <pc:chgData name="Palit, Tapti" userId="dec6fbcd-7598-406a-8cbf-504d4a3bac15" providerId="ADAL" clId="{65104DF2-1B45-4C36-9E2A-F89658839DCF}" dt="2024-01-26T20:18:58.592" v="23941" actId="1036"/>
        <pc:sldMkLst>
          <pc:docMk/>
          <pc:sldMk cId="2862058683" sldId="1055"/>
        </pc:sldMkLst>
        <pc:spChg chg="mod">
          <ac:chgData name="Palit, Tapti" userId="dec6fbcd-7598-406a-8cbf-504d4a3bac15" providerId="ADAL" clId="{65104DF2-1B45-4C36-9E2A-F89658839DCF}" dt="2024-01-26T20:18:58.592" v="23941" actId="1036"/>
          <ac:spMkLst>
            <pc:docMk/>
            <pc:sldMk cId="2862058683" sldId="1055"/>
            <ac:spMk id="19" creationId="{62A0C4CA-2A0C-7E20-4EEB-512723DBF9F9}"/>
          </ac:spMkLst>
        </pc:spChg>
      </pc:sldChg>
      <pc:sldChg chg="addSp delSp modSp add mod">
        <pc:chgData name="Palit, Tapti" userId="dec6fbcd-7598-406a-8cbf-504d4a3bac15" providerId="ADAL" clId="{65104DF2-1B45-4C36-9E2A-F89658839DCF}" dt="2024-01-26T20:05:25.111" v="23928" actId="14100"/>
        <pc:sldMkLst>
          <pc:docMk/>
          <pc:sldMk cId="3149305771" sldId="1056"/>
        </pc:sldMkLst>
        <pc:spChg chg="mod">
          <ac:chgData name="Palit, Tapti" userId="dec6fbcd-7598-406a-8cbf-504d4a3bac15" providerId="ADAL" clId="{65104DF2-1B45-4C36-9E2A-F89658839DCF}" dt="2024-01-26T20:03:24.802" v="23824" actId="20577"/>
          <ac:spMkLst>
            <pc:docMk/>
            <pc:sldMk cId="3149305771" sldId="1056"/>
            <ac:spMk id="3" creationId="{F41F5800-0C87-D92F-5B6B-52E096B070E2}"/>
          </ac:spMkLst>
        </pc:spChg>
        <pc:spChg chg="del">
          <ac:chgData name="Palit, Tapti" userId="dec6fbcd-7598-406a-8cbf-504d4a3bac15" providerId="ADAL" clId="{65104DF2-1B45-4C36-9E2A-F89658839DCF}" dt="2024-01-26T20:04:39.871" v="23881" actId="478"/>
          <ac:spMkLst>
            <pc:docMk/>
            <pc:sldMk cId="3149305771" sldId="1056"/>
            <ac:spMk id="11" creationId="{707AC7D3-B300-6284-F4BF-9F14BCFDD045}"/>
          </ac:spMkLst>
        </pc:spChg>
        <pc:spChg chg="mod">
          <ac:chgData name="Palit, Tapti" userId="dec6fbcd-7598-406a-8cbf-504d4a3bac15" providerId="ADAL" clId="{65104DF2-1B45-4C36-9E2A-F89658839DCF}" dt="2024-01-26T20:05:25.111" v="23928" actId="14100"/>
          <ac:spMkLst>
            <pc:docMk/>
            <pc:sldMk cId="3149305771" sldId="1056"/>
            <ac:spMk id="15" creationId="{632CDA17-2240-B34F-44F8-5573404E1E94}"/>
          </ac:spMkLst>
        </pc:spChg>
        <pc:spChg chg="mod">
          <ac:chgData name="Palit, Tapti" userId="dec6fbcd-7598-406a-8cbf-504d4a3bac15" providerId="ADAL" clId="{65104DF2-1B45-4C36-9E2A-F89658839DCF}" dt="2024-01-26T20:04:35.665" v="23880" actId="14100"/>
          <ac:spMkLst>
            <pc:docMk/>
            <pc:sldMk cId="3149305771" sldId="1056"/>
            <ac:spMk id="19" creationId="{62A0C4CA-2A0C-7E20-4EEB-512723DBF9F9}"/>
          </ac:spMkLst>
        </pc:spChg>
        <pc:spChg chg="mod">
          <ac:chgData name="Palit, Tapti" userId="dec6fbcd-7598-406a-8cbf-504d4a3bac15" providerId="ADAL" clId="{65104DF2-1B45-4C36-9E2A-F89658839DCF}" dt="2024-01-26T20:05:19.340" v="23926" actId="20577"/>
          <ac:spMkLst>
            <pc:docMk/>
            <pc:sldMk cId="3149305771" sldId="1056"/>
            <ac:spMk id="31" creationId="{8066DF09-0DDE-0E4A-743E-1BD29398BBC7}"/>
          </ac:spMkLst>
        </pc:spChg>
        <pc:picChg chg="add mod">
          <ac:chgData name="Palit, Tapti" userId="dec6fbcd-7598-406a-8cbf-504d4a3bac15" providerId="ADAL" clId="{65104DF2-1B45-4C36-9E2A-F89658839DCF}" dt="2024-01-26T20:04:57.828" v="23883" actId="1076"/>
          <ac:picMkLst>
            <pc:docMk/>
            <pc:sldMk cId="3149305771" sldId="1056"/>
            <ac:picMk id="2" creationId="{5A544DF6-9721-422E-F46B-1F574F7AE593}"/>
          </ac:picMkLst>
        </pc:picChg>
      </pc:sldChg>
      <pc:sldChg chg="modSp mod addCm modNotesTx">
        <pc:chgData name="Palit, Tapti" userId="dec6fbcd-7598-406a-8cbf-504d4a3bac15" providerId="ADAL" clId="{65104DF2-1B45-4C36-9E2A-F89658839DCF}" dt="2024-02-06T18:38:19.402" v="26123" actId="20577"/>
        <pc:sldMkLst>
          <pc:docMk/>
          <pc:sldMk cId="3931205847" sldId="1056"/>
        </pc:sldMkLst>
        <pc:spChg chg="mod">
          <ac:chgData name="Palit, Tapti" userId="dec6fbcd-7598-406a-8cbf-504d4a3bac15" providerId="ADAL" clId="{65104DF2-1B45-4C36-9E2A-F89658839DCF}" dt="2024-02-06T17:24:54.242" v="25648" actId="20577"/>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8:42.579" v="25448"/>
              <pc2:cmMkLst xmlns:pc2="http://schemas.microsoft.com/office/powerpoint/2019/9/main/command">
                <pc:docMk/>
                <pc:sldMk cId="3931205847" sldId="1056"/>
                <pc2:cmMk id="{E9D4E47C-80E9-49E7-B237-6D083D4C5808}"/>
              </pc2:cmMkLst>
            </pc226:cmChg>
          </p:ext>
        </pc:extLst>
      </pc:sldChg>
      <pc:sldChg chg="modSp new mod">
        <pc:chgData name="Palit, Tapti" userId="dec6fbcd-7598-406a-8cbf-504d4a3bac15" providerId="ADAL" clId="{65104DF2-1B45-4C36-9E2A-F89658839DCF}" dt="2024-01-26T20:23:25.733" v="24027" actId="20577"/>
        <pc:sldMkLst>
          <pc:docMk/>
          <pc:sldMk cId="1269888319" sldId="1057"/>
        </pc:sldMkLst>
        <pc:spChg chg="mod">
          <ac:chgData name="Palit, Tapti" userId="dec6fbcd-7598-406a-8cbf-504d4a3bac15" providerId="ADAL" clId="{65104DF2-1B45-4C36-9E2A-F89658839DCF}" dt="2024-01-26T20:23:25.733" v="24027" actId="20577"/>
          <ac:spMkLst>
            <pc:docMk/>
            <pc:sldMk cId="1269888319" sldId="1057"/>
            <ac:spMk id="3" creationId="{962BB4A7-A64E-E32F-D326-1C4530189909}"/>
          </ac:spMkLst>
        </pc:spChg>
      </pc:sldChg>
      <pc:sldChg chg="modSp mod">
        <pc:chgData name="Palit, Tapti" userId="dec6fbcd-7598-406a-8cbf-504d4a3bac15" providerId="ADAL" clId="{65104DF2-1B45-4C36-9E2A-F89658839DCF}" dt="2024-02-06T19:13:56.726" v="26509" actId="20577"/>
        <pc:sldMkLst>
          <pc:docMk/>
          <pc:sldMk cId="1309478449" sldId="1061"/>
        </pc:sldMkLst>
        <pc:spChg chg="mod">
          <ac:chgData name="Palit, Tapti" userId="dec6fbcd-7598-406a-8cbf-504d4a3bac15" providerId="ADAL" clId="{65104DF2-1B45-4C36-9E2A-F89658839DCF}" dt="2024-02-06T19:13:56.726" v="26509" actId="20577"/>
          <ac:spMkLst>
            <pc:docMk/>
            <pc:sldMk cId="1309478449" sldId="1061"/>
            <ac:spMk id="2" creationId="{D7EC638E-4A77-46B8-B32A-298B47F2DEB0}"/>
          </ac:spMkLst>
        </pc:spChg>
      </pc:sldChg>
      <pc:sldChg chg="modSp mod">
        <pc:chgData name="Palit, Tapti" userId="dec6fbcd-7598-406a-8cbf-504d4a3bac15" providerId="ADAL" clId="{65104DF2-1B45-4C36-9E2A-F89658839DCF}" dt="2024-02-06T18:55:59.778" v="26476" actId="14100"/>
        <pc:sldMkLst>
          <pc:docMk/>
          <pc:sldMk cId="968843865" sldId="1072"/>
        </pc:sldMkLst>
        <pc:spChg chg="mod">
          <ac:chgData name="Palit, Tapti" userId="dec6fbcd-7598-406a-8cbf-504d4a3bac15" providerId="ADAL" clId="{65104DF2-1B45-4C36-9E2A-F89658839DCF}" dt="2024-02-06T18:55:59.778" v="26476" actId="14100"/>
          <ac:spMkLst>
            <pc:docMk/>
            <pc:sldMk cId="968843865" sldId="1072"/>
            <ac:spMk id="6" creationId="{CDF54C75-8E57-C212-0645-30E19DBAEFC3}"/>
          </ac:spMkLst>
        </pc:spChg>
        <pc:cxnChg chg="mod">
          <ac:chgData name="Palit, Tapti" userId="dec6fbcd-7598-406a-8cbf-504d4a3bac15" providerId="ADAL" clId="{65104DF2-1B45-4C36-9E2A-F89658839DCF}" dt="2024-02-06T18:55:59.778" v="26476" actId="14100"/>
          <ac:cxnSpMkLst>
            <pc:docMk/>
            <pc:sldMk cId="968843865" sldId="1072"/>
            <ac:cxnSpMk id="10" creationId="{9E94C896-B232-9692-30F5-7EADDBA316F1}"/>
          </ac:cxnSpMkLst>
        </pc:cxnChg>
      </pc:sldChg>
      <pc:sldChg chg="modSp mod">
        <pc:chgData name="Palit, Tapti" userId="dec6fbcd-7598-406a-8cbf-504d4a3bac15" providerId="ADAL" clId="{65104DF2-1B45-4C36-9E2A-F89658839DCF}" dt="2024-02-06T18:56:04.994" v="26477" actId="14100"/>
        <pc:sldMkLst>
          <pc:docMk/>
          <pc:sldMk cId="2966847284" sldId="1073"/>
        </pc:sldMkLst>
        <pc:spChg chg="mod">
          <ac:chgData name="Palit, Tapti" userId="dec6fbcd-7598-406a-8cbf-504d4a3bac15" providerId="ADAL" clId="{65104DF2-1B45-4C36-9E2A-F89658839DCF}" dt="2024-02-06T18:56:04.994" v="26477" actId="14100"/>
          <ac:spMkLst>
            <pc:docMk/>
            <pc:sldMk cId="2966847284" sldId="1073"/>
            <ac:spMk id="6" creationId="{CDF54C75-8E57-C212-0645-30E19DBAEFC3}"/>
          </ac:spMkLst>
        </pc:spChg>
      </pc:sldChg>
      <pc:sldChg chg="modSp mod">
        <pc:chgData name="Palit, Tapti" userId="dec6fbcd-7598-406a-8cbf-504d4a3bac15" providerId="ADAL" clId="{65104DF2-1B45-4C36-9E2A-F89658839DCF}" dt="2024-02-06T18:56:19.589" v="26479" actId="14100"/>
        <pc:sldMkLst>
          <pc:docMk/>
          <pc:sldMk cId="1203570601" sldId="1074"/>
        </pc:sldMkLst>
        <pc:spChg chg="mod">
          <ac:chgData name="Palit, Tapti" userId="dec6fbcd-7598-406a-8cbf-504d4a3bac15" providerId="ADAL" clId="{65104DF2-1B45-4C36-9E2A-F89658839DCF}" dt="2024-02-06T18:56:19.589" v="26479" actId="14100"/>
          <ac:spMkLst>
            <pc:docMk/>
            <pc:sldMk cId="1203570601" sldId="1074"/>
            <ac:spMk id="6" creationId="{CDF54C75-8E57-C212-0645-30E19DBAEFC3}"/>
          </ac:spMkLst>
        </pc:spChg>
        <pc:graphicFrameChg chg="modGraphic">
          <ac:chgData name="Palit, Tapti" userId="dec6fbcd-7598-406a-8cbf-504d4a3bac15" providerId="ADAL" clId="{65104DF2-1B45-4C36-9E2A-F89658839DCF}" dt="2024-01-29T19:30:07.786" v="24680" actId="14734"/>
          <ac:graphicFrameMkLst>
            <pc:docMk/>
            <pc:sldMk cId="1203570601" sldId="1074"/>
            <ac:graphicFrameMk id="28" creationId="{7A06F78A-A30D-EA99-2E4E-624D76067CB7}"/>
          </ac:graphicFrameMkLst>
        </pc:graphicFrameChg>
        <pc:cxnChg chg="mod">
          <ac:chgData name="Palit, Tapti" userId="dec6fbcd-7598-406a-8cbf-504d4a3bac15" providerId="ADAL" clId="{65104DF2-1B45-4C36-9E2A-F89658839DCF}" dt="2024-02-06T18:56:19.589" v="26479" actId="14100"/>
          <ac:cxnSpMkLst>
            <pc:docMk/>
            <pc:sldMk cId="1203570601" sldId="1074"/>
            <ac:cxnSpMk id="10" creationId="{9E94C896-B232-9692-30F5-7EADDBA316F1}"/>
          </ac:cxnSpMkLst>
        </pc:cxnChg>
        <pc:cxnChg chg="mod">
          <ac:chgData name="Palit, Tapti" userId="dec6fbcd-7598-406a-8cbf-504d4a3bac15" providerId="ADAL" clId="{65104DF2-1B45-4C36-9E2A-F89658839DCF}" dt="2024-02-06T18:56:19.589" v="26479" actId="14100"/>
          <ac:cxnSpMkLst>
            <pc:docMk/>
            <pc:sldMk cId="1203570601" sldId="1074"/>
            <ac:cxnSpMk id="12" creationId="{B7D84180-1A4B-8131-B469-70328178D2E9}"/>
          </ac:cxnSpMkLst>
        </pc:cxnChg>
      </pc:sldChg>
      <pc:sldChg chg="modSp mod">
        <pc:chgData name="Palit, Tapti" userId="dec6fbcd-7598-406a-8cbf-504d4a3bac15" providerId="ADAL" clId="{65104DF2-1B45-4C36-9E2A-F89658839DCF}" dt="2024-01-29T19:30:21.202" v="24683" actId="14734"/>
        <pc:sldMkLst>
          <pc:docMk/>
          <pc:sldMk cId="3356062350" sldId="1075"/>
        </pc:sldMkLst>
        <pc:graphicFrameChg chg="modGraphic">
          <ac:chgData name="Palit, Tapti" userId="dec6fbcd-7598-406a-8cbf-504d4a3bac15" providerId="ADAL" clId="{65104DF2-1B45-4C36-9E2A-F89658839DCF}" dt="2024-01-29T19:30:21.202" v="24683" actId="14734"/>
          <ac:graphicFrameMkLst>
            <pc:docMk/>
            <pc:sldMk cId="3356062350" sldId="1075"/>
            <ac:graphicFrameMk id="28" creationId="{7A06F78A-A30D-EA99-2E4E-624D76067CB7}"/>
          </ac:graphicFrameMkLst>
        </pc:graphicFrameChg>
      </pc:sldChg>
      <pc:sldChg chg="modSp mod">
        <pc:chgData name="Palit, Tapti" userId="dec6fbcd-7598-406a-8cbf-504d4a3bac15" providerId="ADAL" clId="{65104DF2-1B45-4C36-9E2A-F89658839DCF}" dt="2024-01-29T19:30:45.824" v="24688" actId="14734"/>
        <pc:sldMkLst>
          <pc:docMk/>
          <pc:sldMk cId="3284359703" sldId="1076"/>
        </pc:sldMkLst>
        <pc:graphicFrameChg chg="modGraphic">
          <ac:chgData name="Palit, Tapti" userId="dec6fbcd-7598-406a-8cbf-504d4a3bac15" providerId="ADAL" clId="{65104DF2-1B45-4C36-9E2A-F89658839DCF}" dt="2024-01-29T19:30:45.824" v="24688" actId="14734"/>
          <ac:graphicFrameMkLst>
            <pc:docMk/>
            <pc:sldMk cId="3284359703" sldId="1076"/>
            <ac:graphicFrameMk id="28" creationId="{7A06F78A-A30D-EA99-2E4E-624D76067CB7}"/>
          </ac:graphicFrameMkLst>
        </pc:graphicFrameChg>
      </pc:sldChg>
      <pc:sldChg chg="modSp mod">
        <pc:chgData name="Palit, Tapti" userId="dec6fbcd-7598-406a-8cbf-504d4a3bac15" providerId="ADAL" clId="{65104DF2-1B45-4C36-9E2A-F89658839DCF}" dt="2024-01-29T19:30:30.318" v="24685" actId="14734"/>
        <pc:sldMkLst>
          <pc:docMk/>
          <pc:sldMk cId="1175467105" sldId="1077"/>
        </pc:sldMkLst>
        <pc:graphicFrameChg chg="modGraphic">
          <ac:chgData name="Palit, Tapti" userId="dec6fbcd-7598-406a-8cbf-504d4a3bac15" providerId="ADAL" clId="{65104DF2-1B45-4C36-9E2A-F89658839DCF}" dt="2024-01-29T19:30:30.318" v="24685" actId="14734"/>
          <ac:graphicFrameMkLst>
            <pc:docMk/>
            <pc:sldMk cId="1175467105" sldId="1077"/>
            <ac:graphicFrameMk id="28" creationId="{7A06F78A-A30D-EA99-2E4E-624D76067CB7}"/>
          </ac:graphicFrameMkLst>
        </pc:graphicFrameChg>
      </pc:sldChg>
      <pc:sldChg chg="modSp mod">
        <pc:chgData name="Palit, Tapti" userId="dec6fbcd-7598-406a-8cbf-504d4a3bac15" providerId="ADAL" clId="{65104DF2-1B45-4C36-9E2A-F89658839DCF}" dt="2024-01-29T19:30:57.720" v="24695" actId="14734"/>
        <pc:sldMkLst>
          <pc:docMk/>
          <pc:sldMk cId="2704095549" sldId="1078"/>
        </pc:sldMkLst>
        <pc:graphicFrameChg chg="mod modGraphic">
          <ac:chgData name="Palit, Tapti" userId="dec6fbcd-7598-406a-8cbf-504d4a3bac15" providerId="ADAL" clId="{65104DF2-1B45-4C36-9E2A-F89658839DCF}" dt="2024-01-29T19:30:57.720" v="24695" actId="14734"/>
          <ac:graphicFrameMkLst>
            <pc:docMk/>
            <pc:sldMk cId="2704095549" sldId="1078"/>
            <ac:graphicFrameMk id="28" creationId="{7A06F78A-A30D-EA99-2E4E-624D76067CB7}"/>
          </ac:graphicFrameMkLst>
        </pc:graphicFrameChg>
        <pc:cxnChg chg="mod">
          <ac:chgData name="Palit, Tapti" userId="dec6fbcd-7598-406a-8cbf-504d4a3bac15" providerId="ADAL" clId="{65104DF2-1B45-4C36-9E2A-F89658839DCF}" dt="2024-01-29T19:30:54.298" v="24694" actId="14100"/>
          <ac:cxnSpMkLst>
            <pc:docMk/>
            <pc:sldMk cId="2704095549" sldId="1078"/>
            <ac:cxnSpMk id="16" creationId="{A8382162-7596-D715-7552-7B1A7214FB3D}"/>
          </ac:cxnSpMkLst>
        </pc:cxnChg>
      </pc:sldChg>
      <pc:sldChg chg="modSp mod">
        <pc:chgData name="Palit, Tapti" userId="dec6fbcd-7598-406a-8cbf-504d4a3bac15" providerId="ADAL" clId="{65104DF2-1B45-4C36-9E2A-F89658839DCF}" dt="2024-01-29T19:31:24.376" v="24698" actId="14734"/>
        <pc:sldMkLst>
          <pc:docMk/>
          <pc:sldMk cId="1851296034" sldId="1079"/>
        </pc:sldMkLst>
        <pc:graphicFrameChg chg="modGraphic">
          <ac:chgData name="Palit, Tapti" userId="dec6fbcd-7598-406a-8cbf-504d4a3bac15" providerId="ADAL" clId="{65104DF2-1B45-4C36-9E2A-F89658839DCF}" dt="2024-01-29T19:31:24.376" v="24698" actId="14734"/>
          <ac:graphicFrameMkLst>
            <pc:docMk/>
            <pc:sldMk cId="1851296034" sldId="1079"/>
            <ac:graphicFrameMk id="28" creationId="{7A06F78A-A30D-EA99-2E4E-624D76067CB7}"/>
          </ac:graphicFrameMkLst>
        </pc:graphicFrameChg>
        <pc:cxnChg chg="mod">
          <ac:chgData name="Palit, Tapti" userId="dec6fbcd-7598-406a-8cbf-504d4a3bac15" providerId="ADAL" clId="{65104DF2-1B45-4C36-9E2A-F89658839DCF}" dt="2024-01-29T19:31:21.347" v="24697" actId="14100"/>
          <ac:cxnSpMkLst>
            <pc:docMk/>
            <pc:sldMk cId="1851296034" sldId="1079"/>
            <ac:cxnSpMk id="16" creationId="{A8382162-7596-D715-7552-7B1A7214FB3D}"/>
          </ac:cxnSpMkLst>
        </pc:cxnChg>
      </pc:sldChg>
      <pc:sldChg chg="addSp delSp mod addAnim delAnim modAnim">
        <pc:chgData name="Palit, Tapti" userId="dec6fbcd-7598-406a-8cbf-504d4a3bac15" providerId="ADAL" clId="{65104DF2-1B45-4C36-9E2A-F89658839DCF}" dt="2024-02-06T21:52:49.682" v="28000"/>
        <pc:sldMkLst>
          <pc:docMk/>
          <pc:sldMk cId="2192467322" sldId="1087"/>
        </pc:sldMkLst>
        <pc:picChg chg="add">
          <ac:chgData name="Palit, Tapti" userId="dec6fbcd-7598-406a-8cbf-504d4a3bac15" providerId="ADAL" clId="{65104DF2-1B45-4C36-9E2A-F89658839DCF}" dt="2024-02-06T21:52:47.168" v="27999" actId="22"/>
          <ac:picMkLst>
            <pc:docMk/>
            <pc:sldMk cId="2192467322" sldId="1087"/>
            <ac:picMk id="5" creationId="{6723ACAF-4738-6541-D086-B7F6C06410D6}"/>
          </ac:picMkLst>
        </pc:picChg>
        <pc:picChg chg="add del">
          <ac:chgData name="Palit, Tapti" userId="dec6fbcd-7598-406a-8cbf-504d4a3bac15" providerId="ADAL" clId="{65104DF2-1B45-4C36-9E2A-F89658839DCF}" dt="2024-02-06T21:52:46.823" v="27998" actId="478"/>
          <ac:picMkLst>
            <pc:docMk/>
            <pc:sldMk cId="2192467322" sldId="1087"/>
            <ac:picMk id="6" creationId="{810BA18D-DC5D-C28B-30E5-6A4AF1D1BB53}"/>
          </ac:picMkLst>
        </pc:picChg>
      </pc:sldChg>
      <pc:sldChg chg="modSp mod">
        <pc:chgData name="Palit, Tapti" userId="dec6fbcd-7598-406a-8cbf-504d4a3bac15" providerId="ADAL" clId="{65104DF2-1B45-4C36-9E2A-F89658839DCF}" dt="2024-01-29T19:31:36.428" v="24701" actId="14734"/>
        <pc:sldMkLst>
          <pc:docMk/>
          <pc:sldMk cId="2990312088" sldId="1089"/>
        </pc:sldMkLst>
        <pc:graphicFrameChg chg="modGraphic">
          <ac:chgData name="Palit, Tapti" userId="dec6fbcd-7598-406a-8cbf-504d4a3bac15" providerId="ADAL" clId="{65104DF2-1B45-4C36-9E2A-F89658839DCF}" dt="2024-01-29T19:31:36.428" v="24701" actId="14734"/>
          <ac:graphicFrameMkLst>
            <pc:docMk/>
            <pc:sldMk cId="2990312088" sldId="1089"/>
            <ac:graphicFrameMk id="28" creationId="{7A06F78A-A30D-EA99-2E4E-624D76067CB7}"/>
          </ac:graphicFrameMkLst>
        </pc:graphicFrameChg>
        <pc:cxnChg chg="mod">
          <ac:chgData name="Palit, Tapti" userId="dec6fbcd-7598-406a-8cbf-504d4a3bac15" providerId="ADAL" clId="{65104DF2-1B45-4C36-9E2A-F89658839DCF}" dt="2024-01-29T19:31:33.948" v="24700" actId="14100"/>
          <ac:cxnSpMkLst>
            <pc:docMk/>
            <pc:sldMk cId="2990312088" sldId="1089"/>
            <ac:cxnSpMk id="16" creationId="{A8382162-7596-D715-7552-7B1A7214FB3D}"/>
          </ac:cxnSpMkLst>
        </pc:cxnChg>
      </pc:sldChg>
      <pc:sldChg chg="modSp mod">
        <pc:chgData name="Palit, Tapti" userId="dec6fbcd-7598-406a-8cbf-504d4a3bac15" providerId="ADAL" clId="{65104DF2-1B45-4C36-9E2A-F89658839DCF}" dt="2024-01-29T19:33:21.558" v="24822" actId="20577"/>
        <pc:sldMkLst>
          <pc:docMk/>
          <pc:sldMk cId="3015977904" sldId="1094"/>
        </pc:sldMkLst>
        <pc:spChg chg="mod">
          <ac:chgData name="Palit, Tapti" userId="dec6fbcd-7598-406a-8cbf-504d4a3bac15" providerId="ADAL" clId="{65104DF2-1B45-4C36-9E2A-F89658839DCF}" dt="2024-01-29T19:33:21.558" v="24822" actId="20577"/>
          <ac:spMkLst>
            <pc:docMk/>
            <pc:sldMk cId="3015977904" sldId="1094"/>
            <ac:spMk id="3" creationId="{8F1EE9CA-6180-F533-C45C-1CDA916DA4BE}"/>
          </ac:spMkLst>
        </pc:spChg>
      </pc:sldChg>
      <pc:sldChg chg="addSp delSp modSp mod modAnim">
        <pc:chgData name="Palit, Tapti" userId="dec6fbcd-7598-406a-8cbf-504d4a3bac15" providerId="ADAL" clId="{65104DF2-1B45-4C36-9E2A-F89658839DCF}" dt="2024-02-06T20:02:26.546" v="26906" actId="1076"/>
        <pc:sldMkLst>
          <pc:docMk/>
          <pc:sldMk cId="3972812291" sldId="1099"/>
        </pc:sldMkLst>
        <pc:spChg chg="mod">
          <ac:chgData name="Palit, Tapti" userId="dec6fbcd-7598-406a-8cbf-504d4a3bac15" providerId="ADAL" clId="{65104DF2-1B45-4C36-9E2A-F89658839DCF}" dt="2024-02-06T19:24:00.761" v="26606"/>
          <ac:spMkLst>
            <pc:docMk/>
            <pc:sldMk cId="3972812291" sldId="1099"/>
            <ac:spMk id="2" creationId="{DF11CC87-4AAD-3012-5E40-5FE127F284B9}"/>
          </ac:spMkLst>
        </pc:spChg>
        <pc:spChg chg="mod">
          <ac:chgData name="Palit, Tapti" userId="dec6fbcd-7598-406a-8cbf-504d4a3bac15" providerId="ADAL" clId="{65104DF2-1B45-4C36-9E2A-F89658839DCF}" dt="2024-02-06T19:24:03.415" v="26607" actId="5793"/>
          <ac:spMkLst>
            <pc:docMk/>
            <pc:sldMk cId="3972812291" sldId="1099"/>
            <ac:spMk id="3" creationId="{F864FEFB-02CD-3530-1407-456878CB7C5C}"/>
          </ac:spMkLst>
        </pc:spChg>
        <pc:spChg chg="del">
          <ac:chgData name="Palit, Tapti" userId="dec6fbcd-7598-406a-8cbf-504d4a3bac15" providerId="ADAL" clId="{65104DF2-1B45-4C36-9E2A-F89658839DCF}" dt="2024-02-06T19:24:15.889" v="26608" actId="478"/>
          <ac:spMkLst>
            <pc:docMk/>
            <pc:sldMk cId="3972812291" sldId="1099"/>
            <ac:spMk id="5" creationId="{C5093DFA-0D1D-D5EF-5BC7-A52F3689FA96}"/>
          </ac:spMkLst>
        </pc:spChg>
        <pc:spChg chg="mod">
          <ac:chgData name="Palit, Tapti" userId="dec6fbcd-7598-406a-8cbf-504d4a3bac15" providerId="ADAL" clId="{65104DF2-1B45-4C36-9E2A-F89658839DCF}" dt="2024-02-06T20:02:15.085" v="26904" actId="1076"/>
          <ac:spMkLst>
            <pc:docMk/>
            <pc:sldMk cId="3972812291" sldId="1099"/>
            <ac:spMk id="7" creationId="{B3B0A36C-3E16-9C19-79CA-1ED4F1B7D97A}"/>
          </ac:spMkLst>
        </pc:spChg>
        <pc:spChg chg="mod">
          <ac:chgData name="Palit, Tapti" userId="dec6fbcd-7598-406a-8cbf-504d4a3bac15" providerId="ADAL" clId="{65104DF2-1B45-4C36-9E2A-F89658839DCF}" dt="2024-02-06T20:02:15.085" v="26904" actId="1076"/>
          <ac:spMkLst>
            <pc:docMk/>
            <pc:sldMk cId="3972812291" sldId="1099"/>
            <ac:spMk id="8" creationId="{FEE9A8B3-EC1C-C93F-321B-2431AB56C88A}"/>
          </ac:spMkLst>
        </pc:spChg>
        <pc:spChg chg="mod">
          <ac:chgData name="Palit, Tapti" userId="dec6fbcd-7598-406a-8cbf-504d4a3bac15" providerId="ADAL" clId="{65104DF2-1B45-4C36-9E2A-F89658839DCF}" dt="2024-02-06T20:02:15.085" v="26904" actId="1076"/>
          <ac:spMkLst>
            <pc:docMk/>
            <pc:sldMk cId="3972812291" sldId="1099"/>
            <ac:spMk id="9" creationId="{5BDC5A0C-1760-6E31-3EE8-83E42BABA1ED}"/>
          </ac:spMkLst>
        </pc:spChg>
        <pc:spChg chg="mod">
          <ac:chgData name="Palit, Tapti" userId="dec6fbcd-7598-406a-8cbf-504d4a3bac15" providerId="ADAL" clId="{65104DF2-1B45-4C36-9E2A-F89658839DCF}" dt="2024-02-06T20:02:15.085" v="26904" actId="1076"/>
          <ac:spMkLst>
            <pc:docMk/>
            <pc:sldMk cId="3972812291" sldId="1099"/>
            <ac:spMk id="10" creationId="{FB094938-1935-AB92-21A0-9F81025EFC38}"/>
          </ac:spMkLst>
        </pc:spChg>
        <pc:spChg chg="mod">
          <ac:chgData name="Palit, Tapti" userId="dec6fbcd-7598-406a-8cbf-504d4a3bac15" providerId="ADAL" clId="{65104DF2-1B45-4C36-9E2A-F89658839DCF}" dt="2024-02-06T20:02:15.085" v="26904" actId="1076"/>
          <ac:spMkLst>
            <pc:docMk/>
            <pc:sldMk cId="3972812291" sldId="1099"/>
            <ac:spMk id="12" creationId="{A0DDA5C8-50FB-DC2A-DD9C-8C03D4B036D6}"/>
          </ac:spMkLst>
        </pc:spChg>
        <pc:spChg chg="mod">
          <ac:chgData name="Palit, Tapti" userId="dec6fbcd-7598-406a-8cbf-504d4a3bac15" providerId="ADAL" clId="{65104DF2-1B45-4C36-9E2A-F89658839DCF}" dt="2024-02-06T20:02:26.546" v="26906" actId="1076"/>
          <ac:spMkLst>
            <pc:docMk/>
            <pc:sldMk cId="3972812291" sldId="1099"/>
            <ac:spMk id="13" creationId="{658CAE95-D470-44CC-B302-AAED154147AE}"/>
          </ac:spMkLst>
        </pc:spChg>
        <pc:spChg chg="mod">
          <ac:chgData name="Palit, Tapti" userId="dec6fbcd-7598-406a-8cbf-504d4a3bac15" providerId="ADAL" clId="{65104DF2-1B45-4C36-9E2A-F89658839DCF}" dt="2024-02-06T20:02:15.085" v="26904" actId="1076"/>
          <ac:spMkLst>
            <pc:docMk/>
            <pc:sldMk cId="3972812291" sldId="1099"/>
            <ac:spMk id="14" creationId="{ABC8FD5E-61C0-1FA5-25BB-436ACCB2377E}"/>
          </ac:spMkLst>
        </pc:spChg>
        <pc:spChg chg="mod">
          <ac:chgData name="Palit, Tapti" userId="dec6fbcd-7598-406a-8cbf-504d4a3bac15" providerId="ADAL" clId="{65104DF2-1B45-4C36-9E2A-F89658839DCF}" dt="2024-02-06T20:02:15.085" v="26904" actId="1076"/>
          <ac:spMkLst>
            <pc:docMk/>
            <pc:sldMk cId="3972812291" sldId="1099"/>
            <ac:spMk id="15" creationId="{9200CB21-6C93-F35E-02C8-A5C85AADD2BC}"/>
          </ac:spMkLst>
        </pc:spChg>
        <pc:spChg chg="del">
          <ac:chgData name="Palit, Tapti" userId="dec6fbcd-7598-406a-8cbf-504d4a3bac15" providerId="ADAL" clId="{65104DF2-1B45-4C36-9E2A-F89658839DCF}" dt="2024-02-06T19:24:15.889" v="26608" actId="478"/>
          <ac:spMkLst>
            <pc:docMk/>
            <pc:sldMk cId="3972812291" sldId="1099"/>
            <ac:spMk id="17" creationId="{44BF2813-A3B5-B3E7-51DF-4243D38A3C57}"/>
          </ac:spMkLst>
        </pc:spChg>
        <pc:spChg chg="mod">
          <ac:chgData name="Palit, Tapti" userId="dec6fbcd-7598-406a-8cbf-504d4a3bac15" providerId="ADAL" clId="{65104DF2-1B45-4C36-9E2A-F89658839DCF}" dt="2024-02-06T20:02:15.085" v="26904" actId="1076"/>
          <ac:spMkLst>
            <pc:docMk/>
            <pc:sldMk cId="3972812291" sldId="1099"/>
            <ac:spMk id="18" creationId="{108EB59D-7EC9-040B-DC4E-2DA0963EB634}"/>
          </ac:spMkLst>
        </pc:spChg>
        <pc:spChg chg="add del mod">
          <ac:chgData name="Palit, Tapti" userId="dec6fbcd-7598-406a-8cbf-504d4a3bac15" providerId="ADAL" clId="{65104DF2-1B45-4C36-9E2A-F89658839DCF}" dt="2024-02-06T19:55:20.124" v="26839" actId="478"/>
          <ac:spMkLst>
            <pc:docMk/>
            <pc:sldMk cId="3972812291" sldId="1099"/>
            <ac:spMk id="21" creationId="{27FB85C9-E2C8-D89D-5770-B9C9A005038A}"/>
          </ac:spMkLst>
        </pc:spChg>
        <pc:spChg chg="add del mod">
          <ac:chgData name="Palit, Tapti" userId="dec6fbcd-7598-406a-8cbf-504d4a3bac15" providerId="ADAL" clId="{65104DF2-1B45-4C36-9E2A-F89658839DCF}" dt="2024-02-06T19:55:20.124" v="26839" actId="478"/>
          <ac:spMkLst>
            <pc:docMk/>
            <pc:sldMk cId="3972812291" sldId="1099"/>
            <ac:spMk id="22" creationId="{56E81B9C-337C-1281-F3C0-12A6EE904733}"/>
          </ac:spMkLst>
        </pc:spChg>
        <pc:spChg chg="add mod">
          <ac:chgData name="Palit, Tapti" userId="dec6fbcd-7598-406a-8cbf-504d4a3bac15" providerId="ADAL" clId="{65104DF2-1B45-4C36-9E2A-F89658839DCF}" dt="2024-02-06T19:55:33.635" v="26843"/>
          <ac:spMkLst>
            <pc:docMk/>
            <pc:sldMk cId="3972812291" sldId="1099"/>
            <ac:spMk id="25" creationId="{95C2AE74-F355-08AD-A0B9-038AF6C97DF3}"/>
          </ac:spMkLst>
        </pc:spChg>
        <pc:spChg chg="add mod">
          <ac:chgData name="Palit, Tapti" userId="dec6fbcd-7598-406a-8cbf-504d4a3bac15" providerId="ADAL" clId="{65104DF2-1B45-4C36-9E2A-F89658839DCF}" dt="2024-02-06T19:55:33.635" v="26843"/>
          <ac:spMkLst>
            <pc:docMk/>
            <pc:sldMk cId="3972812291" sldId="1099"/>
            <ac:spMk id="26" creationId="{D3DB73F6-6062-0AB1-F1E4-ED0434DC3033}"/>
          </ac:spMkLst>
        </pc:spChg>
        <pc:grpChg chg="mod">
          <ac:chgData name="Palit, Tapti" userId="dec6fbcd-7598-406a-8cbf-504d4a3bac15" providerId="ADAL" clId="{65104DF2-1B45-4C36-9E2A-F89658839DCF}" dt="2024-02-06T20:02:15.085" v="26904" actId="1076"/>
          <ac:grpSpMkLst>
            <pc:docMk/>
            <pc:sldMk cId="3972812291" sldId="1099"/>
            <ac:grpSpMk id="11" creationId="{090561B4-08BE-D9D9-C676-890896DE911B}"/>
          </ac:grpSpMkLst>
        </pc:grpChg>
        <pc:grpChg chg="mod">
          <ac:chgData name="Palit, Tapti" userId="dec6fbcd-7598-406a-8cbf-504d4a3bac15" providerId="ADAL" clId="{65104DF2-1B45-4C36-9E2A-F89658839DCF}" dt="2024-02-06T20:02:15.085" v="26904" actId="1076"/>
          <ac:grpSpMkLst>
            <pc:docMk/>
            <pc:sldMk cId="3972812291" sldId="1099"/>
            <ac:grpSpMk id="16" creationId="{B9862B4B-6F6D-42F6-65DD-02EFECEDC0AD}"/>
          </ac:grpSpMkLst>
        </pc:grpChg>
        <pc:picChg chg="del">
          <ac:chgData name="Palit, Tapti" userId="dec6fbcd-7598-406a-8cbf-504d4a3bac15" providerId="ADAL" clId="{65104DF2-1B45-4C36-9E2A-F89658839DCF}" dt="2024-02-06T19:24:15.889" v="26608" actId="478"/>
          <ac:picMkLst>
            <pc:docMk/>
            <pc:sldMk cId="3972812291" sldId="1099"/>
            <ac:picMk id="6" creationId="{2C64309F-5B6E-D150-ED3C-F4D779E48D86}"/>
          </ac:picMkLst>
        </pc:picChg>
        <pc:picChg chg="add del mod">
          <ac:chgData name="Palit, Tapti" userId="dec6fbcd-7598-406a-8cbf-504d4a3bac15" providerId="ADAL" clId="{65104DF2-1B45-4C36-9E2A-F89658839DCF}" dt="2024-02-06T19:55:20.124" v="26839" actId="478"/>
          <ac:picMkLst>
            <pc:docMk/>
            <pc:sldMk cId="3972812291" sldId="1099"/>
            <ac:picMk id="19" creationId="{B6D31D77-D098-E03A-B3AB-C4BB9DE7A1F2}"/>
          </ac:picMkLst>
        </pc:picChg>
        <pc:picChg chg="add del mod">
          <ac:chgData name="Palit, Tapti" userId="dec6fbcd-7598-406a-8cbf-504d4a3bac15" providerId="ADAL" clId="{65104DF2-1B45-4C36-9E2A-F89658839DCF}" dt="2024-02-06T19:55:20.124" v="26839" actId="478"/>
          <ac:picMkLst>
            <pc:docMk/>
            <pc:sldMk cId="3972812291" sldId="1099"/>
            <ac:picMk id="20" creationId="{1DCF23B9-FAC0-595D-ECDE-EC0EA4D7439D}"/>
          </ac:picMkLst>
        </pc:picChg>
        <pc:picChg chg="add mod">
          <ac:chgData name="Palit, Tapti" userId="dec6fbcd-7598-406a-8cbf-504d4a3bac15" providerId="ADAL" clId="{65104DF2-1B45-4C36-9E2A-F89658839DCF}" dt="2024-02-06T19:55:33.635" v="26843"/>
          <ac:picMkLst>
            <pc:docMk/>
            <pc:sldMk cId="3972812291" sldId="1099"/>
            <ac:picMk id="23" creationId="{B3A41F38-AEC2-593F-9C1F-C97AFAAC1C0C}"/>
          </ac:picMkLst>
        </pc:picChg>
        <pc:picChg chg="add mod">
          <ac:chgData name="Palit, Tapti" userId="dec6fbcd-7598-406a-8cbf-504d4a3bac15" providerId="ADAL" clId="{65104DF2-1B45-4C36-9E2A-F89658839DCF}" dt="2024-02-06T19:55:33.635" v="26843"/>
          <ac:picMkLst>
            <pc:docMk/>
            <pc:sldMk cId="3972812291" sldId="1099"/>
            <ac:picMk id="24" creationId="{C2937EB1-F7F3-3304-34D2-8CDA263416B0}"/>
          </ac:picMkLst>
        </pc:picChg>
        <pc:picChg chg="del">
          <ac:chgData name="Palit, Tapti" userId="dec6fbcd-7598-406a-8cbf-504d4a3bac15" providerId="ADAL" clId="{65104DF2-1B45-4C36-9E2A-F89658839DCF}" dt="2024-02-06T19:24:15.889" v="26608" actId="478"/>
          <ac:picMkLst>
            <pc:docMk/>
            <pc:sldMk cId="3972812291" sldId="1099"/>
            <ac:picMk id="4098" creationId="{92C4798C-820F-CB9D-95B7-B09FFE4F0500}"/>
          </ac:picMkLst>
        </pc:picChg>
        <pc:picChg chg="mod">
          <ac:chgData name="Palit, Tapti" userId="dec6fbcd-7598-406a-8cbf-504d4a3bac15" providerId="ADAL" clId="{65104DF2-1B45-4C36-9E2A-F89658839DCF}" dt="2024-02-06T20:02:15.085" v="26904" actId="1076"/>
          <ac:picMkLst>
            <pc:docMk/>
            <pc:sldMk cId="3972812291" sldId="1099"/>
            <ac:picMk id="10242" creationId="{585E0853-440D-3289-5359-0D9638544E82}"/>
          </ac:picMkLst>
        </pc:picChg>
      </pc:sldChg>
      <pc:sldChg chg="modSp mod">
        <pc:chgData name="Palit, Tapti" userId="dec6fbcd-7598-406a-8cbf-504d4a3bac15" providerId="ADAL" clId="{65104DF2-1B45-4C36-9E2A-F89658839DCF}" dt="2024-01-29T18:35:49.945" v="24463" actId="20577"/>
        <pc:sldMkLst>
          <pc:docMk/>
          <pc:sldMk cId="508198956" sldId="1103"/>
        </pc:sldMkLst>
        <pc:spChg chg="mod">
          <ac:chgData name="Palit, Tapti" userId="dec6fbcd-7598-406a-8cbf-504d4a3bac15" providerId="ADAL" clId="{65104DF2-1B45-4C36-9E2A-F89658839DCF}" dt="2024-01-29T18:35:49.945" v="24463" actId="20577"/>
          <ac:spMkLst>
            <pc:docMk/>
            <pc:sldMk cId="508198956" sldId="1103"/>
            <ac:spMk id="2" creationId="{C3623B5E-743A-7F7A-8B18-5CA4CA7B413E}"/>
          </ac:spMkLst>
        </pc:spChg>
      </pc:sldChg>
      <pc:sldChg chg="modNotesTx">
        <pc:chgData name="Palit, Tapti" userId="dec6fbcd-7598-406a-8cbf-504d4a3bac15" providerId="ADAL" clId="{65104DF2-1B45-4C36-9E2A-F89658839DCF}" dt="2024-01-29T19:32:12.834" v="24705" actId="20577"/>
        <pc:sldMkLst>
          <pc:docMk/>
          <pc:sldMk cId="1877975122" sldId="1104"/>
        </pc:sldMkLst>
      </pc:sldChg>
      <pc:sldChg chg="delSp mod">
        <pc:chgData name="Palit, Tapti" userId="dec6fbcd-7598-406a-8cbf-504d4a3bac15" providerId="ADAL" clId="{65104DF2-1B45-4C36-9E2A-F89658839DCF}" dt="2024-01-29T19:31:54.394" v="24702" actId="478"/>
        <pc:sldMkLst>
          <pc:docMk/>
          <pc:sldMk cId="1121300100" sldId="1105"/>
        </pc:sldMkLst>
        <pc:spChg chg="del">
          <ac:chgData name="Palit, Tapti" userId="dec6fbcd-7598-406a-8cbf-504d4a3bac15" providerId="ADAL" clId="{65104DF2-1B45-4C36-9E2A-F89658839DCF}" dt="2024-01-29T19:31:54.394" v="24702" actId="478"/>
          <ac:spMkLst>
            <pc:docMk/>
            <pc:sldMk cId="1121300100" sldId="1105"/>
            <ac:spMk id="3" creationId="{CF3B4516-3BB3-EAA2-719D-201C5FF11CA0}"/>
          </ac:spMkLst>
        </pc:spChg>
      </pc:sldChg>
      <pc:sldChg chg="modNotesTx">
        <pc:chgData name="Palit, Tapti" userId="dec6fbcd-7598-406a-8cbf-504d4a3bac15" providerId="ADAL" clId="{65104DF2-1B45-4C36-9E2A-F89658839DCF}" dt="2024-02-06T19:14:10.152" v="26554" actId="20577"/>
        <pc:sldMkLst>
          <pc:docMk/>
          <pc:sldMk cId="277670777" sldId="1110"/>
        </pc:sldMkLst>
      </pc:sldChg>
      <pc:sldChg chg="addSp modSp mod modNotesTx">
        <pc:chgData name="Palit, Tapti" userId="dec6fbcd-7598-406a-8cbf-504d4a3bac15" providerId="ADAL" clId="{65104DF2-1B45-4C36-9E2A-F89658839DCF}" dt="2024-02-06T18:41:32.852" v="26263" actId="113"/>
        <pc:sldMkLst>
          <pc:docMk/>
          <pc:sldMk cId="152220018" sldId="1115"/>
        </pc:sldMkLst>
        <pc:spChg chg="mod">
          <ac:chgData name="Palit, Tapti" userId="dec6fbcd-7598-406a-8cbf-504d4a3bac15" providerId="ADAL" clId="{65104DF2-1B45-4C36-9E2A-F89658839DCF}" dt="2024-02-06T17:42:16.205" v="25728" actId="1076"/>
          <ac:spMkLst>
            <pc:docMk/>
            <pc:sldMk cId="152220018" sldId="1115"/>
            <ac:spMk id="5" creationId="{B6A5DFA7-15D4-5DE4-04DA-733642AAD6B2}"/>
          </ac:spMkLst>
        </pc:spChg>
        <pc:spChg chg="add mod">
          <ac:chgData name="Palit, Tapti" userId="dec6fbcd-7598-406a-8cbf-504d4a3bac15" providerId="ADAL" clId="{65104DF2-1B45-4C36-9E2A-F89658839DCF}" dt="2024-01-29T18:33:29.731" v="24361"/>
          <ac:spMkLst>
            <pc:docMk/>
            <pc:sldMk cId="152220018" sldId="1115"/>
            <ac:spMk id="6" creationId="{EB1B7746-976D-D064-B720-BE3AB97E4142}"/>
          </ac:spMkLst>
        </pc:spChg>
        <pc:graphicFrameChg chg="mod">
          <ac:chgData name="Palit, Tapti" userId="dec6fbcd-7598-406a-8cbf-504d4a3bac15" providerId="ADAL" clId="{65104DF2-1B45-4C36-9E2A-F89658839DCF}" dt="2024-02-06T17:39:47.105" v="25686" actId="1957"/>
          <ac:graphicFrameMkLst>
            <pc:docMk/>
            <pc:sldMk cId="152220018" sldId="1115"/>
            <ac:graphicFrameMk id="13" creationId="{8AD63073-F432-BE5C-FFCC-6F13270A901F}"/>
          </ac:graphicFrameMkLst>
        </pc:graphicFrameChg>
      </pc:sldChg>
      <pc:sldChg chg="delSp mod">
        <pc:chgData name="Palit, Tapti" userId="dec6fbcd-7598-406a-8cbf-504d4a3bac15" providerId="ADAL" clId="{65104DF2-1B45-4C36-9E2A-F89658839DCF}" dt="2024-01-29T19:31:57.533" v="24703" actId="478"/>
        <pc:sldMkLst>
          <pc:docMk/>
          <pc:sldMk cId="101936852" sldId="1116"/>
        </pc:sldMkLst>
        <pc:spChg chg="del">
          <ac:chgData name="Palit, Tapti" userId="dec6fbcd-7598-406a-8cbf-504d4a3bac15" providerId="ADAL" clId="{65104DF2-1B45-4C36-9E2A-F89658839DCF}" dt="2024-01-29T19:31:57.533" v="24703" actId="478"/>
          <ac:spMkLst>
            <pc:docMk/>
            <pc:sldMk cId="101936852" sldId="1116"/>
            <ac:spMk id="3" creationId="{CF3B4516-3BB3-EAA2-719D-201C5FF11CA0}"/>
          </ac:spMkLst>
        </pc:spChg>
      </pc:sldChg>
      <pc:sldChg chg="modNotesTx">
        <pc:chgData name="Palit, Tapti" userId="dec6fbcd-7598-406a-8cbf-504d4a3bac15" providerId="ADAL" clId="{65104DF2-1B45-4C36-9E2A-F89658839DCF}" dt="2024-02-06T18:35:50.011" v="26082" actId="20577"/>
        <pc:sldMkLst>
          <pc:docMk/>
          <pc:sldMk cId="2732538138" sldId="1121"/>
        </pc:sldMkLst>
      </pc:sldChg>
      <pc:sldChg chg="modSp add mod modNotesTx">
        <pc:chgData name="Palit, Tapti" userId="dec6fbcd-7598-406a-8cbf-504d4a3bac15" providerId="ADAL" clId="{65104DF2-1B45-4C36-9E2A-F89658839DCF}" dt="2024-01-29T19:38:34.355" v="25444" actId="20577"/>
        <pc:sldMkLst>
          <pc:docMk/>
          <pc:sldMk cId="1400518434" sldId="1123"/>
        </pc:sldMkLst>
        <pc:spChg chg="mod">
          <ac:chgData name="Palit, Tapti" userId="dec6fbcd-7598-406a-8cbf-504d4a3bac15" providerId="ADAL" clId="{65104DF2-1B45-4C36-9E2A-F89658839DCF}" dt="2024-01-29T19:38:05.180" v="25286" actId="5793"/>
          <ac:spMkLst>
            <pc:docMk/>
            <pc:sldMk cId="1400518434" sldId="1123"/>
            <ac:spMk id="5" creationId="{A809105A-C2EA-9CC2-1FCC-8EE4E7A6FB1E}"/>
          </ac:spMkLst>
        </pc:spChg>
      </pc:sldChg>
      <pc:sldChg chg="addCm">
        <pc:chgData name="Palit, Tapti" userId="dec6fbcd-7598-406a-8cbf-504d4a3bac15" providerId="ADAL" clId="{65104DF2-1B45-4C36-9E2A-F89658839DCF}" dt="2024-02-06T20:55:22.862" v="27892"/>
        <pc:sldMkLst>
          <pc:docMk/>
          <pc:sldMk cId="2109658825" sldId="1124"/>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6T20:55:22.862" v="27892"/>
              <pc2:cmMkLst xmlns:pc2="http://schemas.microsoft.com/office/powerpoint/2019/9/main/command">
                <pc:docMk/>
                <pc:sldMk cId="2109658825" sldId="1124"/>
                <pc2:cmMk id="{6069BD6B-1F9B-4C6A-8D1B-876DF4033548}"/>
              </pc2:cmMkLst>
            </pc226:cmChg>
          </p:ext>
        </pc:extLst>
      </pc:sldChg>
      <pc:sldChg chg="modSp mod">
        <pc:chgData name="Palit, Tapti" userId="dec6fbcd-7598-406a-8cbf-504d4a3bac15" providerId="ADAL" clId="{65104DF2-1B45-4C36-9E2A-F89658839DCF}" dt="2024-02-06T18:23:00.432" v="25905" actId="20577"/>
        <pc:sldMkLst>
          <pc:docMk/>
          <pc:sldMk cId="1907210277" sldId="1126"/>
        </pc:sldMkLst>
        <pc:spChg chg="mod">
          <ac:chgData name="Palit, Tapti" userId="dec6fbcd-7598-406a-8cbf-504d4a3bac15" providerId="ADAL" clId="{65104DF2-1B45-4C36-9E2A-F89658839DCF}" dt="2024-02-06T18:23:00.432" v="25905" actId="20577"/>
          <ac:spMkLst>
            <pc:docMk/>
            <pc:sldMk cId="1907210277" sldId="1126"/>
            <ac:spMk id="15" creationId="{632CDA17-2240-B34F-44F8-5573404E1E94}"/>
          </ac:spMkLst>
        </pc:spChg>
      </pc:sldChg>
      <pc:sldChg chg="modSp mod">
        <pc:chgData name="Palit, Tapti" userId="dec6fbcd-7598-406a-8cbf-504d4a3bac15" providerId="ADAL" clId="{65104DF2-1B45-4C36-9E2A-F89658839DCF}" dt="2024-02-06T18:23:11.870" v="25917" actId="20577"/>
        <pc:sldMkLst>
          <pc:docMk/>
          <pc:sldMk cId="1372902057" sldId="1129"/>
        </pc:sldMkLst>
        <pc:spChg chg="mod">
          <ac:chgData name="Palit, Tapti" userId="dec6fbcd-7598-406a-8cbf-504d4a3bac15" providerId="ADAL" clId="{65104DF2-1B45-4C36-9E2A-F89658839DCF}" dt="2024-02-06T18:23:11.870" v="25917" actId="20577"/>
          <ac:spMkLst>
            <pc:docMk/>
            <pc:sldMk cId="1372902057" sldId="1129"/>
            <ac:spMk id="15" creationId="{632CDA17-2240-B34F-44F8-5573404E1E94}"/>
          </ac:spMkLst>
        </pc:spChg>
      </pc:sldChg>
      <pc:sldChg chg="modSp mod">
        <pc:chgData name="Palit, Tapti" userId="dec6fbcd-7598-406a-8cbf-504d4a3bac15" providerId="ADAL" clId="{65104DF2-1B45-4C36-9E2A-F89658839DCF}" dt="2024-02-06T18:23:16.018" v="25921" actId="20577"/>
        <pc:sldMkLst>
          <pc:docMk/>
          <pc:sldMk cId="1250971762" sldId="1130"/>
        </pc:sldMkLst>
        <pc:spChg chg="mod">
          <ac:chgData name="Palit, Tapti" userId="dec6fbcd-7598-406a-8cbf-504d4a3bac15" providerId="ADAL" clId="{65104DF2-1B45-4C36-9E2A-F89658839DCF}" dt="2024-02-06T18:23:16.018" v="25921" actId="20577"/>
          <ac:spMkLst>
            <pc:docMk/>
            <pc:sldMk cId="1250971762" sldId="1130"/>
            <ac:spMk id="15" creationId="{632CDA17-2240-B34F-44F8-5573404E1E94}"/>
          </ac:spMkLst>
        </pc:spChg>
      </pc:sldChg>
      <pc:sldChg chg="modSp mod">
        <pc:chgData name="Palit, Tapti" userId="dec6fbcd-7598-406a-8cbf-504d4a3bac15" providerId="ADAL" clId="{65104DF2-1B45-4C36-9E2A-F89658839DCF}" dt="2024-02-06T18:23:04.281" v="25909" actId="20577"/>
        <pc:sldMkLst>
          <pc:docMk/>
          <pc:sldMk cId="2179722726" sldId="1131"/>
        </pc:sldMkLst>
        <pc:spChg chg="mod">
          <ac:chgData name="Palit, Tapti" userId="dec6fbcd-7598-406a-8cbf-504d4a3bac15" providerId="ADAL" clId="{65104DF2-1B45-4C36-9E2A-F89658839DCF}" dt="2024-02-06T18:23:04.281" v="25909" actId="20577"/>
          <ac:spMkLst>
            <pc:docMk/>
            <pc:sldMk cId="2179722726" sldId="1131"/>
            <ac:spMk id="15" creationId="{632CDA17-2240-B34F-44F8-5573404E1E94}"/>
          </ac:spMkLst>
        </pc:spChg>
      </pc:sldChg>
      <pc:sldChg chg="modSp mod">
        <pc:chgData name="Palit, Tapti" userId="dec6fbcd-7598-406a-8cbf-504d4a3bac15" providerId="ADAL" clId="{65104DF2-1B45-4C36-9E2A-F89658839DCF}" dt="2024-02-06T18:23:08.276" v="25913" actId="20577"/>
        <pc:sldMkLst>
          <pc:docMk/>
          <pc:sldMk cId="1693193192" sldId="1132"/>
        </pc:sldMkLst>
        <pc:spChg chg="mod">
          <ac:chgData name="Palit, Tapti" userId="dec6fbcd-7598-406a-8cbf-504d4a3bac15" providerId="ADAL" clId="{65104DF2-1B45-4C36-9E2A-F89658839DCF}" dt="2024-02-06T18:23:08.276" v="25913" actId="20577"/>
          <ac:spMkLst>
            <pc:docMk/>
            <pc:sldMk cId="1693193192" sldId="1132"/>
            <ac:spMk id="15" creationId="{632CDA17-2240-B34F-44F8-5573404E1E94}"/>
          </ac:spMkLst>
        </pc:spChg>
      </pc:sldChg>
      <pc:sldChg chg="modSp mod">
        <pc:chgData name="Palit, Tapti" userId="dec6fbcd-7598-406a-8cbf-504d4a3bac15" providerId="ADAL" clId="{65104DF2-1B45-4C36-9E2A-F89658839DCF}" dt="2024-02-06T18:43:39.004" v="26283" actId="1076"/>
        <pc:sldMkLst>
          <pc:docMk/>
          <pc:sldMk cId="2804400997" sldId="1139"/>
        </pc:sldMkLst>
        <pc:spChg chg="mod">
          <ac:chgData name="Palit, Tapti" userId="dec6fbcd-7598-406a-8cbf-504d4a3bac15" providerId="ADAL" clId="{65104DF2-1B45-4C36-9E2A-F89658839DCF}" dt="2024-02-06T18:43:39.004" v="26283" actId="1076"/>
          <ac:spMkLst>
            <pc:docMk/>
            <pc:sldMk cId="2804400997" sldId="1139"/>
            <ac:spMk id="8" creationId="{404E5D02-C7BD-7A9F-A969-6D8A6F25DF86}"/>
          </ac:spMkLst>
        </pc:spChg>
        <pc:spChg chg="mod">
          <ac:chgData name="Palit, Tapti" userId="dec6fbcd-7598-406a-8cbf-504d4a3bac15" providerId="ADAL" clId="{65104DF2-1B45-4C36-9E2A-F89658839DCF}" dt="2024-02-06T18:43:39.004" v="26283" actId="1076"/>
          <ac:spMkLst>
            <pc:docMk/>
            <pc:sldMk cId="2804400997" sldId="1139"/>
            <ac:spMk id="9" creationId="{FE3FA576-1359-7D36-4784-CB570FB70315}"/>
          </ac:spMkLst>
        </pc:spChg>
        <pc:spChg chg="mod">
          <ac:chgData name="Palit, Tapti" userId="dec6fbcd-7598-406a-8cbf-504d4a3bac15" providerId="ADAL" clId="{65104DF2-1B45-4C36-9E2A-F89658839DCF}" dt="2024-02-06T18:43:39.004" v="26283" actId="1076"/>
          <ac:spMkLst>
            <pc:docMk/>
            <pc:sldMk cId="2804400997" sldId="1139"/>
            <ac:spMk id="12" creationId="{F6E21CA4-58ED-AF98-B091-9861E6D3D3BD}"/>
          </ac:spMkLst>
        </pc:spChg>
        <pc:spChg chg="mod">
          <ac:chgData name="Palit, Tapti" userId="dec6fbcd-7598-406a-8cbf-504d4a3bac15" providerId="ADAL" clId="{65104DF2-1B45-4C36-9E2A-F89658839DCF}" dt="2024-02-06T18:43:39.004" v="26283" actId="1076"/>
          <ac:spMkLst>
            <pc:docMk/>
            <pc:sldMk cId="2804400997" sldId="1139"/>
            <ac:spMk id="13" creationId="{8A8FBFCB-C472-E694-87DD-57F89928D45A}"/>
          </ac:spMkLst>
        </pc:spChg>
        <pc:spChg chg="mod">
          <ac:chgData name="Palit, Tapti" userId="dec6fbcd-7598-406a-8cbf-504d4a3bac15" providerId="ADAL" clId="{65104DF2-1B45-4C36-9E2A-F89658839DCF}" dt="2024-02-06T18:43:39.004" v="26283" actId="1076"/>
          <ac:spMkLst>
            <pc:docMk/>
            <pc:sldMk cId="2804400997" sldId="1139"/>
            <ac:spMk id="15" creationId="{36EBB0D3-5286-277D-70E5-AFC358232F98}"/>
          </ac:spMkLst>
        </pc:spChg>
        <pc:spChg chg="mod">
          <ac:chgData name="Palit, Tapti" userId="dec6fbcd-7598-406a-8cbf-504d4a3bac15" providerId="ADAL" clId="{65104DF2-1B45-4C36-9E2A-F89658839DCF}" dt="2024-02-06T18:43:39.004" v="26283" actId="1076"/>
          <ac:spMkLst>
            <pc:docMk/>
            <pc:sldMk cId="2804400997" sldId="1139"/>
            <ac:spMk id="16" creationId="{2A187A53-E5C6-EB07-ACF3-393CD3D4AEDA}"/>
          </ac:spMkLst>
        </pc:spChg>
        <pc:spChg chg="mod">
          <ac:chgData name="Palit, Tapti" userId="dec6fbcd-7598-406a-8cbf-504d4a3bac15" providerId="ADAL" clId="{65104DF2-1B45-4C36-9E2A-F89658839DCF}" dt="2024-02-06T18:42:18.748" v="26265" actId="1076"/>
          <ac:spMkLst>
            <pc:docMk/>
            <pc:sldMk cId="2804400997" sldId="1139"/>
            <ac:spMk id="22" creationId="{DFBAB18B-B695-F26B-3911-D08F72DB2AC1}"/>
          </ac:spMkLst>
        </pc:spChg>
      </pc:sldChg>
      <pc:sldChg chg="addSp delSp modSp mod">
        <pc:chgData name="Palit, Tapti" userId="dec6fbcd-7598-406a-8cbf-504d4a3bac15" providerId="ADAL" clId="{65104DF2-1B45-4C36-9E2A-F89658839DCF}" dt="2024-02-06T18:45:03.433" v="26305" actId="14100"/>
        <pc:sldMkLst>
          <pc:docMk/>
          <pc:sldMk cId="3604379590" sldId="1149"/>
        </pc:sldMkLst>
        <pc:spChg chg="add mod">
          <ac:chgData name="Palit, Tapti" userId="dec6fbcd-7598-406a-8cbf-504d4a3bac15" providerId="ADAL" clId="{65104DF2-1B45-4C36-9E2A-F89658839DCF}" dt="2024-02-06T18:44:49.810" v="26299"/>
          <ac:spMkLst>
            <pc:docMk/>
            <pc:sldMk cId="3604379590" sldId="1149"/>
            <ac:spMk id="6" creationId="{308DAB82-38F8-45E9-74F8-DD23EAF2F760}"/>
          </ac:spMkLst>
        </pc:spChg>
        <pc:spChg chg="del">
          <ac:chgData name="Palit, Tapti" userId="dec6fbcd-7598-406a-8cbf-504d4a3bac15" providerId="ADAL" clId="{65104DF2-1B45-4C36-9E2A-F89658839DCF}" dt="2024-02-06T18:44:43.869" v="26298" actId="478"/>
          <ac:spMkLst>
            <pc:docMk/>
            <pc:sldMk cId="3604379590" sldId="1149"/>
            <ac:spMk id="8" creationId="{404E5D02-C7BD-7A9F-A969-6D8A6F25DF86}"/>
          </ac:spMkLst>
        </pc:spChg>
        <pc:spChg chg="del">
          <ac:chgData name="Palit, Tapti" userId="dec6fbcd-7598-406a-8cbf-504d4a3bac15" providerId="ADAL" clId="{65104DF2-1B45-4C36-9E2A-F89658839DCF}" dt="2024-02-06T18:44:43.869" v="26298" actId="478"/>
          <ac:spMkLst>
            <pc:docMk/>
            <pc:sldMk cId="3604379590" sldId="1149"/>
            <ac:spMk id="9" creationId="{FE3FA576-1359-7D36-4784-CB570FB70315}"/>
          </ac:spMkLst>
        </pc:spChg>
        <pc:spChg chg="add mod">
          <ac:chgData name="Palit, Tapti" userId="dec6fbcd-7598-406a-8cbf-504d4a3bac15" providerId="ADAL" clId="{65104DF2-1B45-4C36-9E2A-F89658839DCF}" dt="2024-02-06T18:44:49.810" v="26299"/>
          <ac:spMkLst>
            <pc:docMk/>
            <pc:sldMk cId="3604379590" sldId="1149"/>
            <ac:spMk id="10" creationId="{4951E6E3-D170-0B29-459B-023B0B5B2C03}"/>
          </ac:spMkLst>
        </pc:spChg>
        <pc:spChg chg="del">
          <ac:chgData name="Palit, Tapti" userId="dec6fbcd-7598-406a-8cbf-504d4a3bac15" providerId="ADAL" clId="{65104DF2-1B45-4C36-9E2A-F89658839DCF}" dt="2024-02-06T18:44:43.869" v="26298" actId="478"/>
          <ac:spMkLst>
            <pc:docMk/>
            <pc:sldMk cId="3604379590" sldId="1149"/>
            <ac:spMk id="12" creationId="{F6E21CA4-58ED-AF98-B091-9861E6D3D3BD}"/>
          </ac:spMkLst>
        </pc:spChg>
        <pc:spChg chg="del">
          <ac:chgData name="Palit, Tapti" userId="dec6fbcd-7598-406a-8cbf-504d4a3bac15" providerId="ADAL" clId="{65104DF2-1B45-4C36-9E2A-F89658839DCF}" dt="2024-02-06T18:44:43.869" v="26298" actId="478"/>
          <ac:spMkLst>
            <pc:docMk/>
            <pc:sldMk cId="3604379590" sldId="1149"/>
            <ac:spMk id="13" creationId="{8A8FBFCB-C472-E694-87DD-57F89928D45A}"/>
          </ac:spMkLst>
        </pc:spChg>
        <pc:spChg chg="add mod">
          <ac:chgData name="Palit, Tapti" userId="dec6fbcd-7598-406a-8cbf-504d4a3bac15" providerId="ADAL" clId="{65104DF2-1B45-4C36-9E2A-F89658839DCF}" dt="2024-02-06T18:44:49.810" v="26299"/>
          <ac:spMkLst>
            <pc:docMk/>
            <pc:sldMk cId="3604379590" sldId="1149"/>
            <ac:spMk id="14" creationId="{C0B2F625-B739-B649-877F-F8146F26A9A5}"/>
          </ac:spMkLst>
        </pc:spChg>
        <pc:spChg chg="del">
          <ac:chgData name="Palit, Tapti" userId="dec6fbcd-7598-406a-8cbf-504d4a3bac15" providerId="ADAL" clId="{65104DF2-1B45-4C36-9E2A-F89658839DCF}" dt="2024-02-06T18:44:43.869" v="26298" actId="478"/>
          <ac:spMkLst>
            <pc:docMk/>
            <pc:sldMk cId="3604379590" sldId="1149"/>
            <ac:spMk id="15" creationId="{36EBB0D3-5286-277D-70E5-AFC358232F98}"/>
          </ac:spMkLst>
        </pc:spChg>
        <pc:spChg chg="del">
          <ac:chgData name="Palit, Tapti" userId="dec6fbcd-7598-406a-8cbf-504d4a3bac15" providerId="ADAL" clId="{65104DF2-1B45-4C36-9E2A-F89658839DCF}" dt="2024-02-06T18:44:43.869" v="26298" actId="478"/>
          <ac:spMkLst>
            <pc:docMk/>
            <pc:sldMk cId="3604379590" sldId="1149"/>
            <ac:spMk id="16" creationId="{2A187A53-E5C6-EB07-ACF3-393CD3D4AEDA}"/>
          </ac:spMkLst>
        </pc:spChg>
        <pc:spChg chg="add mod">
          <ac:chgData name="Palit, Tapti" userId="dec6fbcd-7598-406a-8cbf-504d4a3bac15" providerId="ADAL" clId="{65104DF2-1B45-4C36-9E2A-F89658839DCF}" dt="2024-02-06T18:44:49.810" v="26299"/>
          <ac:spMkLst>
            <pc:docMk/>
            <pc:sldMk cId="3604379590" sldId="1149"/>
            <ac:spMk id="19" creationId="{02DD8BF9-4577-BA42-4BA7-F633A8FA98B2}"/>
          </ac:spMkLst>
        </pc:spChg>
        <pc:spChg chg="add mod">
          <ac:chgData name="Palit, Tapti" userId="dec6fbcd-7598-406a-8cbf-504d4a3bac15" providerId="ADAL" clId="{65104DF2-1B45-4C36-9E2A-F89658839DCF}" dt="2024-02-06T18:44:49.810" v="26299"/>
          <ac:spMkLst>
            <pc:docMk/>
            <pc:sldMk cId="3604379590" sldId="1149"/>
            <ac:spMk id="21" creationId="{F6CDA4EF-0AA7-D115-AF40-1F8DE4746CD5}"/>
          </ac:spMkLst>
        </pc:spChg>
        <pc:spChg chg="add mod">
          <ac:chgData name="Palit, Tapti" userId="dec6fbcd-7598-406a-8cbf-504d4a3bac15" providerId="ADAL" clId="{65104DF2-1B45-4C36-9E2A-F89658839DCF}" dt="2024-02-06T18:44:49.810" v="26299"/>
          <ac:spMkLst>
            <pc:docMk/>
            <pc:sldMk cId="3604379590" sldId="1149"/>
            <ac:spMk id="23" creationId="{A85B3FCB-8623-2F7D-2CF4-4A0BA387713D}"/>
          </ac:spMkLst>
        </pc:spChg>
        <pc:cxnChg chg="del mod">
          <ac:chgData name="Palit, Tapti" userId="dec6fbcd-7598-406a-8cbf-504d4a3bac15" providerId="ADAL" clId="{65104DF2-1B45-4C36-9E2A-F89658839DCF}" dt="2024-02-06T18:44:43.869" v="26298" actId="478"/>
          <ac:cxnSpMkLst>
            <pc:docMk/>
            <pc:sldMk cId="3604379590" sldId="1149"/>
            <ac:cxnSpMk id="2" creationId="{FCD20EF2-683E-F4A6-EF85-F3DDE871901A}"/>
          </ac:cxnSpMkLst>
        </pc:cxnChg>
        <pc:cxnChg chg="del mod">
          <ac:chgData name="Palit, Tapti" userId="dec6fbcd-7598-406a-8cbf-504d4a3bac15" providerId="ADAL" clId="{65104DF2-1B45-4C36-9E2A-F89658839DCF}" dt="2024-02-06T18:44:43.869" v="26298" actId="478"/>
          <ac:cxnSpMkLst>
            <pc:docMk/>
            <pc:sldMk cId="3604379590" sldId="1149"/>
            <ac:cxnSpMk id="11" creationId="{34ADCB78-7E32-1294-35B5-028CB3B5795D}"/>
          </ac:cxnSpMkLst>
        </pc:cxnChg>
        <pc:cxnChg chg="del mod">
          <ac:chgData name="Palit, Tapti" userId="dec6fbcd-7598-406a-8cbf-504d4a3bac15" providerId="ADAL" clId="{65104DF2-1B45-4C36-9E2A-F89658839DCF}" dt="2024-02-06T18:44:43.869" v="26298" actId="478"/>
          <ac:cxnSpMkLst>
            <pc:docMk/>
            <pc:sldMk cId="3604379590" sldId="1149"/>
            <ac:cxnSpMk id="18" creationId="{A6038E17-CC26-E08F-C317-6C9DD75D396C}"/>
          </ac:cxnSpMkLst>
        </pc:cxnChg>
        <pc:cxnChg chg="del mod">
          <ac:chgData name="Palit, Tapti" userId="dec6fbcd-7598-406a-8cbf-504d4a3bac15" providerId="ADAL" clId="{65104DF2-1B45-4C36-9E2A-F89658839DCF}" dt="2024-02-06T18:44:43.869" v="26298" actId="478"/>
          <ac:cxnSpMkLst>
            <pc:docMk/>
            <pc:sldMk cId="3604379590" sldId="1149"/>
            <ac:cxnSpMk id="20" creationId="{495B6547-944C-E411-8011-CF584D219AB0}"/>
          </ac:cxnSpMkLst>
        </pc:cxnChg>
        <pc:cxnChg chg="add mod">
          <ac:chgData name="Palit, Tapti" userId="dec6fbcd-7598-406a-8cbf-504d4a3bac15" providerId="ADAL" clId="{65104DF2-1B45-4C36-9E2A-F89658839DCF}" dt="2024-02-06T18:44:49.810" v="26299"/>
          <ac:cxnSpMkLst>
            <pc:docMk/>
            <pc:sldMk cId="3604379590" sldId="1149"/>
            <ac:cxnSpMk id="24" creationId="{4BF5E510-5E5E-59D2-7CBD-4EDB98AEE8D8}"/>
          </ac:cxnSpMkLst>
        </pc:cxnChg>
        <pc:cxnChg chg="add mod">
          <ac:chgData name="Palit, Tapti" userId="dec6fbcd-7598-406a-8cbf-504d4a3bac15" providerId="ADAL" clId="{65104DF2-1B45-4C36-9E2A-F89658839DCF}" dt="2024-02-06T18:44:49.810" v="26299"/>
          <ac:cxnSpMkLst>
            <pc:docMk/>
            <pc:sldMk cId="3604379590" sldId="1149"/>
            <ac:cxnSpMk id="25" creationId="{F7707FAD-4076-1B76-CDDD-BF375FB2D118}"/>
          </ac:cxnSpMkLst>
        </pc:cxnChg>
        <pc:cxnChg chg="add mod">
          <ac:chgData name="Palit, Tapti" userId="dec6fbcd-7598-406a-8cbf-504d4a3bac15" providerId="ADAL" clId="{65104DF2-1B45-4C36-9E2A-F89658839DCF}" dt="2024-02-06T18:44:57.217" v="26302" actId="14100"/>
          <ac:cxnSpMkLst>
            <pc:docMk/>
            <pc:sldMk cId="3604379590" sldId="1149"/>
            <ac:cxnSpMk id="26" creationId="{58173DAB-3C21-8C8D-36AF-2025EB56C505}"/>
          </ac:cxnSpMkLst>
        </pc:cxnChg>
        <pc:cxnChg chg="add mod">
          <ac:chgData name="Palit, Tapti" userId="dec6fbcd-7598-406a-8cbf-504d4a3bac15" providerId="ADAL" clId="{65104DF2-1B45-4C36-9E2A-F89658839DCF}" dt="2024-02-06T18:45:03.433" v="26305" actId="14100"/>
          <ac:cxnSpMkLst>
            <pc:docMk/>
            <pc:sldMk cId="3604379590" sldId="1149"/>
            <ac:cxnSpMk id="29" creationId="{B82A7B01-6E8C-1011-5659-C4D172BB1D84}"/>
          </ac:cxnSpMkLst>
        </pc:cxnChg>
      </pc:sldChg>
      <pc:sldChg chg="addSp delSp modSp mod">
        <pc:chgData name="Palit, Tapti" userId="dec6fbcd-7598-406a-8cbf-504d4a3bac15" providerId="ADAL" clId="{65104DF2-1B45-4C36-9E2A-F89658839DCF}" dt="2024-02-06T18:45:38.239" v="26313" actId="1076"/>
        <pc:sldMkLst>
          <pc:docMk/>
          <pc:sldMk cId="1022924109" sldId="1151"/>
        </pc:sldMkLst>
        <pc:spChg chg="del">
          <ac:chgData name="Palit, Tapti" userId="dec6fbcd-7598-406a-8cbf-504d4a3bac15" providerId="ADAL" clId="{65104DF2-1B45-4C36-9E2A-F89658839DCF}" dt="2024-02-06T18:45:18.977" v="26308" actId="478"/>
          <ac:spMkLst>
            <pc:docMk/>
            <pc:sldMk cId="1022924109" sldId="1151"/>
            <ac:spMk id="8" creationId="{404E5D02-C7BD-7A9F-A969-6D8A6F25DF86}"/>
          </ac:spMkLst>
        </pc:spChg>
        <pc:spChg chg="del">
          <ac:chgData name="Palit, Tapti" userId="dec6fbcd-7598-406a-8cbf-504d4a3bac15" providerId="ADAL" clId="{65104DF2-1B45-4C36-9E2A-F89658839DCF}" dt="2024-02-06T18:45:18.977" v="26308" actId="478"/>
          <ac:spMkLst>
            <pc:docMk/>
            <pc:sldMk cId="1022924109" sldId="1151"/>
            <ac:spMk id="9" creationId="{FE3FA576-1359-7D36-4784-CB570FB70315}"/>
          </ac:spMkLst>
        </pc:spChg>
        <pc:spChg chg="mod">
          <ac:chgData name="Palit, Tapti" userId="dec6fbcd-7598-406a-8cbf-504d4a3bac15" providerId="ADAL" clId="{65104DF2-1B45-4C36-9E2A-F89658839DCF}" dt="2024-02-06T18:45:38.239" v="26313" actId="1076"/>
          <ac:spMkLst>
            <pc:docMk/>
            <pc:sldMk cId="1022924109" sldId="1151"/>
            <ac:spMk id="10" creationId="{27ED32C9-ECA0-16AC-6493-AC4E95EDB377}"/>
          </ac:spMkLst>
        </pc:spChg>
        <pc:spChg chg="del">
          <ac:chgData name="Palit, Tapti" userId="dec6fbcd-7598-406a-8cbf-504d4a3bac15" providerId="ADAL" clId="{65104DF2-1B45-4C36-9E2A-F89658839DCF}" dt="2024-02-06T18:45:18.977" v="26308" actId="478"/>
          <ac:spMkLst>
            <pc:docMk/>
            <pc:sldMk cId="1022924109" sldId="1151"/>
            <ac:spMk id="12" creationId="{F6E21CA4-58ED-AF98-B091-9861E6D3D3BD}"/>
          </ac:spMkLst>
        </pc:spChg>
        <pc:spChg chg="del">
          <ac:chgData name="Palit, Tapti" userId="dec6fbcd-7598-406a-8cbf-504d4a3bac15" providerId="ADAL" clId="{65104DF2-1B45-4C36-9E2A-F89658839DCF}" dt="2024-02-06T18:45:18.977" v="26308" actId="478"/>
          <ac:spMkLst>
            <pc:docMk/>
            <pc:sldMk cId="1022924109" sldId="1151"/>
            <ac:spMk id="13" creationId="{8A8FBFCB-C472-E694-87DD-57F89928D45A}"/>
          </ac:spMkLst>
        </pc:spChg>
        <pc:spChg chg="add mod">
          <ac:chgData name="Palit, Tapti" userId="dec6fbcd-7598-406a-8cbf-504d4a3bac15" providerId="ADAL" clId="{65104DF2-1B45-4C36-9E2A-F89658839DCF}" dt="2024-02-06T18:45:24.808" v="26309"/>
          <ac:spMkLst>
            <pc:docMk/>
            <pc:sldMk cId="1022924109" sldId="1151"/>
            <ac:spMk id="14" creationId="{7729F835-3BF8-7056-E46F-2B22C2474079}"/>
          </ac:spMkLst>
        </pc:spChg>
        <pc:spChg chg="del">
          <ac:chgData name="Palit, Tapti" userId="dec6fbcd-7598-406a-8cbf-504d4a3bac15" providerId="ADAL" clId="{65104DF2-1B45-4C36-9E2A-F89658839DCF}" dt="2024-02-06T18:45:18.977" v="26308" actId="478"/>
          <ac:spMkLst>
            <pc:docMk/>
            <pc:sldMk cId="1022924109" sldId="1151"/>
            <ac:spMk id="15" creationId="{36EBB0D3-5286-277D-70E5-AFC358232F98}"/>
          </ac:spMkLst>
        </pc:spChg>
        <pc:spChg chg="del">
          <ac:chgData name="Palit, Tapti" userId="dec6fbcd-7598-406a-8cbf-504d4a3bac15" providerId="ADAL" clId="{65104DF2-1B45-4C36-9E2A-F89658839DCF}" dt="2024-02-06T18:45:18.977" v="26308" actId="478"/>
          <ac:spMkLst>
            <pc:docMk/>
            <pc:sldMk cId="1022924109" sldId="1151"/>
            <ac:spMk id="16" creationId="{2A187A53-E5C6-EB07-ACF3-393CD3D4AEDA}"/>
          </ac:spMkLst>
        </pc:spChg>
        <pc:spChg chg="add mod">
          <ac:chgData name="Palit, Tapti" userId="dec6fbcd-7598-406a-8cbf-504d4a3bac15" providerId="ADAL" clId="{65104DF2-1B45-4C36-9E2A-F89658839DCF}" dt="2024-02-06T18:45:24.808" v="26309"/>
          <ac:spMkLst>
            <pc:docMk/>
            <pc:sldMk cId="1022924109" sldId="1151"/>
            <ac:spMk id="19" creationId="{040F0677-3599-BFB2-F2FC-C951E2B2903F}"/>
          </ac:spMkLst>
        </pc:spChg>
        <pc:spChg chg="add mod">
          <ac:chgData name="Palit, Tapti" userId="dec6fbcd-7598-406a-8cbf-504d4a3bac15" providerId="ADAL" clId="{65104DF2-1B45-4C36-9E2A-F89658839DCF}" dt="2024-02-06T18:45:24.808" v="26309"/>
          <ac:spMkLst>
            <pc:docMk/>
            <pc:sldMk cId="1022924109" sldId="1151"/>
            <ac:spMk id="21" creationId="{88DF8DB3-A8C5-F3D7-F000-9A93414716F5}"/>
          </ac:spMkLst>
        </pc:spChg>
        <pc:spChg chg="add mod">
          <ac:chgData name="Palit, Tapti" userId="dec6fbcd-7598-406a-8cbf-504d4a3bac15" providerId="ADAL" clId="{65104DF2-1B45-4C36-9E2A-F89658839DCF}" dt="2024-02-06T18:45:24.808" v="26309"/>
          <ac:spMkLst>
            <pc:docMk/>
            <pc:sldMk cId="1022924109" sldId="1151"/>
            <ac:spMk id="23" creationId="{444F6D34-0ADC-1B1D-1A1E-F0C91FF3F119}"/>
          </ac:spMkLst>
        </pc:spChg>
        <pc:spChg chg="add mod">
          <ac:chgData name="Palit, Tapti" userId="dec6fbcd-7598-406a-8cbf-504d4a3bac15" providerId="ADAL" clId="{65104DF2-1B45-4C36-9E2A-F89658839DCF}" dt="2024-02-06T18:45:24.808" v="26309"/>
          <ac:spMkLst>
            <pc:docMk/>
            <pc:sldMk cId="1022924109" sldId="1151"/>
            <ac:spMk id="24" creationId="{E84EC637-7D06-504B-C9FE-5FC071F01B5D}"/>
          </ac:spMkLst>
        </pc:spChg>
        <pc:spChg chg="add mod">
          <ac:chgData name="Palit, Tapti" userId="dec6fbcd-7598-406a-8cbf-504d4a3bac15" providerId="ADAL" clId="{65104DF2-1B45-4C36-9E2A-F89658839DCF}" dt="2024-02-06T18:45:24.808" v="26309"/>
          <ac:spMkLst>
            <pc:docMk/>
            <pc:sldMk cId="1022924109" sldId="1151"/>
            <ac:spMk id="25" creationId="{4CFE6A6E-2C77-7645-FAC5-B8635EBE9959}"/>
          </ac:spMkLst>
        </pc:spChg>
        <pc:cxnChg chg="del mod">
          <ac:chgData name="Palit, Tapti" userId="dec6fbcd-7598-406a-8cbf-504d4a3bac15" providerId="ADAL" clId="{65104DF2-1B45-4C36-9E2A-F89658839DCF}" dt="2024-02-06T18:45:18.977" v="26308" actId="478"/>
          <ac:cxnSpMkLst>
            <pc:docMk/>
            <pc:sldMk cId="1022924109" sldId="1151"/>
            <ac:cxnSpMk id="2" creationId="{FCD20EF2-683E-F4A6-EF85-F3DDE871901A}"/>
          </ac:cxnSpMkLst>
        </pc:cxnChg>
        <pc:cxnChg chg="del mod">
          <ac:chgData name="Palit, Tapti" userId="dec6fbcd-7598-406a-8cbf-504d4a3bac15" providerId="ADAL" clId="{65104DF2-1B45-4C36-9E2A-F89658839DCF}" dt="2024-02-06T18:45:18.977" v="26308" actId="478"/>
          <ac:cxnSpMkLst>
            <pc:docMk/>
            <pc:sldMk cId="1022924109" sldId="1151"/>
            <ac:cxnSpMk id="6" creationId="{6A83AC85-26A8-F15B-1CA0-C03623E12430}"/>
          </ac:cxnSpMkLst>
        </pc:cxnChg>
        <pc:cxnChg chg="del mod">
          <ac:chgData name="Palit, Tapti" userId="dec6fbcd-7598-406a-8cbf-504d4a3bac15" providerId="ADAL" clId="{65104DF2-1B45-4C36-9E2A-F89658839DCF}" dt="2024-02-06T18:45:18.977" v="26308" actId="478"/>
          <ac:cxnSpMkLst>
            <pc:docMk/>
            <pc:sldMk cId="1022924109" sldId="1151"/>
            <ac:cxnSpMk id="11" creationId="{34ADCB78-7E32-1294-35B5-028CB3B5795D}"/>
          </ac:cxnSpMkLst>
        </pc:cxnChg>
        <pc:cxnChg chg="del mod">
          <ac:chgData name="Palit, Tapti" userId="dec6fbcd-7598-406a-8cbf-504d4a3bac15" providerId="ADAL" clId="{65104DF2-1B45-4C36-9E2A-F89658839DCF}" dt="2024-02-06T18:45:18.977" v="26308" actId="478"/>
          <ac:cxnSpMkLst>
            <pc:docMk/>
            <pc:sldMk cId="1022924109" sldId="1151"/>
            <ac:cxnSpMk id="18" creationId="{A6038E17-CC26-E08F-C317-6C9DD75D396C}"/>
          </ac:cxnSpMkLst>
        </pc:cxnChg>
        <pc:cxnChg chg="del mod">
          <ac:chgData name="Palit, Tapti" userId="dec6fbcd-7598-406a-8cbf-504d4a3bac15" providerId="ADAL" clId="{65104DF2-1B45-4C36-9E2A-F89658839DCF}" dt="2024-02-06T18:45:18.977" v="26308" actId="478"/>
          <ac:cxnSpMkLst>
            <pc:docMk/>
            <pc:sldMk cId="1022924109" sldId="1151"/>
            <ac:cxnSpMk id="20" creationId="{495B6547-944C-E411-8011-CF584D219AB0}"/>
          </ac:cxnSpMkLst>
        </pc:cxnChg>
        <pc:cxnChg chg="add mod">
          <ac:chgData name="Palit, Tapti" userId="dec6fbcd-7598-406a-8cbf-504d4a3bac15" providerId="ADAL" clId="{65104DF2-1B45-4C36-9E2A-F89658839DCF}" dt="2024-02-06T18:45:24.808" v="26309"/>
          <ac:cxnSpMkLst>
            <pc:docMk/>
            <pc:sldMk cId="1022924109" sldId="1151"/>
            <ac:cxnSpMk id="26" creationId="{9121C330-5638-3B05-882A-29D2FCF2A444}"/>
          </ac:cxnSpMkLst>
        </pc:cxnChg>
        <pc:cxnChg chg="add mod">
          <ac:chgData name="Palit, Tapti" userId="dec6fbcd-7598-406a-8cbf-504d4a3bac15" providerId="ADAL" clId="{65104DF2-1B45-4C36-9E2A-F89658839DCF}" dt="2024-02-06T18:45:24.808" v="26309"/>
          <ac:cxnSpMkLst>
            <pc:docMk/>
            <pc:sldMk cId="1022924109" sldId="1151"/>
            <ac:cxnSpMk id="27" creationId="{0D205FB1-190C-DD4D-598E-D58E1727C6A8}"/>
          </ac:cxnSpMkLst>
        </pc:cxnChg>
        <pc:cxnChg chg="add mod">
          <ac:chgData name="Palit, Tapti" userId="dec6fbcd-7598-406a-8cbf-504d4a3bac15" providerId="ADAL" clId="{65104DF2-1B45-4C36-9E2A-F89658839DCF}" dt="2024-02-06T18:45:24.808" v="26309"/>
          <ac:cxnSpMkLst>
            <pc:docMk/>
            <pc:sldMk cId="1022924109" sldId="1151"/>
            <ac:cxnSpMk id="28" creationId="{2AB56C94-7375-8DCF-7614-6B7FE2DF473B}"/>
          </ac:cxnSpMkLst>
        </pc:cxnChg>
        <pc:cxnChg chg="add mod">
          <ac:chgData name="Palit, Tapti" userId="dec6fbcd-7598-406a-8cbf-504d4a3bac15" providerId="ADAL" clId="{65104DF2-1B45-4C36-9E2A-F89658839DCF}" dt="2024-02-06T18:45:24.808" v="26309"/>
          <ac:cxnSpMkLst>
            <pc:docMk/>
            <pc:sldMk cId="1022924109" sldId="1151"/>
            <ac:cxnSpMk id="29" creationId="{B94856E0-6917-B76B-F5B8-F7BCC7217E85}"/>
          </ac:cxnSpMkLst>
        </pc:cxnChg>
        <pc:cxnChg chg="add mod">
          <ac:chgData name="Palit, Tapti" userId="dec6fbcd-7598-406a-8cbf-504d4a3bac15" providerId="ADAL" clId="{65104DF2-1B45-4C36-9E2A-F89658839DCF}" dt="2024-02-06T18:45:34.689" v="26312" actId="14100"/>
          <ac:cxnSpMkLst>
            <pc:docMk/>
            <pc:sldMk cId="1022924109" sldId="1151"/>
            <ac:cxnSpMk id="30" creationId="{4FA4EE30-DD61-9519-2CF5-78B6810C718B}"/>
          </ac:cxnSpMkLst>
        </pc:cxnChg>
      </pc:sldChg>
      <pc:sldChg chg="addSp delSp modSp mod">
        <pc:chgData name="Palit, Tapti" userId="dec6fbcd-7598-406a-8cbf-504d4a3bac15" providerId="ADAL" clId="{65104DF2-1B45-4C36-9E2A-F89658839DCF}" dt="2024-02-06T18:48:35.418" v="26373" actId="14100"/>
        <pc:sldMkLst>
          <pc:docMk/>
          <pc:sldMk cId="3138492196" sldId="1152"/>
        </pc:sldMkLst>
        <pc:spChg chg="del">
          <ac:chgData name="Palit, Tapti" userId="dec6fbcd-7598-406a-8cbf-504d4a3bac15" providerId="ADAL" clId="{65104DF2-1B45-4C36-9E2A-F89658839DCF}" dt="2024-02-06T18:46:09.102" v="26318" actId="478"/>
          <ac:spMkLst>
            <pc:docMk/>
            <pc:sldMk cId="3138492196" sldId="1152"/>
            <ac:spMk id="8" creationId="{404E5D02-C7BD-7A9F-A969-6D8A6F25DF86}"/>
          </ac:spMkLst>
        </pc:spChg>
        <pc:spChg chg="del">
          <ac:chgData name="Palit, Tapti" userId="dec6fbcd-7598-406a-8cbf-504d4a3bac15" providerId="ADAL" clId="{65104DF2-1B45-4C36-9E2A-F89658839DCF}" dt="2024-02-06T18:46:09.102" v="26318" actId="478"/>
          <ac:spMkLst>
            <pc:docMk/>
            <pc:sldMk cId="3138492196" sldId="1152"/>
            <ac:spMk id="9" creationId="{FE3FA576-1359-7D36-4784-CB570FB70315}"/>
          </ac:spMkLst>
        </pc:spChg>
        <pc:spChg chg="del">
          <ac:chgData name="Palit, Tapti" userId="dec6fbcd-7598-406a-8cbf-504d4a3bac15" providerId="ADAL" clId="{65104DF2-1B45-4C36-9E2A-F89658839DCF}" dt="2024-02-06T18:46:09.102" v="26318" actId="478"/>
          <ac:spMkLst>
            <pc:docMk/>
            <pc:sldMk cId="3138492196" sldId="1152"/>
            <ac:spMk id="12" creationId="{F6E21CA4-58ED-AF98-B091-9861E6D3D3BD}"/>
          </ac:spMkLst>
        </pc:spChg>
        <pc:spChg chg="del">
          <ac:chgData name="Palit, Tapti" userId="dec6fbcd-7598-406a-8cbf-504d4a3bac15" providerId="ADAL" clId="{65104DF2-1B45-4C36-9E2A-F89658839DCF}" dt="2024-02-06T18:46:09.102" v="26318" actId="478"/>
          <ac:spMkLst>
            <pc:docMk/>
            <pc:sldMk cId="3138492196" sldId="1152"/>
            <ac:spMk id="13" creationId="{8A8FBFCB-C472-E694-87DD-57F89928D45A}"/>
          </ac:spMkLst>
        </pc:spChg>
        <pc:spChg chg="del">
          <ac:chgData name="Palit, Tapti" userId="dec6fbcd-7598-406a-8cbf-504d4a3bac15" providerId="ADAL" clId="{65104DF2-1B45-4C36-9E2A-F89658839DCF}" dt="2024-02-06T18:46:09.102" v="26318" actId="478"/>
          <ac:spMkLst>
            <pc:docMk/>
            <pc:sldMk cId="3138492196" sldId="1152"/>
            <ac:spMk id="15" creationId="{36EBB0D3-5286-277D-70E5-AFC358232F98}"/>
          </ac:spMkLst>
        </pc:spChg>
        <pc:spChg chg="del">
          <ac:chgData name="Palit, Tapti" userId="dec6fbcd-7598-406a-8cbf-504d4a3bac15" providerId="ADAL" clId="{65104DF2-1B45-4C36-9E2A-F89658839DCF}" dt="2024-02-06T18:46:09.102" v="26318" actId="478"/>
          <ac:spMkLst>
            <pc:docMk/>
            <pc:sldMk cId="3138492196" sldId="1152"/>
            <ac:spMk id="16" creationId="{2A187A53-E5C6-EB07-ACF3-393CD3D4AEDA}"/>
          </ac:spMkLst>
        </pc:spChg>
        <pc:spChg chg="add mod">
          <ac:chgData name="Palit, Tapti" userId="dec6fbcd-7598-406a-8cbf-504d4a3bac15" providerId="ADAL" clId="{65104DF2-1B45-4C36-9E2A-F89658839DCF}" dt="2024-02-06T18:46:17.590" v="26319"/>
          <ac:spMkLst>
            <pc:docMk/>
            <pc:sldMk cId="3138492196" sldId="1152"/>
            <ac:spMk id="19" creationId="{A6E0C782-E7DF-6D22-DBB7-35BA8437D16E}"/>
          </ac:spMkLst>
        </pc:spChg>
        <pc:spChg chg="add mod">
          <ac:chgData name="Palit, Tapti" userId="dec6fbcd-7598-406a-8cbf-504d4a3bac15" providerId="ADAL" clId="{65104DF2-1B45-4C36-9E2A-F89658839DCF}" dt="2024-02-06T18:46:17.590" v="26319"/>
          <ac:spMkLst>
            <pc:docMk/>
            <pc:sldMk cId="3138492196" sldId="1152"/>
            <ac:spMk id="23" creationId="{8E1DD7CE-1CFA-D38A-F70F-7B8D30DEE077}"/>
          </ac:spMkLst>
        </pc:spChg>
        <pc:spChg chg="add mod">
          <ac:chgData name="Palit, Tapti" userId="dec6fbcd-7598-406a-8cbf-504d4a3bac15" providerId="ADAL" clId="{65104DF2-1B45-4C36-9E2A-F89658839DCF}" dt="2024-02-06T18:46:17.590" v="26319"/>
          <ac:spMkLst>
            <pc:docMk/>
            <pc:sldMk cId="3138492196" sldId="1152"/>
            <ac:spMk id="24" creationId="{B234ECB9-E7EA-4FAC-326F-0746405B7164}"/>
          </ac:spMkLst>
        </pc:spChg>
        <pc:spChg chg="add mod">
          <ac:chgData name="Palit, Tapti" userId="dec6fbcd-7598-406a-8cbf-504d4a3bac15" providerId="ADAL" clId="{65104DF2-1B45-4C36-9E2A-F89658839DCF}" dt="2024-02-06T18:46:17.590" v="26319"/>
          <ac:spMkLst>
            <pc:docMk/>
            <pc:sldMk cId="3138492196" sldId="1152"/>
            <ac:spMk id="27" creationId="{7D84FD3F-1E24-F4CD-1859-CE6304581E69}"/>
          </ac:spMkLst>
        </pc:spChg>
        <pc:spChg chg="add mod">
          <ac:chgData name="Palit, Tapti" userId="dec6fbcd-7598-406a-8cbf-504d4a3bac15" providerId="ADAL" clId="{65104DF2-1B45-4C36-9E2A-F89658839DCF}" dt="2024-02-06T18:46:17.590" v="26319"/>
          <ac:spMkLst>
            <pc:docMk/>
            <pc:sldMk cId="3138492196" sldId="1152"/>
            <ac:spMk id="29" creationId="{A508A205-7167-733B-4725-C9D7AA4DCE46}"/>
          </ac:spMkLst>
        </pc:spChg>
        <pc:spChg chg="add mod">
          <ac:chgData name="Palit, Tapti" userId="dec6fbcd-7598-406a-8cbf-504d4a3bac15" providerId="ADAL" clId="{65104DF2-1B45-4C36-9E2A-F89658839DCF}" dt="2024-02-06T18:46:17.590" v="26319"/>
          <ac:spMkLst>
            <pc:docMk/>
            <pc:sldMk cId="3138492196" sldId="1152"/>
            <ac:spMk id="32" creationId="{51848693-88EB-4460-7D35-37E622C44071}"/>
          </ac:spMkLst>
        </pc:spChg>
        <pc:spChg chg="add mod">
          <ac:chgData name="Palit, Tapti" userId="dec6fbcd-7598-406a-8cbf-504d4a3bac15" providerId="ADAL" clId="{65104DF2-1B45-4C36-9E2A-F89658839DCF}" dt="2024-02-06T18:46:17.590" v="26319"/>
          <ac:spMkLst>
            <pc:docMk/>
            <pc:sldMk cId="3138492196" sldId="1152"/>
            <ac:spMk id="33" creationId="{AAC6413A-3489-9BA6-9034-0B34265CD4F4}"/>
          </ac:spMkLst>
        </pc:spChg>
        <pc:spChg chg="add mod">
          <ac:chgData name="Palit, Tapti" userId="dec6fbcd-7598-406a-8cbf-504d4a3bac15" providerId="ADAL" clId="{65104DF2-1B45-4C36-9E2A-F89658839DCF}" dt="2024-02-06T18:46:35.241" v="26324" actId="14100"/>
          <ac:spMkLst>
            <pc:docMk/>
            <pc:sldMk cId="3138492196" sldId="1152"/>
            <ac:spMk id="41" creationId="{A8B142F7-1165-19DA-94A7-8648FB5A0396}"/>
          </ac:spMkLst>
        </pc:spChg>
        <pc:spChg chg="del">
          <ac:chgData name="Palit, Tapti" userId="dec6fbcd-7598-406a-8cbf-504d4a3bac15" providerId="ADAL" clId="{65104DF2-1B45-4C36-9E2A-F89658839DCF}" dt="2024-02-06T18:46:20.103" v="26320" actId="478"/>
          <ac:spMkLst>
            <pc:docMk/>
            <pc:sldMk cId="3138492196" sldId="1152"/>
            <ac:spMk id="52" creationId="{1B8ECE4D-4DE5-5574-810B-C25B6FB8B1F3}"/>
          </ac:spMkLst>
        </pc:spChg>
        <pc:spChg chg="del">
          <ac:chgData name="Palit, Tapti" userId="dec6fbcd-7598-406a-8cbf-504d4a3bac15" providerId="ADAL" clId="{65104DF2-1B45-4C36-9E2A-F89658839DCF}" dt="2024-02-06T18:46:09.102" v="26318" actId="478"/>
          <ac:spMkLst>
            <pc:docMk/>
            <pc:sldMk cId="3138492196" sldId="1152"/>
            <ac:spMk id="53" creationId="{17196389-9AE0-F089-FC74-A1209B1893CF}"/>
          </ac:spMkLst>
        </pc:spChg>
        <pc:cxnChg chg="del mod">
          <ac:chgData name="Palit, Tapti" userId="dec6fbcd-7598-406a-8cbf-504d4a3bac15" providerId="ADAL" clId="{65104DF2-1B45-4C36-9E2A-F89658839DCF}" dt="2024-02-06T18:46:09.102" v="26318" actId="478"/>
          <ac:cxnSpMkLst>
            <pc:docMk/>
            <pc:sldMk cId="3138492196" sldId="1152"/>
            <ac:cxnSpMk id="2" creationId="{FCD20EF2-683E-F4A6-EF85-F3DDE871901A}"/>
          </ac:cxnSpMkLst>
        </pc:cxnChg>
        <pc:cxnChg chg="del mod">
          <ac:chgData name="Palit, Tapti" userId="dec6fbcd-7598-406a-8cbf-504d4a3bac15" providerId="ADAL" clId="{65104DF2-1B45-4C36-9E2A-F89658839DCF}" dt="2024-02-06T18:46:09.102" v="26318" actId="478"/>
          <ac:cxnSpMkLst>
            <pc:docMk/>
            <pc:sldMk cId="3138492196" sldId="1152"/>
            <ac:cxnSpMk id="6" creationId="{6A83AC85-26A8-F15B-1CA0-C03623E12430}"/>
          </ac:cxnSpMkLst>
        </pc:cxnChg>
        <pc:cxnChg chg="del mod">
          <ac:chgData name="Palit, Tapti" userId="dec6fbcd-7598-406a-8cbf-504d4a3bac15" providerId="ADAL" clId="{65104DF2-1B45-4C36-9E2A-F89658839DCF}" dt="2024-02-06T18:46:09.102" v="26318" actId="478"/>
          <ac:cxnSpMkLst>
            <pc:docMk/>
            <pc:sldMk cId="3138492196" sldId="1152"/>
            <ac:cxnSpMk id="10" creationId="{A466FFF3-2D83-9C5F-C7A7-73CCB1E96766}"/>
          </ac:cxnSpMkLst>
        </pc:cxnChg>
        <pc:cxnChg chg="del mod">
          <ac:chgData name="Palit, Tapti" userId="dec6fbcd-7598-406a-8cbf-504d4a3bac15" providerId="ADAL" clId="{65104DF2-1B45-4C36-9E2A-F89658839DCF}" dt="2024-02-06T18:46:09.102" v="26318" actId="478"/>
          <ac:cxnSpMkLst>
            <pc:docMk/>
            <pc:sldMk cId="3138492196" sldId="1152"/>
            <ac:cxnSpMk id="11" creationId="{34ADCB78-7E32-1294-35B5-028CB3B5795D}"/>
          </ac:cxnSpMkLst>
        </pc:cxnChg>
        <pc:cxnChg chg="del mod">
          <ac:chgData name="Palit, Tapti" userId="dec6fbcd-7598-406a-8cbf-504d4a3bac15" providerId="ADAL" clId="{65104DF2-1B45-4C36-9E2A-F89658839DCF}" dt="2024-02-06T18:46:09.102" v="26318" actId="478"/>
          <ac:cxnSpMkLst>
            <pc:docMk/>
            <pc:sldMk cId="3138492196" sldId="1152"/>
            <ac:cxnSpMk id="14" creationId="{130FE503-7A81-ECB4-3A67-23F55AB93FD8}"/>
          </ac:cxnSpMkLst>
        </pc:cxnChg>
        <pc:cxnChg chg="del mod">
          <ac:chgData name="Palit, Tapti" userId="dec6fbcd-7598-406a-8cbf-504d4a3bac15" providerId="ADAL" clId="{65104DF2-1B45-4C36-9E2A-F89658839DCF}" dt="2024-02-06T18:46:09.102" v="26318" actId="478"/>
          <ac:cxnSpMkLst>
            <pc:docMk/>
            <pc:sldMk cId="3138492196" sldId="1152"/>
            <ac:cxnSpMk id="18" creationId="{A6038E17-CC26-E08F-C317-6C9DD75D396C}"/>
          </ac:cxnSpMkLst>
        </pc:cxnChg>
        <pc:cxnChg chg="del mod">
          <ac:chgData name="Palit, Tapti" userId="dec6fbcd-7598-406a-8cbf-504d4a3bac15" providerId="ADAL" clId="{65104DF2-1B45-4C36-9E2A-F89658839DCF}" dt="2024-02-06T18:46:09.102" v="26318" actId="478"/>
          <ac:cxnSpMkLst>
            <pc:docMk/>
            <pc:sldMk cId="3138492196" sldId="1152"/>
            <ac:cxnSpMk id="20" creationId="{495B6547-944C-E411-8011-CF584D219AB0}"/>
          </ac:cxnSpMkLst>
        </pc:cxnChg>
        <pc:cxnChg chg="del mod">
          <ac:chgData name="Palit, Tapti" userId="dec6fbcd-7598-406a-8cbf-504d4a3bac15" providerId="ADAL" clId="{65104DF2-1B45-4C36-9E2A-F89658839DCF}" dt="2024-02-06T18:46:09.102" v="26318" actId="478"/>
          <ac:cxnSpMkLst>
            <pc:docMk/>
            <pc:sldMk cId="3138492196" sldId="1152"/>
            <ac:cxnSpMk id="21" creationId="{A041E1F3-C83B-6206-B97D-832D5B6865D0}"/>
          </ac:cxnSpMkLst>
        </pc:cxnChg>
        <pc:cxnChg chg="del mod">
          <ac:chgData name="Palit, Tapti" userId="dec6fbcd-7598-406a-8cbf-504d4a3bac15" providerId="ADAL" clId="{65104DF2-1B45-4C36-9E2A-F89658839DCF}" dt="2024-02-06T18:46:09.102" v="26318" actId="478"/>
          <ac:cxnSpMkLst>
            <pc:docMk/>
            <pc:sldMk cId="3138492196" sldId="1152"/>
            <ac:cxnSpMk id="25" creationId="{006A2470-4139-2556-40B3-0DE6B95985E7}"/>
          </ac:cxnSpMkLst>
        </pc:cxnChg>
        <pc:cxnChg chg="del mod">
          <ac:chgData name="Palit, Tapti" userId="dec6fbcd-7598-406a-8cbf-504d4a3bac15" providerId="ADAL" clId="{65104DF2-1B45-4C36-9E2A-F89658839DCF}" dt="2024-02-06T18:46:09.102" v="26318" actId="478"/>
          <ac:cxnSpMkLst>
            <pc:docMk/>
            <pc:sldMk cId="3138492196" sldId="1152"/>
            <ac:cxnSpMk id="26" creationId="{506C9240-5C85-138C-9BA3-C52D157E0997}"/>
          </ac:cxnSpMkLst>
        </pc:cxnChg>
        <pc:cxnChg chg="del mod">
          <ac:chgData name="Palit, Tapti" userId="dec6fbcd-7598-406a-8cbf-504d4a3bac15" providerId="ADAL" clId="{65104DF2-1B45-4C36-9E2A-F89658839DCF}" dt="2024-02-06T18:46:09.102" v="26318" actId="478"/>
          <ac:cxnSpMkLst>
            <pc:docMk/>
            <pc:sldMk cId="3138492196" sldId="1152"/>
            <ac:cxnSpMk id="28" creationId="{CFBE385A-1C90-687B-9ED9-9AAD22174ACE}"/>
          </ac:cxnSpMkLst>
        </pc:cxnChg>
        <pc:cxnChg chg="del mod">
          <ac:chgData name="Palit, Tapti" userId="dec6fbcd-7598-406a-8cbf-504d4a3bac15" providerId="ADAL" clId="{65104DF2-1B45-4C36-9E2A-F89658839DCF}" dt="2024-02-06T18:46:09.102" v="26318" actId="478"/>
          <ac:cxnSpMkLst>
            <pc:docMk/>
            <pc:sldMk cId="3138492196" sldId="1152"/>
            <ac:cxnSpMk id="30" creationId="{A6D6C83C-E0F0-AFAA-EFC9-8715489C3EA9}"/>
          </ac:cxnSpMkLst>
        </pc:cxnChg>
        <pc:cxnChg chg="del mod">
          <ac:chgData name="Palit, Tapti" userId="dec6fbcd-7598-406a-8cbf-504d4a3bac15" providerId="ADAL" clId="{65104DF2-1B45-4C36-9E2A-F89658839DCF}" dt="2024-02-06T18:46:09.102" v="26318" actId="478"/>
          <ac:cxnSpMkLst>
            <pc:docMk/>
            <pc:sldMk cId="3138492196" sldId="1152"/>
            <ac:cxnSpMk id="31" creationId="{0FF023DE-D8C8-1DD9-95A7-3734144FC31A}"/>
          </ac:cxnSpMkLst>
        </pc:cxnChg>
        <pc:cxnChg chg="del mod">
          <ac:chgData name="Palit, Tapti" userId="dec6fbcd-7598-406a-8cbf-504d4a3bac15" providerId="ADAL" clId="{65104DF2-1B45-4C36-9E2A-F89658839DCF}" dt="2024-02-06T18:46:09.102" v="26318" actId="478"/>
          <ac:cxnSpMkLst>
            <pc:docMk/>
            <pc:sldMk cId="3138492196" sldId="1152"/>
            <ac:cxnSpMk id="34" creationId="{E5E111F1-DFFF-2F07-20F0-294C45A9881C}"/>
          </ac:cxnSpMkLst>
        </pc:cxnChg>
        <pc:cxnChg chg="add mod">
          <ac:chgData name="Palit, Tapti" userId="dec6fbcd-7598-406a-8cbf-504d4a3bac15" providerId="ADAL" clId="{65104DF2-1B45-4C36-9E2A-F89658839DCF}" dt="2024-02-06T18:46:17.590" v="26319"/>
          <ac:cxnSpMkLst>
            <pc:docMk/>
            <pc:sldMk cId="3138492196" sldId="1152"/>
            <ac:cxnSpMk id="35" creationId="{93E39CB6-D6D4-7C4F-474C-AB2B74C2DF36}"/>
          </ac:cxnSpMkLst>
        </pc:cxnChg>
        <pc:cxnChg chg="add mod">
          <ac:chgData name="Palit, Tapti" userId="dec6fbcd-7598-406a-8cbf-504d4a3bac15" providerId="ADAL" clId="{65104DF2-1B45-4C36-9E2A-F89658839DCF}" dt="2024-02-06T18:46:17.590" v="26319"/>
          <ac:cxnSpMkLst>
            <pc:docMk/>
            <pc:sldMk cId="3138492196" sldId="1152"/>
            <ac:cxnSpMk id="36" creationId="{94CD254E-EC1B-DD8D-D492-AE4B042E4B6E}"/>
          </ac:cxnSpMkLst>
        </pc:cxnChg>
        <pc:cxnChg chg="add mod">
          <ac:chgData name="Palit, Tapti" userId="dec6fbcd-7598-406a-8cbf-504d4a3bac15" providerId="ADAL" clId="{65104DF2-1B45-4C36-9E2A-F89658839DCF}" dt="2024-02-06T18:46:17.590" v="26319"/>
          <ac:cxnSpMkLst>
            <pc:docMk/>
            <pc:sldMk cId="3138492196" sldId="1152"/>
            <ac:cxnSpMk id="37" creationId="{D19C9704-7E1E-273D-1515-85A047E6F0DD}"/>
          </ac:cxnSpMkLst>
        </pc:cxnChg>
        <pc:cxnChg chg="del mod">
          <ac:chgData name="Palit, Tapti" userId="dec6fbcd-7598-406a-8cbf-504d4a3bac15" providerId="ADAL" clId="{65104DF2-1B45-4C36-9E2A-F89658839DCF}" dt="2024-02-06T18:46:09.102" v="26318" actId="478"/>
          <ac:cxnSpMkLst>
            <pc:docMk/>
            <pc:sldMk cId="3138492196" sldId="1152"/>
            <ac:cxnSpMk id="38" creationId="{F0BD4461-543F-1ABB-9BE6-D6301792213E}"/>
          </ac:cxnSpMkLst>
        </pc:cxnChg>
        <pc:cxnChg chg="add mod">
          <ac:chgData name="Palit, Tapti" userId="dec6fbcd-7598-406a-8cbf-504d4a3bac15" providerId="ADAL" clId="{65104DF2-1B45-4C36-9E2A-F89658839DCF}" dt="2024-02-06T18:46:17.590" v="26319"/>
          <ac:cxnSpMkLst>
            <pc:docMk/>
            <pc:sldMk cId="3138492196" sldId="1152"/>
            <ac:cxnSpMk id="39" creationId="{A54073F0-BE09-4385-0B5F-195480EB29C3}"/>
          </ac:cxnSpMkLst>
        </pc:cxnChg>
        <pc:cxnChg chg="add mod">
          <ac:chgData name="Palit, Tapti" userId="dec6fbcd-7598-406a-8cbf-504d4a3bac15" providerId="ADAL" clId="{65104DF2-1B45-4C36-9E2A-F89658839DCF}" dt="2024-02-06T18:46:17.590" v="26319"/>
          <ac:cxnSpMkLst>
            <pc:docMk/>
            <pc:sldMk cId="3138492196" sldId="1152"/>
            <ac:cxnSpMk id="40" creationId="{E604B916-D69F-5D2D-B278-D6814C210C8C}"/>
          </ac:cxnSpMkLst>
        </pc:cxnChg>
        <pc:cxnChg chg="add mod">
          <ac:chgData name="Palit, Tapti" userId="dec6fbcd-7598-406a-8cbf-504d4a3bac15" providerId="ADAL" clId="{65104DF2-1B45-4C36-9E2A-F89658839DCF}" dt="2024-02-06T18:46:50.946" v="26327" actId="14100"/>
          <ac:cxnSpMkLst>
            <pc:docMk/>
            <pc:sldMk cId="3138492196" sldId="1152"/>
            <ac:cxnSpMk id="42" creationId="{43104D66-FB45-B624-7F22-84D98918F7F1}"/>
          </ac:cxnSpMkLst>
        </pc:cxnChg>
        <pc:cxnChg chg="del mod">
          <ac:chgData name="Palit, Tapti" userId="dec6fbcd-7598-406a-8cbf-504d4a3bac15" providerId="ADAL" clId="{65104DF2-1B45-4C36-9E2A-F89658839DCF}" dt="2024-02-06T18:46:09.102" v="26318" actId="478"/>
          <ac:cxnSpMkLst>
            <pc:docMk/>
            <pc:sldMk cId="3138492196" sldId="1152"/>
            <ac:cxnSpMk id="43" creationId="{243342FF-E3B7-2D15-BC6A-093054D329BB}"/>
          </ac:cxnSpMkLst>
        </pc:cxnChg>
        <pc:cxnChg chg="del mod">
          <ac:chgData name="Palit, Tapti" userId="dec6fbcd-7598-406a-8cbf-504d4a3bac15" providerId="ADAL" clId="{65104DF2-1B45-4C36-9E2A-F89658839DCF}" dt="2024-02-06T18:46:09.102" v="26318" actId="478"/>
          <ac:cxnSpMkLst>
            <pc:docMk/>
            <pc:sldMk cId="3138492196" sldId="1152"/>
            <ac:cxnSpMk id="46" creationId="{ED31FCE2-956E-71FB-468A-90BCFE3BA071}"/>
          </ac:cxnSpMkLst>
        </pc:cxnChg>
        <pc:cxnChg chg="add mod">
          <ac:chgData name="Palit, Tapti" userId="dec6fbcd-7598-406a-8cbf-504d4a3bac15" providerId="ADAL" clId="{65104DF2-1B45-4C36-9E2A-F89658839DCF}" dt="2024-02-06T18:46:55.660" v="26330" actId="14100"/>
          <ac:cxnSpMkLst>
            <pc:docMk/>
            <pc:sldMk cId="3138492196" sldId="1152"/>
            <ac:cxnSpMk id="47" creationId="{69565A64-2236-26DC-8D88-89BF22FE85CA}"/>
          </ac:cxnSpMkLst>
        </pc:cxnChg>
        <pc:cxnChg chg="add mod">
          <ac:chgData name="Palit, Tapti" userId="dec6fbcd-7598-406a-8cbf-504d4a3bac15" providerId="ADAL" clId="{65104DF2-1B45-4C36-9E2A-F89658839DCF}" dt="2024-02-06T18:47:01.462" v="26333" actId="14100"/>
          <ac:cxnSpMkLst>
            <pc:docMk/>
            <pc:sldMk cId="3138492196" sldId="1152"/>
            <ac:cxnSpMk id="50" creationId="{2A445052-CB63-35B2-377E-823DA90E6B3E}"/>
          </ac:cxnSpMkLst>
        </pc:cxnChg>
        <pc:cxnChg chg="add mod">
          <ac:chgData name="Palit, Tapti" userId="dec6fbcd-7598-406a-8cbf-504d4a3bac15" providerId="ADAL" clId="{65104DF2-1B45-4C36-9E2A-F89658839DCF}" dt="2024-02-06T18:47:08.451" v="26336" actId="14100"/>
          <ac:cxnSpMkLst>
            <pc:docMk/>
            <pc:sldMk cId="3138492196" sldId="1152"/>
            <ac:cxnSpMk id="56" creationId="{200B8D87-C7F4-EAF7-FDF5-2B5AABCA06CB}"/>
          </ac:cxnSpMkLst>
        </pc:cxnChg>
        <pc:cxnChg chg="add mod">
          <ac:chgData name="Palit, Tapti" userId="dec6fbcd-7598-406a-8cbf-504d4a3bac15" providerId="ADAL" clId="{65104DF2-1B45-4C36-9E2A-F89658839DCF}" dt="2024-02-06T18:47:13.786" v="26339" actId="14100"/>
          <ac:cxnSpMkLst>
            <pc:docMk/>
            <pc:sldMk cId="3138492196" sldId="1152"/>
            <ac:cxnSpMk id="59" creationId="{EFBAE891-D482-47EE-3B86-533F282445E6}"/>
          </ac:cxnSpMkLst>
        </pc:cxnChg>
        <pc:cxnChg chg="add mod">
          <ac:chgData name="Palit, Tapti" userId="dec6fbcd-7598-406a-8cbf-504d4a3bac15" providerId="ADAL" clId="{65104DF2-1B45-4C36-9E2A-F89658839DCF}" dt="2024-02-06T18:47:19.756" v="26342" actId="14100"/>
          <ac:cxnSpMkLst>
            <pc:docMk/>
            <pc:sldMk cId="3138492196" sldId="1152"/>
            <ac:cxnSpMk id="62" creationId="{BD6DC056-438E-B97F-CD3A-FFBC4F39BD42}"/>
          </ac:cxnSpMkLst>
        </pc:cxnChg>
        <pc:cxnChg chg="add mod">
          <ac:chgData name="Palit, Tapti" userId="dec6fbcd-7598-406a-8cbf-504d4a3bac15" providerId="ADAL" clId="{65104DF2-1B45-4C36-9E2A-F89658839DCF}" dt="2024-02-06T18:47:25.934" v="26345" actId="14100"/>
          <ac:cxnSpMkLst>
            <pc:docMk/>
            <pc:sldMk cId="3138492196" sldId="1152"/>
            <ac:cxnSpMk id="65" creationId="{D678D9F6-3A6C-5079-5AB6-67736D444B62}"/>
          </ac:cxnSpMkLst>
        </pc:cxnChg>
        <pc:cxnChg chg="add mod">
          <ac:chgData name="Palit, Tapti" userId="dec6fbcd-7598-406a-8cbf-504d4a3bac15" providerId="ADAL" clId="{65104DF2-1B45-4C36-9E2A-F89658839DCF}" dt="2024-02-06T18:47:41.435" v="26350" actId="14100"/>
          <ac:cxnSpMkLst>
            <pc:docMk/>
            <pc:sldMk cId="3138492196" sldId="1152"/>
            <ac:cxnSpMk id="68" creationId="{4537C871-7FCB-CEF2-B608-EC7CE4B48591}"/>
          </ac:cxnSpMkLst>
        </pc:cxnChg>
        <pc:cxnChg chg="add mod">
          <ac:chgData name="Palit, Tapti" userId="dec6fbcd-7598-406a-8cbf-504d4a3bac15" providerId="ADAL" clId="{65104DF2-1B45-4C36-9E2A-F89658839DCF}" dt="2024-02-06T18:47:48.446" v="26353" actId="14100"/>
          <ac:cxnSpMkLst>
            <pc:docMk/>
            <pc:sldMk cId="3138492196" sldId="1152"/>
            <ac:cxnSpMk id="73" creationId="{C2ACEE69-FB42-A836-2019-CAE2B4AA9485}"/>
          </ac:cxnSpMkLst>
        </pc:cxnChg>
        <pc:cxnChg chg="add mod">
          <ac:chgData name="Palit, Tapti" userId="dec6fbcd-7598-406a-8cbf-504d4a3bac15" providerId="ADAL" clId="{65104DF2-1B45-4C36-9E2A-F89658839DCF}" dt="2024-02-06T18:47:54.671" v="26356" actId="14100"/>
          <ac:cxnSpMkLst>
            <pc:docMk/>
            <pc:sldMk cId="3138492196" sldId="1152"/>
            <ac:cxnSpMk id="76" creationId="{5177DE1E-BF6F-B958-87B1-8C69F2BA03D4}"/>
          </ac:cxnSpMkLst>
        </pc:cxnChg>
        <pc:cxnChg chg="add mod">
          <ac:chgData name="Palit, Tapti" userId="dec6fbcd-7598-406a-8cbf-504d4a3bac15" providerId="ADAL" clId="{65104DF2-1B45-4C36-9E2A-F89658839DCF}" dt="2024-02-06T18:48:00.666" v="26359" actId="14100"/>
          <ac:cxnSpMkLst>
            <pc:docMk/>
            <pc:sldMk cId="3138492196" sldId="1152"/>
            <ac:cxnSpMk id="79" creationId="{3E92F010-53D9-19B6-29E9-1B3946D8E4AD}"/>
          </ac:cxnSpMkLst>
        </pc:cxnChg>
        <pc:cxnChg chg="add mod">
          <ac:chgData name="Palit, Tapti" userId="dec6fbcd-7598-406a-8cbf-504d4a3bac15" providerId="ADAL" clId="{65104DF2-1B45-4C36-9E2A-F89658839DCF}" dt="2024-02-06T18:48:05.912" v="26362" actId="14100"/>
          <ac:cxnSpMkLst>
            <pc:docMk/>
            <pc:sldMk cId="3138492196" sldId="1152"/>
            <ac:cxnSpMk id="82" creationId="{4F13416F-C4C2-1E89-997D-8237204DE46F}"/>
          </ac:cxnSpMkLst>
        </pc:cxnChg>
        <pc:cxnChg chg="add mod">
          <ac:chgData name="Palit, Tapti" userId="dec6fbcd-7598-406a-8cbf-504d4a3bac15" providerId="ADAL" clId="{65104DF2-1B45-4C36-9E2A-F89658839DCF}" dt="2024-02-06T18:48:16.429" v="26365" actId="14100"/>
          <ac:cxnSpMkLst>
            <pc:docMk/>
            <pc:sldMk cId="3138492196" sldId="1152"/>
            <ac:cxnSpMk id="85" creationId="{E3066688-5B75-EDBE-731D-FF8DB394A15C}"/>
          </ac:cxnSpMkLst>
        </pc:cxnChg>
        <pc:cxnChg chg="add mod">
          <ac:chgData name="Palit, Tapti" userId="dec6fbcd-7598-406a-8cbf-504d4a3bac15" providerId="ADAL" clId="{65104DF2-1B45-4C36-9E2A-F89658839DCF}" dt="2024-02-06T18:48:28.658" v="26370" actId="14100"/>
          <ac:cxnSpMkLst>
            <pc:docMk/>
            <pc:sldMk cId="3138492196" sldId="1152"/>
            <ac:cxnSpMk id="88" creationId="{67232519-64F9-3C4A-E68A-922815ADFA84}"/>
          </ac:cxnSpMkLst>
        </pc:cxnChg>
        <pc:cxnChg chg="add mod">
          <ac:chgData name="Palit, Tapti" userId="dec6fbcd-7598-406a-8cbf-504d4a3bac15" providerId="ADAL" clId="{65104DF2-1B45-4C36-9E2A-F89658839DCF}" dt="2024-02-06T18:48:35.418" v="26373" actId="14100"/>
          <ac:cxnSpMkLst>
            <pc:docMk/>
            <pc:sldMk cId="3138492196" sldId="1152"/>
            <ac:cxnSpMk id="92" creationId="{091F85DD-B81B-C216-163C-2D01B0FD59DF}"/>
          </ac:cxnSpMkLst>
        </pc:cxnChg>
      </pc:sldChg>
      <pc:sldChg chg="addSp delSp modSp mod">
        <pc:chgData name="Palit, Tapti" userId="dec6fbcd-7598-406a-8cbf-504d4a3bac15" providerId="ADAL" clId="{65104DF2-1B45-4C36-9E2A-F89658839DCF}" dt="2024-02-06T18:51:13.210" v="26404" actId="14100"/>
        <pc:sldMkLst>
          <pc:docMk/>
          <pc:sldMk cId="1291000996" sldId="1153"/>
        </pc:sldMkLst>
        <pc:spChg chg="del">
          <ac:chgData name="Palit, Tapti" userId="dec6fbcd-7598-406a-8cbf-504d4a3bac15" providerId="ADAL" clId="{65104DF2-1B45-4C36-9E2A-F89658839DCF}" dt="2024-02-06T18:49:48.521" v="26382" actId="478"/>
          <ac:spMkLst>
            <pc:docMk/>
            <pc:sldMk cId="1291000996" sldId="1153"/>
            <ac:spMk id="8" creationId="{404E5D02-C7BD-7A9F-A969-6D8A6F25DF86}"/>
          </ac:spMkLst>
        </pc:spChg>
        <pc:spChg chg="del">
          <ac:chgData name="Palit, Tapti" userId="dec6fbcd-7598-406a-8cbf-504d4a3bac15" providerId="ADAL" clId="{65104DF2-1B45-4C36-9E2A-F89658839DCF}" dt="2024-02-06T18:49:48.521" v="26382" actId="478"/>
          <ac:spMkLst>
            <pc:docMk/>
            <pc:sldMk cId="1291000996" sldId="1153"/>
            <ac:spMk id="9" creationId="{FE3FA576-1359-7D36-4784-CB570FB70315}"/>
          </ac:spMkLst>
        </pc:spChg>
        <pc:spChg chg="add mod">
          <ac:chgData name="Palit, Tapti" userId="dec6fbcd-7598-406a-8cbf-504d4a3bac15" providerId="ADAL" clId="{65104DF2-1B45-4C36-9E2A-F89658839DCF}" dt="2024-02-06T18:50:00.739" v="26383"/>
          <ac:spMkLst>
            <pc:docMk/>
            <pc:sldMk cId="1291000996" sldId="1153"/>
            <ac:spMk id="10" creationId="{6B9C6EC1-F7C3-685C-039F-ECDB48D50738}"/>
          </ac:spMkLst>
        </pc:spChg>
        <pc:spChg chg="del">
          <ac:chgData name="Palit, Tapti" userId="dec6fbcd-7598-406a-8cbf-504d4a3bac15" providerId="ADAL" clId="{65104DF2-1B45-4C36-9E2A-F89658839DCF}" dt="2024-02-06T18:49:48.521" v="26382" actId="478"/>
          <ac:spMkLst>
            <pc:docMk/>
            <pc:sldMk cId="1291000996" sldId="1153"/>
            <ac:spMk id="12" creationId="{F6E21CA4-58ED-AF98-B091-9861E6D3D3BD}"/>
          </ac:spMkLst>
        </pc:spChg>
        <pc:spChg chg="del">
          <ac:chgData name="Palit, Tapti" userId="dec6fbcd-7598-406a-8cbf-504d4a3bac15" providerId="ADAL" clId="{65104DF2-1B45-4C36-9E2A-F89658839DCF}" dt="2024-02-06T18:49:48.521" v="26382" actId="478"/>
          <ac:spMkLst>
            <pc:docMk/>
            <pc:sldMk cId="1291000996" sldId="1153"/>
            <ac:spMk id="13" creationId="{8A8FBFCB-C472-E694-87DD-57F89928D45A}"/>
          </ac:spMkLst>
        </pc:spChg>
        <pc:spChg chg="add mod">
          <ac:chgData name="Palit, Tapti" userId="dec6fbcd-7598-406a-8cbf-504d4a3bac15" providerId="ADAL" clId="{65104DF2-1B45-4C36-9E2A-F89658839DCF}" dt="2024-02-06T18:50:00.739" v="26383"/>
          <ac:spMkLst>
            <pc:docMk/>
            <pc:sldMk cId="1291000996" sldId="1153"/>
            <ac:spMk id="14" creationId="{2A68E8C2-69F2-B9CF-BB35-9B77BA2719F8}"/>
          </ac:spMkLst>
        </pc:spChg>
        <pc:spChg chg="del">
          <ac:chgData name="Palit, Tapti" userId="dec6fbcd-7598-406a-8cbf-504d4a3bac15" providerId="ADAL" clId="{65104DF2-1B45-4C36-9E2A-F89658839DCF}" dt="2024-02-06T18:49:48.521" v="26382" actId="478"/>
          <ac:spMkLst>
            <pc:docMk/>
            <pc:sldMk cId="1291000996" sldId="1153"/>
            <ac:spMk id="15" creationId="{36EBB0D3-5286-277D-70E5-AFC358232F98}"/>
          </ac:spMkLst>
        </pc:spChg>
        <pc:spChg chg="del">
          <ac:chgData name="Palit, Tapti" userId="dec6fbcd-7598-406a-8cbf-504d4a3bac15" providerId="ADAL" clId="{65104DF2-1B45-4C36-9E2A-F89658839DCF}" dt="2024-02-06T18:49:48.521" v="26382" actId="478"/>
          <ac:spMkLst>
            <pc:docMk/>
            <pc:sldMk cId="1291000996" sldId="1153"/>
            <ac:spMk id="16" creationId="{2A187A53-E5C6-EB07-ACF3-393CD3D4AEDA}"/>
          </ac:spMkLst>
        </pc:spChg>
        <pc:spChg chg="add mod">
          <ac:chgData name="Palit, Tapti" userId="dec6fbcd-7598-406a-8cbf-504d4a3bac15" providerId="ADAL" clId="{65104DF2-1B45-4C36-9E2A-F89658839DCF}" dt="2024-02-06T18:50:00.739" v="26383"/>
          <ac:spMkLst>
            <pc:docMk/>
            <pc:sldMk cId="1291000996" sldId="1153"/>
            <ac:spMk id="21" creationId="{CDEECE09-901A-9F13-50EF-3E459F43F10E}"/>
          </ac:spMkLst>
        </pc:spChg>
        <pc:spChg chg="add mod">
          <ac:chgData name="Palit, Tapti" userId="dec6fbcd-7598-406a-8cbf-504d4a3bac15" providerId="ADAL" clId="{65104DF2-1B45-4C36-9E2A-F89658839DCF}" dt="2024-02-06T18:50:00.739" v="26383"/>
          <ac:spMkLst>
            <pc:docMk/>
            <pc:sldMk cId="1291000996" sldId="1153"/>
            <ac:spMk id="25" creationId="{7A5E073B-2806-D612-49FC-080BAAC48B63}"/>
          </ac:spMkLst>
        </pc:spChg>
        <pc:spChg chg="add mod">
          <ac:chgData name="Palit, Tapti" userId="dec6fbcd-7598-406a-8cbf-504d4a3bac15" providerId="ADAL" clId="{65104DF2-1B45-4C36-9E2A-F89658839DCF}" dt="2024-02-06T18:50:00.739" v="26383"/>
          <ac:spMkLst>
            <pc:docMk/>
            <pc:sldMk cId="1291000996" sldId="1153"/>
            <ac:spMk id="26" creationId="{5FD4DF20-D5D5-FE45-09BB-460B99333B88}"/>
          </ac:spMkLst>
        </pc:spChg>
        <pc:spChg chg="add mod">
          <ac:chgData name="Palit, Tapti" userId="dec6fbcd-7598-406a-8cbf-504d4a3bac15" providerId="ADAL" clId="{65104DF2-1B45-4C36-9E2A-F89658839DCF}" dt="2024-02-06T18:50:00.739" v="26383"/>
          <ac:spMkLst>
            <pc:docMk/>
            <pc:sldMk cId="1291000996" sldId="1153"/>
            <ac:spMk id="27" creationId="{CCEF5EF3-706E-5A6B-0FED-E34C674739A6}"/>
          </ac:spMkLst>
        </pc:spChg>
        <pc:spChg chg="add mod">
          <ac:chgData name="Palit, Tapti" userId="dec6fbcd-7598-406a-8cbf-504d4a3bac15" providerId="ADAL" clId="{65104DF2-1B45-4C36-9E2A-F89658839DCF}" dt="2024-02-06T18:50:00.739" v="26383"/>
          <ac:spMkLst>
            <pc:docMk/>
            <pc:sldMk cId="1291000996" sldId="1153"/>
            <ac:spMk id="28" creationId="{66657350-78E4-87BE-EEEF-67D0E9ACE6DF}"/>
          </ac:spMkLst>
        </pc:spChg>
        <pc:spChg chg="add mod">
          <ac:chgData name="Palit, Tapti" userId="dec6fbcd-7598-406a-8cbf-504d4a3bac15" providerId="ADAL" clId="{65104DF2-1B45-4C36-9E2A-F89658839DCF}" dt="2024-02-06T18:50:00.739" v="26383"/>
          <ac:spMkLst>
            <pc:docMk/>
            <pc:sldMk cId="1291000996" sldId="1153"/>
            <ac:spMk id="34" creationId="{3857007A-46A3-1C6F-4959-5CE29CD9730B}"/>
          </ac:spMkLst>
        </pc:spChg>
        <pc:spChg chg="del">
          <ac:chgData name="Palit, Tapti" userId="dec6fbcd-7598-406a-8cbf-504d4a3bac15" providerId="ADAL" clId="{65104DF2-1B45-4C36-9E2A-F89658839DCF}" dt="2024-02-06T18:49:48.521" v="26382" actId="478"/>
          <ac:spMkLst>
            <pc:docMk/>
            <pc:sldMk cId="1291000996" sldId="1153"/>
            <ac:spMk id="52" creationId="{1B8ECE4D-4DE5-5574-810B-C25B6FB8B1F3}"/>
          </ac:spMkLst>
        </pc:spChg>
        <pc:spChg chg="del">
          <ac:chgData name="Palit, Tapti" userId="dec6fbcd-7598-406a-8cbf-504d4a3bac15" providerId="ADAL" clId="{65104DF2-1B45-4C36-9E2A-F89658839DCF}" dt="2024-02-06T18:49:48.521" v="26382" actId="478"/>
          <ac:spMkLst>
            <pc:docMk/>
            <pc:sldMk cId="1291000996" sldId="1153"/>
            <ac:spMk id="53" creationId="{17196389-9AE0-F089-FC74-A1209B1893CF}"/>
          </ac:spMkLst>
        </pc:spChg>
        <pc:cxnChg chg="del mod">
          <ac:chgData name="Palit, Tapti" userId="dec6fbcd-7598-406a-8cbf-504d4a3bac15" providerId="ADAL" clId="{65104DF2-1B45-4C36-9E2A-F89658839DCF}" dt="2024-02-06T18:49:48.521" v="26382" actId="478"/>
          <ac:cxnSpMkLst>
            <pc:docMk/>
            <pc:sldMk cId="1291000996" sldId="1153"/>
            <ac:cxnSpMk id="2" creationId="{FCD20EF2-683E-F4A6-EF85-F3DDE871901A}"/>
          </ac:cxnSpMkLst>
        </pc:cxnChg>
        <pc:cxnChg chg="del mod">
          <ac:chgData name="Palit, Tapti" userId="dec6fbcd-7598-406a-8cbf-504d4a3bac15" providerId="ADAL" clId="{65104DF2-1B45-4C36-9E2A-F89658839DCF}" dt="2024-02-06T18:49:48.521" v="26382" actId="478"/>
          <ac:cxnSpMkLst>
            <pc:docMk/>
            <pc:sldMk cId="1291000996" sldId="1153"/>
            <ac:cxnSpMk id="6" creationId="{6A83AC85-26A8-F15B-1CA0-C03623E12430}"/>
          </ac:cxnSpMkLst>
        </pc:cxnChg>
        <pc:cxnChg chg="del mod">
          <ac:chgData name="Palit, Tapti" userId="dec6fbcd-7598-406a-8cbf-504d4a3bac15" providerId="ADAL" clId="{65104DF2-1B45-4C36-9E2A-F89658839DCF}" dt="2024-02-06T18:49:48.521" v="26382" actId="478"/>
          <ac:cxnSpMkLst>
            <pc:docMk/>
            <pc:sldMk cId="1291000996" sldId="1153"/>
            <ac:cxnSpMk id="11" creationId="{34ADCB78-7E32-1294-35B5-028CB3B5795D}"/>
          </ac:cxnSpMkLst>
        </pc:cxnChg>
        <pc:cxnChg chg="del mod">
          <ac:chgData name="Palit, Tapti" userId="dec6fbcd-7598-406a-8cbf-504d4a3bac15" providerId="ADAL" clId="{65104DF2-1B45-4C36-9E2A-F89658839DCF}" dt="2024-02-06T18:49:48.521" v="26382" actId="478"/>
          <ac:cxnSpMkLst>
            <pc:docMk/>
            <pc:sldMk cId="1291000996" sldId="1153"/>
            <ac:cxnSpMk id="18" creationId="{A6038E17-CC26-E08F-C317-6C9DD75D396C}"/>
          </ac:cxnSpMkLst>
        </pc:cxnChg>
        <pc:cxnChg chg="del mod">
          <ac:chgData name="Palit, Tapti" userId="dec6fbcd-7598-406a-8cbf-504d4a3bac15" providerId="ADAL" clId="{65104DF2-1B45-4C36-9E2A-F89658839DCF}" dt="2024-02-06T18:49:48.521" v="26382" actId="478"/>
          <ac:cxnSpMkLst>
            <pc:docMk/>
            <pc:sldMk cId="1291000996" sldId="1153"/>
            <ac:cxnSpMk id="20" creationId="{495B6547-944C-E411-8011-CF584D219AB0}"/>
          </ac:cxnSpMkLst>
        </pc:cxnChg>
        <pc:cxnChg chg="del">
          <ac:chgData name="Palit, Tapti" userId="dec6fbcd-7598-406a-8cbf-504d4a3bac15" providerId="ADAL" clId="{65104DF2-1B45-4C36-9E2A-F89658839DCF}" dt="2024-02-06T18:49:48.521" v="26382" actId="478"/>
          <ac:cxnSpMkLst>
            <pc:docMk/>
            <pc:sldMk cId="1291000996" sldId="1153"/>
            <ac:cxnSpMk id="24" creationId="{9E8F7314-AF85-926A-AD53-FF29B64BE6FC}"/>
          </ac:cxnSpMkLst>
        </pc:cxnChg>
        <pc:cxnChg chg="add mod">
          <ac:chgData name="Palit, Tapti" userId="dec6fbcd-7598-406a-8cbf-504d4a3bac15" providerId="ADAL" clId="{65104DF2-1B45-4C36-9E2A-F89658839DCF}" dt="2024-02-06T18:50:00.739" v="26383"/>
          <ac:cxnSpMkLst>
            <pc:docMk/>
            <pc:sldMk cId="1291000996" sldId="1153"/>
            <ac:cxnSpMk id="29" creationId="{2CEFB3BD-CB00-8837-7486-52C9B47E8793}"/>
          </ac:cxnSpMkLst>
        </pc:cxnChg>
        <pc:cxnChg chg="add mod">
          <ac:chgData name="Palit, Tapti" userId="dec6fbcd-7598-406a-8cbf-504d4a3bac15" providerId="ADAL" clId="{65104DF2-1B45-4C36-9E2A-F89658839DCF}" dt="2024-02-06T18:50:00.739" v="26383"/>
          <ac:cxnSpMkLst>
            <pc:docMk/>
            <pc:sldMk cId="1291000996" sldId="1153"/>
            <ac:cxnSpMk id="30" creationId="{A3C1DE47-543F-FEEF-20A3-5FA85283D2D9}"/>
          </ac:cxnSpMkLst>
        </pc:cxnChg>
        <pc:cxnChg chg="add mod">
          <ac:chgData name="Palit, Tapti" userId="dec6fbcd-7598-406a-8cbf-504d4a3bac15" providerId="ADAL" clId="{65104DF2-1B45-4C36-9E2A-F89658839DCF}" dt="2024-02-06T18:50:00.739" v="26383"/>
          <ac:cxnSpMkLst>
            <pc:docMk/>
            <pc:sldMk cId="1291000996" sldId="1153"/>
            <ac:cxnSpMk id="31" creationId="{985FC86F-64D2-0B62-C020-B177033D129F}"/>
          </ac:cxnSpMkLst>
        </pc:cxnChg>
        <pc:cxnChg chg="add mod">
          <ac:chgData name="Palit, Tapti" userId="dec6fbcd-7598-406a-8cbf-504d4a3bac15" providerId="ADAL" clId="{65104DF2-1B45-4C36-9E2A-F89658839DCF}" dt="2024-02-06T18:50:00.739" v="26383"/>
          <ac:cxnSpMkLst>
            <pc:docMk/>
            <pc:sldMk cId="1291000996" sldId="1153"/>
            <ac:cxnSpMk id="32" creationId="{243C1812-C7E7-9217-584D-2EE05942BA2E}"/>
          </ac:cxnSpMkLst>
        </pc:cxnChg>
        <pc:cxnChg chg="add mod">
          <ac:chgData name="Palit, Tapti" userId="dec6fbcd-7598-406a-8cbf-504d4a3bac15" providerId="ADAL" clId="{65104DF2-1B45-4C36-9E2A-F89658839DCF}" dt="2024-02-06T18:50:00.739" v="26383"/>
          <ac:cxnSpMkLst>
            <pc:docMk/>
            <pc:sldMk cId="1291000996" sldId="1153"/>
            <ac:cxnSpMk id="33" creationId="{AB43B472-B190-1294-7807-611E0D52828C}"/>
          </ac:cxnSpMkLst>
        </pc:cxnChg>
        <pc:cxnChg chg="add del mod">
          <ac:chgData name="Palit, Tapti" userId="dec6fbcd-7598-406a-8cbf-504d4a3bac15" providerId="ADAL" clId="{65104DF2-1B45-4C36-9E2A-F89658839DCF}" dt="2024-02-06T18:50:06.427" v="26385" actId="478"/>
          <ac:cxnSpMkLst>
            <pc:docMk/>
            <pc:sldMk cId="1291000996" sldId="1153"/>
            <ac:cxnSpMk id="35" creationId="{6431B189-1DAE-3BAD-3765-BF78F6D57C27}"/>
          </ac:cxnSpMkLst>
        </pc:cxnChg>
        <pc:cxnChg chg="add del mod">
          <ac:chgData name="Palit, Tapti" userId="dec6fbcd-7598-406a-8cbf-504d4a3bac15" providerId="ADAL" clId="{65104DF2-1B45-4C36-9E2A-F89658839DCF}" dt="2024-02-06T18:50:12.657" v="26391" actId="478"/>
          <ac:cxnSpMkLst>
            <pc:docMk/>
            <pc:sldMk cId="1291000996" sldId="1153"/>
            <ac:cxnSpMk id="36" creationId="{C01881DE-FF68-D283-9BE8-C882B730DA67}"/>
          </ac:cxnSpMkLst>
        </pc:cxnChg>
        <pc:cxnChg chg="add del mod">
          <ac:chgData name="Palit, Tapti" userId="dec6fbcd-7598-406a-8cbf-504d4a3bac15" providerId="ADAL" clId="{65104DF2-1B45-4C36-9E2A-F89658839DCF}" dt="2024-02-06T18:50:13.410" v="26392" actId="478"/>
          <ac:cxnSpMkLst>
            <pc:docMk/>
            <pc:sldMk cId="1291000996" sldId="1153"/>
            <ac:cxnSpMk id="37" creationId="{A98D435A-6F72-3A47-C5F1-761C823F45B8}"/>
          </ac:cxnSpMkLst>
        </pc:cxnChg>
        <pc:cxnChg chg="add del mod">
          <ac:chgData name="Palit, Tapti" userId="dec6fbcd-7598-406a-8cbf-504d4a3bac15" providerId="ADAL" clId="{65104DF2-1B45-4C36-9E2A-F89658839DCF}" dt="2024-02-06T18:50:09.216" v="26387" actId="478"/>
          <ac:cxnSpMkLst>
            <pc:docMk/>
            <pc:sldMk cId="1291000996" sldId="1153"/>
            <ac:cxnSpMk id="38" creationId="{1EC7AF50-41DF-B411-1210-7531124D6912}"/>
          </ac:cxnSpMkLst>
        </pc:cxnChg>
        <pc:cxnChg chg="add del mod">
          <ac:chgData name="Palit, Tapti" userId="dec6fbcd-7598-406a-8cbf-504d4a3bac15" providerId="ADAL" clId="{65104DF2-1B45-4C36-9E2A-F89658839DCF}" dt="2024-02-06T18:50:10.236" v="26388" actId="478"/>
          <ac:cxnSpMkLst>
            <pc:docMk/>
            <pc:sldMk cId="1291000996" sldId="1153"/>
            <ac:cxnSpMk id="39" creationId="{A7158876-B414-94F8-1571-9D047045C2C3}"/>
          </ac:cxnSpMkLst>
        </pc:cxnChg>
        <pc:cxnChg chg="add del mod">
          <ac:chgData name="Palit, Tapti" userId="dec6fbcd-7598-406a-8cbf-504d4a3bac15" providerId="ADAL" clId="{65104DF2-1B45-4C36-9E2A-F89658839DCF}" dt="2024-02-06T18:50:17.947" v="26399" actId="478"/>
          <ac:cxnSpMkLst>
            <pc:docMk/>
            <pc:sldMk cId="1291000996" sldId="1153"/>
            <ac:cxnSpMk id="40" creationId="{5BB0044C-6970-3DC5-57BF-15936D52B1C2}"/>
          </ac:cxnSpMkLst>
        </pc:cxnChg>
        <pc:cxnChg chg="add del mod">
          <ac:chgData name="Palit, Tapti" userId="dec6fbcd-7598-406a-8cbf-504d4a3bac15" providerId="ADAL" clId="{65104DF2-1B45-4C36-9E2A-F89658839DCF}" dt="2024-02-06T18:50:14.822" v="26394" actId="478"/>
          <ac:cxnSpMkLst>
            <pc:docMk/>
            <pc:sldMk cId="1291000996" sldId="1153"/>
            <ac:cxnSpMk id="41" creationId="{ADF99A1A-78BB-9B11-4BFA-AAF794DFA633}"/>
          </ac:cxnSpMkLst>
        </pc:cxnChg>
        <pc:cxnChg chg="add del mod">
          <ac:chgData name="Palit, Tapti" userId="dec6fbcd-7598-406a-8cbf-504d4a3bac15" providerId="ADAL" clId="{65104DF2-1B45-4C36-9E2A-F89658839DCF}" dt="2024-02-06T18:50:16.110" v="26396" actId="478"/>
          <ac:cxnSpMkLst>
            <pc:docMk/>
            <pc:sldMk cId="1291000996" sldId="1153"/>
            <ac:cxnSpMk id="42" creationId="{34DFDAB1-0595-8E85-5A68-8FE10D181A6D}"/>
          </ac:cxnSpMkLst>
        </pc:cxnChg>
        <pc:cxnChg chg="add del mod">
          <ac:chgData name="Palit, Tapti" userId="dec6fbcd-7598-406a-8cbf-504d4a3bac15" providerId="ADAL" clId="{65104DF2-1B45-4C36-9E2A-F89658839DCF}" dt="2024-02-06T18:50:15.434" v="26395" actId="478"/>
          <ac:cxnSpMkLst>
            <pc:docMk/>
            <pc:sldMk cId="1291000996" sldId="1153"/>
            <ac:cxnSpMk id="43" creationId="{806EF246-704E-AC25-092A-ECCE38091390}"/>
          </ac:cxnSpMkLst>
        </pc:cxnChg>
        <pc:cxnChg chg="add del mod">
          <ac:chgData name="Palit, Tapti" userId="dec6fbcd-7598-406a-8cbf-504d4a3bac15" providerId="ADAL" clId="{65104DF2-1B45-4C36-9E2A-F89658839DCF}" dt="2024-02-06T18:50:12.012" v="26390" actId="478"/>
          <ac:cxnSpMkLst>
            <pc:docMk/>
            <pc:sldMk cId="1291000996" sldId="1153"/>
            <ac:cxnSpMk id="44" creationId="{523B481A-5BEC-9014-63C7-2B591FD91052}"/>
          </ac:cxnSpMkLst>
        </pc:cxnChg>
        <pc:cxnChg chg="add del mod">
          <ac:chgData name="Palit, Tapti" userId="dec6fbcd-7598-406a-8cbf-504d4a3bac15" providerId="ADAL" clId="{65104DF2-1B45-4C36-9E2A-F89658839DCF}" dt="2024-02-06T18:50:11.069" v="26389" actId="478"/>
          <ac:cxnSpMkLst>
            <pc:docMk/>
            <pc:sldMk cId="1291000996" sldId="1153"/>
            <ac:cxnSpMk id="45" creationId="{15EE5D84-029F-375C-7C42-1C62480834EE}"/>
          </ac:cxnSpMkLst>
        </pc:cxnChg>
        <pc:cxnChg chg="add del mod">
          <ac:chgData name="Palit, Tapti" userId="dec6fbcd-7598-406a-8cbf-504d4a3bac15" providerId="ADAL" clId="{65104DF2-1B45-4C36-9E2A-F89658839DCF}" dt="2024-02-06T18:50:14.058" v="26393" actId="478"/>
          <ac:cxnSpMkLst>
            <pc:docMk/>
            <pc:sldMk cId="1291000996" sldId="1153"/>
            <ac:cxnSpMk id="46" creationId="{FAA90742-B06F-DB51-9165-18D565EF2F72}"/>
          </ac:cxnSpMkLst>
        </pc:cxnChg>
        <pc:cxnChg chg="add del mod">
          <ac:chgData name="Palit, Tapti" userId="dec6fbcd-7598-406a-8cbf-504d4a3bac15" providerId="ADAL" clId="{65104DF2-1B45-4C36-9E2A-F89658839DCF}" dt="2024-02-06T18:50:07.943" v="26386" actId="478"/>
          <ac:cxnSpMkLst>
            <pc:docMk/>
            <pc:sldMk cId="1291000996" sldId="1153"/>
            <ac:cxnSpMk id="47" creationId="{607ECAB9-9FC0-B3C3-32B7-5EADBBE78C38}"/>
          </ac:cxnSpMkLst>
        </pc:cxnChg>
        <pc:cxnChg chg="add del mod">
          <ac:chgData name="Palit, Tapti" userId="dec6fbcd-7598-406a-8cbf-504d4a3bac15" providerId="ADAL" clId="{65104DF2-1B45-4C36-9E2A-F89658839DCF}" dt="2024-02-06T18:50:17.194" v="26398" actId="478"/>
          <ac:cxnSpMkLst>
            <pc:docMk/>
            <pc:sldMk cId="1291000996" sldId="1153"/>
            <ac:cxnSpMk id="48" creationId="{8054C8ED-E57F-2077-EE21-E0D102D3E04D}"/>
          </ac:cxnSpMkLst>
        </pc:cxnChg>
        <pc:cxnChg chg="add del mod">
          <ac:chgData name="Palit, Tapti" userId="dec6fbcd-7598-406a-8cbf-504d4a3bac15" providerId="ADAL" clId="{65104DF2-1B45-4C36-9E2A-F89658839DCF}" dt="2024-02-06T18:50:05.202" v="26384" actId="478"/>
          <ac:cxnSpMkLst>
            <pc:docMk/>
            <pc:sldMk cId="1291000996" sldId="1153"/>
            <ac:cxnSpMk id="49" creationId="{75012ADA-6F94-3F78-4BEB-1AF1B2B5E27B}"/>
          </ac:cxnSpMkLst>
        </pc:cxnChg>
        <pc:cxnChg chg="add mod">
          <ac:chgData name="Palit, Tapti" userId="dec6fbcd-7598-406a-8cbf-504d4a3bac15" providerId="ADAL" clId="{65104DF2-1B45-4C36-9E2A-F89658839DCF}" dt="2024-02-06T18:51:13.210" v="26404" actId="14100"/>
          <ac:cxnSpMkLst>
            <pc:docMk/>
            <pc:sldMk cId="1291000996" sldId="1153"/>
            <ac:cxnSpMk id="50" creationId="{BFD7FAA2-BB0E-C26E-C61E-69B9C7E9A0A0}"/>
          </ac:cxnSpMkLst>
        </pc:cxnChg>
      </pc:sldChg>
      <pc:sldChg chg="addSp delSp modSp mod">
        <pc:chgData name="Palit, Tapti" userId="dec6fbcd-7598-406a-8cbf-504d4a3bac15" providerId="ADAL" clId="{65104DF2-1B45-4C36-9E2A-F89658839DCF}" dt="2024-02-06T18:51:38.596" v="26410" actId="478"/>
        <pc:sldMkLst>
          <pc:docMk/>
          <pc:sldMk cId="4113520126" sldId="1155"/>
        </pc:sldMkLst>
        <pc:spChg chg="add del">
          <ac:chgData name="Palit, Tapti" userId="dec6fbcd-7598-406a-8cbf-504d4a3bac15" providerId="ADAL" clId="{65104DF2-1B45-4C36-9E2A-F89658839DCF}" dt="2024-02-06T18:51:35.278" v="26409" actId="478"/>
          <ac:spMkLst>
            <pc:docMk/>
            <pc:sldMk cId="4113520126" sldId="1155"/>
            <ac:spMk id="8" creationId="{404E5D02-C7BD-7A9F-A969-6D8A6F25DF86}"/>
          </ac:spMkLst>
        </pc:spChg>
        <pc:spChg chg="add del">
          <ac:chgData name="Palit, Tapti" userId="dec6fbcd-7598-406a-8cbf-504d4a3bac15" providerId="ADAL" clId="{65104DF2-1B45-4C36-9E2A-F89658839DCF}" dt="2024-02-06T18:51:35.278" v="26409" actId="478"/>
          <ac:spMkLst>
            <pc:docMk/>
            <pc:sldMk cId="4113520126" sldId="1155"/>
            <ac:spMk id="9" creationId="{FE3FA576-1359-7D36-4784-CB570FB70315}"/>
          </ac:spMkLst>
        </pc:spChg>
        <pc:spChg chg="add del">
          <ac:chgData name="Palit, Tapti" userId="dec6fbcd-7598-406a-8cbf-504d4a3bac15" providerId="ADAL" clId="{65104DF2-1B45-4C36-9E2A-F89658839DCF}" dt="2024-02-06T18:51:35.278" v="26409" actId="478"/>
          <ac:spMkLst>
            <pc:docMk/>
            <pc:sldMk cId="4113520126" sldId="1155"/>
            <ac:spMk id="12" creationId="{F6E21CA4-58ED-AF98-B091-9861E6D3D3BD}"/>
          </ac:spMkLst>
        </pc:spChg>
        <pc:spChg chg="add del">
          <ac:chgData name="Palit, Tapti" userId="dec6fbcd-7598-406a-8cbf-504d4a3bac15" providerId="ADAL" clId="{65104DF2-1B45-4C36-9E2A-F89658839DCF}" dt="2024-02-06T18:51:35.278" v="26409" actId="478"/>
          <ac:spMkLst>
            <pc:docMk/>
            <pc:sldMk cId="4113520126" sldId="1155"/>
            <ac:spMk id="13" creationId="{8A8FBFCB-C472-E694-87DD-57F89928D45A}"/>
          </ac:spMkLst>
        </pc:spChg>
        <pc:spChg chg="add del">
          <ac:chgData name="Palit, Tapti" userId="dec6fbcd-7598-406a-8cbf-504d4a3bac15" providerId="ADAL" clId="{65104DF2-1B45-4C36-9E2A-F89658839DCF}" dt="2024-02-06T18:51:35.278" v="26409" actId="478"/>
          <ac:spMkLst>
            <pc:docMk/>
            <pc:sldMk cId="4113520126" sldId="1155"/>
            <ac:spMk id="15" creationId="{36EBB0D3-5286-277D-70E5-AFC358232F98}"/>
          </ac:spMkLst>
        </pc:spChg>
        <pc:spChg chg="add del">
          <ac:chgData name="Palit, Tapti" userId="dec6fbcd-7598-406a-8cbf-504d4a3bac15" providerId="ADAL" clId="{65104DF2-1B45-4C36-9E2A-F89658839DCF}" dt="2024-02-06T18:51:35.278" v="26409" actId="478"/>
          <ac:spMkLst>
            <pc:docMk/>
            <pc:sldMk cId="4113520126" sldId="1155"/>
            <ac:spMk id="16" creationId="{2A187A53-E5C6-EB07-ACF3-393CD3D4AEDA}"/>
          </ac:spMkLst>
        </pc:spChg>
        <pc:spChg chg="add del mod">
          <ac:chgData name="Palit, Tapti" userId="dec6fbcd-7598-406a-8cbf-504d4a3bac15" providerId="ADAL" clId="{65104DF2-1B45-4C36-9E2A-F89658839DCF}" dt="2024-02-06T18:51:38.596" v="26410" actId="478"/>
          <ac:spMkLst>
            <pc:docMk/>
            <pc:sldMk cId="4113520126" sldId="1155"/>
            <ac:spMk id="19" creationId="{0652AE09-3970-D38C-51AF-C916A5F7A334}"/>
          </ac:spMkLst>
        </pc:spChg>
        <pc:spChg chg="add mod">
          <ac:chgData name="Palit, Tapti" userId="dec6fbcd-7598-406a-8cbf-504d4a3bac15" providerId="ADAL" clId="{65104DF2-1B45-4C36-9E2A-F89658839DCF}" dt="2024-02-06T18:51:30.161" v="26407"/>
          <ac:spMkLst>
            <pc:docMk/>
            <pc:sldMk cId="4113520126" sldId="1155"/>
            <ac:spMk id="21" creationId="{FB0BFE0C-D1C7-2AEF-1FD2-4736E3B78815}"/>
          </ac:spMkLst>
        </pc:spChg>
        <pc:spChg chg="add mod">
          <ac:chgData name="Palit, Tapti" userId="dec6fbcd-7598-406a-8cbf-504d4a3bac15" providerId="ADAL" clId="{65104DF2-1B45-4C36-9E2A-F89658839DCF}" dt="2024-02-06T18:51:30.161" v="26407"/>
          <ac:spMkLst>
            <pc:docMk/>
            <pc:sldMk cId="4113520126" sldId="1155"/>
            <ac:spMk id="23" creationId="{41318664-3EF6-8AC1-C2FB-A46B80E247B6}"/>
          </ac:spMkLst>
        </pc:spChg>
        <pc:spChg chg="add mod">
          <ac:chgData name="Palit, Tapti" userId="dec6fbcd-7598-406a-8cbf-504d4a3bac15" providerId="ADAL" clId="{65104DF2-1B45-4C36-9E2A-F89658839DCF}" dt="2024-02-06T18:51:30.161" v="26407"/>
          <ac:spMkLst>
            <pc:docMk/>
            <pc:sldMk cId="4113520126" sldId="1155"/>
            <ac:spMk id="25" creationId="{7FBA77A2-F634-9F7A-59B6-847A7A1BFB62}"/>
          </ac:spMkLst>
        </pc:spChg>
        <pc:spChg chg="add mod">
          <ac:chgData name="Palit, Tapti" userId="dec6fbcd-7598-406a-8cbf-504d4a3bac15" providerId="ADAL" clId="{65104DF2-1B45-4C36-9E2A-F89658839DCF}" dt="2024-02-06T18:51:30.161" v="26407"/>
          <ac:spMkLst>
            <pc:docMk/>
            <pc:sldMk cId="4113520126" sldId="1155"/>
            <ac:spMk id="26" creationId="{A201866D-7B87-AF1B-65B0-F58944998416}"/>
          </ac:spMkLst>
        </pc:spChg>
        <pc:spChg chg="add mod">
          <ac:chgData name="Palit, Tapti" userId="dec6fbcd-7598-406a-8cbf-504d4a3bac15" providerId="ADAL" clId="{65104DF2-1B45-4C36-9E2A-F89658839DCF}" dt="2024-02-06T18:51:30.161" v="26407"/>
          <ac:spMkLst>
            <pc:docMk/>
            <pc:sldMk cId="4113520126" sldId="1155"/>
            <ac:spMk id="27" creationId="{399E9E7E-D740-0FE6-F7B0-7316401769EF}"/>
          </ac:spMkLst>
        </pc:spChg>
        <pc:spChg chg="add mod">
          <ac:chgData name="Palit, Tapti" userId="dec6fbcd-7598-406a-8cbf-504d4a3bac15" providerId="ADAL" clId="{65104DF2-1B45-4C36-9E2A-F89658839DCF}" dt="2024-02-06T18:51:30.161" v="26407"/>
          <ac:spMkLst>
            <pc:docMk/>
            <pc:sldMk cId="4113520126" sldId="1155"/>
            <ac:spMk id="28" creationId="{2760695A-47FB-9D24-5798-8BEF5B132246}"/>
          </ac:spMkLst>
        </pc:spChg>
        <pc:spChg chg="add mod">
          <ac:chgData name="Palit, Tapti" userId="dec6fbcd-7598-406a-8cbf-504d4a3bac15" providerId="ADAL" clId="{65104DF2-1B45-4C36-9E2A-F89658839DCF}" dt="2024-02-06T18:51:30.161" v="26407"/>
          <ac:spMkLst>
            <pc:docMk/>
            <pc:sldMk cId="4113520126" sldId="1155"/>
            <ac:spMk id="34" creationId="{48815E2C-D85B-3F54-5C13-4970098B241C}"/>
          </ac:spMkLst>
        </pc:spChg>
        <pc:spChg chg="add del">
          <ac:chgData name="Palit, Tapti" userId="dec6fbcd-7598-406a-8cbf-504d4a3bac15" providerId="ADAL" clId="{65104DF2-1B45-4C36-9E2A-F89658839DCF}" dt="2024-02-06T18:51:35.278" v="26409" actId="478"/>
          <ac:spMkLst>
            <pc:docMk/>
            <pc:sldMk cId="4113520126" sldId="1155"/>
            <ac:spMk id="53" creationId="{17196389-9AE0-F089-FC74-A1209B1893CF}"/>
          </ac:spMkLst>
        </pc:spChg>
        <pc:cxnChg chg="add del mod">
          <ac:chgData name="Palit, Tapti" userId="dec6fbcd-7598-406a-8cbf-504d4a3bac15" providerId="ADAL" clId="{65104DF2-1B45-4C36-9E2A-F89658839DCF}" dt="2024-02-06T18:51:35.278" v="26409" actId="478"/>
          <ac:cxnSpMkLst>
            <pc:docMk/>
            <pc:sldMk cId="4113520126" sldId="1155"/>
            <ac:cxnSpMk id="2" creationId="{FCD20EF2-683E-F4A6-EF85-F3DDE871901A}"/>
          </ac:cxnSpMkLst>
        </pc:cxnChg>
        <pc:cxnChg chg="add del mod">
          <ac:chgData name="Palit, Tapti" userId="dec6fbcd-7598-406a-8cbf-504d4a3bac15" providerId="ADAL" clId="{65104DF2-1B45-4C36-9E2A-F89658839DCF}" dt="2024-02-06T18:51:35.278" v="26409" actId="478"/>
          <ac:cxnSpMkLst>
            <pc:docMk/>
            <pc:sldMk cId="4113520126" sldId="1155"/>
            <ac:cxnSpMk id="6" creationId="{6A83AC85-26A8-F15B-1CA0-C03623E12430}"/>
          </ac:cxnSpMkLst>
        </pc:cxnChg>
        <pc:cxnChg chg="add del mod">
          <ac:chgData name="Palit, Tapti" userId="dec6fbcd-7598-406a-8cbf-504d4a3bac15" providerId="ADAL" clId="{65104DF2-1B45-4C36-9E2A-F89658839DCF}" dt="2024-02-06T18:51:35.278" v="26409" actId="478"/>
          <ac:cxnSpMkLst>
            <pc:docMk/>
            <pc:sldMk cId="4113520126" sldId="1155"/>
            <ac:cxnSpMk id="11" creationId="{34ADCB78-7E32-1294-35B5-028CB3B5795D}"/>
          </ac:cxnSpMkLst>
        </pc:cxnChg>
        <pc:cxnChg chg="add del mod">
          <ac:chgData name="Palit, Tapti" userId="dec6fbcd-7598-406a-8cbf-504d4a3bac15" providerId="ADAL" clId="{65104DF2-1B45-4C36-9E2A-F89658839DCF}" dt="2024-02-06T18:51:35.278" v="26409" actId="478"/>
          <ac:cxnSpMkLst>
            <pc:docMk/>
            <pc:sldMk cId="4113520126" sldId="1155"/>
            <ac:cxnSpMk id="18" creationId="{A6038E17-CC26-E08F-C317-6C9DD75D396C}"/>
          </ac:cxnSpMkLst>
        </pc:cxnChg>
        <pc:cxnChg chg="add del mod">
          <ac:chgData name="Palit, Tapti" userId="dec6fbcd-7598-406a-8cbf-504d4a3bac15" providerId="ADAL" clId="{65104DF2-1B45-4C36-9E2A-F89658839DCF}" dt="2024-02-06T18:51:35.278" v="26409" actId="478"/>
          <ac:cxnSpMkLst>
            <pc:docMk/>
            <pc:sldMk cId="4113520126" sldId="1155"/>
            <ac:cxnSpMk id="20" creationId="{495B6547-944C-E411-8011-CF584D219AB0}"/>
          </ac:cxnSpMkLst>
        </pc:cxnChg>
        <pc:cxnChg chg="add del">
          <ac:chgData name="Palit, Tapti" userId="dec6fbcd-7598-406a-8cbf-504d4a3bac15" providerId="ADAL" clId="{65104DF2-1B45-4C36-9E2A-F89658839DCF}" dt="2024-02-06T18:51:35.278" v="26409" actId="478"/>
          <ac:cxnSpMkLst>
            <pc:docMk/>
            <pc:sldMk cId="4113520126" sldId="1155"/>
            <ac:cxnSpMk id="24" creationId="{9E8F7314-AF85-926A-AD53-FF29B64BE6FC}"/>
          </ac:cxnSpMkLst>
        </pc:cxnChg>
        <pc:cxnChg chg="add mod">
          <ac:chgData name="Palit, Tapti" userId="dec6fbcd-7598-406a-8cbf-504d4a3bac15" providerId="ADAL" clId="{65104DF2-1B45-4C36-9E2A-F89658839DCF}" dt="2024-02-06T18:51:30.161" v="26407"/>
          <ac:cxnSpMkLst>
            <pc:docMk/>
            <pc:sldMk cId="4113520126" sldId="1155"/>
            <ac:cxnSpMk id="29" creationId="{AC082BCD-4664-7BF5-DCB8-7406FACB479E}"/>
          </ac:cxnSpMkLst>
        </pc:cxnChg>
        <pc:cxnChg chg="add mod">
          <ac:chgData name="Palit, Tapti" userId="dec6fbcd-7598-406a-8cbf-504d4a3bac15" providerId="ADAL" clId="{65104DF2-1B45-4C36-9E2A-F89658839DCF}" dt="2024-02-06T18:51:30.161" v="26407"/>
          <ac:cxnSpMkLst>
            <pc:docMk/>
            <pc:sldMk cId="4113520126" sldId="1155"/>
            <ac:cxnSpMk id="30" creationId="{9EF715F5-5BE9-D6DC-76DF-E13966DCC8A2}"/>
          </ac:cxnSpMkLst>
        </pc:cxnChg>
        <pc:cxnChg chg="add mod">
          <ac:chgData name="Palit, Tapti" userId="dec6fbcd-7598-406a-8cbf-504d4a3bac15" providerId="ADAL" clId="{65104DF2-1B45-4C36-9E2A-F89658839DCF}" dt="2024-02-06T18:51:30.161" v="26407"/>
          <ac:cxnSpMkLst>
            <pc:docMk/>
            <pc:sldMk cId="4113520126" sldId="1155"/>
            <ac:cxnSpMk id="31" creationId="{562B6515-A1C7-08E9-9DD7-8751C268F132}"/>
          </ac:cxnSpMkLst>
        </pc:cxnChg>
        <pc:cxnChg chg="add mod">
          <ac:chgData name="Palit, Tapti" userId="dec6fbcd-7598-406a-8cbf-504d4a3bac15" providerId="ADAL" clId="{65104DF2-1B45-4C36-9E2A-F89658839DCF}" dt="2024-02-06T18:51:30.161" v="26407"/>
          <ac:cxnSpMkLst>
            <pc:docMk/>
            <pc:sldMk cId="4113520126" sldId="1155"/>
            <ac:cxnSpMk id="32" creationId="{50832BFA-6FA2-911D-467B-BB69D74548D7}"/>
          </ac:cxnSpMkLst>
        </pc:cxnChg>
        <pc:cxnChg chg="add mod">
          <ac:chgData name="Palit, Tapti" userId="dec6fbcd-7598-406a-8cbf-504d4a3bac15" providerId="ADAL" clId="{65104DF2-1B45-4C36-9E2A-F89658839DCF}" dt="2024-02-06T18:51:30.161" v="26407"/>
          <ac:cxnSpMkLst>
            <pc:docMk/>
            <pc:sldMk cId="4113520126" sldId="1155"/>
            <ac:cxnSpMk id="33" creationId="{871F20A3-6537-39B6-C75E-9CD35DE91B22}"/>
          </ac:cxnSpMkLst>
        </pc:cxnChg>
        <pc:cxnChg chg="add mod">
          <ac:chgData name="Palit, Tapti" userId="dec6fbcd-7598-406a-8cbf-504d4a3bac15" providerId="ADAL" clId="{65104DF2-1B45-4C36-9E2A-F89658839DCF}" dt="2024-02-06T18:51:30.161" v="26407"/>
          <ac:cxnSpMkLst>
            <pc:docMk/>
            <pc:sldMk cId="4113520126" sldId="1155"/>
            <ac:cxnSpMk id="35" creationId="{9E8A55BB-1FC7-860F-C349-78DC36D3BC9D}"/>
          </ac:cxnSpMkLst>
        </pc:cxnChg>
      </pc:sldChg>
      <pc:sldChg chg="addSp delSp modSp mod">
        <pc:chgData name="Palit, Tapti" userId="dec6fbcd-7598-406a-8cbf-504d4a3bac15" providerId="ADAL" clId="{65104DF2-1B45-4C36-9E2A-F89658839DCF}" dt="2024-02-06T18:54:13.670" v="26474" actId="692"/>
        <pc:sldMkLst>
          <pc:docMk/>
          <pc:sldMk cId="3835604708" sldId="1156"/>
        </pc:sldMkLst>
        <pc:spChg chg="del">
          <ac:chgData name="Palit, Tapti" userId="dec6fbcd-7598-406a-8cbf-504d4a3bac15" providerId="ADAL" clId="{65104DF2-1B45-4C36-9E2A-F89658839DCF}" dt="2024-02-06T18:51:52.470" v="26412" actId="478"/>
          <ac:spMkLst>
            <pc:docMk/>
            <pc:sldMk cId="3835604708" sldId="1156"/>
            <ac:spMk id="8" creationId="{404E5D02-C7BD-7A9F-A969-6D8A6F25DF86}"/>
          </ac:spMkLst>
        </pc:spChg>
        <pc:spChg chg="del">
          <ac:chgData name="Palit, Tapti" userId="dec6fbcd-7598-406a-8cbf-504d4a3bac15" providerId="ADAL" clId="{65104DF2-1B45-4C36-9E2A-F89658839DCF}" dt="2024-02-06T18:51:52.470" v="26412" actId="478"/>
          <ac:spMkLst>
            <pc:docMk/>
            <pc:sldMk cId="3835604708" sldId="1156"/>
            <ac:spMk id="9" creationId="{FE3FA576-1359-7D36-4784-CB570FB70315}"/>
          </ac:spMkLst>
        </pc:spChg>
        <pc:spChg chg="del">
          <ac:chgData name="Palit, Tapti" userId="dec6fbcd-7598-406a-8cbf-504d4a3bac15" providerId="ADAL" clId="{65104DF2-1B45-4C36-9E2A-F89658839DCF}" dt="2024-02-06T18:51:52.470" v="26412" actId="478"/>
          <ac:spMkLst>
            <pc:docMk/>
            <pc:sldMk cId="3835604708" sldId="1156"/>
            <ac:spMk id="12" creationId="{F6E21CA4-58ED-AF98-B091-9861E6D3D3BD}"/>
          </ac:spMkLst>
        </pc:spChg>
        <pc:spChg chg="del">
          <ac:chgData name="Palit, Tapti" userId="dec6fbcd-7598-406a-8cbf-504d4a3bac15" providerId="ADAL" clId="{65104DF2-1B45-4C36-9E2A-F89658839DCF}" dt="2024-02-06T18:51:52.470" v="26412" actId="478"/>
          <ac:spMkLst>
            <pc:docMk/>
            <pc:sldMk cId="3835604708" sldId="1156"/>
            <ac:spMk id="13" creationId="{8A8FBFCB-C472-E694-87DD-57F89928D45A}"/>
          </ac:spMkLst>
        </pc:spChg>
        <pc:spChg chg="del">
          <ac:chgData name="Palit, Tapti" userId="dec6fbcd-7598-406a-8cbf-504d4a3bac15" providerId="ADAL" clId="{65104DF2-1B45-4C36-9E2A-F89658839DCF}" dt="2024-02-06T18:51:52.470" v="26412" actId="478"/>
          <ac:spMkLst>
            <pc:docMk/>
            <pc:sldMk cId="3835604708" sldId="1156"/>
            <ac:spMk id="15" creationId="{36EBB0D3-5286-277D-70E5-AFC358232F98}"/>
          </ac:spMkLst>
        </pc:spChg>
        <pc:spChg chg="del">
          <ac:chgData name="Palit, Tapti" userId="dec6fbcd-7598-406a-8cbf-504d4a3bac15" providerId="ADAL" clId="{65104DF2-1B45-4C36-9E2A-F89658839DCF}" dt="2024-02-06T18:51:52.470" v="26412" actId="478"/>
          <ac:spMkLst>
            <pc:docMk/>
            <pc:sldMk cId="3835604708" sldId="1156"/>
            <ac:spMk id="16" creationId="{2A187A53-E5C6-EB07-ACF3-393CD3D4AEDA}"/>
          </ac:spMkLst>
        </pc:spChg>
        <pc:spChg chg="add mod">
          <ac:chgData name="Palit, Tapti" userId="dec6fbcd-7598-406a-8cbf-504d4a3bac15" providerId="ADAL" clId="{65104DF2-1B45-4C36-9E2A-F89658839DCF}" dt="2024-02-06T18:52:03.757" v="26413"/>
          <ac:spMkLst>
            <pc:docMk/>
            <pc:sldMk cId="3835604708" sldId="1156"/>
            <ac:spMk id="24" creationId="{850FA75B-FA5A-5D8E-8557-6E819E2EBE53}"/>
          </ac:spMkLst>
        </pc:spChg>
        <pc:spChg chg="add mod">
          <ac:chgData name="Palit, Tapti" userId="dec6fbcd-7598-406a-8cbf-504d4a3bac15" providerId="ADAL" clId="{65104DF2-1B45-4C36-9E2A-F89658839DCF}" dt="2024-02-06T18:52:03.757" v="26413"/>
          <ac:spMkLst>
            <pc:docMk/>
            <pc:sldMk cId="3835604708" sldId="1156"/>
            <ac:spMk id="35" creationId="{019825E6-9DA7-F530-B573-4F9CFB5D8D95}"/>
          </ac:spMkLst>
        </pc:spChg>
        <pc:spChg chg="add mod">
          <ac:chgData name="Palit, Tapti" userId="dec6fbcd-7598-406a-8cbf-504d4a3bac15" providerId="ADAL" clId="{65104DF2-1B45-4C36-9E2A-F89658839DCF}" dt="2024-02-06T18:52:03.757" v="26413"/>
          <ac:spMkLst>
            <pc:docMk/>
            <pc:sldMk cId="3835604708" sldId="1156"/>
            <ac:spMk id="36" creationId="{5CE8AE51-A068-3CE3-0F4D-5DE47AA2B2A4}"/>
          </ac:spMkLst>
        </pc:spChg>
        <pc:spChg chg="add mod">
          <ac:chgData name="Palit, Tapti" userId="dec6fbcd-7598-406a-8cbf-504d4a3bac15" providerId="ADAL" clId="{65104DF2-1B45-4C36-9E2A-F89658839DCF}" dt="2024-02-06T18:52:03.757" v="26413"/>
          <ac:spMkLst>
            <pc:docMk/>
            <pc:sldMk cId="3835604708" sldId="1156"/>
            <ac:spMk id="37" creationId="{1271B169-7AAC-FB7C-20EF-260E08D00522}"/>
          </ac:spMkLst>
        </pc:spChg>
        <pc:spChg chg="add mod">
          <ac:chgData name="Palit, Tapti" userId="dec6fbcd-7598-406a-8cbf-504d4a3bac15" providerId="ADAL" clId="{65104DF2-1B45-4C36-9E2A-F89658839DCF}" dt="2024-02-06T18:52:03.757" v="26413"/>
          <ac:spMkLst>
            <pc:docMk/>
            <pc:sldMk cId="3835604708" sldId="1156"/>
            <ac:spMk id="38" creationId="{A8414F55-9479-646D-9081-AC208E472466}"/>
          </ac:spMkLst>
        </pc:spChg>
        <pc:spChg chg="add mod">
          <ac:chgData name="Palit, Tapti" userId="dec6fbcd-7598-406a-8cbf-504d4a3bac15" providerId="ADAL" clId="{65104DF2-1B45-4C36-9E2A-F89658839DCF}" dt="2024-02-06T18:52:03.757" v="26413"/>
          <ac:spMkLst>
            <pc:docMk/>
            <pc:sldMk cId="3835604708" sldId="1156"/>
            <ac:spMk id="39" creationId="{CB0A81E4-84C5-7916-1664-2B2309B96D46}"/>
          </ac:spMkLst>
        </pc:spChg>
        <pc:spChg chg="add del mod">
          <ac:chgData name="Palit, Tapti" userId="dec6fbcd-7598-406a-8cbf-504d4a3bac15" providerId="ADAL" clId="{65104DF2-1B45-4C36-9E2A-F89658839DCF}" dt="2024-02-06T18:52:09.059" v="26414" actId="478"/>
          <ac:spMkLst>
            <pc:docMk/>
            <pc:sldMk cId="3835604708" sldId="1156"/>
            <ac:spMk id="45" creationId="{09AD4DD3-E22C-F9A6-ADB8-06E38F22EFBA}"/>
          </ac:spMkLst>
        </pc:spChg>
        <pc:cxnChg chg="del mod">
          <ac:chgData name="Palit, Tapti" userId="dec6fbcd-7598-406a-8cbf-504d4a3bac15" providerId="ADAL" clId="{65104DF2-1B45-4C36-9E2A-F89658839DCF}" dt="2024-02-06T18:51:52.470" v="26412" actId="478"/>
          <ac:cxnSpMkLst>
            <pc:docMk/>
            <pc:sldMk cId="3835604708" sldId="1156"/>
            <ac:cxnSpMk id="2" creationId="{FCD20EF2-683E-F4A6-EF85-F3DDE871901A}"/>
          </ac:cxnSpMkLst>
        </pc:cxnChg>
        <pc:cxnChg chg="del mod">
          <ac:chgData name="Palit, Tapti" userId="dec6fbcd-7598-406a-8cbf-504d4a3bac15" providerId="ADAL" clId="{65104DF2-1B45-4C36-9E2A-F89658839DCF}" dt="2024-02-06T18:51:52.470" v="26412" actId="478"/>
          <ac:cxnSpMkLst>
            <pc:docMk/>
            <pc:sldMk cId="3835604708" sldId="1156"/>
            <ac:cxnSpMk id="6" creationId="{6A83AC85-26A8-F15B-1CA0-C03623E12430}"/>
          </ac:cxnSpMkLst>
        </pc:cxnChg>
        <pc:cxnChg chg="del mod">
          <ac:chgData name="Palit, Tapti" userId="dec6fbcd-7598-406a-8cbf-504d4a3bac15" providerId="ADAL" clId="{65104DF2-1B45-4C36-9E2A-F89658839DCF}" dt="2024-02-06T18:51:52.470" v="26412" actId="478"/>
          <ac:cxnSpMkLst>
            <pc:docMk/>
            <pc:sldMk cId="3835604708" sldId="1156"/>
            <ac:cxnSpMk id="11" creationId="{34ADCB78-7E32-1294-35B5-028CB3B5795D}"/>
          </ac:cxnSpMkLst>
        </pc:cxnChg>
        <pc:cxnChg chg="del mod">
          <ac:chgData name="Palit, Tapti" userId="dec6fbcd-7598-406a-8cbf-504d4a3bac15" providerId="ADAL" clId="{65104DF2-1B45-4C36-9E2A-F89658839DCF}" dt="2024-02-06T18:51:52.470" v="26412" actId="478"/>
          <ac:cxnSpMkLst>
            <pc:docMk/>
            <pc:sldMk cId="3835604708" sldId="1156"/>
            <ac:cxnSpMk id="18" creationId="{A6038E17-CC26-E08F-C317-6C9DD75D396C}"/>
          </ac:cxnSpMkLst>
        </pc:cxnChg>
        <pc:cxnChg chg="del">
          <ac:chgData name="Palit, Tapti" userId="dec6fbcd-7598-406a-8cbf-504d4a3bac15" providerId="ADAL" clId="{65104DF2-1B45-4C36-9E2A-F89658839DCF}" dt="2024-02-06T18:51:52.470" v="26412" actId="478"/>
          <ac:cxnSpMkLst>
            <pc:docMk/>
            <pc:sldMk cId="3835604708" sldId="1156"/>
            <ac:cxnSpMk id="19" creationId="{A76EA64B-2A27-E174-B14F-E645483F6F2F}"/>
          </ac:cxnSpMkLst>
        </pc:cxnChg>
        <pc:cxnChg chg="del mod">
          <ac:chgData name="Palit, Tapti" userId="dec6fbcd-7598-406a-8cbf-504d4a3bac15" providerId="ADAL" clId="{65104DF2-1B45-4C36-9E2A-F89658839DCF}" dt="2024-02-06T18:51:52.470" v="26412" actId="478"/>
          <ac:cxnSpMkLst>
            <pc:docMk/>
            <pc:sldMk cId="3835604708" sldId="1156"/>
            <ac:cxnSpMk id="20" creationId="{495B6547-944C-E411-8011-CF584D219AB0}"/>
          </ac:cxnSpMkLst>
        </pc:cxnChg>
        <pc:cxnChg chg="del">
          <ac:chgData name="Palit, Tapti" userId="dec6fbcd-7598-406a-8cbf-504d4a3bac15" providerId="ADAL" clId="{65104DF2-1B45-4C36-9E2A-F89658839DCF}" dt="2024-02-06T18:51:52.470" v="26412" actId="478"/>
          <ac:cxnSpMkLst>
            <pc:docMk/>
            <pc:sldMk cId="3835604708" sldId="1156"/>
            <ac:cxnSpMk id="21" creationId="{7D4905B4-F00F-C230-271B-31003E299819}"/>
          </ac:cxnSpMkLst>
        </pc:cxnChg>
        <pc:cxnChg chg="del">
          <ac:chgData name="Palit, Tapti" userId="dec6fbcd-7598-406a-8cbf-504d4a3bac15" providerId="ADAL" clId="{65104DF2-1B45-4C36-9E2A-F89658839DCF}" dt="2024-02-06T18:51:52.470" v="26412" actId="478"/>
          <ac:cxnSpMkLst>
            <pc:docMk/>
            <pc:sldMk cId="3835604708" sldId="1156"/>
            <ac:cxnSpMk id="23" creationId="{B6656D99-5C3F-3965-D988-A0EC90B5926B}"/>
          </ac:cxnSpMkLst>
        </pc:cxnChg>
        <pc:cxnChg chg="del">
          <ac:chgData name="Palit, Tapti" userId="dec6fbcd-7598-406a-8cbf-504d4a3bac15" providerId="ADAL" clId="{65104DF2-1B45-4C36-9E2A-F89658839DCF}" dt="2024-02-06T18:51:52.470" v="26412" actId="478"/>
          <ac:cxnSpMkLst>
            <pc:docMk/>
            <pc:sldMk cId="3835604708" sldId="1156"/>
            <ac:cxnSpMk id="25" creationId="{7353549C-FA1A-3C5A-52C7-97AD9280695F}"/>
          </ac:cxnSpMkLst>
        </pc:cxnChg>
        <pc:cxnChg chg="del">
          <ac:chgData name="Palit, Tapti" userId="dec6fbcd-7598-406a-8cbf-504d4a3bac15" providerId="ADAL" clId="{65104DF2-1B45-4C36-9E2A-F89658839DCF}" dt="2024-02-06T18:51:52.470" v="26412" actId="478"/>
          <ac:cxnSpMkLst>
            <pc:docMk/>
            <pc:sldMk cId="3835604708" sldId="1156"/>
            <ac:cxnSpMk id="26" creationId="{CAE5020A-BB1F-C7B3-DEE8-8421C28AEF18}"/>
          </ac:cxnSpMkLst>
        </pc:cxnChg>
        <pc:cxnChg chg="del">
          <ac:chgData name="Palit, Tapti" userId="dec6fbcd-7598-406a-8cbf-504d4a3bac15" providerId="ADAL" clId="{65104DF2-1B45-4C36-9E2A-F89658839DCF}" dt="2024-02-06T18:51:52.470" v="26412" actId="478"/>
          <ac:cxnSpMkLst>
            <pc:docMk/>
            <pc:sldMk cId="3835604708" sldId="1156"/>
            <ac:cxnSpMk id="27" creationId="{EC2A9BD8-EE1F-8D18-77B5-58188AA682B7}"/>
          </ac:cxnSpMkLst>
        </pc:cxnChg>
        <pc:cxnChg chg="del">
          <ac:chgData name="Palit, Tapti" userId="dec6fbcd-7598-406a-8cbf-504d4a3bac15" providerId="ADAL" clId="{65104DF2-1B45-4C36-9E2A-F89658839DCF}" dt="2024-02-06T18:51:52.470" v="26412" actId="478"/>
          <ac:cxnSpMkLst>
            <pc:docMk/>
            <pc:sldMk cId="3835604708" sldId="1156"/>
            <ac:cxnSpMk id="28" creationId="{4D1A80F7-D83F-A8BB-9661-51B7E8E8B865}"/>
          </ac:cxnSpMkLst>
        </pc:cxnChg>
        <pc:cxnChg chg="del">
          <ac:chgData name="Palit, Tapti" userId="dec6fbcd-7598-406a-8cbf-504d4a3bac15" providerId="ADAL" clId="{65104DF2-1B45-4C36-9E2A-F89658839DCF}" dt="2024-02-06T18:51:52.470" v="26412" actId="478"/>
          <ac:cxnSpMkLst>
            <pc:docMk/>
            <pc:sldMk cId="3835604708" sldId="1156"/>
            <ac:cxnSpMk id="29" creationId="{6285C67B-152D-F7CD-5E13-C3FD0413B4E2}"/>
          </ac:cxnSpMkLst>
        </pc:cxnChg>
        <pc:cxnChg chg="del">
          <ac:chgData name="Palit, Tapti" userId="dec6fbcd-7598-406a-8cbf-504d4a3bac15" providerId="ADAL" clId="{65104DF2-1B45-4C36-9E2A-F89658839DCF}" dt="2024-02-06T18:51:52.470" v="26412" actId="478"/>
          <ac:cxnSpMkLst>
            <pc:docMk/>
            <pc:sldMk cId="3835604708" sldId="1156"/>
            <ac:cxnSpMk id="30" creationId="{EB6F1F7D-823E-2438-0E8A-D919680E3986}"/>
          </ac:cxnSpMkLst>
        </pc:cxnChg>
        <pc:cxnChg chg="del">
          <ac:chgData name="Palit, Tapti" userId="dec6fbcd-7598-406a-8cbf-504d4a3bac15" providerId="ADAL" clId="{65104DF2-1B45-4C36-9E2A-F89658839DCF}" dt="2024-02-06T18:51:52.470" v="26412" actId="478"/>
          <ac:cxnSpMkLst>
            <pc:docMk/>
            <pc:sldMk cId="3835604708" sldId="1156"/>
            <ac:cxnSpMk id="31" creationId="{E9121FE2-9884-B76F-23CC-59B5448A4825}"/>
          </ac:cxnSpMkLst>
        </pc:cxnChg>
        <pc:cxnChg chg="del">
          <ac:chgData name="Palit, Tapti" userId="dec6fbcd-7598-406a-8cbf-504d4a3bac15" providerId="ADAL" clId="{65104DF2-1B45-4C36-9E2A-F89658839DCF}" dt="2024-02-06T18:51:52.470" v="26412" actId="478"/>
          <ac:cxnSpMkLst>
            <pc:docMk/>
            <pc:sldMk cId="3835604708" sldId="1156"/>
            <ac:cxnSpMk id="32" creationId="{FBEAE100-ECF3-7876-C906-C850CB4ACE8A}"/>
          </ac:cxnSpMkLst>
        </pc:cxnChg>
        <pc:cxnChg chg="del">
          <ac:chgData name="Palit, Tapti" userId="dec6fbcd-7598-406a-8cbf-504d4a3bac15" providerId="ADAL" clId="{65104DF2-1B45-4C36-9E2A-F89658839DCF}" dt="2024-02-06T18:51:52.470" v="26412" actId="478"/>
          <ac:cxnSpMkLst>
            <pc:docMk/>
            <pc:sldMk cId="3835604708" sldId="1156"/>
            <ac:cxnSpMk id="33" creationId="{DACEA327-D48C-696D-7C85-A902BE177260}"/>
          </ac:cxnSpMkLst>
        </pc:cxnChg>
        <pc:cxnChg chg="del">
          <ac:chgData name="Palit, Tapti" userId="dec6fbcd-7598-406a-8cbf-504d4a3bac15" providerId="ADAL" clId="{65104DF2-1B45-4C36-9E2A-F89658839DCF}" dt="2024-02-06T18:51:52.470" v="26412" actId="478"/>
          <ac:cxnSpMkLst>
            <pc:docMk/>
            <pc:sldMk cId="3835604708" sldId="1156"/>
            <ac:cxnSpMk id="34" creationId="{5D724AF6-2C5B-0E89-7C10-C601C5D384B4}"/>
          </ac:cxnSpMkLst>
        </pc:cxnChg>
        <pc:cxnChg chg="add mod">
          <ac:chgData name="Palit, Tapti" userId="dec6fbcd-7598-406a-8cbf-504d4a3bac15" providerId="ADAL" clId="{65104DF2-1B45-4C36-9E2A-F89658839DCF}" dt="2024-02-06T18:52:03.757" v="26413"/>
          <ac:cxnSpMkLst>
            <pc:docMk/>
            <pc:sldMk cId="3835604708" sldId="1156"/>
            <ac:cxnSpMk id="40" creationId="{FE4D4387-DA55-40DB-EB70-6662A9299C4F}"/>
          </ac:cxnSpMkLst>
        </pc:cxnChg>
        <pc:cxnChg chg="add mod">
          <ac:chgData name="Palit, Tapti" userId="dec6fbcd-7598-406a-8cbf-504d4a3bac15" providerId="ADAL" clId="{65104DF2-1B45-4C36-9E2A-F89658839DCF}" dt="2024-02-06T18:52:03.757" v="26413"/>
          <ac:cxnSpMkLst>
            <pc:docMk/>
            <pc:sldMk cId="3835604708" sldId="1156"/>
            <ac:cxnSpMk id="41" creationId="{C368B70C-D66C-39CD-BCFE-3B711E12932A}"/>
          </ac:cxnSpMkLst>
        </pc:cxnChg>
        <pc:cxnChg chg="add mod">
          <ac:chgData name="Palit, Tapti" userId="dec6fbcd-7598-406a-8cbf-504d4a3bac15" providerId="ADAL" clId="{65104DF2-1B45-4C36-9E2A-F89658839DCF}" dt="2024-02-06T18:52:03.757" v="26413"/>
          <ac:cxnSpMkLst>
            <pc:docMk/>
            <pc:sldMk cId="3835604708" sldId="1156"/>
            <ac:cxnSpMk id="42" creationId="{2C9556CD-C9D0-9E1F-88E8-098ABA95EFD2}"/>
          </ac:cxnSpMkLst>
        </pc:cxnChg>
        <pc:cxnChg chg="add mod">
          <ac:chgData name="Palit, Tapti" userId="dec6fbcd-7598-406a-8cbf-504d4a3bac15" providerId="ADAL" clId="{65104DF2-1B45-4C36-9E2A-F89658839DCF}" dt="2024-02-06T18:52:03.757" v="26413"/>
          <ac:cxnSpMkLst>
            <pc:docMk/>
            <pc:sldMk cId="3835604708" sldId="1156"/>
            <ac:cxnSpMk id="43" creationId="{3B247846-8E6B-B292-4CF9-E969AAD81170}"/>
          </ac:cxnSpMkLst>
        </pc:cxnChg>
        <pc:cxnChg chg="add mod">
          <ac:chgData name="Palit, Tapti" userId="dec6fbcd-7598-406a-8cbf-504d4a3bac15" providerId="ADAL" clId="{65104DF2-1B45-4C36-9E2A-F89658839DCF}" dt="2024-02-06T18:54:00.771" v="26468" actId="692"/>
          <ac:cxnSpMkLst>
            <pc:docMk/>
            <pc:sldMk cId="3835604708" sldId="1156"/>
            <ac:cxnSpMk id="44" creationId="{3A4AD9A9-61B8-D7C9-9346-BB8827E11E0A}"/>
          </ac:cxnSpMkLst>
        </pc:cxnChg>
        <pc:cxnChg chg="add mod">
          <ac:chgData name="Palit, Tapti" userId="dec6fbcd-7598-406a-8cbf-504d4a3bac15" providerId="ADAL" clId="{65104DF2-1B45-4C36-9E2A-F89658839DCF}" dt="2024-02-06T18:53:35.028" v="26456" actId="692"/>
          <ac:cxnSpMkLst>
            <pc:docMk/>
            <pc:sldMk cId="3835604708" sldId="1156"/>
            <ac:cxnSpMk id="46" creationId="{F8A3B254-74FA-51D7-D59D-326D4D74C5D4}"/>
          </ac:cxnSpMkLst>
        </pc:cxnChg>
        <pc:cxnChg chg="add mod">
          <ac:chgData name="Palit, Tapti" userId="dec6fbcd-7598-406a-8cbf-504d4a3bac15" providerId="ADAL" clId="{65104DF2-1B45-4C36-9E2A-F89658839DCF}" dt="2024-02-06T18:52:45.758" v="26426" actId="692"/>
          <ac:cxnSpMkLst>
            <pc:docMk/>
            <pc:sldMk cId="3835604708" sldId="1156"/>
            <ac:cxnSpMk id="47" creationId="{17F94500-73BF-A3BD-45E5-FE4BB1E88887}"/>
          </ac:cxnSpMkLst>
        </pc:cxnChg>
        <pc:cxnChg chg="add mod">
          <ac:chgData name="Palit, Tapti" userId="dec6fbcd-7598-406a-8cbf-504d4a3bac15" providerId="ADAL" clId="{65104DF2-1B45-4C36-9E2A-F89658839DCF}" dt="2024-02-06T18:54:00.771" v="26468" actId="692"/>
          <ac:cxnSpMkLst>
            <pc:docMk/>
            <pc:sldMk cId="3835604708" sldId="1156"/>
            <ac:cxnSpMk id="48" creationId="{1C433B74-4EBF-0C43-EC8C-1E49C99066A5}"/>
          </ac:cxnSpMkLst>
        </pc:cxnChg>
        <pc:cxnChg chg="add mod">
          <ac:chgData name="Palit, Tapti" userId="dec6fbcd-7598-406a-8cbf-504d4a3bac15" providerId="ADAL" clId="{65104DF2-1B45-4C36-9E2A-F89658839DCF}" dt="2024-02-06T18:53:46.105" v="26462" actId="692"/>
          <ac:cxnSpMkLst>
            <pc:docMk/>
            <pc:sldMk cId="3835604708" sldId="1156"/>
            <ac:cxnSpMk id="49" creationId="{EA875F0E-3B2A-C2B4-3A24-E5E90A283B3A}"/>
          </ac:cxnSpMkLst>
        </pc:cxnChg>
        <pc:cxnChg chg="add mod">
          <ac:chgData name="Palit, Tapti" userId="dec6fbcd-7598-406a-8cbf-504d4a3bac15" providerId="ADAL" clId="{65104DF2-1B45-4C36-9E2A-F89658839DCF}" dt="2024-02-06T18:53:15.945" v="26444" actId="692"/>
          <ac:cxnSpMkLst>
            <pc:docMk/>
            <pc:sldMk cId="3835604708" sldId="1156"/>
            <ac:cxnSpMk id="50" creationId="{8694D5BF-AEAA-9B61-803E-5CDF8D269F9D}"/>
          </ac:cxnSpMkLst>
        </pc:cxnChg>
        <pc:cxnChg chg="add mod">
          <ac:chgData name="Palit, Tapti" userId="dec6fbcd-7598-406a-8cbf-504d4a3bac15" providerId="ADAL" clId="{65104DF2-1B45-4C36-9E2A-F89658839DCF}" dt="2024-02-06T18:54:13.670" v="26474" actId="692"/>
          <ac:cxnSpMkLst>
            <pc:docMk/>
            <pc:sldMk cId="3835604708" sldId="1156"/>
            <ac:cxnSpMk id="51" creationId="{B54D53DC-AF97-0BCE-6129-A80BA20546F1}"/>
          </ac:cxnSpMkLst>
        </pc:cxnChg>
        <pc:cxnChg chg="add mod">
          <ac:chgData name="Palit, Tapti" userId="dec6fbcd-7598-406a-8cbf-504d4a3bac15" providerId="ADAL" clId="{65104DF2-1B45-4C36-9E2A-F89658839DCF}" dt="2024-02-06T18:54:13.670" v="26474" actId="692"/>
          <ac:cxnSpMkLst>
            <pc:docMk/>
            <pc:sldMk cId="3835604708" sldId="1156"/>
            <ac:cxnSpMk id="52" creationId="{4797C7F9-E3A9-E4D7-B567-E48217830296}"/>
          </ac:cxnSpMkLst>
        </pc:cxnChg>
        <pc:cxnChg chg="add mod">
          <ac:chgData name="Palit, Tapti" userId="dec6fbcd-7598-406a-8cbf-504d4a3bac15" providerId="ADAL" clId="{65104DF2-1B45-4C36-9E2A-F89658839DCF}" dt="2024-02-06T18:54:00.771" v="26468" actId="692"/>
          <ac:cxnSpMkLst>
            <pc:docMk/>
            <pc:sldMk cId="3835604708" sldId="1156"/>
            <ac:cxnSpMk id="53" creationId="{4D080D7E-9754-01C7-D5C6-AE2E499441C7}"/>
          </ac:cxnSpMkLst>
        </pc:cxnChg>
        <pc:cxnChg chg="add mod">
          <ac:chgData name="Palit, Tapti" userId="dec6fbcd-7598-406a-8cbf-504d4a3bac15" providerId="ADAL" clId="{65104DF2-1B45-4C36-9E2A-F89658839DCF}" dt="2024-02-06T18:54:00.771" v="26468" actId="692"/>
          <ac:cxnSpMkLst>
            <pc:docMk/>
            <pc:sldMk cId="3835604708" sldId="1156"/>
            <ac:cxnSpMk id="54" creationId="{D406E663-7A27-3DD9-CF67-88873F353854}"/>
          </ac:cxnSpMkLst>
        </pc:cxnChg>
        <pc:cxnChg chg="add mod">
          <ac:chgData name="Palit, Tapti" userId="dec6fbcd-7598-406a-8cbf-504d4a3bac15" providerId="ADAL" clId="{65104DF2-1B45-4C36-9E2A-F89658839DCF}" dt="2024-02-06T18:53:23.735" v="26450" actId="692"/>
          <ac:cxnSpMkLst>
            <pc:docMk/>
            <pc:sldMk cId="3835604708" sldId="1156"/>
            <ac:cxnSpMk id="56" creationId="{EF8A8179-5283-35A8-DCA7-10FECB2EB21F}"/>
          </ac:cxnSpMkLst>
        </pc:cxnChg>
        <pc:cxnChg chg="add mod">
          <ac:chgData name="Palit, Tapti" userId="dec6fbcd-7598-406a-8cbf-504d4a3bac15" providerId="ADAL" clId="{65104DF2-1B45-4C36-9E2A-F89658839DCF}" dt="2024-02-06T18:53:04.758" v="26438" actId="692"/>
          <ac:cxnSpMkLst>
            <pc:docMk/>
            <pc:sldMk cId="3835604708" sldId="1156"/>
            <ac:cxnSpMk id="57" creationId="{90815C2C-21D4-ACC8-BD92-A783F10510EA}"/>
          </ac:cxnSpMkLst>
        </pc:cxnChg>
        <pc:cxnChg chg="add mod">
          <ac:chgData name="Palit, Tapti" userId="dec6fbcd-7598-406a-8cbf-504d4a3bac15" providerId="ADAL" clId="{65104DF2-1B45-4C36-9E2A-F89658839DCF}" dt="2024-02-06T18:54:00.771" v="26468" actId="692"/>
          <ac:cxnSpMkLst>
            <pc:docMk/>
            <pc:sldMk cId="3835604708" sldId="1156"/>
            <ac:cxnSpMk id="58" creationId="{A7A1C43A-D41C-658E-03F2-C3B5332B781A}"/>
          </ac:cxnSpMkLst>
        </pc:cxnChg>
        <pc:cxnChg chg="add mod">
          <ac:chgData name="Palit, Tapti" userId="dec6fbcd-7598-406a-8cbf-504d4a3bac15" providerId="ADAL" clId="{65104DF2-1B45-4C36-9E2A-F89658839DCF}" dt="2024-02-06T18:52:57.234" v="26432" actId="692"/>
          <ac:cxnSpMkLst>
            <pc:docMk/>
            <pc:sldMk cId="3835604708" sldId="1156"/>
            <ac:cxnSpMk id="59" creationId="{F427231B-ECFD-2F1A-8534-F0B9F8C5358C}"/>
          </ac:cxnSpMkLst>
        </pc:cxnChg>
        <pc:cxnChg chg="add mod">
          <ac:chgData name="Palit, Tapti" userId="dec6fbcd-7598-406a-8cbf-504d4a3bac15" providerId="ADAL" clId="{65104DF2-1B45-4C36-9E2A-F89658839DCF}" dt="2024-02-06T18:54:13.670" v="26474" actId="692"/>
          <ac:cxnSpMkLst>
            <pc:docMk/>
            <pc:sldMk cId="3835604708" sldId="1156"/>
            <ac:cxnSpMk id="60" creationId="{41A6CB46-6B7A-A3D9-F052-CA00C991B854}"/>
          </ac:cxnSpMkLst>
        </pc:cxnChg>
        <pc:cxnChg chg="add mod">
          <ac:chgData name="Palit, Tapti" userId="dec6fbcd-7598-406a-8cbf-504d4a3bac15" providerId="ADAL" clId="{65104DF2-1B45-4C36-9E2A-F89658839DCF}" dt="2024-02-06T18:52:29.586" v="26420" actId="692"/>
          <ac:cxnSpMkLst>
            <pc:docMk/>
            <pc:sldMk cId="3835604708" sldId="1156"/>
            <ac:cxnSpMk id="61" creationId="{142A2F0C-4DA3-9ED5-CDD7-1C597A69A911}"/>
          </ac:cxnSpMkLst>
        </pc:cxnChg>
      </pc:sldChg>
      <pc:sldChg chg="modSp mod">
        <pc:chgData name="Palit, Tapti" userId="dec6fbcd-7598-406a-8cbf-504d4a3bac15" providerId="ADAL" clId="{65104DF2-1B45-4C36-9E2A-F89658839DCF}" dt="2024-02-06T18:56:26.473" v="26480" actId="14100"/>
        <pc:sldMkLst>
          <pc:docMk/>
          <pc:sldMk cId="2544815816" sldId="1158"/>
        </pc:sldMkLst>
        <pc:spChg chg="mod">
          <ac:chgData name="Palit, Tapti" userId="dec6fbcd-7598-406a-8cbf-504d4a3bac15" providerId="ADAL" clId="{65104DF2-1B45-4C36-9E2A-F89658839DCF}" dt="2024-02-06T18:56:26.473" v="26480" actId="14100"/>
          <ac:spMkLst>
            <pc:docMk/>
            <pc:sldMk cId="2544815816" sldId="1158"/>
            <ac:spMk id="6" creationId="{CDF54C75-8E57-C212-0645-30E19DBAEFC3}"/>
          </ac:spMkLst>
        </pc:spChg>
      </pc:sldChg>
      <pc:sldChg chg="modSp mod">
        <pc:chgData name="Palit, Tapti" userId="dec6fbcd-7598-406a-8cbf-504d4a3bac15" providerId="ADAL" clId="{65104DF2-1B45-4C36-9E2A-F89658839DCF}" dt="2024-02-06T18:56:29.740" v="26481" actId="14100"/>
        <pc:sldMkLst>
          <pc:docMk/>
          <pc:sldMk cId="1504973141" sldId="1159"/>
        </pc:sldMkLst>
        <pc:spChg chg="mod">
          <ac:chgData name="Palit, Tapti" userId="dec6fbcd-7598-406a-8cbf-504d4a3bac15" providerId="ADAL" clId="{65104DF2-1B45-4C36-9E2A-F89658839DCF}" dt="2024-02-06T18:56:29.740" v="26481" actId="14100"/>
          <ac:spMkLst>
            <pc:docMk/>
            <pc:sldMk cId="1504973141" sldId="1159"/>
            <ac:spMk id="6" creationId="{CDF54C75-8E57-C212-0645-30E19DBAEFC3}"/>
          </ac:spMkLst>
        </pc:spChg>
      </pc:sldChg>
      <pc:sldChg chg="modSp mod">
        <pc:chgData name="Palit, Tapti" userId="dec6fbcd-7598-406a-8cbf-504d4a3bac15" providerId="ADAL" clId="{65104DF2-1B45-4C36-9E2A-F89658839DCF}" dt="2024-02-06T18:56:35.427" v="26482" actId="14100"/>
        <pc:sldMkLst>
          <pc:docMk/>
          <pc:sldMk cId="2764160988" sldId="1160"/>
        </pc:sldMkLst>
        <pc:spChg chg="mod">
          <ac:chgData name="Palit, Tapti" userId="dec6fbcd-7598-406a-8cbf-504d4a3bac15" providerId="ADAL" clId="{65104DF2-1B45-4C36-9E2A-F89658839DCF}" dt="2024-02-06T18:56:35.427" v="26482" actId="14100"/>
          <ac:spMkLst>
            <pc:docMk/>
            <pc:sldMk cId="2764160988" sldId="1160"/>
            <ac:spMk id="6" creationId="{CDF54C75-8E57-C212-0645-30E19DBAEFC3}"/>
          </ac:spMkLst>
        </pc:spChg>
      </pc:sldChg>
      <pc:sldChg chg="modSp mod">
        <pc:chgData name="Palit, Tapti" userId="dec6fbcd-7598-406a-8cbf-504d4a3bac15" providerId="ADAL" clId="{65104DF2-1B45-4C36-9E2A-F89658839DCF}" dt="2024-02-06T18:56:42.181" v="26483" actId="14100"/>
        <pc:sldMkLst>
          <pc:docMk/>
          <pc:sldMk cId="126122317" sldId="1161"/>
        </pc:sldMkLst>
        <pc:spChg chg="mod">
          <ac:chgData name="Palit, Tapti" userId="dec6fbcd-7598-406a-8cbf-504d4a3bac15" providerId="ADAL" clId="{65104DF2-1B45-4C36-9E2A-F89658839DCF}" dt="2024-02-06T18:56:42.181" v="26483" actId="14100"/>
          <ac:spMkLst>
            <pc:docMk/>
            <pc:sldMk cId="126122317" sldId="1161"/>
            <ac:spMk id="6" creationId="{CDF54C75-8E57-C212-0645-30E19DBAEFC3}"/>
          </ac:spMkLst>
        </pc:spChg>
      </pc:sldChg>
      <pc:sldChg chg="modSp mod">
        <pc:chgData name="Palit, Tapti" userId="dec6fbcd-7598-406a-8cbf-504d4a3bac15" providerId="ADAL" clId="{65104DF2-1B45-4C36-9E2A-F89658839DCF}" dt="2024-02-06T18:56:12.156" v="26478" actId="14100"/>
        <pc:sldMkLst>
          <pc:docMk/>
          <pc:sldMk cId="1278495068" sldId="1162"/>
        </pc:sldMkLst>
        <pc:spChg chg="mod">
          <ac:chgData name="Palit, Tapti" userId="dec6fbcd-7598-406a-8cbf-504d4a3bac15" providerId="ADAL" clId="{65104DF2-1B45-4C36-9E2A-F89658839DCF}" dt="2024-02-06T18:56:12.156" v="26478" actId="14100"/>
          <ac:spMkLst>
            <pc:docMk/>
            <pc:sldMk cId="1278495068" sldId="1162"/>
            <ac:spMk id="6" creationId="{CDF54C75-8E57-C212-0645-30E19DBAEFC3}"/>
          </ac:spMkLst>
        </pc:spChg>
        <pc:cxnChg chg="mod">
          <ac:chgData name="Palit, Tapti" userId="dec6fbcd-7598-406a-8cbf-504d4a3bac15" providerId="ADAL" clId="{65104DF2-1B45-4C36-9E2A-F89658839DCF}" dt="2024-02-06T18:56:12.156" v="26478" actId="14100"/>
          <ac:cxnSpMkLst>
            <pc:docMk/>
            <pc:sldMk cId="1278495068" sldId="1162"/>
            <ac:cxnSpMk id="10" creationId="{9E94C896-B232-9692-30F5-7EADDBA316F1}"/>
          </ac:cxnSpMkLst>
        </pc:cxnChg>
        <pc:cxnChg chg="mod">
          <ac:chgData name="Palit, Tapti" userId="dec6fbcd-7598-406a-8cbf-504d4a3bac15" providerId="ADAL" clId="{65104DF2-1B45-4C36-9E2A-F89658839DCF}" dt="2024-02-06T18:56:12.156" v="26478" actId="14100"/>
          <ac:cxnSpMkLst>
            <pc:docMk/>
            <pc:sldMk cId="1278495068" sldId="1162"/>
            <ac:cxnSpMk id="12" creationId="{B7D84180-1A4B-8131-B469-70328178D2E9}"/>
          </ac:cxnSpMkLst>
        </pc:cxnChg>
      </pc:sldChg>
      <pc:sldChg chg="modSp mod">
        <pc:chgData name="Palit, Tapti" userId="dec6fbcd-7598-406a-8cbf-504d4a3bac15" providerId="ADAL" clId="{65104DF2-1B45-4C36-9E2A-F89658839DCF}" dt="2024-02-15T17:32:47.049" v="28003" actId="14100"/>
        <pc:sldMkLst>
          <pc:docMk/>
          <pc:sldMk cId="1810851311" sldId="1164"/>
        </pc:sldMkLst>
        <pc:spChg chg="mod">
          <ac:chgData name="Palit, Tapti" userId="dec6fbcd-7598-406a-8cbf-504d4a3bac15" providerId="ADAL" clId="{65104DF2-1B45-4C36-9E2A-F89658839DCF}" dt="2024-02-15T17:32:47.049" v="28003" actId="14100"/>
          <ac:spMkLst>
            <pc:docMk/>
            <pc:sldMk cId="1810851311" sldId="1164"/>
            <ac:spMk id="15" creationId="{632CDA17-2240-B34F-44F8-5573404E1E94}"/>
          </ac:spMkLst>
        </pc:spChg>
      </pc:sldChg>
      <pc:sldChg chg="modSp mod">
        <pc:chgData name="Palit, Tapti" userId="dec6fbcd-7598-406a-8cbf-504d4a3bac15" providerId="ADAL" clId="{65104DF2-1B45-4C36-9E2A-F89658839DCF}" dt="2024-02-06T18:23:21.061" v="25925" actId="20577"/>
        <pc:sldMkLst>
          <pc:docMk/>
          <pc:sldMk cId="293464083" sldId="1167"/>
        </pc:sldMkLst>
        <pc:spChg chg="mod">
          <ac:chgData name="Palit, Tapti" userId="dec6fbcd-7598-406a-8cbf-504d4a3bac15" providerId="ADAL" clId="{65104DF2-1B45-4C36-9E2A-F89658839DCF}" dt="2024-02-06T18:23:21.061" v="25925" actId="20577"/>
          <ac:spMkLst>
            <pc:docMk/>
            <pc:sldMk cId="293464083" sldId="1167"/>
            <ac:spMk id="8" creationId="{3AD16BBA-9E50-9D23-3A25-A65A60C6AE84}"/>
          </ac:spMkLst>
        </pc:spChg>
      </pc:sldChg>
      <pc:sldChg chg="modSp mod">
        <pc:chgData name="Palit, Tapti" userId="dec6fbcd-7598-406a-8cbf-504d4a3bac15" providerId="ADAL" clId="{65104DF2-1B45-4C36-9E2A-F89658839DCF}" dt="2024-02-06T18:23:27.803" v="25933" actId="20577"/>
        <pc:sldMkLst>
          <pc:docMk/>
          <pc:sldMk cId="887039276" sldId="1168"/>
        </pc:sldMkLst>
        <pc:spChg chg="mod">
          <ac:chgData name="Palit, Tapti" userId="dec6fbcd-7598-406a-8cbf-504d4a3bac15" providerId="ADAL" clId="{65104DF2-1B45-4C36-9E2A-F89658839DCF}" dt="2024-02-06T18:23:27.803" v="25933" actId="20577"/>
          <ac:spMkLst>
            <pc:docMk/>
            <pc:sldMk cId="887039276" sldId="1168"/>
            <ac:spMk id="8" creationId="{3AD16BBA-9E50-9D23-3A25-A65A60C6AE84}"/>
          </ac:spMkLst>
        </pc:spChg>
      </pc:sldChg>
      <pc:sldChg chg="addSp delSp modSp mod">
        <pc:chgData name="Palit, Tapti" userId="dec6fbcd-7598-406a-8cbf-504d4a3bac15" providerId="ADAL" clId="{65104DF2-1B45-4C36-9E2A-F89658839DCF}" dt="2024-02-06T18:44:18.964" v="26295" actId="14100"/>
        <pc:sldMkLst>
          <pc:docMk/>
          <pc:sldMk cId="1413220482" sldId="1170"/>
        </pc:sldMkLst>
        <pc:spChg chg="add mod">
          <ac:chgData name="Palit, Tapti" userId="dec6fbcd-7598-406a-8cbf-504d4a3bac15" providerId="ADAL" clId="{65104DF2-1B45-4C36-9E2A-F89658839DCF}" dt="2024-02-06T18:44:00.592" v="26286"/>
          <ac:spMkLst>
            <pc:docMk/>
            <pc:sldMk cId="1413220482" sldId="1170"/>
            <ac:spMk id="4" creationId="{CA491494-F2F4-7252-8813-231D4E9866EB}"/>
          </ac:spMkLst>
        </pc:spChg>
        <pc:spChg chg="add mod">
          <ac:chgData name="Palit, Tapti" userId="dec6fbcd-7598-406a-8cbf-504d4a3bac15" providerId="ADAL" clId="{65104DF2-1B45-4C36-9E2A-F89658839DCF}" dt="2024-02-06T18:44:00.592" v="26286"/>
          <ac:spMkLst>
            <pc:docMk/>
            <pc:sldMk cId="1413220482" sldId="1170"/>
            <ac:spMk id="6" creationId="{92EC7256-E56C-18A8-CFA4-A9B87294B22F}"/>
          </ac:spMkLst>
        </pc:spChg>
        <pc:spChg chg="del">
          <ac:chgData name="Palit, Tapti" userId="dec6fbcd-7598-406a-8cbf-504d4a3bac15" providerId="ADAL" clId="{65104DF2-1B45-4C36-9E2A-F89658839DCF}" dt="2024-02-06T18:43:55.063" v="26285" actId="478"/>
          <ac:spMkLst>
            <pc:docMk/>
            <pc:sldMk cId="1413220482" sldId="1170"/>
            <ac:spMk id="8" creationId="{404E5D02-C7BD-7A9F-A969-6D8A6F25DF86}"/>
          </ac:spMkLst>
        </pc:spChg>
        <pc:spChg chg="del">
          <ac:chgData name="Palit, Tapti" userId="dec6fbcd-7598-406a-8cbf-504d4a3bac15" providerId="ADAL" clId="{65104DF2-1B45-4C36-9E2A-F89658839DCF}" dt="2024-02-06T18:43:55.063" v="26285" actId="478"/>
          <ac:spMkLst>
            <pc:docMk/>
            <pc:sldMk cId="1413220482" sldId="1170"/>
            <ac:spMk id="9" creationId="{FE3FA576-1359-7D36-4784-CB570FB70315}"/>
          </ac:spMkLst>
        </pc:spChg>
        <pc:spChg chg="add mod">
          <ac:chgData name="Palit, Tapti" userId="dec6fbcd-7598-406a-8cbf-504d4a3bac15" providerId="ADAL" clId="{65104DF2-1B45-4C36-9E2A-F89658839DCF}" dt="2024-02-06T18:44:00.592" v="26286"/>
          <ac:spMkLst>
            <pc:docMk/>
            <pc:sldMk cId="1413220482" sldId="1170"/>
            <ac:spMk id="10" creationId="{F44C4D4A-AAE0-B8C1-9C83-BBD92588A8A5}"/>
          </ac:spMkLst>
        </pc:spChg>
        <pc:spChg chg="add mod">
          <ac:chgData name="Palit, Tapti" userId="dec6fbcd-7598-406a-8cbf-504d4a3bac15" providerId="ADAL" clId="{65104DF2-1B45-4C36-9E2A-F89658839DCF}" dt="2024-02-06T18:44:00.592" v="26286"/>
          <ac:spMkLst>
            <pc:docMk/>
            <pc:sldMk cId="1413220482" sldId="1170"/>
            <ac:spMk id="11" creationId="{4819DB9E-A1F4-1D26-53D3-80198CC657FF}"/>
          </ac:spMkLst>
        </pc:spChg>
        <pc:spChg chg="del">
          <ac:chgData name="Palit, Tapti" userId="dec6fbcd-7598-406a-8cbf-504d4a3bac15" providerId="ADAL" clId="{65104DF2-1B45-4C36-9E2A-F89658839DCF}" dt="2024-02-06T18:43:55.063" v="26285" actId="478"/>
          <ac:spMkLst>
            <pc:docMk/>
            <pc:sldMk cId="1413220482" sldId="1170"/>
            <ac:spMk id="12" creationId="{F6E21CA4-58ED-AF98-B091-9861E6D3D3BD}"/>
          </ac:spMkLst>
        </pc:spChg>
        <pc:spChg chg="del">
          <ac:chgData name="Palit, Tapti" userId="dec6fbcd-7598-406a-8cbf-504d4a3bac15" providerId="ADAL" clId="{65104DF2-1B45-4C36-9E2A-F89658839DCF}" dt="2024-02-06T18:43:55.063" v="26285" actId="478"/>
          <ac:spMkLst>
            <pc:docMk/>
            <pc:sldMk cId="1413220482" sldId="1170"/>
            <ac:spMk id="13" creationId="{8A8FBFCB-C472-E694-87DD-57F89928D45A}"/>
          </ac:spMkLst>
        </pc:spChg>
        <pc:spChg chg="add mod">
          <ac:chgData name="Palit, Tapti" userId="dec6fbcd-7598-406a-8cbf-504d4a3bac15" providerId="ADAL" clId="{65104DF2-1B45-4C36-9E2A-F89658839DCF}" dt="2024-02-06T18:44:00.592" v="26286"/>
          <ac:spMkLst>
            <pc:docMk/>
            <pc:sldMk cId="1413220482" sldId="1170"/>
            <ac:spMk id="14" creationId="{F5B67876-2115-B241-2BC0-D2979E6EACF2}"/>
          </ac:spMkLst>
        </pc:spChg>
        <pc:spChg chg="del">
          <ac:chgData name="Palit, Tapti" userId="dec6fbcd-7598-406a-8cbf-504d4a3bac15" providerId="ADAL" clId="{65104DF2-1B45-4C36-9E2A-F89658839DCF}" dt="2024-02-06T18:43:55.063" v="26285" actId="478"/>
          <ac:spMkLst>
            <pc:docMk/>
            <pc:sldMk cId="1413220482" sldId="1170"/>
            <ac:spMk id="15" creationId="{36EBB0D3-5286-277D-70E5-AFC358232F98}"/>
          </ac:spMkLst>
        </pc:spChg>
        <pc:spChg chg="del">
          <ac:chgData name="Palit, Tapti" userId="dec6fbcd-7598-406a-8cbf-504d4a3bac15" providerId="ADAL" clId="{65104DF2-1B45-4C36-9E2A-F89658839DCF}" dt="2024-02-06T18:43:55.063" v="26285" actId="478"/>
          <ac:spMkLst>
            <pc:docMk/>
            <pc:sldMk cId="1413220482" sldId="1170"/>
            <ac:spMk id="16" creationId="{2A187A53-E5C6-EB07-ACF3-393CD3D4AEDA}"/>
          </ac:spMkLst>
        </pc:spChg>
        <pc:spChg chg="add mod">
          <ac:chgData name="Palit, Tapti" userId="dec6fbcd-7598-406a-8cbf-504d4a3bac15" providerId="ADAL" clId="{65104DF2-1B45-4C36-9E2A-F89658839DCF}" dt="2024-02-06T18:44:00.592" v="26286"/>
          <ac:spMkLst>
            <pc:docMk/>
            <pc:sldMk cId="1413220482" sldId="1170"/>
            <ac:spMk id="19" creationId="{51047601-CEF6-023B-E9B6-0D94E1E06AFC}"/>
          </ac:spMkLst>
        </pc:spChg>
        <pc:cxnChg chg="del mod">
          <ac:chgData name="Palit, Tapti" userId="dec6fbcd-7598-406a-8cbf-504d4a3bac15" providerId="ADAL" clId="{65104DF2-1B45-4C36-9E2A-F89658839DCF}" dt="2024-02-06T18:43:55.063" v="26285" actId="478"/>
          <ac:cxnSpMkLst>
            <pc:docMk/>
            <pc:sldMk cId="1413220482" sldId="1170"/>
            <ac:cxnSpMk id="18" creationId="{A6038E17-CC26-E08F-C317-6C9DD75D396C}"/>
          </ac:cxnSpMkLst>
        </pc:cxnChg>
        <pc:cxnChg chg="del mod">
          <ac:chgData name="Palit, Tapti" userId="dec6fbcd-7598-406a-8cbf-504d4a3bac15" providerId="ADAL" clId="{65104DF2-1B45-4C36-9E2A-F89658839DCF}" dt="2024-02-06T18:43:55.063" v="26285" actId="478"/>
          <ac:cxnSpMkLst>
            <pc:docMk/>
            <pc:sldMk cId="1413220482" sldId="1170"/>
            <ac:cxnSpMk id="20" creationId="{495B6547-944C-E411-8011-CF584D219AB0}"/>
          </ac:cxnSpMkLst>
        </pc:cxnChg>
        <pc:cxnChg chg="add mod">
          <ac:chgData name="Palit, Tapti" userId="dec6fbcd-7598-406a-8cbf-504d4a3bac15" providerId="ADAL" clId="{65104DF2-1B45-4C36-9E2A-F89658839DCF}" dt="2024-02-06T18:44:08.877" v="26289" actId="14100"/>
          <ac:cxnSpMkLst>
            <pc:docMk/>
            <pc:sldMk cId="1413220482" sldId="1170"/>
            <ac:cxnSpMk id="21" creationId="{9C7D3581-8A17-F35C-C20F-1842E928B9B3}"/>
          </ac:cxnSpMkLst>
        </pc:cxnChg>
        <pc:cxnChg chg="add mod">
          <ac:chgData name="Palit, Tapti" userId="dec6fbcd-7598-406a-8cbf-504d4a3bac15" providerId="ADAL" clId="{65104DF2-1B45-4C36-9E2A-F89658839DCF}" dt="2024-02-06T18:44:18.964" v="26295" actId="14100"/>
          <ac:cxnSpMkLst>
            <pc:docMk/>
            <pc:sldMk cId="1413220482" sldId="1170"/>
            <ac:cxnSpMk id="25" creationId="{30EC9A4F-C669-8D1F-6FED-79CDC0DDB802}"/>
          </ac:cxnSpMkLst>
        </pc:cxnChg>
      </pc:sldChg>
      <pc:sldChg chg="modAnim">
        <pc:chgData name="Palit, Tapti" userId="dec6fbcd-7598-406a-8cbf-504d4a3bac15" providerId="ADAL" clId="{65104DF2-1B45-4C36-9E2A-F89658839DCF}" dt="2024-02-06T20:31:19.391" v="27483"/>
        <pc:sldMkLst>
          <pc:docMk/>
          <pc:sldMk cId="951648542" sldId="1171"/>
        </pc:sldMkLst>
      </pc:sldChg>
      <pc:sldChg chg="addSp delSp modSp mod modAnim chgLayout">
        <pc:chgData name="Palit, Tapti" userId="dec6fbcd-7598-406a-8cbf-504d4a3bac15" providerId="ADAL" clId="{65104DF2-1B45-4C36-9E2A-F89658839DCF}" dt="2024-02-06T20:44:57.688" v="27659" actId="1076"/>
        <pc:sldMkLst>
          <pc:docMk/>
          <pc:sldMk cId="3491945629" sldId="1175"/>
        </pc:sldMkLst>
        <pc:spChg chg="mod ord">
          <ac:chgData name="Palit, Tapti" userId="dec6fbcd-7598-406a-8cbf-504d4a3bac15" providerId="ADAL" clId="{65104DF2-1B45-4C36-9E2A-F89658839DCF}" dt="2024-02-06T20:42:36.886" v="27629" actId="20577"/>
          <ac:spMkLst>
            <pc:docMk/>
            <pc:sldMk cId="3491945629" sldId="1175"/>
            <ac:spMk id="2" creationId="{C3433336-0953-E90B-9EBD-EFEF4D9466D0}"/>
          </ac:spMkLst>
        </pc:spChg>
        <pc:spChg chg="mod ord">
          <ac:chgData name="Palit, Tapti" userId="dec6fbcd-7598-406a-8cbf-504d4a3bac15" providerId="ADAL" clId="{65104DF2-1B45-4C36-9E2A-F89658839DCF}" dt="2024-02-06T20:38:54.769" v="27485" actId="6264"/>
          <ac:spMkLst>
            <pc:docMk/>
            <pc:sldMk cId="3491945629" sldId="1175"/>
            <ac:spMk id="3" creationId="{E2C3A34B-F163-9357-03D8-C2EA10E2E08D}"/>
          </ac:spMkLst>
        </pc:spChg>
        <pc:spChg chg="mod ord">
          <ac:chgData name="Palit, Tapti" userId="dec6fbcd-7598-406a-8cbf-504d4a3bac15" providerId="ADAL" clId="{65104DF2-1B45-4C36-9E2A-F89658839DCF}" dt="2024-02-06T20:38:54.769" v="27485" actId="6264"/>
          <ac:spMkLst>
            <pc:docMk/>
            <pc:sldMk cId="3491945629" sldId="1175"/>
            <ac:spMk id="4" creationId="{0715138A-BEE3-07F9-7596-0598455E8139}"/>
          </ac:spMkLst>
        </pc:spChg>
        <pc:spChg chg="add del mod">
          <ac:chgData name="Palit, Tapti" userId="dec6fbcd-7598-406a-8cbf-504d4a3bac15" providerId="ADAL" clId="{65104DF2-1B45-4C36-9E2A-F89658839DCF}" dt="2024-02-06T20:38:54.769" v="27485" actId="6264"/>
          <ac:spMkLst>
            <pc:docMk/>
            <pc:sldMk cId="3491945629" sldId="1175"/>
            <ac:spMk id="8" creationId="{821B3724-64FD-FF58-787B-5C5067876165}"/>
          </ac:spMkLst>
        </pc:spChg>
        <pc:spChg chg="mod ord">
          <ac:chgData name="Palit, Tapti" userId="dec6fbcd-7598-406a-8cbf-504d4a3bac15" providerId="ADAL" clId="{65104DF2-1B45-4C36-9E2A-F89658839DCF}" dt="2024-02-06T20:43:25.306" v="27631" actId="20577"/>
          <ac:spMkLst>
            <pc:docMk/>
            <pc:sldMk cId="3491945629" sldId="1175"/>
            <ac:spMk id="9" creationId="{963E34B9-E04A-3185-6334-FE73A4781F8C}"/>
          </ac:spMkLst>
        </pc:spChg>
        <pc:spChg chg="add del mod">
          <ac:chgData name="Palit, Tapti" userId="dec6fbcd-7598-406a-8cbf-504d4a3bac15" providerId="ADAL" clId="{65104DF2-1B45-4C36-9E2A-F89658839DCF}" dt="2024-02-06T20:38:54.769" v="27485" actId="6264"/>
          <ac:spMkLst>
            <pc:docMk/>
            <pc:sldMk cId="3491945629" sldId="1175"/>
            <ac:spMk id="10" creationId="{1E8F4BD4-D9A9-206B-2207-8C7D05A9C9A1}"/>
          </ac:spMkLst>
        </pc:spChg>
        <pc:spChg chg="add del mod">
          <ac:chgData name="Palit, Tapti" userId="dec6fbcd-7598-406a-8cbf-504d4a3bac15" providerId="ADAL" clId="{65104DF2-1B45-4C36-9E2A-F89658839DCF}" dt="2024-02-06T20:38:54.769" v="27485" actId="6264"/>
          <ac:spMkLst>
            <pc:docMk/>
            <pc:sldMk cId="3491945629" sldId="1175"/>
            <ac:spMk id="11" creationId="{3F1D68D2-55D6-2F4D-1974-BDF8D18E88FC}"/>
          </ac:spMkLst>
        </pc:spChg>
        <pc:spChg chg="add del mod">
          <ac:chgData name="Palit, Tapti" userId="dec6fbcd-7598-406a-8cbf-504d4a3bac15" providerId="ADAL" clId="{65104DF2-1B45-4C36-9E2A-F89658839DCF}" dt="2024-02-06T20:38:54.769" v="27485" actId="6264"/>
          <ac:spMkLst>
            <pc:docMk/>
            <pc:sldMk cId="3491945629" sldId="1175"/>
            <ac:spMk id="12" creationId="{7C462684-FB0A-04C9-FD35-DCD6180B7217}"/>
          </ac:spMkLst>
        </pc:spChg>
        <pc:spChg chg="add mod">
          <ac:chgData name="Palit, Tapti" userId="dec6fbcd-7598-406a-8cbf-504d4a3bac15" providerId="ADAL" clId="{65104DF2-1B45-4C36-9E2A-F89658839DCF}" dt="2024-02-06T20:44:57.688" v="27659" actId="1076"/>
          <ac:spMkLst>
            <pc:docMk/>
            <pc:sldMk cId="3491945629" sldId="1175"/>
            <ac:spMk id="13" creationId="{61A4FEBA-8721-D8C0-B444-584662793C9F}"/>
          </ac:spMkLst>
        </pc:spChg>
      </pc:sldChg>
      <pc:sldChg chg="add del">
        <pc:chgData name="Palit, Tapti" userId="dec6fbcd-7598-406a-8cbf-504d4a3bac15" providerId="ADAL" clId="{65104DF2-1B45-4C36-9E2A-F89658839DCF}" dt="2024-02-06T20:55:12.336" v="27891" actId="47"/>
        <pc:sldMkLst>
          <pc:docMk/>
          <pc:sldMk cId="3364304933" sldId="1176"/>
        </pc:sldMkLst>
      </pc:sldChg>
      <pc:sldChg chg="addSp modSp mod modAnim">
        <pc:chgData name="Palit, Tapti" userId="dec6fbcd-7598-406a-8cbf-504d4a3bac15" providerId="ADAL" clId="{65104DF2-1B45-4C36-9E2A-F89658839DCF}" dt="2024-02-06T18:22:55.627" v="25901" actId="20577"/>
        <pc:sldMkLst>
          <pc:docMk/>
          <pc:sldMk cId="68023527" sldId="1177"/>
        </pc:sldMkLst>
        <pc:spChg chg="add mod">
          <ac:chgData name="Palit, Tapti" userId="dec6fbcd-7598-406a-8cbf-504d4a3bac15" providerId="ADAL" clId="{65104DF2-1B45-4C36-9E2A-F89658839DCF}" dt="2024-02-06T17:44:49.154" v="25730" actId="1076"/>
          <ac:spMkLst>
            <pc:docMk/>
            <pc:sldMk cId="68023527" sldId="1177"/>
            <ac:spMk id="2" creationId="{4A7C267B-9B81-B149-C00C-04592935AEFD}"/>
          </ac:spMkLst>
        </pc:spChg>
        <pc:spChg chg="add mod">
          <ac:chgData name="Palit, Tapti" userId="dec6fbcd-7598-406a-8cbf-504d4a3bac15" providerId="ADAL" clId="{65104DF2-1B45-4C36-9E2A-F89658839DCF}" dt="2024-02-06T17:45:56.294" v="25745" actId="14100"/>
          <ac:spMkLst>
            <pc:docMk/>
            <pc:sldMk cId="68023527" sldId="1177"/>
            <ac:spMk id="4" creationId="{BAB7AAF1-5058-6E7E-C63D-16EF46D9F536}"/>
          </ac:spMkLst>
        </pc:spChg>
        <pc:spChg chg="add mod">
          <ac:chgData name="Palit, Tapti" userId="dec6fbcd-7598-406a-8cbf-504d4a3bac15" providerId="ADAL" clId="{65104DF2-1B45-4C36-9E2A-F89658839DCF}" dt="2024-02-06T17:45:39.713" v="25743" actId="14100"/>
          <ac:spMkLst>
            <pc:docMk/>
            <pc:sldMk cId="68023527" sldId="1177"/>
            <ac:spMk id="6" creationId="{91006A0A-FE30-79E2-9A61-56AF369C0D40}"/>
          </ac:spMkLst>
        </pc:spChg>
        <pc:spChg chg="mod">
          <ac:chgData name="Palit, Tapti" userId="dec6fbcd-7598-406a-8cbf-504d4a3bac15" providerId="ADAL" clId="{65104DF2-1B45-4C36-9E2A-F89658839DCF}" dt="2024-02-06T18:22:55.627" v="25901" actId="20577"/>
          <ac:spMkLst>
            <pc:docMk/>
            <pc:sldMk cId="68023527" sldId="1177"/>
            <ac:spMk id="15" creationId="{632CDA17-2240-B34F-44F8-5573404E1E94}"/>
          </ac:spMkLst>
        </pc:spChg>
      </pc:sldChg>
      <pc:sldChg chg="addSp delSp modSp mod">
        <pc:chgData name="Palit, Tapti" userId="dec6fbcd-7598-406a-8cbf-504d4a3bac15" providerId="ADAL" clId="{65104DF2-1B45-4C36-9E2A-F89658839DCF}" dt="2024-02-06T18:49:16.474" v="26377"/>
        <pc:sldMkLst>
          <pc:docMk/>
          <pc:sldMk cId="4069589226" sldId="1178"/>
        </pc:sldMkLst>
        <pc:spChg chg="del">
          <ac:chgData name="Palit, Tapti" userId="dec6fbcd-7598-406a-8cbf-504d4a3bac15" providerId="ADAL" clId="{65104DF2-1B45-4C36-9E2A-F89658839DCF}" dt="2024-02-06T18:49:07.043" v="26376" actId="478"/>
          <ac:spMkLst>
            <pc:docMk/>
            <pc:sldMk cId="4069589226" sldId="1178"/>
            <ac:spMk id="8" creationId="{404E5D02-C7BD-7A9F-A969-6D8A6F25DF86}"/>
          </ac:spMkLst>
        </pc:spChg>
        <pc:spChg chg="del">
          <ac:chgData name="Palit, Tapti" userId="dec6fbcd-7598-406a-8cbf-504d4a3bac15" providerId="ADAL" clId="{65104DF2-1B45-4C36-9E2A-F89658839DCF}" dt="2024-02-06T18:49:07.043" v="26376" actId="478"/>
          <ac:spMkLst>
            <pc:docMk/>
            <pc:sldMk cId="4069589226" sldId="1178"/>
            <ac:spMk id="9" creationId="{FE3FA576-1359-7D36-4784-CB570FB70315}"/>
          </ac:spMkLst>
        </pc:spChg>
        <pc:spChg chg="del">
          <ac:chgData name="Palit, Tapti" userId="dec6fbcd-7598-406a-8cbf-504d4a3bac15" providerId="ADAL" clId="{65104DF2-1B45-4C36-9E2A-F89658839DCF}" dt="2024-02-06T18:49:07.043" v="26376" actId="478"/>
          <ac:spMkLst>
            <pc:docMk/>
            <pc:sldMk cId="4069589226" sldId="1178"/>
            <ac:spMk id="12" creationId="{F6E21CA4-58ED-AF98-B091-9861E6D3D3BD}"/>
          </ac:spMkLst>
        </pc:spChg>
        <pc:spChg chg="del">
          <ac:chgData name="Palit, Tapti" userId="dec6fbcd-7598-406a-8cbf-504d4a3bac15" providerId="ADAL" clId="{65104DF2-1B45-4C36-9E2A-F89658839DCF}" dt="2024-02-06T18:49:07.043" v="26376" actId="478"/>
          <ac:spMkLst>
            <pc:docMk/>
            <pc:sldMk cId="4069589226" sldId="1178"/>
            <ac:spMk id="13" creationId="{8A8FBFCB-C472-E694-87DD-57F89928D45A}"/>
          </ac:spMkLst>
        </pc:spChg>
        <pc:spChg chg="del">
          <ac:chgData name="Palit, Tapti" userId="dec6fbcd-7598-406a-8cbf-504d4a3bac15" providerId="ADAL" clId="{65104DF2-1B45-4C36-9E2A-F89658839DCF}" dt="2024-02-06T18:49:07.043" v="26376" actId="478"/>
          <ac:spMkLst>
            <pc:docMk/>
            <pc:sldMk cId="4069589226" sldId="1178"/>
            <ac:spMk id="15" creationId="{36EBB0D3-5286-277D-70E5-AFC358232F98}"/>
          </ac:spMkLst>
        </pc:spChg>
        <pc:spChg chg="del">
          <ac:chgData name="Palit, Tapti" userId="dec6fbcd-7598-406a-8cbf-504d4a3bac15" providerId="ADAL" clId="{65104DF2-1B45-4C36-9E2A-F89658839DCF}" dt="2024-02-06T18:49:07.043" v="26376" actId="478"/>
          <ac:spMkLst>
            <pc:docMk/>
            <pc:sldMk cId="4069589226" sldId="1178"/>
            <ac:spMk id="16" creationId="{2A187A53-E5C6-EB07-ACF3-393CD3D4AEDA}"/>
          </ac:spMkLst>
        </pc:spChg>
        <pc:spChg chg="add mod">
          <ac:chgData name="Palit, Tapti" userId="dec6fbcd-7598-406a-8cbf-504d4a3bac15" providerId="ADAL" clId="{65104DF2-1B45-4C36-9E2A-F89658839DCF}" dt="2024-02-06T18:49:16.474" v="26377"/>
          <ac:spMkLst>
            <pc:docMk/>
            <pc:sldMk cId="4069589226" sldId="1178"/>
            <ac:spMk id="27" creationId="{0CCEBB66-9150-07B5-2777-B4654B6267A5}"/>
          </ac:spMkLst>
        </pc:spChg>
        <pc:spChg chg="add mod">
          <ac:chgData name="Palit, Tapti" userId="dec6fbcd-7598-406a-8cbf-504d4a3bac15" providerId="ADAL" clId="{65104DF2-1B45-4C36-9E2A-F89658839DCF}" dt="2024-02-06T18:49:16.474" v="26377"/>
          <ac:spMkLst>
            <pc:docMk/>
            <pc:sldMk cId="4069589226" sldId="1178"/>
            <ac:spMk id="29" creationId="{F331EFD0-A787-7FEA-E4A4-4EFAAB179CD0}"/>
          </ac:spMkLst>
        </pc:spChg>
        <pc:spChg chg="add mod">
          <ac:chgData name="Palit, Tapti" userId="dec6fbcd-7598-406a-8cbf-504d4a3bac15" providerId="ADAL" clId="{65104DF2-1B45-4C36-9E2A-F89658839DCF}" dt="2024-02-06T18:49:16.474" v="26377"/>
          <ac:spMkLst>
            <pc:docMk/>
            <pc:sldMk cId="4069589226" sldId="1178"/>
            <ac:spMk id="32" creationId="{24F28C88-9AD5-7642-E9D2-F59E91BA8AB1}"/>
          </ac:spMkLst>
        </pc:spChg>
        <pc:spChg chg="add mod">
          <ac:chgData name="Palit, Tapti" userId="dec6fbcd-7598-406a-8cbf-504d4a3bac15" providerId="ADAL" clId="{65104DF2-1B45-4C36-9E2A-F89658839DCF}" dt="2024-02-06T18:49:16.474" v="26377"/>
          <ac:spMkLst>
            <pc:docMk/>
            <pc:sldMk cId="4069589226" sldId="1178"/>
            <ac:spMk id="33" creationId="{3608D9C2-2CE3-6218-E8F2-E960933F2A37}"/>
          </ac:spMkLst>
        </pc:spChg>
        <pc:spChg chg="add mod">
          <ac:chgData name="Palit, Tapti" userId="dec6fbcd-7598-406a-8cbf-504d4a3bac15" providerId="ADAL" clId="{65104DF2-1B45-4C36-9E2A-F89658839DCF}" dt="2024-02-06T18:49:16.474" v="26377"/>
          <ac:spMkLst>
            <pc:docMk/>
            <pc:sldMk cId="4069589226" sldId="1178"/>
            <ac:spMk id="35" creationId="{560F8829-1410-E275-2733-ADC570D2F644}"/>
          </ac:spMkLst>
        </pc:spChg>
        <pc:spChg chg="add mod">
          <ac:chgData name="Palit, Tapti" userId="dec6fbcd-7598-406a-8cbf-504d4a3bac15" providerId="ADAL" clId="{65104DF2-1B45-4C36-9E2A-F89658839DCF}" dt="2024-02-06T18:49:16.474" v="26377"/>
          <ac:spMkLst>
            <pc:docMk/>
            <pc:sldMk cId="4069589226" sldId="1178"/>
            <ac:spMk id="36" creationId="{D605672A-B683-756D-CA78-C40114A0593B}"/>
          </ac:spMkLst>
        </pc:spChg>
        <pc:spChg chg="add mod">
          <ac:chgData name="Palit, Tapti" userId="dec6fbcd-7598-406a-8cbf-504d4a3bac15" providerId="ADAL" clId="{65104DF2-1B45-4C36-9E2A-F89658839DCF}" dt="2024-02-06T18:49:16.474" v="26377"/>
          <ac:spMkLst>
            <pc:docMk/>
            <pc:sldMk cId="4069589226" sldId="1178"/>
            <ac:spMk id="37" creationId="{BF284B8C-E89E-D5D2-D1F5-254B37ECBBC4}"/>
          </ac:spMkLst>
        </pc:spChg>
        <pc:spChg chg="add mod">
          <ac:chgData name="Palit, Tapti" userId="dec6fbcd-7598-406a-8cbf-504d4a3bac15" providerId="ADAL" clId="{65104DF2-1B45-4C36-9E2A-F89658839DCF}" dt="2024-02-06T18:49:16.474" v="26377"/>
          <ac:spMkLst>
            <pc:docMk/>
            <pc:sldMk cId="4069589226" sldId="1178"/>
            <ac:spMk id="45" creationId="{5BC1CC5F-591B-618D-B3EB-F86407E08E8B}"/>
          </ac:spMkLst>
        </pc:spChg>
        <pc:spChg chg="del">
          <ac:chgData name="Palit, Tapti" userId="dec6fbcd-7598-406a-8cbf-504d4a3bac15" providerId="ADAL" clId="{65104DF2-1B45-4C36-9E2A-F89658839DCF}" dt="2024-02-06T18:49:07.043" v="26376" actId="478"/>
          <ac:spMkLst>
            <pc:docMk/>
            <pc:sldMk cId="4069589226" sldId="1178"/>
            <ac:spMk id="52" creationId="{1B8ECE4D-4DE5-5574-810B-C25B6FB8B1F3}"/>
          </ac:spMkLst>
        </pc:spChg>
        <pc:spChg chg="del">
          <ac:chgData name="Palit, Tapti" userId="dec6fbcd-7598-406a-8cbf-504d4a3bac15" providerId="ADAL" clId="{65104DF2-1B45-4C36-9E2A-F89658839DCF}" dt="2024-02-06T18:49:07.043" v="26376" actId="478"/>
          <ac:spMkLst>
            <pc:docMk/>
            <pc:sldMk cId="4069589226" sldId="1178"/>
            <ac:spMk id="53" creationId="{17196389-9AE0-F089-FC74-A1209B1893CF}"/>
          </ac:spMkLst>
        </pc:spChg>
        <pc:cxnChg chg="del mod">
          <ac:chgData name="Palit, Tapti" userId="dec6fbcd-7598-406a-8cbf-504d4a3bac15" providerId="ADAL" clId="{65104DF2-1B45-4C36-9E2A-F89658839DCF}" dt="2024-02-06T18:49:07.043" v="26376" actId="478"/>
          <ac:cxnSpMkLst>
            <pc:docMk/>
            <pc:sldMk cId="4069589226" sldId="1178"/>
            <ac:cxnSpMk id="2" creationId="{FCD20EF2-683E-F4A6-EF85-F3DDE871901A}"/>
          </ac:cxnSpMkLst>
        </pc:cxnChg>
        <pc:cxnChg chg="del mod">
          <ac:chgData name="Palit, Tapti" userId="dec6fbcd-7598-406a-8cbf-504d4a3bac15" providerId="ADAL" clId="{65104DF2-1B45-4C36-9E2A-F89658839DCF}" dt="2024-02-06T18:49:07.043" v="26376" actId="478"/>
          <ac:cxnSpMkLst>
            <pc:docMk/>
            <pc:sldMk cId="4069589226" sldId="1178"/>
            <ac:cxnSpMk id="6" creationId="{6A83AC85-26A8-F15B-1CA0-C03623E12430}"/>
          </ac:cxnSpMkLst>
        </pc:cxnChg>
        <pc:cxnChg chg="del mod">
          <ac:chgData name="Palit, Tapti" userId="dec6fbcd-7598-406a-8cbf-504d4a3bac15" providerId="ADAL" clId="{65104DF2-1B45-4C36-9E2A-F89658839DCF}" dt="2024-02-06T18:49:07.043" v="26376" actId="478"/>
          <ac:cxnSpMkLst>
            <pc:docMk/>
            <pc:sldMk cId="4069589226" sldId="1178"/>
            <ac:cxnSpMk id="10" creationId="{A466FFF3-2D83-9C5F-C7A7-73CCB1E96766}"/>
          </ac:cxnSpMkLst>
        </pc:cxnChg>
        <pc:cxnChg chg="del mod">
          <ac:chgData name="Palit, Tapti" userId="dec6fbcd-7598-406a-8cbf-504d4a3bac15" providerId="ADAL" clId="{65104DF2-1B45-4C36-9E2A-F89658839DCF}" dt="2024-02-06T18:49:07.043" v="26376" actId="478"/>
          <ac:cxnSpMkLst>
            <pc:docMk/>
            <pc:sldMk cId="4069589226" sldId="1178"/>
            <ac:cxnSpMk id="11" creationId="{34ADCB78-7E32-1294-35B5-028CB3B5795D}"/>
          </ac:cxnSpMkLst>
        </pc:cxnChg>
        <pc:cxnChg chg="del mod">
          <ac:chgData name="Palit, Tapti" userId="dec6fbcd-7598-406a-8cbf-504d4a3bac15" providerId="ADAL" clId="{65104DF2-1B45-4C36-9E2A-F89658839DCF}" dt="2024-02-06T18:49:07.043" v="26376" actId="478"/>
          <ac:cxnSpMkLst>
            <pc:docMk/>
            <pc:sldMk cId="4069589226" sldId="1178"/>
            <ac:cxnSpMk id="14" creationId="{130FE503-7A81-ECB4-3A67-23F55AB93FD8}"/>
          </ac:cxnSpMkLst>
        </pc:cxnChg>
        <pc:cxnChg chg="del mod">
          <ac:chgData name="Palit, Tapti" userId="dec6fbcd-7598-406a-8cbf-504d4a3bac15" providerId="ADAL" clId="{65104DF2-1B45-4C36-9E2A-F89658839DCF}" dt="2024-02-06T18:49:07.043" v="26376" actId="478"/>
          <ac:cxnSpMkLst>
            <pc:docMk/>
            <pc:sldMk cId="4069589226" sldId="1178"/>
            <ac:cxnSpMk id="18" creationId="{A6038E17-CC26-E08F-C317-6C9DD75D396C}"/>
          </ac:cxnSpMkLst>
        </pc:cxnChg>
        <pc:cxnChg chg="del">
          <ac:chgData name="Palit, Tapti" userId="dec6fbcd-7598-406a-8cbf-504d4a3bac15" providerId="ADAL" clId="{65104DF2-1B45-4C36-9E2A-F89658839DCF}" dt="2024-02-06T18:49:07.043" v="26376" actId="478"/>
          <ac:cxnSpMkLst>
            <pc:docMk/>
            <pc:sldMk cId="4069589226" sldId="1178"/>
            <ac:cxnSpMk id="19" creationId="{C7325E9C-6710-77F6-496C-B8F7F5A6CE7B}"/>
          </ac:cxnSpMkLst>
        </pc:cxnChg>
        <pc:cxnChg chg="del mod">
          <ac:chgData name="Palit, Tapti" userId="dec6fbcd-7598-406a-8cbf-504d4a3bac15" providerId="ADAL" clId="{65104DF2-1B45-4C36-9E2A-F89658839DCF}" dt="2024-02-06T18:49:07.043" v="26376" actId="478"/>
          <ac:cxnSpMkLst>
            <pc:docMk/>
            <pc:sldMk cId="4069589226" sldId="1178"/>
            <ac:cxnSpMk id="20" creationId="{495B6547-944C-E411-8011-CF584D219AB0}"/>
          </ac:cxnSpMkLst>
        </pc:cxnChg>
        <pc:cxnChg chg="del mod">
          <ac:chgData name="Palit, Tapti" userId="dec6fbcd-7598-406a-8cbf-504d4a3bac15" providerId="ADAL" clId="{65104DF2-1B45-4C36-9E2A-F89658839DCF}" dt="2024-02-06T18:49:07.043" v="26376" actId="478"/>
          <ac:cxnSpMkLst>
            <pc:docMk/>
            <pc:sldMk cId="4069589226" sldId="1178"/>
            <ac:cxnSpMk id="21" creationId="{A041E1F3-C83B-6206-B97D-832D5B6865D0}"/>
          </ac:cxnSpMkLst>
        </pc:cxnChg>
        <pc:cxnChg chg="del mod">
          <ac:chgData name="Palit, Tapti" userId="dec6fbcd-7598-406a-8cbf-504d4a3bac15" providerId="ADAL" clId="{65104DF2-1B45-4C36-9E2A-F89658839DCF}" dt="2024-02-06T18:49:07.043" v="26376" actId="478"/>
          <ac:cxnSpMkLst>
            <pc:docMk/>
            <pc:sldMk cId="4069589226" sldId="1178"/>
            <ac:cxnSpMk id="25" creationId="{006A2470-4139-2556-40B3-0DE6B95985E7}"/>
          </ac:cxnSpMkLst>
        </pc:cxnChg>
        <pc:cxnChg chg="del mod">
          <ac:chgData name="Palit, Tapti" userId="dec6fbcd-7598-406a-8cbf-504d4a3bac15" providerId="ADAL" clId="{65104DF2-1B45-4C36-9E2A-F89658839DCF}" dt="2024-02-06T18:49:07.043" v="26376" actId="478"/>
          <ac:cxnSpMkLst>
            <pc:docMk/>
            <pc:sldMk cId="4069589226" sldId="1178"/>
            <ac:cxnSpMk id="26" creationId="{506C9240-5C85-138C-9BA3-C52D157E0997}"/>
          </ac:cxnSpMkLst>
        </pc:cxnChg>
        <pc:cxnChg chg="del mod">
          <ac:chgData name="Palit, Tapti" userId="dec6fbcd-7598-406a-8cbf-504d4a3bac15" providerId="ADAL" clId="{65104DF2-1B45-4C36-9E2A-F89658839DCF}" dt="2024-02-06T18:49:07.043" v="26376" actId="478"/>
          <ac:cxnSpMkLst>
            <pc:docMk/>
            <pc:sldMk cId="4069589226" sldId="1178"/>
            <ac:cxnSpMk id="28" creationId="{CFBE385A-1C90-687B-9ED9-9AAD22174ACE}"/>
          </ac:cxnSpMkLst>
        </pc:cxnChg>
        <pc:cxnChg chg="del mod">
          <ac:chgData name="Palit, Tapti" userId="dec6fbcd-7598-406a-8cbf-504d4a3bac15" providerId="ADAL" clId="{65104DF2-1B45-4C36-9E2A-F89658839DCF}" dt="2024-02-06T18:49:07.043" v="26376" actId="478"/>
          <ac:cxnSpMkLst>
            <pc:docMk/>
            <pc:sldMk cId="4069589226" sldId="1178"/>
            <ac:cxnSpMk id="30" creationId="{A6D6C83C-E0F0-AFAA-EFC9-8715489C3EA9}"/>
          </ac:cxnSpMkLst>
        </pc:cxnChg>
        <pc:cxnChg chg="del mod">
          <ac:chgData name="Palit, Tapti" userId="dec6fbcd-7598-406a-8cbf-504d4a3bac15" providerId="ADAL" clId="{65104DF2-1B45-4C36-9E2A-F89658839DCF}" dt="2024-02-06T18:49:07.043" v="26376" actId="478"/>
          <ac:cxnSpMkLst>
            <pc:docMk/>
            <pc:sldMk cId="4069589226" sldId="1178"/>
            <ac:cxnSpMk id="31" creationId="{0FF023DE-D8C8-1DD9-95A7-3734144FC31A}"/>
          </ac:cxnSpMkLst>
        </pc:cxnChg>
        <pc:cxnChg chg="del mod">
          <ac:chgData name="Palit, Tapti" userId="dec6fbcd-7598-406a-8cbf-504d4a3bac15" providerId="ADAL" clId="{65104DF2-1B45-4C36-9E2A-F89658839DCF}" dt="2024-02-06T18:49:07.043" v="26376" actId="478"/>
          <ac:cxnSpMkLst>
            <pc:docMk/>
            <pc:sldMk cId="4069589226" sldId="1178"/>
            <ac:cxnSpMk id="34" creationId="{E5E111F1-DFFF-2F07-20F0-294C45A9881C}"/>
          </ac:cxnSpMkLst>
        </pc:cxnChg>
        <pc:cxnChg chg="del mod">
          <ac:chgData name="Palit, Tapti" userId="dec6fbcd-7598-406a-8cbf-504d4a3bac15" providerId="ADAL" clId="{65104DF2-1B45-4C36-9E2A-F89658839DCF}" dt="2024-02-06T18:49:07.043" v="26376" actId="478"/>
          <ac:cxnSpMkLst>
            <pc:docMk/>
            <pc:sldMk cId="4069589226" sldId="1178"/>
            <ac:cxnSpMk id="38" creationId="{F0BD4461-543F-1ABB-9BE6-D6301792213E}"/>
          </ac:cxnSpMkLst>
        </pc:cxnChg>
        <pc:cxnChg chg="add mod">
          <ac:chgData name="Palit, Tapti" userId="dec6fbcd-7598-406a-8cbf-504d4a3bac15" providerId="ADAL" clId="{65104DF2-1B45-4C36-9E2A-F89658839DCF}" dt="2024-02-06T18:49:16.474" v="26377"/>
          <ac:cxnSpMkLst>
            <pc:docMk/>
            <pc:sldMk cId="4069589226" sldId="1178"/>
            <ac:cxnSpMk id="39" creationId="{250DA214-01B5-BF62-FB57-5AC079254A4B}"/>
          </ac:cxnSpMkLst>
        </pc:cxnChg>
        <pc:cxnChg chg="add mod">
          <ac:chgData name="Palit, Tapti" userId="dec6fbcd-7598-406a-8cbf-504d4a3bac15" providerId="ADAL" clId="{65104DF2-1B45-4C36-9E2A-F89658839DCF}" dt="2024-02-06T18:49:16.474" v="26377"/>
          <ac:cxnSpMkLst>
            <pc:docMk/>
            <pc:sldMk cId="4069589226" sldId="1178"/>
            <ac:cxnSpMk id="40" creationId="{45D6E333-D25C-0EA1-B990-20E2EA87E050}"/>
          </ac:cxnSpMkLst>
        </pc:cxnChg>
        <pc:cxnChg chg="add mod">
          <ac:chgData name="Palit, Tapti" userId="dec6fbcd-7598-406a-8cbf-504d4a3bac15" providerId="ADAL" clId="{65104DF2-1B45-4C36-9E2A-F89658839DCF}" dt="2024-02-06T18:49:16.474" v="26377"/>
          <ac:cxnSpMkLst>
            <pc:docMk/>
            <pc:sldMk cId="4069589226" sldId="1178"/>
            <ac:cxnSpMk id="41" creationId="{592A7349-5AD6-2164-D2BF-B469CCD0C928}"/>
          </ac:cxnSpMkLst>
        </pc:cxnChg>
        <pc:cxnChg chg="add mod">
          <ac:chgData name="Palit, Tapti" userId="dec6fbcd-7598-406a-8cbf-504d4a3bac15" providerId="ADAL" clId="{65104DF2-1B45-4C36-9E2A-F89658839DCF}" dt="2024-02-06T18:49:16.474" v="26377"/>
          <ac:cxnSpMkLst>
            <pc:docMk/>
            <pc:sldMk cId="4069589226" sldId="1178"/>
            <ac:cxnSpMk id="42" creationId="{9C11B410-4D9A-0A53-F2C8-A134EF0B7C7B}"/>
          </ac:cxnSpMkLst>
        </pc:cxnChg>
        <pc:cxnChg chg="del mod">
          <ac:chgData name="Palit, Tapti" userId="dec6fbcd-7598-406a-8cbf-504d4a3bac15" providerId="ADAL" clId="{65104DF2-1B45-4C36-9E2A-F89658839DCF}" dt="2024-02-06T18:49:07.043" v="26376" actId="478"/>
          <ac:cxnSpMkLst>
            <pc:docMk/>
            <pc:sldMk cId="4069589226" sldId="1178"/>
            <ac:cxnSpMk id="43" creationId="{243342FF-E3B7-2D15-BC6A-093054D329BB}"/>
          </ac:cxnSpMkLst>
        </pc:cxnChg>
        <pc:cxnChg chg="add mod">
          <ac:chgData name="Palit, Tapti" userId="dec6fbcd-7598-406a-8cbf-504d4a3bac15" providerId="ADAL" clId="{65104DF2-1B45-4C36-9E2A-F89658839DCF}" dt="2024-02-06T18:49:16.474" v="26377"/>
          <ac:cxnSpMkLst>
            <pc:docMk/>
            <pc:sldMk cId="4069589226" sldId="1178"/>
            <ac:cxnSpMk id="44" creationId="{F62CD83B-983C-F6B2-28DD-82BEF605EB6C}"/>
          </ac:cxnSpMkLst>
        </pc:cxnChg>
        <pc:cxnChg chg="del mod">
          <ac:chgData name="Palit, Tapti" userId="dec6fbcd-7598-406a-8cbf-504d4a3bac15" providerId="ADAL" clId="{65104DF2-1B45-4C36-9E2A-F89658839DCF}" dt="2024-02-06T18:49:07.043" v="26376" actId="478"/>
          <ac:cxnSpMkLst>
            <pc:docMk/>
            <pc:sldMk cId="4069589226" sldId="1178"/>
            <ac:cxnSpMk id="46" creationId="{ED31FCE2-956E-71FB-468A-90BCFE3BA071}"/>
          </ac:cxnSpMkLst>
        </pc:cxnChg>
        <pc:cxnChg chg="add mod">
          <ac:chgData name="Palit, Tapti" userId="dec6fbcd-7598-406a-8cbf-504d4a3bac15" providerId="ADAL" clId="{65104DF2-1B45-4C36-9E2A-F89658839DCF}" dt="2024-02-06T18:49:16.474" v="26377"/>
          <ac:cxnSpMkLst>
            <pc:docMk/>
            <pc:sldMk cId="4069589226" sldId="1178"/>
            <ac:cxnSpMk id="47" creationId="{19640316-592E-BC84-1B59-48274D694DDA}"/>
          </ac:cxnSpMkLst>
        </pc:cxnChg>
        <pc:cxnChg chg="add mod">
          <ac:chgData name="Palit, Tapti" userId="dec6fbcd-7598-406a-8cbf-504d4a3bac15" providerId="ADAL" clId="{65104DF2-1B45-4C36-9E2A-F89658839DCF}" dt="2024-02-06T18:49:16.474" v="26377"/>
          <ac:cxnSpMkLst>
            <pc:docMk/>
            <pc:sldMk cId="4069589226" sldId="1178"/>
            <ac:cxnSpMk id="48" creationId="{45AF0E56-BD60-5656-82DE-49ACC42DAB1C}"/>
          </ac:cxnSpMkLst>
        </pc:cxnChg>
        <pc:cxnChg chg="add mod">
          <ac:chgData name="Palit, Tapti" userId="dec6fbcd-7598-406a-8cbf-504d4a3bac15" providerId="ADAL" clId="{65104DF2-1B45-4C36-9E2A-F89658839DCF}" dt="2024-02-06T18:49:16.474" v="26377"/>
          <ac:cxnSpMkLst>
            <pc:docMk/>
            <pc:sldMk cId="4069589226" sldId="1178"/>
            <ac:cxnSpMk id="49" creationId="{C704215B-D8BE-1E5A-0B07-3532A17E96B0}"/>
          </ac:cxnSpMkLst>
        </pc:cxnChg>
        <pc:cxnChg chg="add mod">
          <ac:chgData name="Palit, Tapti" userId="dec6fbcd-7598-406a-8cbf-504d4a3bac15" providerId="ADAL" clId="{65104DF2-1B45-4C36-9E2A-F89658839DCF}" dt="2024-02-06T18:49:16.474" v="26377"/>
          <ac:cxnSpMkLst>
            <pc:docMk/>
            <pc:sldMk cId="4069589226" sldId="1178"/>
            <ac:cxnSpMk id="50" creationId="{4CF7DF83-537A-672E-6060-5A9E31A8F6AA}"/>
          </ac:cxnSpMkLst>
        </pc:cxnChg>
        <pc:cxnChg chg="add mod">
          <ac:chgData name="Palit, Tapti" userId="dec6fbcd-7598-406a-8cbf-504d4a3bac15" providerId="ADAL" clId="{65104DF2-1B45-4C36-9E2A-F89658839DCF}" dt="2024-02-06T18:49:16.474" v="26377"/>
          <ac:cxnSpMkLst>
            <pc:docMk/>
            <pc:sldMk cId="4069589226" sldId="1178"/>
            <ac:cxnSpMk id="51" creationId="{ADB27B95-FC88-4819-8091-E73A25898054}"/>
          </ac:cxnSpMkLst>
        </pc:cxnChg>
        <pc:cxnChg chg="add mod">
          <ac:chgData name="Palit, Tapti" userId="dec6fbcd-7598-406a-8cbf-504d4a3bac15" providerId="ADAL" clId="{65104DF2-1B45-4C36-9E2A-F89658839DCF}" dt="2024-02-06T18:49:16.474" v="26377"/>
          <ac:cxnSpMkLst>
            <pc:docMk/>
            <pc:sldMk cId="4069589226" sldId="1178"/>
            <ac:cxnSpMk id="54" creationId="{396376AD-8750-46E7-67FB-CD63E3AE994A}"/>
          </ac:cxnSpMkLst>
        </pc:cxnChg>
        <pc:cxnChg chg="add mod">
          <ac:chgData name="Palit, Tapti" userId="dec6fbcd-7598-406a-8cbf-504d4a3bac15" providerId="ADAL" clId="{65104DF2-1B45-4C36-9E2A-F89658839DCF}" dt="2024-02-06T18:49:16.474" v="26377"/>
          <ac:cxnSpMkLst>
            <pc:docMk/>
            <pc:sldMk cId="4069589226" sldId="1178"/>
            <ac:cxnSpMk id="56" creationId="{76AA129E-EBEB-B119-E5DE-E744688D34BA}"/>
          </ac:cxnSpMkLst>
        </pc:cxnChg>
        <pc:cxnChg chg="add mod">
          <ac:chgData name="Palit, Tapti" userId="dec6fbcd-7598-406a-8cbf-504d4a3bac15" providerId="ADAL" clId="{65104DF2-1B45-4C36-9E2A-F89658839DCF}" dt="2024-02-06T18:49:16.474" v="26377"/>
          <ac:cxnSpMkLst>
            <pc:docMk/>
            <pc:sldMk cId="4069589226" sldId="1178"/>
            <ac:cxnSpMk id="57" creationId="{E6BEBEC9-A16B-910A-0C3D-DE84C0F72A90}"/>
          </ac:cxnSpMkLst>
        </pc:cxnChg>
        <pc:cxnChg chg="add mod">
          <ac:chgData name="Palit, Tapti" userId="dec6fbcd-7598-406a-8cbf-504d4a3bac15" providerId="ADAL" clId="{65104DF2-1B45-4C36-9E2A-F89658839DCF}" dt="2024-02-06T18:49:16.474" v="26377"/>
          <ac:cxnSpMkLst>
            <pc:docMk/>
            <pc:sldMk cId="4069589226" sldId="1178"/>
            <ac:cxnSpMk id="58" creationId="{F90B73B0-45B5-5BC5-9DEE-6F1125BD7F26}"/>
          </ac:cxnSpMkLst>
        </pc:cxnChg>
        <pc:cxnChg chg="add mod">
          <ac:chgData name="Palit, Tapti" userId="dec6fbcd-7598-406a-8cbf-504d4a3bac15" providerId="ADAL" clId="{65104DF2-1B45-4C36-9E2A-F89658839DCF}" dt="2024-02-06T18:49:16.474" v="26377"/>
          <ac:cxnSpMkLst>
            <pc:docMk/>
            <pc:sldMk cId="4069589226" sldId="1178"/>
            <ac:cxnSpMk id="59" creationId="{3E7EE0EB-C1DA-3103-D36A-1B9D497E3208}"/>
          </ac:cxnSpMkLst>
        </pc:cxnChg>
        <pc:cxnChg chg="add mod">
          <ac:chgData name="Palit, Tapti" userId="dec6fbcd-7598-406a-8cbf-504d4a3bac15" providerId="ADAL" clId="{65104DF2-1B45-4C36-9E2A-F89658839DCF}" dt="2024-02-06T18:49:16.474" v="26377"/>
          <ac:cxnSpMkLst>
            <pc:docMk/>
            <pc:sldMk cId="4069589226" sldId="1178"/>
            <ac:cxnSpMk id="60" creationId="{B567BCBD-E47B-34FF-FEDF-8EE764ACC1BD}"/>
          </ac:cxnSpMkLst>
        </pc:cxnChg>
        <pc:cxnChg chg="add mod">
          <ac:chgData name="Palit, Tapti" userId="dec6fbcd-7598-406a-8cbf-504d4a3bac15" providerId="ADAL" clId="{65104DF2-1B45-4C36-9E2A-F89658839DCF}" dt="2024-02-06T18:49:16.474" v="26377"/>
          <ac:cxnSpMkLst>
            <pc:docMk/>
            <pc:sldMk cId="4069589226" sldId="1178"/>
            <ac:cxnSpMk id="61" creationId="{F4835969-3AC9-7D1A-91DC-5B7FB3FB82BA}"/>
          </ac:cxnSpMkLst>
        </pc:cxnChg>
        <pc:cxnChg chg="add mod">
          <ac:chgData name="Palit, Tapti" userId="dec6fbcd-7598-406a-8cbf-504d4a3bac15" providerId="ADAL" clId="{65104DF2-1B45-4C36-9E2A-F89658839DCF}" dt="2024-02-06T18:49:16.474" v="26377"/>
          <ac:cxnSpMkLst>
            <pc:docMk/>
            <pc:sldMk cId="4069589226" sldId="1178"/>
            <ac:cxnSpMk id="62" creationId="{41296DE5-4122-9970-2B46-921E91D61EE9}"/>
          </ac:cxnSpMkLst>
        </pc:cxnChg>
        <pc:cxnChg chg="add mod">
          <ac:chgData name="Palit, Tapti" userId="dec6fbcd-7598-406a-8cbf-504d4a3bac15" providerId="ADAL" clId="{65104DF2-1B45-4C36-9E2A-F89658839DCF}" dt="2024-02-06T18:49:16.474" v="26377"/>
          <ac:cxnSpMkLst>
            <pc:docMk/>
            <pc:sldMk cId="4069589226" sldId="1178"/>
            <ac:cxnSpMk id="63" creationId="{354F19A8-898D-B354-44DC-E053A3D16D8C}"/>
          </ac:cxnSpMkLst>
        </pc:cxnChg>
        <pc:cxnChg chg="add mod">
          <ac:chgData name="Palit, Tapti" userId="dec6fbcd-7598-406a-8cbf-504d4a3bac15" providerId="ADAL" clId="{65104DF2-1B45-4C36-9E2A-F89658839DCF}" dt="2024-02-06T18:49:16.474" v="26377"/>
          <ac:cxnSpMkLst>
            <pc:docMk/>
            <pc:sldMk cId="4069589226" sldId="1178"/>
            <ac:cxnSpMk id="64" creationId="{205EA63E-BD7A-766A-80DF-C4E3A54CCDB3}"/>
          </ac:cxnSpMkLst>
        </pc:cxnChg>
      </pc:sldChg>
      <pc:sldChg chg="modSp mod">
        <pc:chgData name="Palit, Tapti" userId="dec6fbcd-7598-406a-8cbf-504d4a3bac15" providerId="ADAL" clId="{65104DF2-1B45-4C36-9E2A-F89658839DCF}" dt="2024-02-15T17:32:55.716" v="28005" actId="14100"/>
        <pc:sldMkLst>
          <pc:docMk/>
          <pc:sldMk cId="697344994" sldId="1180"/>
        </pc:sldMkLst>
        <pc:spChg chg="mod">
          <ac:chgData name="Palit, Tapti" userId="dec6fbcd-7598-406a-8cbf-504d4a3bac15" providerId="ADAL" clId="{65104DF2-1B45-4C36-9E2A-F89658839DCF}" dt="2024-02-15T17:32:55.716" v="28005" actId="14100"/>
          <ac:spMkLst>
            <pc:docMk/>
            <pc:sldMk cId="697344994" sldId="1180"/>
            <ac:spMk id="15" creationId="{632CDA17-2240-B34F-44F8-5573404E1E94}"/>
          </ac:spMkLst>
        </pc:spChg>
      </pc:sldChg>
      <pc:sldChg chg="addSp delSp modSp add del mod delAnim modAnim chgLayout">
        <pc:chgData name="Palit, Tapti" userId="dec6fbcd-7598-406a-8cbf-504d4a3bac15" providerId="ADAL" clId="{65104DF2-1B45-4C36-9E2A-F89658839DCF}" dt="2024-02-06T20:29:08.941" v="27356"/>
        <pc:sldMkLst>
          <pc:docMk/>
          <pc:sldMk cId="3590149766" sldId="1181"/>
        </pc:sldMkLst>
        <pc:spChg chg="mod ord">
          <ac:chgData name="Palit, Tapti" userId="dec6fbcd-7598-406a-8cbf-504d4a3bac15" providerId="ADAL" clId="{65104DF2-1B45-4C36-9E2A-F89658839DCF}" dt="2024-02-06T20:04:45.783" v="27028" actId="20577"/>
          <ac:spMkLst>
            <pc:docMk/>
            <pc:sldMk cId="3590149766" sldId="1181"/>
            <ac:spMk id="2" creationId="{6C7C9C36-DF72-A866-6C27-DE4420E006D7}"/>
          </ac:spMkLst>
        </pc:spChg>
        <pc:spChg chg="mod ord">
          <ac:chgData name="Palit, Tapti" userId="dec6fbcd-7598-406a-8cbf-504d4a3bac15" providerId="ADAL" clId="{65104DF2-1B45-4C36-9E2A-F89658839DCF}" dt="2024-02-06T19:38:20.926" v="26629" actId="6264"/>
          <ac:spMkLst>
            <pc:docMk/>
            <pc:sldMk cId="3590149766" sldId="1181"/>
            <ac:spMk id="3" creationId="{6F48C7E2-8907-AD75-27A5-128CDEB7D8C8}"/>
          </ac:spMkLst>
        </pc:spChg>
        <pc:spChg chg="mod ord">
          <ac:chgData name="Palit, Tapti" userId="dec6fbcd-7598-406a-8cbf-504d4a3bac15" providerId="ADAL" clId="{65104DF2-1B45-4C36-9E2A-F89658839DCF}" dt="2024-02-06T19:38:20.926" v="26629" actId="6264"/>
          <ac:spMkLst>
            <pc:docMk/>
            <pc:sldMk cId="3590149766" sldId="1181"/>
            <ac:spMk id="4" creationId="{B63284F5-C930-5631-AEFC-859D1DC8D966}"/>
          </ac:spMkLst>
        </pc:spChg>
        <pc:spChg chg="del">
          <ac:chgData name="Palit, Tapti" userId="dec6fbcd-7598-406a-8cbf-504d4a3bac15" providerId="ADAL" clId="{65104DF2-1B45-4C36-9E2A-F89658839DCF}" dt="2024-02-06T19:38:13.806" v="26628" actId="478"/>
          <ac:spMkLst>
            <pc:docMk/>
            <pc:sldMk cId="3590149766" sldId="1181"/>
            <ac:spMk id="5" creationId="{075331E4-8F53-7B24-1328-FED7BD443E37}"/>
          </ac:spMkLst>
        </pc:spChg>
        <pc:spChg chg="del">
          <ac:chgData name="Palit, Tapti" userId="dec6fbcd-7598-406a-8cbf-504d4a3bac15" providerId="ADAL" clId="{65104DF2-1B45-4C36-9E2A-F89658839DCF}" dt="2024-02-06T19:38:13.806" v="26628" actId="478"/>
          <ac:spMkLst>
            <pc:docMk/>
            <pc:sldMk cId="3590149766" sldId="1181"/>
            <ac:spMk id="6" creationId="{77C49B3D-9A94-9F03-4A10-30B45580D942}"/>
          </ac:spMkLst>
        </pc:spChg>
        <pc:spChg chg="add del mod">
          <ac:chgData name="Palit, Tapti" userId="dec6fbcd-7598-406a-8cbf-504d4a3bac15" providerId="ADAL" clId="{65104DF2-1B45-4C36-9E2A-F89658839DCF}" dt="2024-02-06T19:38:20.926" v="26629" actId="6264"/>
          <ac:spMkLst>
            <pc:docMk/>
            <pc:sldMk cId="3590149766" sldId="1181"/>
            <ac:spMk id="7" creationId="{EBD10FBA-4852-621F-883E-75AB482E8F6A}"/>
          </ac:spMkLst>
        </pc:spChg>
        <pc:spChg chg="add del mod">
          <ac:chgData name="Palit, Tapti" userId="dec6fbcd-7598-406a-8cbf-504d4a3bac15" providerId="ADAL" clId="{65104DF2-1B45-4C36-9E2A-F89658839DCF}" dt="2024-02-06T19:38:20.926" v="26629" actId="6264"/>
          <ac:spMkLst>
            <pc:docMk/>
            <pc:sldMk cId="3590149766" sldId="1181"/>
            <ac:spMk id="8" creationId="{50C629F2-8B7F-9E14-01DD-A7CE02C769C7}"/>
          </ac:spMkLst>
        </pc:spChg>
        <pc:spChg chg="add del mod">
          <ac:chgData name="Palit, Tapti" userId="dec6fbcd-7598-406a-8cbf-504d4a3bac15" providerId="ADAL" clId="{65104DF2-1B45-4C36-9E2A-F89658839DCF}" dt="2024-02-06T19:38:20.926" v="26629" actId="6264"/>
          <ac:spMkLst>
            <pc:docMk/>
            <pc:sldMk cId="3590149766" sldId="1181"/>
            <ac:spMk id="9" creationId="{DAD121E6-CA55-5D64-B390-B7F91E7302BC}"/>
          </ac:spMkLst>
        </pc:spChg>
        <pc:spChg chg="add mod">
          <ac:chgData name="Palit, Tapti" userId="dec6fbcd-7598-406a-8cbf-504d4a3bac15" providerId="ADAL" clId="{65104DF2-1B45-4C36-9E2A-F89658839DCF}" dt="2024-02-06T20:23:45.603" v="27271" actId="6549"/>
          <ac:spMkLst>
            <pc:docMk/>
            <pc:sldMk cId="3590149766" sldId="1181"/>
            <ac:spMk id="10" creationId="{0CF7692E-7F41-82F7-5F7B-15DAF39C70A1}"/>
          </ac:spMkLst>
        </pc:spChg>
        <pc:spChg chg="add del mod">
          <ac:chgData name="Palit, Tapti" userId="dec6fbcd-7598-406a-8cbf-504d4a3bac15" providerId="ADAL" clId="{65104DF2-1B45-4C36-9E2A-F89658839DCF}" dt="2024-02-06T20:24:50.002" v="27297" actId="478"/>
          <ac:spMkLst>
            <pc:docMk/>
            <pc:sldMk cId="3590149766" sldId="1181"/>
            <ac:spMk id="11" creationId="{C7CF26EB-73DA-D57F-D06F-E050FA41E757}"/>
          </ac:spMkLst>
        </pc:spChg>
        <pc:spChg chg="add mod">
          <ac:chgData name="Palit, Tapti" userId="dec6fbcd-7598-406a-8cbf-504d4a3bac15" providerId="ADAL" clId="{65104DF2-1B45-4C36-9E2A-F89658839DCF}" dt="2024-02-06T20:28:20.905" v="27338" actId="164"/>
          <ac:spMkLst>
            <pc:docMk/>
            <pc:sldMk cId="3590149766" sldId="1181"/>
            <ac:spMk id="12" creationId="{9EB78D42-05F9-E55B-C4F4-36561CA5B33C}"/>
          </ac:spMkLst>
        </pc:spChg>
        <pc:spChg chg="add mod">
          <ac:chgData name="Palit, Tapti" userId="dec6fbcd-7598-406a-8cbf-504d4a3bac15" providerId="ADAL" clId="{65104DF2-1B45-4C36-9E2A-F89658839DCF}" dt="2024-02-06T20:28:20.905" v="27338" actId="164"/>
          <ac:spMkLst>
            <pc:docMk/>
            <pc:sldMk cId="3590149766" sldId="1181"/>
            <ac:spMk id="13" creationId="{C0CF3D79-F4CA-A1B8-1C1A-1472B50FB7C0}"/>
          </ac:spMkLst>
        </pc:spChg>
        <pc:spChg chg="mod">
          <ac:chgData name="Palit, Tapti" userId="dec6fbcd-7598-406a-8cbf-504d4a3bac15" providerId="ADAL" clId="{65104DF2-1B45-4C36-9E2A-F89658839DCF}" dt="2024-02-06T20:28:52.253" v="27354" actId="20577"/>
          <ac:spMkLst>
            <pc:docMk/>
            <pc:sldMk cId="3590149766" sldId="1181"/>
            <ac:spMk id="16" creationId="{44183735-05CA-DB47-D091-03623AC26EF0}"/>
          </ac:spMkLst>
        </pc:spChg>
        <pc:spChg chg="mod">
          <ac:chgData name="Palit, Tapti" userId="dec6fbcd-7598-406a-8cbf-504d4a3bac15" providerId="ADAL" clId="{65104DF2-1B45-4C36-9E2A-F89658839DCF}" dt="2024-02-06T20:28:39.265" v="27340"/>
          <ac:spMkLst>
            <pc:docMk/>
            <pc:sldMk cId="3590149766" sldId="1181"/>
            <ac:spMk id="17" creationId="{979CC37E-9430-78F4-9C0A-9A0A6916D812}"/>
          </ac:spMkLst>
        </pc:spChg>
        <pc:grpChg chg="add mod">
          <ac:chgData name="Palit, Tapti" userId="dec6fbcd-7598-406a-8cbf-504d4a3bac15" providerId="ADAL" clId="{65104DF2-1B45-4C36-9E2A-F89658839DCF}" dt="2024-02-06T20:28:20.905" v="27338" actId="164"/>
          <ac:grpSpMkLst>
            <pc:docMk/>
            <pc:sldMk cId="3590149766" sldId="1181"/>
            <ac:grpSpMk id="14" creationId="{E2816787-3592-0E50-893C-4C01CB05BB47}"/>
          </ac:grpSpMkLst>
        </pc:grpChg>
        <pc:grpChg chg="add mod">
          <ac:chgData name="Palit, Tapti" userId="dec6fbcd-7598-406a-8cbf-504d4a3bac15" providerId="ADAL" clId="{65104DF2-1B45-4C36-9E2A-F89658839DCF}" dt="2024-02-06T20:28:44.465" v="27341" actId="1076"/>
          <ac:grpSpMkLst>
            <pc:docMk/>
            <pc:sldMk cId="3590149766" sldId="1181"/>
            <ac:grpSpMk id="15" creationId="{781AEFED-7F2F-1E0F-29A7-E428BAA1841B}"/>
          </ac:grpSpMkLst>
        </pc:grpChg>
      </pc:sldChg>
      <pc:sldChg chg="addSp delSp modSp del mod">
        <pc:chgData name="Palit, Tapti" userId="dec6fbcd-7598-406a-8cbf-504d4a3bac15" providerId="ADAL" clId="{65104DF2-1B45-4C36-9E2A-F89658839DCF}" dt="2024-02-06T19:40:57.426" v="26640" actId="47"/>
        <pc:sldMkLst>
          <pc:docMk/>
          <pc:sldMk cId="2667204090" sldId="1182"/>
        </pc:sldMkLst>
        <pc:spChg chg="mod">
          <ac:chgData name="Palit, Tapti" userId="dec6fbcd-7598-406a-8cbf-504d4a3bac15" providerId="ADAL" clId="{65104DF2-1B45-4C36-9E2A-F89658839DCF}" dt="2024-02-06T19:14:47.775" v="26558" actId="20577"/>
          <ac:spMkLst>
            <pc:docMk/>
            <pc:sldMk cId="2667204090" sldId="1182"/>
            <ac:spMk id="2" creationId="{CBF26494-28CD-1993-78AF-CBD4366ADE0B}"/>
          </ac:spMkLst>
        </pc:spChg>
        <pc:spChg chg="del">
          <ac:chgData name="Palit, Tapti" userId="dec6fbcd-7598-406a-8cbf-504d4a3bac15" providerId="ADAL" clId="{65104DF2-1B45-4C36-9E2A-F89658839DCF}" dt="2024-02-06T19:14:54.604" v="26561" actId="478"/>
          <ac:spMkLst>
            <pc:docMk/>
            <pc:sldMk cId="2667204090" sldId="1182"/>
            <ac:spMk id="6" creationId="{64542C22-242E-1E86-CE69-BD990E330A85}"/>
          </ac:spMkLst>
        </pc:spChg>
        <pc:spChg chg="del">
          <ac:chgData name="Palit, Tapti" userId="dec6fbcd-7598-406a-8cbf-504d4a3bac15" providerId="ADAL" clId="{65104DF2-1B45-4C36-9E2A-F89658839DCF}" dt="2024-02-06T19:14:54.604" v="26561" actId="478"/>
          <ac:spMkLst>
            <pc:docMk/>
            <pc:sldMk cId="2667204090" sldId="1182"/>
            <ac:spMk id="7" creationId="{C9A75279-A181-3884-7218-C533456F95D3}"/>
          </ac:spMkLst>
        </pc:spChg>
        <pc:spChg chg="add mod">
          <ac:chgData name="Palit, Tapti" userId="dec6fbcd-7598-406a-8cbf-504d4a3bac15" providerId="ADAL" clId="{65104DF2-1B45-4C36-9E2A-F89658839DCF}" dt="2024-02-06T19:14:57.197" v="26562" actId="478"/>
          <ac:spMkLst>
            <pc:docMk/>
            <pc:sldMk cId="2667204090" sldId="1182"/>
            <ac:spMk id="8" creationId="{FA0D270F-DBE8-8406-A318-6CB515079120}"/>
          </ac:spMkLst>
        </pc:spChg>
        <pc:spChg chg="del">
          <ac:chgData name="Palit, Tapti" userId="dec6fbcd-7598-406a-8cbf-504d4a3bac15" providerId="ADAL" clId="{65104DF2-1B45-4C36-9E2A-F89658839DCF}" dt="2024-02-06T19:14:57.197" v="26562" actId="478"/>
          <ac:spMkLst>
            <pc:docMk/>
            <pc:sldMk cId="2667204090" sldId="1182"/>
            <ac:spMk id="14" creationId="{709527B3-6A6C-CED4-ABB3-ABF4FA59708F}"/>
          </ac:spMkLst>
        </pc:spChg>
        <pc:picChg chg="del">
          <ac:chgData name="Palit, Tapti" userId="dec6fbcd-7598-406a-8cbf-504d4a3bac15" providerId="ADAL" clId="{65104DF2-1B45-4C36-9E2A-F89658839DCF}" dt="2024-02-06T19:14:49.683" v="26559" actId="478"/>
          <ac:picMkLst>
            <pc:docMk/>
            <pc:sldMk cId="2667204090" sldId="1182"/>
            <ac:picMk id="9" creationId="{A0F7F194-E47D-B39C-5EAF-E372C0A06FDC}"/>
          </ac:picMkLst>
        </pc:picChg>
        <pc:picChg chg="del">
          <ac:chgData name="Palit, Tapti" userId="dec6fbcd-7598-406a-8cbf-504d4a3bac15" providerId="ADAL" clId="{65104DF2-1B45-4C36-9E2A-F89658839DCF}" dt="2024-02-06T19:14:51.164" v="26560" actId="478"/>
          <ac:picMkLst>
            <pc:docMk/>
            <pc:sldMk cId="2667204090" sldId="1182"/>
            <ac:picMk id="10" creationId="{C6B21AA6-C9F8-1AE2-CC80-4404CF5FFC37}"/>
          </ac:picMkLst>
        </pc:picChg>
      </pc:sldChg>
      <pc:sldChg chg="modSp mod">
        <pc:chgData name="Palit, Tapti" userId="dec6fbcd-7598-406a-8cbf-504d4a3bac15" providerId="ADAL" clId="{65104DF2-1B45-4C36-9E2A-F89658839DCF}" dt="2024-02-06T19:32:27.666" v="26619" actId="1076"/>
        <pc:sldMkLst>
          <pc:docMk/>
          <pc:sldMk cId="1806841782" sldId="1183"/>
        </pc:sldMkLst>
        <pc:spChg chg="mod">
          <ac:chgData name="Palit, Tapti" userId="dec6fbcd-7598-406a-8cbf-504d4a3bac15" providerId="ADAL" clId="{65104DF2-1B45-4C36-9E2A-F89658839DCF}" dt="2024-02-06T19:31:36.160" v="26618" actId="1076"/>
          <ac:spMkLst>
            <pc:docMk/>
            <pc:sldMk cId="1806841782" sldId="1183"/>
            <ac:spMk id="53" creationId="{A82FBFB5-B103-4CD2-8475-329EE6D1F065}"/>
          </ac:spMkLst>
        </pc:spChg>
        <pc:spChg chg="mod">
          <ac:chgData name="Palit, Tapti" userId="dec6fbcd-7598-406a-8cbf-504d4a3bac15" providerId="ADAL" clId="{65104DF2-1B45-4C36-9E2A-F89658839DCF}" dt="2024-02-06T19:31:25.242" v="26617" actId="1076"/>
          <ac:spMkLst>
            <pc:docMk/>
            <pc:sldMk cId="1806841782" sldId="1183"/>
            <ac:spMk id="4103" creationId="{3E938F5B-2880-AFED-BAE8-DE3654DB6DAE}"/>
          </ac:spMkLst>
        </pc:spChg>
        <pc:spChg chg="mod">
          <ac:chgData name="Palit, Tapti" userId="dec6fbcd-7598-406a-8cbf-504d4a3bac15" providerId="ADAL" clId="{65104DF2-1B45-4C36-9E2A-F89658839DCF}" dt="2024-02-06T19:32:27.666" v="26619" actId="1076"/>
          <ac:spMkLst>
            <pc:docMk/>
            <pc:sldMk cId="1806841782" sldId="1183"/>
            <ac:spMk id="4204" creationId="{981F8091-BD6B-A8B1-1123-96956C9721D3}"/>
          </ac:spMkLst>
        </pc:spChg>
      </pc:sldChg>
      <pc:sldChg chg="add del">
        <pc:chgData name="Palit, Tapti" userId="dec6fbcd-7598-406a-8cbf-504d4a3bac15" providerId="ADAL" clId="{65104DF2-1B45-4C36-9E2A-F89658839DCF}" dt="2024-02-06T20:06:44.358" v="27109" actId="47"/>
        <pc:sldMkLst>
          <pc:docMk/>
          <pc:sldMk cId="1466594539" sldId="1185"/>
        </pc:sldMkLst>
      </pc:sldChg>
      <pc:sldChg chg="modSp add del mod">
        <pc:chgData name="Palit, Tapti" userId="dec6fbcd-7598-406a-8cbf-504d4a3bac15" providerId="ADAL" clId="{65104DF2-1B45-4C36-9E2A-F89658839DCF}" dt="2024-02-06T20:06:44.358" v="27109" actId="47"/>
        <pc:sldMkLst>
          <pc:docMk/>
          <pc:sldMk cId="3985104369" sldId="1186"/>
        </pc:sldMkLst>
        <pc:spChg chg="mod">
          <ac:chgData name="Palit, Tapti" userId="dec6fbcd-7598-406a-8cbf-504d4a3bac15" providerId="ADAL" clId="{65104DF2-1B45-4C36-9E2A-F89658839DCF}" dt="2024-02-06T19:33:46.010" v="26621" actId="20577"/>
          <ac:spMkLst>
            <pc:docMk/>
            <pc:sldMk cId="3985104369" sldId="1186"/>
            <ac:spMk id="10" creationId="{EAE40A79-78EA-8321-74B9-EF6B39897889}"/>
          </ac:spMkLst>
        </pc:spChg>
      </pc:sldChg>
      <pc:sldChg chg="add del">
        <pc:chgData name="Palit, Tapti" userId="dec6fbcd-7598-406a-8cbf-504d4a3bac15" providerId="ADAL" clId="{65104DF2-1B45-4C36-9E2A-F89658839DCF}" dt="2024-02-06T20:06:44.358" v="27109" actId="47"/>
        <pc:sldMkLst>
          <pc:docMk/>
          <pc:sldMk cId="1840360482" sldId="1187"/>
        </pc:sldMkLst>
      </pc:sldChg>
      <pc:sldChg chg="addSp delSp modSp add mod modClrScheme chgLayout">
        <pc:chgData name="Palit, Tapti" userId="dec6fbcd-7598-406a-8cbf-504d4a3bac15" providerId="ADAL" clId="{65104DF2-1B45-4C36-9E2A-F89658839DCF}" dt="2024-02-06T18:29:46.831" v="26036" actId="1035"/>
        <pc:sldMkLst>
          <pc:docMk/>
          <pc:sldMk cId="1970989127" sldId="1188"/>
        </pc:sldMkLst>
        <pc:spChg chg="mod ord">
          <ac:chgData name="Palit, Tapti" userId="dec6fbcd-7598-406a-8cbf-504d4a3bac15" providerId="ADAL" clId="{65104DF2-1B45-4C36-9E2A-F89658839DCF}" dt="2024-02-06T18:28:47.965" v="25991" actId="700"/>
          <ac:spMkLst>
            <pc:docMk/>
            <pc:sldMk cId="1970989127" sldId="1188"/>
            <ac:spMk id="2" creationId="{8352ED6A-5DAA-BA5F-FC3F-66CD003C2905}"/>
          </ac:spMkLst>
        </pc:spChg>
        <pc:spChg chg="mod ord">
          <ac:chgData name="Palit, Tapti" userId="dec6fbcd-7598-406a-8cbf-504d4a3bac15" providerId="ADAL" clId="{65104DF2-1B45-4C36-9E2A-F89658839DCF}" dt="2024-02-06T18:28:47.965" v="25991" actId="700"/>
          <ac:spMkLst>
            <pc:docMk/>
            <pc:sldMk cId="1970989127" sldId="1188"/>
            <ac:spMk id="3" creationId="{CAC5A23F-27F7-23D6-1D90-2D985C06E1D4}"/>
          </ac:spMkLst>
        </pc:spChg>
        <pc:spChg chg="add del mod">
          <ac:chgData name="Palit, Tapti" userId="dec6fbcd-7598-406a-8cbf-504d4a3bac15" providerId="ADAL" clId="{65104DF2-1B45-4C36-9E2A-F89658839DCF}" dt="2024-02-06T18:27:34.758" v="25976" actId="478"/>
          <ac:spMkLst>
            <pc:docMk/>
            <pc:sldMk cId="1970989127" sldId="1188"/>
            <ac:spMk id="4" creationId="{F7A1749A-3DF1-5984-174B-5EBCF327A58C}"/>
          </ac:spMkLst>
        </pc:spChg>
        <pc:spChg chg="mod">
          <ac:chgData name="Palit, Tapti" userId="dec6fbcd-7598-406a-8cbf-504d4a3bac15" providerId="ADAL" clId="{65104DF2-1B45-4C36-9E2A-F89658839DCF}" dt="2024-02-06T18:29:46.831" v="26036" actId="1035"/>
          <ac:spMkLst>
            <pc:docMk/>
            <pc:sldMk cId="1970989127" sldId="1188"/>
            <ac:spMk id="5" creationId="{0C9E8624-6DA0-DCEF-8BD2-3A11F44E397B}"/>
          </ac:spMkLst>
        </pc:spChg>
        <pc:spChg chg="mod">
          <ac:chgData name="Palit, Tapti" userId="dec6fbcd-7598-406a-8cbf-504d4a3bac15" providerId="ADAL" clId="{65104DF2-1B45-4C36-9E2A-F89658839DCF}" dt="2024-02-06T18:29:46.831" v="26036" actId="1035"/>
          <ac:spMkLst>
            <pc:docMk/>
            <pc:sldMk cId="1970989127" sldId="1188"/>
            <ac:spMk id="6" creationId="{27130B30-B222-C580-5B6E-3EAD98432401}"/>
          </ac:spMkLst>
        </pc:spChg>
        <pc:spChg chg="del">
          <ac:chgData name="Palit, Tapti" userId="dec6fbcd-7598-406a-8cbf-504d4a3bac15" providerId="ADAL" clId="{65104DF2-1B45-4C36-9E2A-F89658839DCF}" dt="2024-02-06T18:27:37.149" v="25977" actId="478"/>
          <ac:spMkLst>
            <pc:docMk/>
            <pc:sldMk cId="1970989127" sldId="1188"/>
            <ac:spMk id="8" creationId="{110279B9-5C14-77EA-029F-8C5AF715D68A}"/>
          </ac:spMkLst>
        </pc:spChg>
        <pc:spChg chg="mod">
          <ac:chgData name="Palit, Tapti" userId="dec6fbcd-7598-406a-8cbf-504d4a3bac15" providerId="ADAL" clId="{65104DF2-1B45-4C36-9E2A-F89658839DCF}" dt="2024-02-06T18:29:46.831" v="26036" actId="1035"/>
          <ac:spMkLst>
            <pc:docMk/>
            <pc:sldMk cId="1970989127" sldId="1188"/>
            <ac:spMk id="9" creationId="{3C5C6FBE-5A8D-E41C-4945-D7692893DFE1}"/>
          </ac:spMkLst>
        </pc:spChg>
        <pc:spChg chg="add mod">
          <ac:chgData name="Palit, Tapti" userId="dec6fbcd-7598-406a-8cbf-504d4a3bac15" providerId="ADAL" clId="{65104DF2-1B45-4C36-9E2A-F89658839DCF}" dt="2024-02-06T18:29:46.831" v="26036" actId="1035"/>
          <ac:spMkLst>
            <pc:docMk/>
            <pc:sldMk cId="1970989127" sldId="1188"/>
            <ac:spMk id="10" creationId="{768A58D4-93AD-AA91-2D6D-3B0222B12920}"/>
          </ac:spMkLst>
        </pc:spChg>
        <pc:spChg chg="add mod ord">
          <ac:chgData name="Palit, Tapti" userId="dec6fbcd-7598-406a-8cbf-504d4a3bac15" providerId="ADAL" clId="{65104DF2-1B45-4C36-9E2A-F89658839DCF}" dt="2024-02-06T18:29:02.355" v="25994" actId="20577"/>
          <ac:spMkLst>
            <pc:docMk/>
            <pc:sldMk cId="1970989127" sldId="1188"/>
            <ac:spMk id="11" creationId="{0FF38D2C-DDB7-1A9A-3721-B1574C773C4A}"/>
          </ac:spMkLst>
        </pc:spChg>
        <pc:spChg chg="mod">
          <ac:chgData name="Palit, Tapti" userId="dec6fbcd-7598-406a-8cbf-504d4a3bac15" providerId="ADAL" clId="{65104DF2-1B45-4C36-9E2A-F89658839DCF}" dt="2024-02-06T18:29:46.831" v="26036" actId="1035"/>
          <ac:spMkLst>
            <pc:docMk/>
            <pc:sldMk cId="1970989127" sldId="1188"/>
            <ac:spMk id="12" creationId="{BDC1A50B-55A8-517D-05DF-04543A71F641}"/>
          </ac:spMkLst>
        </pc:spChg>
        <pc:spChg chg="mod">
          <ac:chgData name="Palit, Tapti" userId="dec6fbcd-7598-406a-8cbf-504d4a3bac15" providerId="ADAL" clId="{65104DF2-1B45-4C36-9E2A-F89658839DCF}" dt="2024-02-06T18:29:46.831" v="26036" actId="1035"/>
          <ac:spMkLst>
            <pc:docMk/>
            <pc:sldMk cId="1970989127" sldId="1188"/>
            <ac:spMk id="16" creationId="{FCF6A5C9-9944-96BF-F1C8-3DA8373ABAF2}"/>
          </ac:spMkLst>
        </pc:spChg>
        <pc:picChg chg="add mod">
          <ac:chgData name="Palit, Tapti" userId="dec6fbcd-7598-406a-8cbf-504d4a3bac15" providerId="ADAL" clId="{65104DF2-1B45-4C36-9E2A-F89658839DCF}" dt="2024-02-06T18:29:46.831" v="26036" actId="1035"/>
          <ac:picMkLst>
            <pc:docMk/>
            <pc:sldMk cId="1970989127" sldId="1188"/>
            <ac:picMk id="13" creationId="{FEAF4DC9-B82C-F886-D87F-4EE5BBB6FFB8}"/>
          </ac:picMkLst>
        </pc:picChg>
        <pc:picChg chg="mod">
          <ac:chgData name="Palit, Tapti" userId="dec6fbcd-7598-406a-8cbf-504d4a3bac15" providerId="ADAL" clId="{65104DF2-1B45-4C36-9E2A-F89658839DCF}" dt="2024-02-06T18:29:46.831" v="26036" actId="1035"/>
          <ac:picMkLst>
            <pc:docMk/>
            <pc:sldMk cId="1970989127" sldId="1188"/>
            <ac:picMk id="17" creationId="{22A19994-F7AF-84AB-DC0E-66C7BE6B88AD}"/>
          </ac:picMkLst>
        </pc:picChg>
        <pc:cxnChg chg="mod">
          <ac:chgData name="Palit, Tapti" userId="dec6fbcd-7598-406a-8cbf-504d4a3bac15" providerId="ADAL" clId="{65104DF2-1B45-4C36-9E2A-F89658839DCF}" dt="2024-02-06T18:29:46.831" v="26036" actId="1035"/>
          <ac:cxnSpMkLst>
            <pc:docMk/>
            <pc:sldMk cId="1970989127" sldId="1188"/>
            <ac:cxnSpMk id="7" creationId="{12BCDA34-5804-C5E0-2504-007F531E5ECA}"/>
          </ac:cxnSpMkLst>
        </pc:cxnChg>
      </pc:sldChg>
      <pc:sldChg chg="add del">
        <pc:chgData name="Palit, Tapti" userId="dec6fbcd-7598-406a-8cbf-504d4a3bac15" providerId="ADAL" clId="{65104DF2-1B45-4C36-9E2A-F89658839DCF}" dt="2024-02-06T18:17:57.227" v="25889" actId="47"/>
        <pc:sldMkLst>
          <pc:docMk/>
          <pc:sldMk cId="2710243223" sldId="1188"/>
        </pc:sldMkLst>
      </pc:sldChg>
      <pc:sldChg chg="add del">
        <pc:chgData name="Palit, Tapti" userId="dec6fbcd-7598-406a-8cbf-504d4a3bac15" providerId="ADAL" clId="{65104DF2-1B45-4C36-9E2A-F89658839DCF}" dt="2024-02-06T18:55:34.186" v="26475" actId="47"/>
        <pc:sldMkLst>
          <pc:docMk/>
          <pc:sldMk cId="834312716" sldId="1189"/>
        </pc:sldMkLst>
      </pc:sldChg>
      <pc:sldChg chg="add del">
        <pc:chgData name="Palit, Tapti" userId="dec6fbcd-7598-406a-8cbf-504d4a3bac15" providerId="ADAL" clId="{65104DF2-1B45-4C36-9E2A-F89658839DCF}" dt="2024-02-06T18:45:12.181" v="26306" actId="47"/>
        <pc:sldMkLst>
          <pc:docMk/>
          <pc:sldMk cId="1410110689" sldId="1189"/>
        </pc:sldMkLst>
      </pc:sldChg>
      <pc:sldChg chg="add del">
        <pc:chgData name="Palit, Tapti" userId="dec6fbcd-7598-406a-8cbf-504d4a3bac15" providerId="ADAL" clId="{65104DF2-1B45-4C36-9E2A-F89658839DCF}" dt="2024-02-06T18:45:41.983" v="26314" actId="47"/>
        <pc:sldMkLst>
          <pc:docMk/>
          <pc:sldMk cId="1591664821" sldId="1189"/>
        </pc:sldMkLst>
      </pc:sldChg>
      <pc:sldChg chg="addSp delSp modSp add del mod">
        <pc:chgData name="Palit, Tapti" userId="dec6fbcd-7598-406a-8cbf-504d4a3bac15" providerId="ADAL" clId="{65104DF2-1B45-4C36-9E2A-F89658839DCF}" dt="2024-02-06T19:40:57.426" v="26640" actId="47"/>
        <pc:sldMkLst>
          <pc:docMk/>
          <pc:sldMk cId="1718721052" sldId="1189"/>
        </pc:sldMkLst>
        <pc:spChg chg="del">
          <ac:chgData name="Palit, Tapti" userId="dec6fbcd-7598-406a-8cbf-504d4a3bac15" providerId="ADAL" clId="{65104DF2-1B45-4C36-9E2A-F89658839DCF}" dt="2024-02-06T19:15:26.807" v="26570" actId="478"/>
          <ac:spMkLst>
            <pc:docMk/>
            <pc:sldMk cId="1718721052" sldId="1189"/>
            <ac:spMk id="6" creationId="{0A03BBBA-8F24-E3B3-8282-6707EB54BFED}"/>
          </ac:spMkLst>
        </pc:spChg>
        <pc:spChg chg="del">
          <ac:chgData name="Palit, Tapti" userId="dec6fbcd-7598-406a-8cbf-504d4a3bac15" providerId="ADAL" clId="{65104DF2-1B45-4C36-9E2A-F89658839DCF}" dt="2024-02-06T19:15:26.807" v="26570" actId="478"/>
          <ac:spMkLst>
            <pc:docMk/>
            <pc:sldMk cId="1718721052" sldId="1189"/>
            <ac:spMk id="7" creationId="{392D25E0-95C4-B959-14C0-150208D4BA56}"/>
          </ac:spMkLst>
        </pc:spChg>
        <pc:spChg chg="add mod">
          <ac:chgData name="Palit, Tapti" userId="dec6fbcd-7598-406a-8cbf-504d4a3bac15" providerId="ADAL" clId="{65104DF2-1B45-4C36-9E2A-F89658839DCF}" dt="2024-02-06T19:15:29.768" v="26571" actId="478"/>
          <ac:spMkLst>
            <pc:docMk/>
            <pc:sldMk cId="1718721052" sldId="1189"/>
            <ac:spMk id="8" creationId="{A91ECE29-C162-80A2-ECFD-E9CBC4909D5A}"/>
          </ac:spMkLst>
        </pc:spChg>
        <pc:spChg chg="del">
          <ac:chgData name="Palit, Tapti" userId="dec6fbcd-7598-406a-8cbf-504d4a3bac15" providerId="ADAL" clId="{65104DF2-1B45-4C36-9E2A-F89658839DCF}" dt="2024-02-06T19:15:29.768" v="26571" actId="478"/>
          <ac:spMkLst>
            <pc:docMk/>
            <pc:sldMk cId="1718721052" sldId="1189"/>
            <ac:spMk id="14" creationId="{B0D5808C-C40A-C9CD-098C-1CBE974B4B58}"/>
          </ac:spMkLst>
        </pc:spChg>
        <pc:picChg chg="del">
          <ac:chgData name="Palit, Tapti" userId="dec6fbcd-7598-406a-8cbf-504d4a3bac15" providerId="ADAL" clId="{65104DF2-1B45-4C36-9E2A-F89658839DCF}" dt="2024-02-06T19:15:26.807" v="26570" actId="478"/>
          <ac:picMkLst>
            <pc:docMk/>
            <pc:sldMk cId="1718721052" sldId="1189"/>
            <ac:picMk id="9" creationId="{505F42BF-64BE-6FC6-4320-F06B80B954D2}"/>
          </ac:picMkLst>
        </pc:picChg>
        <pc:picChg chg="del">
          <ac:chgData name="Palit, Tapti" userId="dec6fbcd-7598-406a-8cbf-504d4a3bac15" providerId="ADAL" clId="{65104DF2-1B45-4C36-9E2A-F89658839DCF}" dt="2024-02-06T19:15:26.807" v="26570" actId="478"/>
          <ac:picMkLst>
            <pc:docMk/>
            <pc:sldMk cId="1718721052" sldId="1189"/>
            <ac:picMk id="10" creationId="{1738DBB8-CC18-36D6-590F-FA85A1AA0E71}"/>
          </ac:picMkLst>
        </pc:picChg>
      </pc:sldChg>
      <pc:sldChg chg="add del">
        <pc:chgData name="Palit, Tapti" userId="dec6fbcd-7598-406a-8cbf-504d4a3bac15" providerId="ADAL" clId="{65104DF2-1B45-4C36-9E2A-F89658839DCF}" dt="2024-02-06T18:49:25.088" v="26378" actId="47"/>
        <pc:sldMkLst>
          <pc:docMk/>
          <pc:sldMk cId="2347645644" sldId="1189"/>
        </pc:sldMkLst>
      </pc:sldChg>
      <pc:sldChg chg="add del">
        <pc:chgData name="Palit, Tapti" userId="dec6fbcd-7598-406a-8cbf-504d4a3bac15" providerId="ADAL" clId="{65104DF2-1B45-4C36-9E2A-F89658839DCF}" dt="2024-02-06T18:44:26.577" v="26296" actId="47"/>
        <pc:sldMkLst>
          <pc:docMk/>
          <pc:sldMk cId="2350448105" sldId="1189"/>
        </pc:sldMkLst>
      </pc:sldChg>
      <pc:sldChg chg="addSp delSp modSp add del mod">
        <pc:chgData name="Palit, Tapti" userId="dec6fbcd-7598-406a-8cbf-504d4a3bac15" providerId="ADAL" clId="{65104DF2-1B45-4C36-9E2A-F89658839DCF}" dt="2024-02-06T18:48:44.727" v="26374" actId="47"/>
        <pc:sldMkLst>
          <pc:docMk/>
          <pc:sldMk cId="3119143664" sldId="1189"/>
        </pc:sldMkLst>
        <pc:spChg chg="add del">
          <ac:chgData name="Palit, Tapti" userId="dec6fbcd-7598-406a-8cbf-504d4a3bac15" providerId="ADAL" clId="{65104DF2-1B45-4C36-9E2A-F89658839DCF}" dt="2024-02-06T18:45:58.143" v="26317" actId="478"/>
          <ac:spMkLst>
            <pc:docMk/>
            <pc:sldMk cId="3119143664" sldId="1189"/>
            <ac:spMk id="8" creationId="{C5A9379F-F540-57E1-D6D6-1592584B58EF}"/>
          </ac:spMkLst>
        </pc:spChg>
        <pc:spChg chg="add del">
          <ac:chgData name="Palit, Tapti" userId="dec6fbcd-7598-406a-8cbf-504d4a3bac15" providerId="ADAL" clId="{65104DF2-1B45-4C36-9E2A-F89658839DCF}" dt="2024-02-06T18:45:58.143" v="26317" actId="478"/>
          <ac:spMkLst>
            <pc:docMk/>
            <pc:sldMk cId="3119143664" sldId="1189"/>
            <ac:spMk id="9" creationId="{C8F95A06-74F4-B8EA-2C83-08EE06C35380}"/>
          </ac:spMkLst>
        </pc:spChg>
        <pc:spChg chg="add del">
          <ac:chgData name="Palit, Tapti" userId="dec6fbcd-7598-406a-8cbf-504d4a3bac15" providerId="ADAL" clId="{65104DF2-1B45-4C36-9E2A-F89658839DCF}" dt="2024-02-06T18:45:58.143" v="26317" actId="478"/>
          <ac:spMkLst>
            <pc:docMk/>
            <pc:sldMk cId="3119143664" sldId="1189"/>
            <ac:spMk id="12" creationId="{8A53141B-BD33-F85A-CE2B-205893B73D87}"/>
          </ac:spMkLst>
        </pc:spChg>
        <pc:spChg chg="add del">
          <ac:chgData name="Palit, Tapti" userId="dec6fbcd-7598-406a-8cbf-504d4a3bac15" providerId="ADAL" clId="{65104DF2-1B45-4C36-9E2A-F89658839DCF}" dt="2024-02-06T18:45:58.143" v="26317" actId="478"/>
          <ac:spMkLst>
            <pc:docMk/>
            <pc:sldMk cId="3119143664" sldId="1189"/>
            <ac:spMk id="13" creationId="{130D15B3-3EE8-5516-E873-9087210496B6}"/>
          </ac:spMkLst>
        </pc:spChg>
        <pc:spChg chg="add del">
          <ac:chgData name="Palit, Tapti" userId="dec6fbcd-7598-406a-8cbf-504d4a3bac15" providerId="ADAL" clId="{65104DF2-1B45-4C36-9E2A-F89658839DCF}" dt="2024-02-06T18:45:58.143" v="26317" actId="478"/>
          <ac:spMkLst>
            <pc:docMk/>
            <pc:sldMk cId="3119143664" sldId="1189"/>
            <ac:spMk id="15" creationId="{F5A65B33-6430-537B-6367-2E46A17F4866}"/>
          </ac:spMkLst>
        </pc:spChg>
        <pc:spChg chg="add del">
          <ac:chgData name="Palit, Tapti" userId="dec6fbcd-7598-406a-8cbf-504d4a3bac15" providerId="ADAL" clId="{65104DF2-1B45-4C36-9E2A-F89658839DCF}" dt="2024-02-06T18:45:58.143" v="26317" actId="478"/>
          <ac:spMkLst>
            <pc:docMk/>
            <pc:sldMk cId="3119143664" sldId="1189"/>
            <ac:spMk id="16" creationId="{AFBFEF52-BA3E-CF6F-C0F2-0A9EF4A292D4}"/>
          </ac:spMkLst>
        </pc:spChg>
        <pc:spChg chg="add del">
          <ac:chgData name="Palit, Tapti" userId="dec6fbcd-7598-406a-8cbf-504d4a3bac15" providerId="ADAL" clId="{65104DF2-1B45-4C36-9E2A-F89658839DCF}" dt="2024-02-06T18:45:58.143" v="26317" actId="478"/>
          <ac:spMkLst>
            <pc:docMk/>
            <pc:sldMk cId="3119143664" sldId="1189"/>
            <ac:spMk id="53" creationId="{99733857-B7D8-0066-3275-7C6AE3085499}"/>
          </ac:spMkLst>
        </pc:spChg>
        <pc:cxnChg chg="add del mod">
          <ac:chgData name="Palit, Tapti" userId="dec6fbcd-7598-406a-8cbf-504d4a3bac15" providerId="ADAL" clId="{65104DF2-1B45-4C36-9E2A-F89658839DCF}" dt="2024-02-06T18:45:58.143" v="26317" actId="478"/>
          <ac:cxnSpMkLst>
            <pc:docMk/>
            <pc:sldMk cId="3119143664" sldId="1189"/>
            <ac:cxnSpMk id="2" creationId="{6CBAF6BE-5ABC-140E-5915-8B48927774ED}"/>
          </ac:cxnSpMkLst>
        </pc:cxnChg>
        <pc:cxnChg chg="add del mod">
          <ac:chgData name="Palit, Tapti" userId="dec6fbcd-7598-406a-8cbf-504d4a3bac15" providerId="ADAL" clId="{65104DF2-1B45-4C36-9E2A-F89658839DCF}" dt="2024-02-06T18:45:58.143" v="26317" actId="478"/>
          <ac:cxnSpMkLst>
            <pc:docMk/>
            <pc:sldMk cId="3119143664" sldId="1189"/>
            <ac:cxnSpMk id="6" creationId="{4FD7C157-9270-A26B-F7FB-09856091C169}"/>
          </ac:cxnSpMkLst>
        </pc:cxnChg>
        <pc:cxnChg chg="add del mod">
          <ac:chgData name="Palit, Tapti" userId="dec6fbcd-7598-406a-8cbf-504d4a3bac15" providerId="ADAL" clId="{65104DF2-1B45-4C36-9E2A-F89658839DCF}" dt="2024-02-06T18:45:58.143" v="26317" actId="478"/>
          <ac:cxnSpMkLst>
            <pc:docMk/>
            <pc:sldMk cId="3119143664" sldId="1189"/>
            <ac:cxnSpMk id="10" creationId="{D5E2E73D-BF02-2ADF-8EA9-D9D95C6E9595}"/>
          </ac:cxnSpMkLst>
        </pc:cxnChg>
        <pc:cxnChg chg="add del mod">
          <ac:chgData name="Palit, Tapti" userId="dec6fbcd-7598-406a-8cbf-504d4a3bac15" providerId="ADAL" clId="{65104DF2-1B45-4C36-9E2A-F89658839DCF}" dt="2024-02-06T18:45:58.143" v="26317" actId="478"/>
          <ac:cxnSpMkLst>
            <pc:docMk/>
            <pc:sldMk cId="3119143664" sldId="1189"/>
            <ac:cxnSpMk id="11" creationId="{CCAA161B-B6F0-FE1A-289D-2C40C5F43FF3}"/>
          </ac:cxnSpMkLst>
        </pc:cxnChg>
        <pc:cxnChg chg="add del mod">
          <ac:chgData name="Palit, Tapti" userId="dec6fbcd-7598-406a-8cbf-504d4a3bac15" providerId="ADAL" clId="{65104DF2-1B45-4C36-9E2A-F89658839DCF}" dt="2024-02-06T18:45:58.143" v="26317" actId="478"/>
          <ac:cxnSpMkLst>
            <pc:docMk/>
            <pc:sldMk cId="3119143664" sldId="1189"/>
            <ac:cxnSpMk id="14" creationId="{E496B409-34A1-F404-271B-11C0CE85EEE6}"/>
          </ac:cxnSpMkLst>
        </pc:cxnChg>
        <pc:cxnChg chg="add del mod">
          <ac:chgData name="Palit, Tapti" userId="dec6fbcd-7598-406a-8cbf-504d4a3bac15" providerId="ADAL" clId="{65104DF2-1B45-4C36-9E2A-F89658839DCF}" dt="2024-02-06T18:45:58.143" v="26317" actId="478"/>
          <ac:cxnSpMkLst>
            <pc:docMk/>
            <pc:sldMk cId="3119143664" sldId="1189"/>
            <ac:cxnSpMk id="18" creationId="{D184A3E5-955D-D71E-F833-16BBF22A8242}"/>
          </ac:cxnSpMkLst>
        </pc:cxnChg>
        <pc:cxnChg chg="add del mod">
          <ac:chgData name="Palit, Tapti" userId="dec6fbcd-7598-406a-8cbf-504d4a3bac15" providerId="ADAL" clId="{65104DF2-1B45-4C36-9E2A-F89658839DCF}" dt="2024-02-06T18:45:58.143" v="26317" actId="478"/>
          <ac:cxnSpMkLst>
            <pc:docMk/>
            <pc:sldMk cId="3119143664" sldId="1189"/>
            <ac:cxnSpMk id="20" creationId="{AF1FE697-B721-9824-A504-686125F13D8D}"/>
          </ac:cxnSpMkLst>
        </pc:cxnChg>
        <pc:cxnChg chg="add del mod">
          <ac:chgData name="Palit, Tapti" userId="dec6fbcd-7598-406a-8cbf-504d4a3bac15" providerId="ADAL" clId="{65104DF2-1B45-4C36-9E2A-F89658839DCF}" dt="2024-02-06T18:45:58.143" v="26317" actId="478"/>
          <ac:cxnSpMkLst>
            <pc:docMk/>
            <pc:sldMk cId="3119143664" sldId="1189"/>
            <ac:cxnSpMk id="21" creationId="{2008EDC9-1AED-627A-5665-60B44739EE60}"/>
          </ac:cxnSpMkLst>
        </pc:cxnChg>
        <pc:cxnChg chg="add del mod">
          <ac:chgData name="Palit, Tapti" userId="dec6fbcd-7598-406a-8cbf-504d4a3bac15" providerId="ADAL" clId="{65104DF2-1B45-4C36-9E2A-F89658839DCF}" dt="2024-02-06T18:45:58.143" v="26317" actId="478"/>
          <ac:cxnSpMkLst>
            <pc:docMk/>
            <pc:sldMk cId="3119143664" sldId="1189"/>
            <ac:cxnSpMk id="25" creationId="{B37A2FEE-D077-8BDF-889C-B1EDB824B938}"/>
          </ac:cxnSpMkLst>
        </pc:cxnChg>
        <pc:cxnChg chg="add del mod">
          <ac:chgData name="Palit, Tapti" userId="dec6fbcd-7598-406a-8cbf-504d4a3bac15" providerId="ADAL" clId="{65104DF2-1B45-4C36-9E2A-F89658839DCF}" dt="2024-02-06T18:45:58.143" v="26317" actId="478"/>
          <ac:cxnSpMkLst>
            <pc:docMk/>
            <pc:sldMk cId="3119143664" sldId="1189"/>
            <ac:cxnSpMk id="26" creationId="{CB05036A-75D6-BFFA-74AC-1FE041004D71}"/>
          </ac:cxnSpMkLst>
        </pc:cxnChg>
        <pc:cxnChg chg="add del mod">
          <ac:chgData name="Palit, Tapti" userId="dec6fbcd-7598-406a-8cbf-504d4a3bac15" providerId="ADAL" clId="{65104DF2-1B45-4C36-9E2A-F89658839DCF}" dt="2024-02-06T18:45:58.143" v="26317" actId="478"/>
          <ac:cxnSpMkLst>
            <pc:docMk/>
            <pc:sldMk cId="3119143664" sldId="1189"/>
            <ac:cxnSpMk id="28" creationId="{A179CF93-27FA-6E4C-B77C-675D08BF885A}"/>
          </ac:cxnSpMkLst>
        </pc:cxnChg>
        <pc:cxnChg chg="add del mod">
          <ac:chgData name="Palit, Tapti" userId="dec6fbcd-7598-406a-8cbf-504d4a3bac15" providerId="ADAL" clId="{65104DF2-1B45-4C36-9E2A-F89658839DCF}" dt="2024-02-06T18:45:58.143" v="26317" actId="478"/>
          <ac:cxnSpMkLst>
            <pc:docMk/>
            <pc:sldMk cId="3119143664" sldId="1189"/>
            <ac:cxnSpMk id="30" creationId="{00ECFC78-AA09-38C9-7A00-E0888E4E3390}"/>
          </ac:cxnSpMkLst>
        </pc:cxnChg>
        <pc:cxnChg chg="add del mod">
          <ac:chgData name="Palit, Tapti" userId="dec6fbcd-7598-406a-8cbf-504d4a3bac15" providerId="ADAL" clId="{65104DF2-1B45-4C36-9E2A-F89658839DCF}" dt="2024-02-06T18:45:58.143" v="26317" actId="478"/>
          <ac:cxnSpMkLst>
            <pc:docMk/>
            <pc:sldMk cId="3119143664" sldId="1189"/>
            <ac:cxnSpMk id="31" creationId="{AD68BE50-DC67-3ABA-666C-C059BC7CC37F}"/>
          </ac:cxnSpMkLst>
        </pc:cxnChg>
        <pc:cxnChg chg="add del mod">
          <ac:chgData name="Palit, Tapti" userId="dec6fbcd-7598-406a-8cbf-504d4a3bac15" providerId="ADAL" clId="{65104DF2-1B45-4C36-9E2A-F89658839DCF}" dt="2024-02-06T18:45:58.143" v="26317" actId="478"/>
          <ac:cxnSpMkLst>
            <pc:docMk/>
            <pc:sldMk cId="3119143664" sldId="1189"/>
            <ac:cxnSpMk id="34" creationId="{DA4FAA82-3FF2-2617-B3BE-013CEB3881C8}"/>
          </ac:cxnSpMkLst>
        </pc:cxnChg>
        <pc:cxnChg chg="add del mod">
          <ac:chgData name="Palit, Tapti" userId="dec6fbcd-7598-406a-8cbf-504d4a3bac15" providerId="ADAL" clId="{65104DF2-1B45-4C36-9E2A-F89658839DCF}" dt="2024-02-06T18:45:58.143" v="26317" actId="478"/>
          <ac:cxnSpMkLst>
            <pc:docMk/>
            <pc:sldMk cId="3119143664" sldId="1189"/>
            <ac:cxnSpMk id="38" creationId="{B5D40E96-EC7C-B3FC-8CF8-3755451D0674}"/>
          </ac:cxnSpMkLst>
        </pc:cxnChg>
        <pc:cxnChg chg="add del mod">
          <ac:chgData name="Palit, Tapti" userId="dec6fbcd-7598-406a-8cbf-504d4a3bac15" providerId="ADAL" clId="{65104DF2-1B45-4C36-9E2A-F89658839DCF}" dt="2024-02-06T18:45:58.143" v="26317" actId="478"/>
          <ac:cxnSpMkLst>
            <pc:docMk/>
            <pc:sldMk cId="3119143664" sldId="1189"/>
            <ac:cxnSpMk id="43" creationId="{5914D7B1-FD0A-D7F9-48EE-99C48D746649}"/>
          </ac:cxnSpMkLst>
        </pc:cxnChg>
        <pc:cxnChg chg="add del mod">
          <ac:chgData name="Palit, Tapti" userId="dec6fbcd-7598-406a-8cbf-504d4a3bac15" providerId="ADAL" clId="{65104DF2-1B45-4C36-9E2A-F89658839DCF}" dt="2024-02-06T18:45:58.143" v="26317" actId="478"/>
          <ac:cxnSpMkLst>
            <pc:docMk/>
            <pc:sldMk cId="3119143664" sldId="1189"/>
            <ac:cxnSpMk id="46" creationId="{BF85EDE8-AA50-E93B-0954-657F980D1C12}"/>
          </ac:cxnSpMkLst>
        </pc:cxnChg>
      </pc:sldChg>
      <pc:sldChg chg="addSp delSp modSp add del mod">
        <pc:chgData name="Palit, Tapti" userId="dec6fbcd-7598-406a-8cbf-504d4a3bac15" providerId="ADAL" clId="{65104DF2-1B45-4C36-9E2A-F89658839DCF}" dt="2024-02-06T18:51:16.744" v="26405" actId="47"/>
        <pc:sldMkLst>
          <pc:docMk/>
          <pc:sldMk cId="3247838967" sldId="1189"/>
        </pc:sldMkLst>
        <pc:spChg chg="add del">
          <ac:chgData name="Palit, Tapti" userId="dec6fbcd-7598-406a-8cbf-504d4a3bac15" providerId="ADAL" clId="{65104DF2-1B45-4C36-9E2A-F89658839DCF}" dt="2024-02-06T18:49:43.932" v="26381" actId="478"/>
          <ac:spMkLst>
            <pc:docMk/>
            <pc:sldMk cId="3247838967" sldId="1189"/>
            <ac:spMk id="8" creationId="{D8F3C710-8BEF-9059-D389-2DAD2DEB0F8F}"/>
          </ac:spMkLst>
        </pc:spChg>
        <pc:spChg chg="add del">
          <ac:chgData name="Palit, Tapti" userId="dec6fbcd-7598-406a-8cbf-504d4a3bac15" providerId="ADAL" clId="{65104DF2-1B45-4C36-9E2A-F89658839DCF}" dt="2024-02-06T18:49:43.932" v="26381" actId="478"/>
          <ac:spMkLst>
            <pc:docMk/>
            <pc:sldMk cId="3247838967" sldId="1189"/>
            <ac:spMk id="9" creationId="{A6E5CE56-785F-CD58-2EAE-B5F69A08FBBA}"/>
          </ac:spMkLst>
        </pc:spChg>
        <pc:spChg chg="add del">
          <ac:chgData name="Palit, Tapti" userId="dec6fbcd-7598-406a-8cbf-504d4a3bac15" providerId="ADAL" clId="{65104DF2-1B45-4C36-9E2A-F89658839DCF}" dt="2024-02-06T18:49:43.932" v="26381" actId="478"/>
          <ac:spMkLst>
            <pc:docMk/>
            <pc:sldMk cId="3247838967" sldId="1189"/>
            <ac:spMk id="12" creationId="{2710D3FC-1227-D1F5-F8A1-064011E20926}"/>
          </ac:spMkLst>
        </pc:spChg>
        <pc:spChg chg="add del">
          <ac:chgData name="Palit, Tapti" userId="dec6fbcd-7598-406a-8cbf-504d4a3bac15" providerId="ADAL" clId="{65104DF2-1B45-4C36-9E2A-F89658839DCF}" dt="2024-02-06T18:49:43.932" v="26381" actId="478"/>
          <ac:spMkLst>
            <pc:docMk/>
            <pc:sldMk cId="3247838967" sldId="1189"/>
            <ac:spMk id="13" creationId="{C15237E3-2EC0-4DFA-2279-2F9BF304804B}"/>
          </ac:spMkLst>
        </pc:spChg>
        <pc:spChg chg="add del">
          <ac:chgData name="Palit, Tapti" userId="dec6fbcd-7598-406a-8cbf-504d4a3bac15" providerId="ADAL" clId="{65104DF2-1B45-4C36-9E2A-F89658839DCF}" dt="2024-02-06T18:49:43.932" v="26381" actId="478"/>
          <ac:spMkLst>
            <pc:docMk/>
            <pc:sldMk cId="3247838967" sldId="1189"/>
            <ac:spMk id="15" creationId="{71ABBD2C-F744-F3F0-8F83-D90F66CF0C29}"/>
          </ac:spMkLst>
        </pc:spChg>
        <pc:spChg chg="add del">
          <ac:chgData name="Palit, Tapti" userId="dec6fbcd-7598-406a-8cbf-504d4a3bac15" providerId="ADAL" clId="{65104DF2-1B45-4C36-9E2A-F89658839DCF}" dt="2024-02-06T18:49:43.932" v="26381" actId="478"/>
          <ac:spMkLst>
            <pc:docMk/>
            <pc:sldMk cId="3247838967" sldId="1189"/>
            <ac:spMk id="16" creationId="{0F7CE50B-4801-420F-1C53-C23BAC329975}"/>
          </ac:spMkLst>
        </pc:spChg>
        <pc:spChg chg="add del">
          <ac:chgData name="Palit, Tapti" userId="dec6fbcd-7598-406a-8cbf-504d4a3bac15" providerId="ADAL" clId="{65104DF2-1B45-4C36-9E2A-F89658839DCF}" dt="2024-02-06T18:49:43.932" v="26381" actId="478"/>
          <ac:spMkLst>
            <pc:docMk/>
            <pc:sldMk cId="3247838967" sldId="1189"/>
            <ac:spMk id="52" creationId="{FD16EBED-FDAE-1C69-4782-29E24E423AF1}"/>
          </ac:spMkLst>
        </pc:spChg>
        <pc:spChg chg="add del">
          <ac:chgData name="Palit, Tapti" userId="dec6fbcd-7598-406a-8cbf-504d4a3bac15" providerId="ADAL" clId="{65104DF2-1B45-4C36-9E2A-F89658839DCF}" dt="2024-02-06T18:49:43.932" v="26381" actId="478"/>
          <ac:spMkLst>
            <pc:docMk/>
            <pc:sldMk cId="3247838967" sldId="1189"/>
            <ac:spMk id="53" creationId="{7DD72A2F-5278-43FF-866C-CB225FF4D9D7}"/>
          </ac:spMkLst>
        </pc:spChg>
        <pc:cxnChg chg="add del mod">
          <ac:chgData name="Palit, Tapti" userId="dec6fbcd-7598-406a-8cbf-504d4a3bac15" providerId="ADAL" clId="{65104DF2-1B45-4C36-9E2A-F89658839DCF}" dt="2024-02-06T18:49:43.932" v="26381" actId="478"/>
          <ac:cxnSpMkLst>
            <pc:docMk/>
            <pc:sldMk cId="3247838967" sldId="1189"/>
            <ac:cxnSpMk id="2" creationId="{4A2EB4E2-2E1A-0E2E-B085-0F59BB5DCA0C}"/>
          </ac:cxnSpMkLst>
        </pc:cxnChg>
        <pc:cxnChg chg="add del mod">
          <ac:chgData name="Palit, Tapti" userId="dec6fbcd-7598-406a-8cbf-504d4a3bac15" providerId="ADAL" clId="{65104DF2-1B45-4C36-9E2A-F89658839DCF}" dt="2024-02-06T18:49:43.932" v="26381" actId="478"/>
          <ac:cxnSpMkLst>
            <pc:docMk/>
            <pc:sldMk cId="3247838967" sldId="1189"/>
            <ac:cxnSpMk id="6" creationId="{14E3459C-89F0-2D27-4AE4-34602C0799FE}"/>
          </ac:cxnSpMkLst>
        </pc:cxnChg>
        <pc:cxnChg chg="add del mod">
          <ac:chgData name="Palit, Tapti" userId="dec6fbcd-7598-406a-8cbf-504d4a3bac15" providerId="ADAL" clId="{65104DF2-1B45-4C36-9E2A-F89658839DCF}" dt="2024-02-06T18:49:43.932" v="26381" actId="478"/>
          <ac:cxnSpMkLst>
            <pc:docMk/>
            <pc:sldMk cId="3247838967" sldId="1189"/>
            <ac:cxnSpMk id="11" creationId="{CE71C023-E54E-C6C2-8DFB-4482E5D2C0F8}"/>
          </ac:cxnSpMkLst>
        </pc:cxnChg>
        <pc:cxnChg chg="add del mod">
          <ac:chgData name="Palit, Tapti" userId="dec6fbcd-7598-406a-8cbf-504d4a3bac15" providerId="ADAL" clId="{65104DF2-1B45-4C36-9E2A-F89658839DCF}" dt="2024-02-06T18:49:43.932" v="26381" actId="478"/>
          <ac:cxnSpMkLst>
            <pc:docMk/>
            <pc:sldMk cId="3247838967" sldId="1189"/>
            <ac:cxnSpMk id="18" creationId="{31E284D1-7E86-F905-AEF6-D72C4751035D}"/>
          </ac:cxnSpMkLst>
        </pc:cxnChg>
        <pc:cxnChg chg="add del mod">
          <ac:chgData name="Palit, Tapti" userId="dec6fbcd-7598-406a-8cbf-504d4a3bac15" providerId="ADAL" clId="{65104DF2-1B45-4C36-9E2A-F89658839DCF}" dt="2024-02-06T18:49:43.932" v="26381" actId="478"/>
          <ac:cxnSpMkLst>
            <pc:docMk/>
            <pc:sldMk cId="3247838967" sldId="1189"/>
            <ac:cxnSpMk id="20" creationId="{7AEA3C8F-8594-3F3A-DE26-963F7C858563}"/>
          </ac:cxnSpMkLst>
        </pc:cxnChg>
        <pc:cxnChg chg="add del">
          <ac:chgData name="Palit, Tapti" userId="dec6fbcd-7598-406a-8cbf-504d4a3bac15" providerId="ADAL" clId="{65104DF2-1B45-4C36-9E2A-F89658839DCF}" dt="2024-02-06T18:49:43.932" v="26381" actId="478"/>
          <ac:cxnSpMkLst>
            <pc:docMk/>
            <pc:sldMk cId="3247838967" sldId="1189"/>
            <ac:cxnSpMk id="24" creationId="{13D3F586-8091-EE16-3E57-4EF3A27458BE}"/>
          </ac:cxnSpMkLst>
        </pc:cxnChg>
      </pc:sldChg>
      <pc:sldChg chg="addSp delSp modSp add del mod">
        <pc:chgData name="Palit, Tapti" userId="dec6fbcd-7598-406a-8cbf-504d4a3bac15" providerId="ADAL" clId="{65104DF2-1B45-4C36-9E2A-F89658839DCF}" dt="2024-02-06T19:40:57.426" v="26640" actId="47"/>
        <pc:sldMkLst>
          <pc:docMk/>
          <pc:sldMk cId="2242929284" sldId="1190"/>
        </pc:sldMkLst>
        <pc:spChg chg="add mod">
          <ac:chgData name="Palit, Tapti" userId="dec6fbcd-7598-406a-8cbf-504d4a3bac15" providerId="ADAL" clId="{65104DF2-1B45-4C36-9E2A-F89658839DCF}" dt="2024-02-06T19:15:43.517" v="26573" actId="478"/>
          <ac:spMkLst>
            <pc:docMk/>
            <pc:sldMk cId="2242929284" sldId="1190"/>
            <ac:spMk id="8" creationId="{0596BAA0-80F7-5F46-10AE-8B2DA487382E}"/>
          </ac:spMkLst>
        </pc:spChg>
        <pc:spChg chg="del">
          <ac:chgData name="Palit, Tapti" userId="dec6fbcd-7598-406a-8cbf-504d4a3bac15" providerId="ADAL" clId="{65104DF2-1B45-4C36-9E2A-F89658839DCF}" dt="2024-02-06T19:15:43.517" v="26573" actId="478"/>
          <ac:spMkLst>
            <pc:docMk/>
            <pc:sldMk cId="2242929284" sldId="1190"/>
            <ac:spMk id="14" creationId="{A01FD13C-06C8-07BA-7A96-2DBE00C40E36}"/>
          </ac:spMkLst>
        </pc:spChg>
      </pc:sldChg>
      <pc:sldChg chg="addSp delSp modSp add del mod">
        <pc:chgData name="Palit, Tapti" userId="dec6fbcd-7598-406a-8cbf-504d4a3bac15" providerId="ADAL" clId="{65104DF2-1B45-4C36-9E2A-F89658839DCF}" dt="2024-02-06T19:40:57.426" v="26640" actId="47"/>
        <pc:sldMkLst>
          <pc:docMk/>
          <pc:sldMk cId="805386823" sldId="1191"/>
        </pc:sldMkLst>
        <pc:spChg chg="add del mod">
          <ac:chgData name="Palit, Tapti" userId="dec6fbcd-7598-406a-8cbf-504d4a3bac15" providerId="ADAL" clId="{65104DF2-1B45-4C36-9E2A-F89658839DCF}" dt="2024-02-06T19:15:09.187" v="26565" actId="20577"/>
          <ac:spMkLst>
            <pc:docMk/>
            <pc:sldMk cId="805386823" sldId="1191"/>
            <ac:spMk id="2" creationId="{AC8683A0-1488-466E-A7D5-8796FEF16372}"/>
          </ac:spMkLst>
        </pc:spChg>
        <pc:spChg chg="add mod">
          <ac:chgData name="Palit, Tapti" userId="dec6fbcd-7598-406a-8cbf-504d4a3bac15" providerId="ADAL" clId="{65104DF2-1B45-4C36-9E2A-F89658839DCF}" dt="2024-02-06T19:15:05.197" v="26563" actId="478"/>
          <ac:spMkLst>
            <pc:docMk/>
            <pc:sldMk cId="805386823" sldId="1191"/>
            <ac:spMk id="5" creationId="{DE4193C3-8D81-D297-3C5C-27A973C2845C}"/>
          </ac:spMkLst>
        </pc:spChg>
        <pc:spChg chg="add del">
          <ac:chgData name="Palit, Tapti" userId="dec6fbcd-7598-406a-8cbf-504d4a3bac15" providerId="ADAL" clId="{65104DF2-1B45-4C36-9E2A-F89658839DCF}" dt="2024-02-06T19:15:16.166" v="26568" actId="478"/>
          <ac:spMkLst>
            <pc:docMk/>
            <pc:sldMk cId="805386823" sldId="1191"/>
            <ac:spMk id="6" creationId="{418A3419-C57F-7060-141C-B6A0BD1F1E73}"/>
          </ac:spMkLst>
        </pc:spChg>
        <pc:spChg chg="add del">
          <ac:chgData name="Palit, Tapti" userId="dec6fbcd-7598-406a-8cbf-504d4a3bac15" providerId="ADAL" clId="{65104DF2-1B45-4C36-9E2A-F89658839DCF}" dt="2024-02-06T19:15:16.166" v="26568" actId="478"/>
          <ac:spMkLst>
            <pc:docMk/>
            <pc:sldMk cId="805386823" sldId="1191"/>
            <ac:spMk id="7" creationId="{D40A479E-E46E-397A-1C31-7CA84B4950C7}"/>
          </ac:spMkLst>
        </pc:spChg>
        <pc:spChg chg="add mod">
          <ac:chgData name="Palit, Tapti" userId="dec6fbcd-7598-406a-8cbf-504d4a3bac15" providerId="ADAL" clId="{65104DF2-1B45-4C36-9E2A-F89658839DCF}" dt="2024-02-06T19:15:05.197" v="26563" actId="478"/>
          <ac:spMkLst>
            <pc:docMk/>
            <pc:sldMk cId="805386823" sldId="1191"/>
            <ac:spMk id="8" creationId="{8CBB8C38-F59A-1C9D-9350-538D1D598C14}"/>
          </ac:spMkLst>
        </pc:spChg>
        <pc:spChg chg="add mod">
          <ac:chgData name="Palit, Tapti" userId="dec6fbcd-7598-406a-8cbf-504d4a3bac15" providerId="ADAL" clId="{65104DF2-1B45-4C36-9E2A-F89658839DCF}" dt="2024-02-06T19:15:18.760" v="26569" actId="478"/>
          <ac:spMkLst>
            <pc:docMk/>
            <pc:sldMk cId="805386823" sldId="1191"/>
            <ac:spMk id="12" creationId="{D19F6B23-72FD-8880-DBA8-06359CF11938}"/>
          </ac:spMkLst>
        </pc:spChg>
        <pc:spChg chg="add del">
          <ac:chgData name="Palit, Tapti" userId="dec6fbcd-7598-406a-8cbf-504d4a3bac15" providerId="ADAL" clId="{65104DF2-1B45-4C36-9E2A-F89658839DCF}" dt="2024-02-06T19:15:18.760" v="26569" actId="478"/>
          <ac:spMkLst>
            <pc:docMk/>
            <pc:sldMk cId="805386823" sldId="1191"/>
            <ac:spMk id="14" creationId="{5F8167B3-9B78-3105-58E5-8D36751D22C0}"/>
          </ac:spMkLst>
        </pc:spChg>
        <pc:picChg chg="add del">
          <ac:chgData name="Palit, Tapti" userId="dec6fbcd-7598-406a-8cbf-504d4a3bac15" providerId="ADAL" clId="{65104DF2-1B45-4C36-9E2A-F89658839DCF}" dt="2024-02-06T19:15:11.558" v="26566" actId="478"/>
          <ac:picMkLst>
            <pc:docMk/>
            <pc:sldMk cId="805386823" sldId="1191"/>
            <ac:picMk id="9" creationId="{83D15BEC-73F6-9E38-4D31-AB0C1C20A070}"/>
          </ac:picMkLst>
        </pc:picChg>
        <pc:picChg chg="add del">
          <ac:chgData name="Palit, Tapti" userId="dec6fbcd-7598-406a-8cbf-504d4a3bac15" providerId="ADAL" clId="{65104DF2-1B45-4C36-9E2A-F89658839DCF}" dt="2024-02-06T19:15:13.104" v="26567" actId="478"/>
          <ac:picMkLst>
            <pc:docMk/>
            <pc:sldMk cId="805386823" sldId="1191"/>
            <ac:picMk id="10" creationId="{E9DFF100-72BA-DAC7-7B07-7BD7CD4C1CB4}"/>
          </ac:picMkLst>
        </pc:picChg>
      </pc:sldChg>
      <pc:sldChg chg="add modAnim">
        <pc:chgData name="Palit, Tapti" userId="dec6fbcd-7598-406a-8cbf-504d4a3bac15" providerId="ADAL" clId="{65104DF2-1B45-4C36-9E2A-F89658839DCF}" dt="2024-02-06T19:41:14.339" v="26644"/>
        <pc:sldMkLst>
          <pc:docMk/>
          <pc:sldMk cId="2183783552" sldId="1192"/>
        </pc:sldMkLst>
      </pc:sldChg>
      <pc:sldChg chg="add del mod modShow">
        <pc:chgData name="Palit, Tapti" userId="dec6fbcd-7598-406a-8cbf-504d4a3bac15" providerId="ADAL" clId="{65104DF2-1B45-4C36-9E2A-F89658839DCF}" dt="2024-02-06T20:56:41.746" v="27964" actId="47"/>
        <pc:sldMkLst>
          <pc:docMk/>
          <pc:sldMk cId="1915398220" sldId="1193"/>
        </pc:sldMkLst>
      </pc:sldChg>
      <pc:sldChg chg="new del">
        <pc:chgData name="Palit, Tapti" userId="dec6fbcd-7598-406a-8cbf-504d4a3bac15" providerId="ADAL" clId="{65104DF2-1B45-4C36-9E2A-F89658839DCF}" dt="2024-02-06T19:20:56.681" v="26593" actId="47"/>
        <pc:sldMkLst>
          <pc:docMk/>
          <pc:sldMk cId="2040115879" sldId="1193"/>
        </pc:sldMkLst>
      </pc:sldChg>
      <pc:sldChg chg="add del">
        <pc:chgData name="Palit, Tapti" userId="dec6fbcd-7598-406a-8cbf-504d4a3bac15" providerId="ADAL" clId="{65104DF2-1B45-4C36-9E2A-F89658839DCF}" dt="2024-02-06T19:33:56.056" v="26625" actId="2890"/>
        <pc:sldMkLst>
          <pc:docMk/>
          <pc:sldMk cId="3659471349" sldId="1193"/>
        </pc:sldMkLst>
      </pc:sldChg>
      <pc:sldChg chg="add del mod modShow">
        <pc:chgData name="Palit, Tapti" userId="dec6fbcd-7598-406a-8cbf-504d4a3bac15" providerId="ADAL" clId="{65104DF2-1B45-4C36-9E2A-F89658839DCF}" dt="2024-02-06T20:56:41.746" v="27964" actId="47"/>
        <pc:sldMkLst>
          <pc:docMk/>
          <pc:sldMk cId="1762378832" sldId="1194"/>
        </pc:sldMkLst>
      </pc:sldChg>
      <pc:sldChg chg="add del mod modShow">
        <pc:chgData name="Palit, Tapti" userId="dec6fbcd-7598-406a-8cbf-504d4a3bac15" providerId="ADAL" clId="{65104DF2-1B45-4C36-9E2A-F89658839DCF}" dt="2024-02-06T20:56:41.746" v="27964" actId="47"/>
        <pc:sldMkLst>
          <pc:docMk/>
          <pc:sldMk cId="3957956376" sldId="1195"/>
        </pc:sldMkLst>
      </pc:sldChg>
      <pc:sldChg chg="add del mod modShow">
        <pc:chgData name="Palit, Tapti" userId="dec6fbcd-7598-406a-8cbf-504d4a3bac15" providerId="ADAL" clId="{65104DF2-1B45-4C36-9E2A-F89658839DCF}" dt="2024-02-06T20:56:41.746" v="27964" actId="47"/>
        <pc:sldMkLst>
          <pc:docMk/>
          <pc:sldMk cId="1854140769" sldId="1196"/>
        </pc:sldMkLst>
      </pc:sldChg>
      <pc:sldChg chg="add del">
        <pc:chgData name="Palit, Tapti" userId="dec6fbcd-7598-406a-8cbf-504d4a3bac15" providerId="ADAL" clId="{65104DF2-1B45-4C36-9E2A-F89658839DCF}" dt="2024-02-06T20:06:44.358" v="27109" actId="47"/>
        <pc:sldMkLst>
          <pc:docMk/>
          <pc:sldMk cId="2891116396" sldId="1197"/>
        </pc:sldMkLst>
      </pc:sldChg>
      <pc:sldChg chg="modSp new mod">
        <pc:chgData name="Palit, Tapti" userId="dec6fbcd-7598-406a-8cbf-504d4a3bac15" providerId="ADAL" clId="{65104DF2-1B45-4C36-9E2A-F89658839DCF}" dt="2024-02-06T19:42:41.213" v="26672" actId="20577"/>
        <pc:sldMkLst>
          <pc:docMk/>
          <pc:sldMk cId="1788548575" sldId="1198"/>
        </pc:sldMkLst>
        <pc:spChg chg="mod">
          <ac:chgData name="Palit, Tapti" userId="dec6fbcd-7598-406a-8cbf-504d4a3bac15" providerId="ADAL" clId="{65104DF2-1B45-4C36-9E2A-F89658839DCF}" dt="2024-02-06T19:42:41.213" v="26672" actId="20577"/>
          <ac:spMkLst>
            <pc:docMk/>
            <pc:sldMk cId="1788548575" sldId="1198"/>
            <ac:spMk id="3" creationId="{3D84E652-3773-6BFB-6879-CDCCC8A1EA9A}"/>
          </ac:spMkLst>
        </pc:spChg>
      </pc:sldChg>
      <pc:sldChg chg="addSp delSp modSp add mod ord modAnim">
        <pc:chgData name="Palit, Tapti" userId="dec6fbcd-7598-406a-8cbf-504d4a3bac15" providerId="ADAL" clId="{65104DF2-1B45-4C36-9E2A-F89658839DCF}" dt="2024-02-06T20:03:38.741" v="26909"/>
        <pc:sldMkLst>
          <pc:docMk/>
          <pc:sldMk cId="4042136570" sldId="1199"/>
        </pc:sldMkLst>
        <pc:spChg chg="mod">
          <ac:chgData name="Palit, Tapti" userId="dec6fbcd-7598-406a-8cbf-504d4a3bac15" providerId="ADAL" clId="{65104DF2-1B45-4C36-9E2A-F89658839DCF}" dt="2024-02-06T19:57:39.104" v="26863" actId="20577"/>
          <ac:spMkLst>
            <pc:docMk/>
            <pc:sldMk cId="4042136570" sldId="1199"/>
            <ac:spMk id="3" creationId="{99996FAE-EEAF-8A43-5AE4-B2A267240156}"/>
          </ac:spMkLst>
        </pc:spChg>
        <pc:spChg chg="mod">
          <ac:chgData name="Palit, Tapti" userId="dec6fbcd-7598-406a-8cbf-504d4a3bac15" providerId="ADAL" clId="{65104DF2-1B45-4C36-9E2A-F89658839DCF}" dt="2024-02-06T19:45:01.873" v="26738" actId="164"/>
          <ac:spMkLst>
            <pc:docMk/>
            <pc:sldMk cId="4042136570" sldId="1199"/>
            <ac:spMk id="5" creationId="{5B9DBC0D-154E-AA0C-9C04-B7516A348568}"/>
          </ac:spMkLst>
        </pc:spChg>
        <pc:spChg chg="add del mod">
          <ac:chgData name="Palit, Tapti" userId="dec6fbcd-7598-406a-8cbf-504d4a3bac15" providerId="ADAL" clId="{65104DF2-1B45-4C36-9E2A-F89658839DCF}" dt="2024-02-06T19:49:33.274" v="26803" actId="1035"/>
          <ac:spMkLst>
            <pc:docMk/>
            <pc:sldMk cId="4042136570" sldId="1199"/>
            <ac:spMk id="6" creationId="{BC8A0015-899E-2374-C018-5CEFAD7BB615}"/>
          </ac:spMkLst>
        </pc:spChg>
        <pc:spChg chg="mod">
          <ac:chgData name="Palit, Tapti" userId="dec6fbcd-7598-406a-8cbf-504d4a3bac15" providerId="ADAL" clId="{65104DF2-1B45-4C36-9E2A-F89658839DCF}" dt="2024-02-06T19:50:54.959" v="26805" actId="1076"/>
          <ac:spMkLst>
            <pc:docMk/>
            <pc:sldMk cId="4042136570" sldId="1199"/>
            <ac:spMk id="9" creationId="{8AF83101-2651-53D3-520C-7FA3AB74F97A}"/>
          </ac:spMkLst>
        </pc:spChg>
        <pc:spChg chg="add del mod">
          <ac:chgData name="Palit, Tapti" userId="dec6fbcd-7598-406a-8cbf-504d4a3bac15" providerId="ADAL" clId="{65104DF2-1B45-4C36-9E2A-F89658839DCF}" dt="2024-02-06T19:50:40.840" v="26804" actId="1076"/>
          <ac:spMkLst>
            <pc:docMk/>
            <pc:sldMk cId="4042136570" sldId="1199"/>
            <ac:spMk id="10" creationId="{91937978-9536-D49F-3631-BBE6F43B0F17}"/>
          </ac:spMkLst>
        </pc:spChg>
        <pc:spChg chg="add del mod">
          <ac:chgData name="Palit, Tapti" userId="dec6fbcd-7598-406a-8cbf-504d4a3bac15" providerId="ADAL" clId="{65104DF2-1B45-4C36-9E2A-F89658839DCF}" dt="2024-02-06T19:46:49.259" v="26752" actId="164"/>
          <ac:spMkLst>
            <pc:docMk/>
            <pc:sldMk cId="4042136570" sldId="1199"/>
            <ac:spMk id="14" creationId="{DDC5A5E4-B7A5-DAE6-2DF4-FCE38C2A255D}"/>
          </ac:spMkLst>
        </pc:spChg>
        <pc:spChg chg="mod">
          <ac:chgData name="Palit, Tapti" userId="dec6fbcd-7598-406a-8cbf-504d4a3bac15" providerId="ADAL" clId="{65104DF2-1B45-4C36-9E2A-F89658839DCF}" dt="2024-02-06T19:46:49.259" v="26752" actId="164"/>
          <ac:spMkLst>
            <pc:docMk/>
            <pc:sldMk cId="4042136570" sldId="1199"/>
            <ac:spMk id="22" creationId="{8B1CAB58-6910-69B0-140F-EA895DB76D3F}"/>
          </ac:spMkLst>
        </pc:spChg>
        <pc:spChg chg="mod">
          <ac:chgData name="Palit, Tapti" userId="dec6fbcd-7598-406a-8cbf-504d4a3bac15" providerId="ADAL" clId="{65104DF2-1B45-4C36-9E2A-F89658839DCF}" dt="2024-02-06T19:45:43.324" v="26751" actId="164"/>
          <ac:spMkLst>
            <pc:docMk/>
            <pc:sldMk cId="4042136570" sldId="1199"/>
            <ac:spMk id="23" creationId="{B43B3D7A-DF03-53A1-A81C-E3E4D11559CB}"/>
          </ac:spMkLst>
        </pc:spChg>
        <pc:spChg chg="mod">
          <ac:chgData name="Palit, Tapti" userId="dec6fbcd-7598-406a-8cbf-504d4a3bac15" providerId="ADAL" clId="{65104DF2-1B45-4C36-9E2A-F89658839DCF}" dt="2024-02-06T19:45:43.324" v="26751" actId="164"/>
          <ac:spMkLst>
            <pc:docMk/>
            <pc:sldMk cId="4042136570" sldId="1199"/>
            <ac:spMk id="26" creationId="{D4ED8A26-792D-ABB3-865B-8FA2CAEB3A1B}"/>
          </ac:spMkLst>
        </pc:spChg>
        <pc:spChg chg="mod">
          <ac:chgData name="Palit, Tapti" userId="dec6fbcd-7598-406a-8cbf-504d4a3bac15" providerId="ADAL" clId="{65104DF2-1B45-4C36-9E2A-F89658839DCF}" dt="2024-02-06T19:48:11.499" v="26757" actId="1076"/>
          <ac:spMkLst>
            <pc:docMk/>
            <pc:sldMk cId="4042136570" sldId="1199"/>
            <ac:spMk id="27" creationId="{5B49C65F-34AF-5891-7151-006B8BF7A875}"/>
          </ac:spMkLst>
        </pc:spChg>
        <pc:spChg chg="mod">
          <ac:chgData name="Palit, Tapti" userId="dec6fbcd-7598-406a-8cbf-504d4a3bac15" providerId="ADAL" clId="{65104DF2-1B45-4C36-9E2A-F89658839DCF}" dt="2024-02-06T19:45:43.324" v="26751" actId="164"/>
          <ac:spMkLst>
            <pc:docMk/>
            <pc:sldMk cId="4042136570" sldId="1199"/>
            <ac:spMk id="28" creationId="{529C8A94-EA67-50F2-005C-AACD30C550B1}"/>
          </ac:spMkLst>
        </pc:spChg>
        <pc:spChg chg="mod">
          <ac:chgData name="Palit, Tapti" userId="dec6fbcd-7598-406a-8cbf-504d4a3bac15" providerId="ADAL" clId="{65104DF2-1B45-4C36-9E2A-F89658839DCF}" dt="2024-02-06T19:45:43.324" v="26751" actId="164"/>
          <ac:spMkLst>
            <pc:docMk/>
            <pc:sldMk cId="4042136570" sldId="1199"/>
            <ac:spMk id="29" creationId="{D6A78E8E-6BD4-9B22-4E6D-5A8ADE338A24}"/>
          </ac:spMkLst>
        </pc:spChg>
        <pc:spChg chg="mod">
          <ac:chgData name="Palit, Tapti" userId="dec6fbcd-7598-406a-8cbf-504d4a3bac15" providerId="ADAL" clId="{65104DF2-1B45-4C36-9E2A-F89658839DCF}" dt="2024-02-06T19:49:33.274" v="26803" actId="1035"/>
          <ac:spMkLst>
            <pc:docMk/>
            <pc:sldMk cId="4042136570" sldId="1199"/>
            <ac:spMk id="38" creationId="{827B02F5-E080-CA40-4FD6-78BFF345E533}"/>
          </ac:spMkLst>
        </pc:spChg>
        <pc:spChg chg="mod">
          <ac:chgData name="Palit, Tapti" userId="dec6fbcd-7598-406a-8cbf-504d4a3bac15" providerId="ADAL" clId="{65104DF2-1B45-4C36-9E2A-F89658839DCF}" dt="2024-02-06T19:49:33.274" v="26803" actId="1035"/>
          <ac:spMkLst>
            <pc:docMk/>
            <pc:sldMk cId="4042136570" sldId="1199"/>
            <ac:spMk id="42" creationId="{84468FD9-483C-4058-B82E-A09583DCA901}"/>
          </ac:spMkLst>
        </pc:spChg>
        <pc:grpChg chg="add del mod">
          <ac:chgData name="Palit, Tapti" userId="dec6fbcd-7598-406a-8cbf-504d4a3bac15" providerId="ADAL" clId="{65104DF2-1B45-4C36-9E2A-F89658839DCF}" dt="2024-02-06T19:45:12.885" v="26741" actId="164"/>
          <ac:grpSpMkLst>
            <pc:docMk/>
            <pc:sldMk cId="4042136570" sldId="1199"/>
            <ac:grpSpMk id="8" creationId="{A303B1C2-0ED8-0205-231A-D8CF182C64F0}"/>
          </ac:grpSpMkLst>
        </pc:grpChg>
        <pc:grpChg chg="add mod">
          <ac:chgData name="Palit, Tapti" userId="dec6fbcd-7598-406a-8cbf-504d4a3bac15" providerId="ADAL" clId="{65104DF2-1B45-4C36-9E2A-F89658839DCF}" dt="2024-02-06T19:49:33.274" v="26803" actId="1035"/>
          <ac:grpSpMkLst>
            <pc:docMk/>
            <pc:sldMk cId="4042136570" sldId="1199"/>
            <ac:grpSpMk id="11" creationId="{4964653E-A96F-2956-E8D0-012A1AA44177}"/>
          </ac:grpSpMkLst>
        </pc:grpChg>
        <pc:grpChg chg="add mod">
          <ac:chgData name="Palit, Tapti" userId="dec6fbcd-7598-406a-8cbf-504d4a3bac15" providerId="ADAL" clId="{65104DF2-1B45-4C36-9E2A-F89658839DCF}" dt="2024-02-06T19:45:29.897" v="26745" actId="164"/>
          <ac:grpSpMkLst>
            <pc:docMk/>
            <pc:sldMk cId="4042136570" sldId="1199"/>
            <ac:grpSpMk id="12" creationId="{B17BFE9D-A39A-F3F2-591B-D8D61D1F70EA}"/>
          </ac:grpSpMkLst>
        </pc:grpChg>
        <pc:grpChg chg="add del mod">
          <ac:chgData name="Palit, Tapti" userId="dec6fbcd-7598-406a-8cbf-504d4a3bac15" providerId="ADAL" clId="{65104DF2-1B45-4C36-9E2A-F89658839DCF}" dt="2024-02-06T19:45:43.324" v="26751" actId="164"/>
          <ac:grpSpMkLst>
            <pc:docMk/>
            <pc:sldMk cId="4042136570" sldId="1199"/>
            <ac:grpSpMk id="15" creationId="{3BC7B582-C291-1A7F-5421-061AD5E03A02}"/>
          </ac:grpSpMkLst>
        </pc:grpChg>
        <pc:grpChg chg="add mod">
          <ac:chgData name="Palit, Tapti" userId="dec6fbcd-7598-406a-8cbf-504d4a3bac15" providerId="ADAL" clId="{65104DF2-1B45-4C36-9E2A-F89658839DCF}" dt="2024-02-06T19:49:33.274" v="26803" actId="1035"/>
          <ac:grpSpMkLst>
            <pc:docMk/>
            <pc:sldMk cId="4042136570" sldId="1199"/>
            <ac:grpSpMk id="16" creationId="{D1C3978E-56E7-0ECE-7D78-572224B04B28}"/>
          </ac:grpSpMkLst>
        </pc:grpChg>
        <pc:grpChg chg="mod">
          <ac:chgData name="Palit, Tapti" userId="dec6fbcd-7598-406a-8cbf-504d4a3bac15" providerId="ADAL" clId="{65104DF2-1B45-4C36-9E2A-F89658839DCF}" dt="2024-02-06T19:45:01.873" v="26738" actId="164"/>
          <ac:grpSpMkLst>
            <pc:docMk/>
            <pc:sldMk cId="4042136570" sldId="1199"/>
            <ac:grpSpMk id="25" creationId="{0465CFCC-97C6-4092-35DB-B844AD619D38}"/>
          </ac:grpSpMkLst>
        </pc:grpChg>
        <pc:grpChg chg="add del mod">
          <ac:chgData name="Palit, Tapti" userId="dec6fbcd-7598-406a-8cbf-504d4a3bac15" providerId="ADAL" clId="{65104DF2-1B45-4C36-9E2A-F89658839DCF}" dt="2024-02-06T19:49:33.274" v="26803" actId="1035"/>
          <ac:grpSpMkLst>
            <pc:docMk/>
            <pc:sldMk cId="4042136570" sldId="1199"/>
            <ac:grpSpMk id="30" creationId="{1E495E1E-DA4E-2576-2EC7-12EE34165E6B}"/>
          </ac:grpSpMkLst>
        </pc:grpChg>
        <pc:picChg chg="mod">
          <ac:chgData name="Palit, Tapti" userId="dec6fbcd-7598-406a-8cbf-504d4a3bac15" providerId="ADAL" clId="{65104DF2-1B45-4C36-9E2A-F89658839DCF}" dt="2024-02-06T19:52:06.748" v="26831" actId="1076"/>
          <ac:picMkLst>
            <pc:docMk/>
            <pc:sldMk cId="4042136570" sldId="1199"/>
            <ac:picMk id="7" creationId="{4F3FFEC7-1909-9513-4DF3-8D533C856A04}"/>
          </ac:picMkLst>
        </pc:picChg>
        <pc:cxnChg chg="mod">
          <ac:chgData name="Palit, Tapti" userId="dec6fbcd-7598-406a-8cbf-504d4a3bac15" providerId="ADAL" clId="{65104DF2-1B45-4C36-9E2A-F89658839DCF}" dt="2024-02-06T19:49:33.274" v="26803" actId="1035"/>
          <ac:cxnSpMkLst>
            <pc:docMk/>
            <pc:sldMk cId="4042136570" sldId="1199"/>
            <ac:cxnSpMk id="32" creationId="{541C548D-09CD-59A2-A89D-4BBB73245F9D}"/>
          </ac:cxnSpMkLst>
        </pc:cxnChg>
      </pc:sldChg>
      <pc:sldChg chg="add del">
        <pc:chgData name="Palit, Tapti" userId="dec6fbcd-7598-406a-8cbf-504d4a3bac15" providerId="ADAL" clId="{65104DF2-1B45-4C36-9E2A-F89658839DCF}" dt="2024-02-06T19:57:42.806" v="26864" actId="47"/>
        <pc:sldMkLst>
          <pc:docMk/>
          <pc:sldMk cId="3189751613" sldId="1200"/>
        </pc:sldMkLst>
      </pc:sldChg>
      <pc:sldChg chg="modSp add modAnim">
        <pc:chgData name="Palit, Tapti" userId="dec6fbcd-7598-406a-8cbf-504d4a3bac15" providerId="ADAL" clId="{65104DF2-1B45-4C36-9E2A-F89658839DCF}" dt="2024-02-06T20:31:07.954" v="27482" actId="5793"/>
        <pc:sldMkLst>
          <pc:docMk/>
          <pc:sldMk cId="3768287891" sldId="1200"/>
        </pc:sldMkLst>
        <pc:spChg chg="mod">
          <ac:chgData name="Palit, Tapti" userId="dec6fbcd-7598-406a-8cbf-504d4a3bac15" providerId="ADAL" clId="{65104DF2-1B45-4C36-9E2A-F89658839DCF}" dt="2024-02-06T20:31:07.954" v="27482" actId="5793"/>
          <ac:spMkLst>
            <pc:docMk/>
            <pc:sldMk cId="3768287891" sldId="1200"/>
            <ac:spMk id="3" creationId="{D4378041-6CE9-61D9-88E2-C6504AA0D553}"/>
          </ac:spMkLst>
        </pc:spChg>
      </pc:sldChg>
      <pc:sldChg chg="delSp modSp add mod modAnim">
        <pc:chgData name="Palit, Tapti" userId="dec6fbcd-7598-406a-8cbf-504d4a3bac15" providerId="ADAL" clId="{65104DF2-1B45-4C36-9E2A-F89658839DCF}" dt="2024-02-06T20:55:46.533" v="27963" actId="20577"/>
        <pc:sldMkLst>
          <pc:docMk/>
          <pc:sldMk cId="1051057103" sldId="1201"/>
        </pc:sldMkLst>
        <pc:spChg chg="mod">
          <ac:chgData name="Palit, Tapti" userId="dec6fbcd-7598-406a-8cbf-504d4a3bac15" providerId="ADAL" clId="{65104DF2-1B45-4C36-9E2A-F89658839DCF}" dt="2024-02-06T20:55:46.533" v="27963" actId="20577"/>
          <ac:spMkLst>
            <pc:docMk/>
            <pc:sldMk cId="1051057103" sldId="1201"/>
            <ac:spMk id="2" creationId="{2F315C61-B35B-7B4E-2FEF-3351FE57CAC6}"/>
          </ac:spMkLst>
        </pc:spChg>
        <pc:grpChg chg="del">
          <ac:chgData name="Palit, Tapti" userId="dec6fbcd-7598-406a-8cbf-504d4a3bac15" providerId="ADAL" clId="{65104DF2-1B45-4C36-9E2A-F89658839DCF}" dt="2024-02-06T20:29:57.424" v="27359" actId="478"/>
          <ac:grpSpMkLst>
            <pc:docMk/>
            <pc:sldMk cId="1051057103" sldId="1201"/>
            <ac:grpSpMk id="14" creationId="{2567DB46-E2DF-FEF6-1106-E248D496C2C6}"/>
          </ac:grpSpMkLst>
        </pc:grpChg>
        <pc:grpChg chg="del">
          <ac:chgData name="Palit, Tapti" userId="dec6fbcd-7598-406a-8cbf-504d4a3bac15" providerId="ADAL" clId="{65104DF2-1B45-4C36-9E2A-F89658839DCF}" dt="2024-02-06T20:29:59.246" v="27360" actId="478"/>
          <ac:grpSpMkLst>
            <pc:docMk/>
            <pc:sldMk cId="1051057103" sldId="1201"/>
            <ac:grpSpMk id="15" creationId="{8922D046-DF28-25BD-306C-9943141E6B1B}"/>
          </ac:grpSpMkLst>
        </pc:grpChg>
      </pc:sldChg>
      <pc:sldChg chg="addSp delSp modSp add modAnim modNotesTx">
        <pc:chgData name="Palit, Tapti" userId="dec6fbcd-7598-406a-8cbf-504d4a3bac15" providerId="ADAL" clId="{65104DF2-1B45-4C36-9E2A-F89658839DCF}" dt="2024-02-06T20:48:14.003" v="27668" actId="478"/>
        <pc:sldMkLst>
          <pc:docMk/>
          <pc:sldMk cId="2515159250" sldId="1202"/>
        </pc:sldMkLst>
        <pc:spChg chg="add mod">
          <ac:chgData name="Palit, Tapti" userId="dec6fbcd-7598-406a-8cbf-504d4a3bac15" providerId="ADAL" clId="{65104DF2-1B45-4C36-9E2A-F89658839DCF}" dt="2024-02-06T20:45:15.717" v="27660"/>
          <ac:spMkLst>
            <pc:docMk/>
            <pc:sldMk cId="2515159250" sldId="1202"/>
            <ac:spMk id="8" creationId="{602E9820-28ED-E45E-93EF-DAE41B463581}"/>
          </ac:spMkLst>
        </pc:spChg>
        <pc:picChg chg="add del">
          <ac:chgData name="Palit, Tapti" userId="dec6fbcd-7598-406a-8cbf-504d4a3bac15" providerId="ADAL" clId="{65104DF2-1B45-4C36-9E2A-F89658839DCF}" dt="2024-02-06T20:48:14.003" v="27668" actId="478"/>
          <ac:picMkLst>
            <pc:docMk/>
            <pc:sldMk cId="2515159250" sldId="1202"/>
            <ac:picMk id="5" creationId="{35B2253E-1A4B-01D3-0EEE-ACB4B047E83F}"/>
          </ac:picMkLst>
        </pc:picChg>
        <pc:picChg chg="add">
          <ac:chgData name="Palit, Tapti" userId="dec6fbcd-7598-406a-8cbf-504d4a3bac15" providerId="ADAL" clId="{65104DF2-1B45-4C36-9E2A-F89658839DCF}" dt="2024-02-06T20:47:57.189" v="27664"/>
          <ac:picMkLst>
            <pc:docMk/>
            <pc:sldMk cId="2515159250" sldId="1202"/>
            <ac:picMk id="10" creationId="{4D93D763-1C46-8010-A318-F0BE9F7C309D}"/>
          </ac:picMkLst>
        </pc:picChg>
        <pc:picChg chg="add del">
          <ac:chgData name="Palit, Tapti" userId="dec6fbcd-7598-406a-8cbf-504d4a3bac15" providerId="ADAL" clId="{65104DF2-1B45-4C36-9E2A-F89658839DCF}" dt="2024-02-06T20:48:14.003" v="27668" actId="478"/>
          <ac:picMkLst>
            <pc:docMk/>
            <pc:sldMk cId="2515159250" sldId="1202"/>
            <ac:picMk id="11" creationId="{93F3153C-159E-BE06-F4C2-5CB060A4B5B3}"/>
          </ac:picMkLst>
        </pc:picChg>
      </pc:sldChg>
      <pc:sldChg chg="addSp delSp modSp add mod">
        <pc:chgData name="Palit, Tapti" userId="dec6fbcd-7598-406a-8cbf-504d4a3bac15" providerId="ADAL" clId="{65104DF2-1B45-4C36-9E2A-F89658839DCF}" dt="2024-02-06T20:55:05.433" v="27890" actId="1076"/>
        <pc:sldMkLst>
          <pc:docMk/>
          <pc:sldMk cId="3016799779" sldId="1203"/>
        </pc:sldMkLst>
        <pc:spChg chg="mod">
          <ac:chgData name="Palit, Tapti" userId="dec6fbcd-7598-406a-8cbf-504d4a3bac15" providerId="ADAL" clId="{65104DF2-1B45-4C36-9E2A-F89658839DCF}" dt="2024-02-06T20:53:23.029" v="27777" actId="20577"/>
          <ac:spMkLst>
            <pc:docMk/>
            <pc:sldMk cId="3016799779" sldId="1203"/>
            <ac:spMk id="2" creationId="{03FA1A32-5824-9985-5E41-2303E9375BAB}"/>
          </ac:spMkLst>
        </pc:spChg>
        <pc:spChg chg="mod">
          <ac:chgData name="Palit, Tapti" userId="dec6fbcd-7598-406a-8cbf-504d4a3bac15" providerId="ADAL" clId="{65104DF2-1B45-4C36-9E2A-F89658839DCF}" dt="2024-02-06T20:54:20.474" v="27864" actId="20577"/>
          <ac:spMkLst>
            <pc:docMk/>
            <pc:sldMk cId="3016799779" sldId="1203"/>
            <ac:spMk id="9" creationId="{AEF08731-08B1-355C-F7E1-FE8A0C51368E}"/>
          </ac:spMkLst>
        </pc:spChg>
        <pc:spChg chg="mod">
          <ac:chgData name="Palit, Tapti" userId="dec6fbcd-7598-406a-8cbf-504d4a3bac15" providerId="ADAL" clId="{65104DF2-1B45-4C36-9E2A-F89658839DCF}" dt="2024-02-06T20:49:04.765" v="27672" actId="14100"/>
          <ac:spMkLst>
            <pc:docMk/>
            <pc:sldMk cId="3016799779" sldId="1203"/>
            <ac:spMk id="18" creationId="{64F75AC8-86B6-5798-58A6-3F425747C004}"/>
          </ac:spMkLst>
        </pc:spChg>
        <pc:spChg chg="mod">
          <ac:chgData name="Palit, Tapti" userId="dec6fbcd-7598-406a-8cbf-504d4a3bac15" providerId="ADAL" clId="{65104DF2-1B45-4C36-9E2A-F89658839DCF}" dt="2024-02-06T20:49:04.765" v="27672" actId="14100"/>
          <ac:spMkLst>
            <pc:docMk/>
            <pc:sldMk cId="3016799779" sldId="1203"/>
            <ac:spMk id="19" creationId="{9005FBE8-FBF9-68CA-9C3F-2976384A9555}"/>
          </ac:spMkLst>
        </pc:spChg>
        <pc:spChg chg="add mod">
          <ac:chgData name="Palit, Tapti" userId="dec6fbcd-7598-406a-8cbf-504d4a3bac15" providerId="ADAL" clId="{65104DF2-1B45-4C36-9E2A-F89658839DCF}" dt="2024-02-06T20:53:58.629" v="27803" actId="1076"/>
          <ac:spMkLst>
            <pc:docMk/>
            <pc:sldMk cId="3016799779" sldId="1203"/>
            <ac:spMk id="43" creationId="{AEFF050B-22BB-D019-B966-30BCFFC8C78A}"/>
          </ac:spMkLst>
        </pc:spChg>
        <pc:spChg chg="add del">
          <ac:chgData name="Palit, Tapti" userId="dec6fbcd-7598-406a-8cbf-504d4a3bac15" providerId="ADAL" clId="{65104DF2-1B45-4C36-9E2A-F89658839DCF}" dt="2024-02-06T20:54:30.494" v="27866" actId="22"/>
          <ac:spMkLst>
            <pc:docMk/>
            <pc:sldMk cId="3016799779" sldId="1203"/>
            <ac:spMk id="45" creationId="{7BCC7715-42E0-3DC3-93D6-02BA8851AE8E}"/>
          </ac:spMkLst>
        </pc:spChg>
        <pc:spChg chg="add mod">
          <ac:chgData name="Palit, Tapti" userId="dec6fbcd-7598-406a-8cbf-504d4a3bac15" providerId="ADAL" clId="{65104DF2-1B45-4C36-9E2A-F89658839DCF}" dt="2024-02-06T20:55:05.433" v="27890" actId="1076"/>
          <ac:spMkLst>
            <pc:docMk/>
            <pc:sldMk cId="3016799779" sldId="1203"/>
            <ac:spMk id="46" creationId="{09FEF288-2E6A-CF9C-DC43-79F9BF795829}"/>
          </ac:spMkLst>
        </pc:spChg>
        <pc:grpChg chg="add del mod">
          <ac:chgData name="Palit, Tapti" userId="dec6fbcd-7598-406a-8cbf-504d4a3bac15" providerId="ADAL" clId="{65104DF2-1B45-4C36-9E2A-F89658839DCF}" dt="2024-02-06T20:49:10.450" v="27673" actId="478"/>
          <ac:grpSpMkLst>
            <pc:docMk/>
            <pc:sldMk cId="3016799779" sldId="1203"/>
            <ac:grpSpMk id="10" creationId="{5EDD3CDD-FF4D-9C94-2181-24016C506C0D}"/>
          </ac:grpSpMkLst>
        </pc:grpChg>
        <pc:picChg chg="mod">
          <ac:chgData name="Palit, Tapti" userId="dec6fbcd-7598-406a-8cbf-504d4a3bac15" providerId="ADAL" clId="{65104DF2-1B45-4C36-9E2A-F89658839DCF}" dt="2024-02-06T20:49:04.765" v="27672" actId="14100"/>
          <ac:picMkLst>
            <pc:docMk/>
            <pc:sldMk cId="3016799779" sldId="1203"/>
            <ac:picMk id="11" creationId="{5AE80E8C-9DE0-18CC-923C-1A8A2A515DFF}"/>
          </ac:picMkLst>
        </pc:picChg>
        <pc:picChg chg="mod">
          <ac:chgData name="Palit, Tapti" userId="dec6fbcd-7598-406a-8cbf-504d4a3bac15" providerId="ADAL" clId="{65104DF2-1B45-4C36-9E2A-F89658839DCF}" dt="2024-02-06T20:49:04.765" v="27672" actId="14100"/>
          <ac:picMkLst>
            <pc:docMk/>
            <pc:sldMk cId="3016799779" sldId="1203"/>
            <ac:picMk id="12" creationId="{ADB6083B-482D-9394-2856-56D4E3EE9BA6}"/>
          </ac:picMkLst>
        </pc:picChg>
        <pc:picChg chg="mod">
          <ac:chgData name="Palit, Tapti" userId="dec6fbcd-7598-406a-8cbf-504d4a3bac15" providerId="ADAL" clId="{65104DF2-1B45-4C36-9E2A-F89658839DCF}" dt="2024-02-06T20:49:04.765" v="27672" actId="14100"/>
          <ac:picMkLst>
            <pc:docMk/>
            <pc:sldMk cId="3016799779" sldId="1203"/>
            <ac:picMk id="13" creationId="{0BFFCE1A-C5C9-42C3-5D9F-57927BDB14F1}"/>
          </ac:picMkLst>
        </pc:picChg>
        <pc:picChg chg="mod">
          <ac:chgData name="Palit, Tapti" userId="dec6fbcd-7598-406a-8cbf-504d4a3bac15" providerId="ADAL" clId="{65104DF2-1B45-4C36-9E2A-F89658839DCF}" dt="2024-02-06T20:49:04.765" v="27672" actId="14100"/>
          <ac:picMkLst>
            <pc:docMk/>
            <pc:sldMk cId="3016799779" sldId="1203"/>
            <ac:picMk id="14" creationId="{D30380C0-8895-41A1-9D19-6ABE2B5B15BC}"/>
          </ac:picMkLst>
        </pc:picChg>
        <pc:picChg chg="add mod">
          <ac:chgData name="Palit, Tapti" userId="dec6fbcd-7598-406a-8cbf-504d4a3bac15" providerId="ADAL" clId="{65104DF2-1B45-4C36-9E2A-F89658839DCF}" dt="2024-02-06T20:52:59.434" v="27697" actId="1076"/>
          <ac:picMkLst>
            <pc:docMk/>
            <pc:sldMk cId="3016799779" sldId="1203"/>
            <ac:picMk id="20" creationId="{9FC79036-51C6-410C-75BE-9CFFD374C15B}"/>
          </ac:picMkLst>
        </pc:picChg>
        <pc:picChg chg="add mod">
          <ac:chgData name="Palit, Tapti" userId="dec6fbcd-7598-406a-8cbf-504d4a3bac15" providerId="ADAL" clId="{65104DF2-1B45-4C36-9E2A-F89658839DCF}" dt="2024-02-06T20:52:59.434" v="27697" actId="1076"/>
          <ac:picMkLst>
            <pc:docMk/>
            <pc:sldMk cId="3016799779" sldId="1203"/>
            <ac:picMk id="21" creationId="{DC965327-19CC-3E45-3F09-B31D9E214B9E}"/>
          </ac:picMkLst>
        </pc:picChg>
        <pc:picChg chg="add mod">
          <ac:chgData name="Palit, Tapti" userId="dec6fbcd-7598-406a-8cbf-504d4a3bac15" providerId="ADAL" clId="{65104DF2-1B45-4C36-9E2A-F89658839DCF}" dt="2024-02-06T20:54:55.675" v="27872" actId="1076"/>
          <ac:picMkLst>
            <pc:docMk/>
            <pc:sldMk cId="3016799779" sldId="1203"/>
            <ac:picMk id="22" creationId="{C8031E95-90E9-83C4-2BC2-7895C19B270E}"/>
          </ac:picMkLst>
        </pc:picChg>
        <pc:picChg chg="add mod">
          <ac:chgData name="Palit, Tapti" userId="dec6fbcd-7598-406a-8cbf-504d4a3bac15" providerId="ADAL" clId="{65104DF2-1B45-4C36-9E2A-F89658839DCF}" dt="2024-02-06T20:54:47.545" v="27871" actId="1076"/>
          <ac:picMkLst>
            <pc:docMk/>
            <pc:sldMk cId="3016799779" sldId="1203"/>
            <ac:picMk id="23" creationId="{656F6BC0-D807-644D-0E56-BEB296A059E5}"/>
          </ac:picMkLst>
        </pc:picChg>
        <pc:cxnChg chg="mod">
          <ac:chgData name="Palit, Tapti" userId="dec6fbcd-7598-406a-8cbf-504d4a3bac15" providerId="ADAL" clId="{65104DF2-1B45-4C36-9E2A-F89658839DCF}" dt="2024-02-06T20:49:04.765" v="27672" actId="14100"/>
          <ac:cxnSpMkLst>
            <pc:docMk/>
            <pc:sldMk cId="3016799779" sldId="1203"/>
            <ac:cxnSpMk id="15" creationId="{AB6298CA-F6D1-F473-B9A7-63202FB63C01}"/>
          </ac:cxnSpMkLst>
        </pc:cxnChg>
        <pc:cxnChg chg="mod">
          <ac:chgData name="Palit, Tapti" userId="dec6fbcd-7598-406a-8cbf-504d4a3bac15" providerId="ADAL" clId="{65104DF2-1B45-4C36-9E2A-F89658839DCF}" dt="2024-02-06T20:49:04.765" v="27672" actId="14100"/>
          <ac:cxnSpMkLst>
            <pc:docMk/>
            <pc:sldMk cId="3016799779" sldId="1203"/>
            <ac:cxnSpMk id="16" creationId="{2F00FE66-D10E-6D0E-7CA1-6548FB9F7F75}"/>
          </ac:cxnSpMkLst>
        </pc:cxnChg>
        <pc:cxnChg chg="mod">
          <ac:chgData name="Palit, Tapti" userId="dec6fbcd-7598-406a-8cbf-504d4a3bac15" providerId="ADAL" clId="{65104DF2-1B45-4C36-9E2A-F89658839DCF}" dt="2024-02-06T20:49:04.765" v="27672" actId="14100"/>
          <ac:cxnSpMkLst>
            <pc:docMk/>
            <pc:sldMk cId="3016799779" sldId="1203"/>
            <ac:cxnSpMk id="17" creationId="{8124D2CC-D2D3-6764-E27B-8981F18337BB}"/>
          </ac:cxnSpMkLst>
        </pc:cxnChg>
        <pc:cxnChg chg="add mod">
          <ac:chgData name="Palit, Tapti" userId="dec6fbcd-7598-406a-8cbf-504d4a3bac15" providerId="ADAL" clId="{65104DF2-1B45-4C36-9E2A-F89658839DCF}" dt="2024-02-06T20:52:59.434" v="27697" actId="1076"/>
          <ac:cxnSpMkLst>
            <pc:docMk/>
            <pc:sldMk cId="3016799779" sldId="1203"/>
            <ac:cxnSpMk id="24" creationId="{F8093AFA-2178-0DC5-B0E8-F677F91417C8}"/>
          </ac:cxnSpMkLst>
        </pc:cxnChg>
        <pc:cxnChg chg="add mod">
          <ac:chgData name="Palit, Tapti" userId="dec6fbcd-7598-406a-8cbf-504d4a3bac15" providerId="ADAL" clId="{65104DF2-1B45-4C36-9E2A-F89658839DCF}" dt="2024-02-06T20:54:55.675" v="27872" actId="1076"/>
          <ac:cxnSpMkLst>
            <pc:docMk/>
            <pc:sldMk cId="3016799779" sldId="1203"/>
            <ac:cxnSpMk id="25" creationId="{DF720B9E-B9FF-8457-7842-35BD4E544A4B}"/>
          </ac:cxnSpMkLst>
        </pc:cxnChg>
        <pc:cxnChg chg="add mod">
          <ac:chgData name="Palit, Tapti" userId="dec6fbcd-7598-406a-8cbf-504d4a3bac15" providerId="ADAL" clId="{65104DF2-1B45-4C36-9E2A-F89658839DCF}" dt="2024-02-06T20:54:55.675" v="27872" actId="1076"/>
          <ac:cxnSpMkLst>
            <pc:docMk/>
            <pc:sldMk cId="3016799779" sldId="1203"/>
            <ac:cxnSpMk id="26" creationId="{7C6AC42D-7BD6-B9D1-6D0D-3386CC6D0D88}"/>
          </ac:cxnSpMkLst>
        </pc:cxnChg>
      </pc:sldChg>
      <pc:sldChg chg="modSp mod">
        <pc:chgData name="Palit, Tapti" userId="dec6fbcd-7598-406a-8cbf-504d4a3bac15" providerId="ADAL" clId="{65104DF2-1B45-4C36-9E2A-F89658839DCF}" dt="2024-02-15T17:32:52.432" v="28004" actId="14100"/>
        <pc:sldMkLst>
          <pc:docMk/>
          <pc:sldMk cId="3305435457" sldId="1209"/>
        </pc:sldMkLst>
        <pc:spChg chg="mod">
          <ac:chgData name="Palit, Tapti" userId="dec6fbcd-7598-406a-8cbf-504d4a3bac15" providerId="ADAL" clId="{65104DF2-1B45-4C36-9E2A-F89658839DCF}" dt="2024-02-15T17:32:52.432" v="28004" actId="14100"/>
          <ac:spMkLst>
            <pc:docMk/>
            <pc:sldMk cId="3305435457" sldId="1209"/>
            <ac:spMk id="15" creationId="{029BD5F8-9E36-A1E2-229F-61E72670C82E}"/>
          </ac:spMkLst>
        </pc:spChg>
      </pc:sldChg>
      <pc:sldMasterChg chg="delSp modSp mod addSldLayout delSldLayout modSldLayout sldLayoutOrd">
        <pc:chgData name="Palit, Tapti" userId="dec6fbcd-7598-406a-8cbf-504d4a3bac15" providerId="ADAL" clId="{65104DF2-1B45-4C36-9E2A-F89658839DCF}" dt="2024-01-15T20:14:09.106" v="898" actId="2711"/>
        <pc:sldMasterMkLst>
          <pc:docMk/>
          <pc:sldMasterMk cId="233712816" sldId="2147483680"/>
        </pc:sldMasterMkLst>
        <pc:spChg chg="mod">
          <ac:chgData name="Palit, Tapti" userId="dec6fbcd-7598-406a-8cbf-504d4a3bac15" providerId="ADAL" clId="{65104DF2-1B45-4C36-9E2A-F89658839DCF}" dt="2024-01-15T20:11:17.575" v="863" actId="2711"/>
          <ac:spMkLst>
            <pc:docMk/>
            <pc:sldMasterMk cId="233712816" sldId="2147483680"/>
            <ac:spMk id="3"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4"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5"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6" creationId="{00000000-0000-0000-0000-000000000000}"/>
          </ac:spMkLst>
        </pc:spChg>
        <pc:sldLayoutChg chg="delSp modSp del mod">
          <pc:chgData name="Palit, Tapti" userId="dec6fbcd-7598-406a-8cbf-504d4a3bac15" providerId="ADAL" clId="{65104DF2-1B45-4C36-9E2A-F89658839DCF}" dt="2024-01-15T18:07:55.258" v="66" actId="2696"/>
          <pc:sldLayoutMkLst>
            <pc:docMk/>
            <pc:sldMasterMk cId="233712816" sldId="2147483680"/>
            <pc:sldLayoutMk cId="4145631447" sldId="2147483679"/>
          </pc:sldLayoutMkLst>
          <pc:spChg chg="mod">
            <ac:chgData name="Palit, Tapti" userId="dec6fbcd-7598-406a-8cbf-504d4a3bac15" providerId="ADAL" clId="{65104DF2-1B45-4C36-9E2A-F89658839DCF}" dt="2024-01-15T17:59:14.129" v="38" actId="207"/>
            <ac:spMkLst>
              <pc:docMk/>
              <pc:sldMasterMk cId="233712816" sldId="2147483680"/>
              <pc:sldLayoutMk cId="4145631447" sldId="2147483679"/>
              <ac:spMk id="2" creationId="{00000000-0000-0000-0000-000000000000}"/>
            </ac:spMkLst>
          </pc:spChg>
          <pc:spChg chg="del">
            <ac:chgData name="Palit, Tapti" userId="dec6fbcd-7598-406a-8cbf-504d4a3bac15" providerId="ADAL" clId="{65104DF2-1B45-4C36-9E2A-F89658839DCF}" dt="2024-01-15T17:59:16.456" v="39" actId="478"/>
            <ac:spMkLst>
              <pc:docMk/>
              <pc:sldMasterMk cId="233712816" sldId="2147483680"/>
              <pc:sldLayoutMk cId="4145631447" sldId="2147483679"/>
              <ac:spMk id="4" creationId="{00000000-0000-0000-0000-000000000000}"/>
            </ac:spMkLst>
          </pc:spChg>
        </pc:sldLayoutChg>
        <pc:sldLayoutChg chg="addSp delSp modSp mod">
          <pc:chgData name="Palit, Tapti" userId="dec6fbcd-7598-406a-8cbf-504d4a3bac15" providerId="ADAL" clId="{65104DF2-1B45-4C36-9E2A-F89658839DCF}" dt="2024-01-15T20:11:57.542" v="867" actId="2711"/>
          <pc:sldLayoutMkLst>
            <pc:docMk/>
            <pc:sldMasterMk cId="233712816" sldId="2147483680"/>
            <pc:sldLayoutMk cId="2376799565" sldId="2147483681"/>
          </pc:sldLayoutMkLst>
          <pc:spChg chg="add del mod">
            <ac:chgData name="Palit, Tapti" userId="dec6fbcd-7598-406a-8cbf-504d4a3bac15" providerId="ADAL" clId="{65104DF2-1B45-4C36-9E2A-F89658839DCF}" dt="2024-01-15T20:11:53.860" v="866" actId="2711"/>
            <ac:spMkLst>
              <pc:docMk/>
              <pc:sldMasterMk cId="233712816" sldId="2147483680"/>
              <pc:sldLayoutMk cId="2376799565" sldId="2147483681"/>
              <ac:spMk id="2" creationId="{00000000-0000-0000-0000-000000000000}"/>
            </ac:spMkLst>
          </pc:spChg>
          <pc:spChg chg="mod">
            <ac:chgData name="Palit, Tapti" userId="dec6fbcd-7598-406a-8cbf-504d4a3bac15" providerId="ADAL" clId="{65104DF2-1B45-4C36-9E2A-F89658839DCF}" dt="2024-01-15T20:11:57.542" v="867" actId="2711"/>
            <ac:spMkLst>
              <pc:docMk/>
              <pc:sldMasterMk cId="233712816" sldId="2147483680"/>
              <pc:sldLayoutMk cId="2376799565" sldId="2147483681"/>
              <ac:spMk id="3" creationId="{00000000-0000-0000-0000-000000000000}"/>
            </ac:spMkLst>
          </pc:spChg>
        </pc:sldLayoutChg>
        <pc:sldLayoutChg chg="addSp delSp modSp add mod ord modTransition">
          <pc:chgData name="Palit, Tapti" userId="dec6fbcd-7598-406a-8cbf-504d4a3bac15" providerId="ADAL" clId="{65104DF2-1B45-4C36-9E2A-F89658839DCF}" dt="2024-01-15T20:14:02.988" v="897" actId="2711"/>
          <pc:sldLayoutMkLst>
            <pc:docMk/>
            <pc:sldMasterMk cId="233712816" sldId="2147483680"/>
            <pc:sldLayoutMk cId="450071755" sldId="2147483688"/>
          </pc:sldLayoutMkLst>
          <pc:spChg chg="mod">
            <ac:chgData name="Palit, Tapti" userId="dec6fbcd-7598-406a-8cbf-504d4a3bac15" providerId="ADAL" clId="{65104DF2-1B45-4C36-9E2A-F89658839DCF}" dt="2024-01-15T20:12:02.152" v="868" actId="2711"/>
            <ac:spMkLst>
              <pc:docMk/>
              <pc:sldMasterMk cId="233712816" sldId="2147483680"/>
              <pc:sldLayoutMk cId="450071755" sldId="2147483688"/>
              <ac:spMk id="2" creationId="{00000000-0000-0000-0000-000000000000}"/>
            </ac:spMkLst>
          </pc:spChg>
          <pc:spChg chg="mod ord">
            <ac:chgData name="Palit, Tapti" userId="dec6fbcd-7598-406a-8cbf-504d4a3bac15" providerId="ADAL" clId="{65104DF2-1B45-4C36-9E2A-F89658839DCF}" dt="2024-01-15T20:11:23.496" v="865" actId="1076"/>
            <ac:spMkLst>
              <pc:docMk/>
              <pc:sldMasterMk cId="233712816" sldId="2147483680"/>
              <pc:sldLayoutMk cId="450071755" sldId="2147483688"/>
              <ac:spMk id="3" creationId="{00000000-0000-0000-0000-000000000000}"/>
            </ac:spMkLst>
          </pc:spChg>
          <pc:spChg chg="add del mod ord">
            <ac:chgData name="Palit, Tapti" userId="dec6fbcd-7598-406a-8cbf-504d4a3bac15" providerId="ADAL" clId="{65104DF2-1B45-4C36-9E2A-F89658839DCF}" dt="2024-01-15T19:10:34.484" v="446" actId="478"/>
            <ac:spMkLst>
              <pc:docMk/>
              <pc:sldMasterMk cId="233712816" sldId="2147483680"/>
              <pc:sldLayoutMk cId="450071755" sldId="2147483688"/>
              <ac:spMk id="4" creationId="{8DE35455-89B3-A97F-07AD-AB9489418D93}"/>
            </ac:spMkLst>
          </pc:spChg>
          <pc:spChg chg="add mod">
            <ac:chgData name="Palit, Tapti" userId="dec6fbcd-7598-406a-8cbf-504d4a3bac15" providerId="ADAL" clId="{65104DF2-1B45-4C36-9E2A-F89658839DCF}" dt="2024-01-15T20:14:02.988" v="897" actId="2711"/>
            <ac:spMkLst>
              <pc:docMk/>
              <pc:sldMasterMk cId="233712816" sldId="2147483680"/>
              <pc:sldLayoutMk cId="450071755" sldId="2147483688"/>
              <ac:spMk id="5" creationId="{D6696F96-BE01-5647-CDCB-DE7A5BC74867}"/>
            </ac:spMkLst>
          </pc:spChg>
        </pc:sldLayoutChg>
        <pc:sldLayoutChg chg="addSp delSp modSp mod">
          <pc:chgData name="Palit, Tapti" userId="dec6fbcd-7598-406a-8cbf-504d4a3bac15" providerId="ADAL" clId="{65104DF2-1B45-4C36-9E2A-F89658839DCF}" dt="2024-01-15T20:12:06.474" v="869" actId="2711"/>
          <pc:sldLayoutMkLst>
            <pc:docMk/>
            <pc:sldMasterMk cId="233712816" sldId="2147483680"/>
            <pc:sldLayoutMk cId="2130576674" sldId="2147483689"/>
          </pc:sldLayoutMkLst>
          <pc:spChg chg="mod">
            <ac:chgData name="Palit, Tapti" userId="dec6fbcd-7598-406a-8cbf-504d4a3bac15" providerId="ADAL" clId="{65104DF2-1B45-4C36-9E2A-F89658839DCF}" dt="2024-01-15T20:12:06.474" v="869" actId="2711"/>
            <ac:spMkLst>
              <pc:docMk/>
              <pc:sldMasterMk cId="233712816" sldId="2147483680"/>
              <pc:sldLayoutMk cId="2130576674" sldId="2147483689"/>
              <ac:spMk id="2" creationId="{00000000-0000-0000-0000-000000000000}"/>
            </ac:spMkLst>
          </pc:spChg>
          <pc:spChg chg="mod ord">
            <ac:chgData name="Palit, Tapti" userId="dec6fbcd-7598-406a-8cbf-504d4a3bac15" providerId="ADAL" clId="{65104DF2-1B45-4C36-9E2A-F89658839DCF}" dt="2024-01-15T19:07:10.425" v="418" actId="167"/>
            <ac:spMkLst>
              <pc:docMk/>
              <pc:sldMasterMk cId="233712816" sldId="2147483680"/>
              <pc:sldLayoutMk cId="2130576674" sldId="2147483689"/>
              <ac:spMk id="3" creationId="{00000000-0000-0000-0000-000000000000}"/>
            </ac:spMkLst>
          </pc:spChg>
          <pc:spChg chg="add del mod">
            <ac:chgData name="Palit, Tapti" userId="dec6fbcd-7598-406a-8cbf-504d4a3bac15" providerId="ADAL" clId="{65104DF2-1B45-4C36-9E2A-F89658839DCF}" dt="2024-01-15T17:59:09.679" v="37" actId="478"/>
            <ac:spMkLst>
              <pc:docMk/>
              <pc:sldMasterMk cId="233712816" sldId="2147483680"/>
              <pc:sldLayoutMk cId="2130576674" sldId="2147483689"/>
              <ac:spMk id="4" creationId="{00000000-0000-0000-0000-000000000000}"/>
            </ac:spMkLst>
          </pc:spChg>
        </pc:sldLayoutChg>
        <pc:sldLayoutChg chg="addSp modSp add mod modTransition">
          <pc:chgData name="Palit, Tapti" userId="dec6fbcd-7598-406a-8cbf-504d4a3bac15" providerId="ADAL" clId="{65104DF2-1B45-4C36-9E2A-F89658839DCF}" dt="2024-01-15T20:12:13.604" v="870" actId="2711"/>
          <pc:sldLayoutMkLst>
            <pc:docMk/>
            <pc:sldMasterMk cId="233712816" sldId="2147483680"/>
            <pc:sldLayoutMk cId="2961739054" sldId="2147483690"/>
          </pc:sldLayoutMkLst>
          <pc:spChg chg="mod">
            <ac:chgData name="Palit, Tapti" userId="dec6fbcd-7598-406a-8cbf-504d4a3bac15" providerId="ADAL" clId="{65104DF2-1B45-4C36-9E2A-F89658839DCF}" dt="2024-01-15T20:12:13.604" v="870" actId="2711"/>
            <ac:spMkLst>
              <pc:docMk/>
              <pc:sldMasterMk cId="233712816" sldId="2147483680"/>
              <pc:sldLayoutMk cId="2961739054" sldId="2147483690"/>
              <ac:spMk id="2" creationId="{00000000-0000-0000-0000-000000000000}"/>
            </ac:spMkLst>
          </pc:spChg>
          <pc:spChg chg="mod">
            <ac:chgData name="Palit, Tapti" userId="dec6fbcd-7598-406a-8cbf-504d4a3bac15" providerId="ADAL" clId="{65104DF2-1B45-4C36-9E2A-F89658839DCF}" dt="2024-01-15T19:26:32.086" v="597" actId="14100"/>
            <ac:spMkLst>
              <pc:docMk/>
              <pc:sldMasterMk cId="233712816" sldId="2147483680"/>
              <pc:sldLayoutMk cId="2961739054" sldId="2147483690"/>
              <ac:spMk id="3" creationId="{00000000-0000-0000-0000-000000000000}"/>
            </ac:spMkLst>
          </pc:spChg>
          <pc:spChg chg="add mod">
            <ac:chgData name="Palit, Tapti" userId="dec6fbcd-7598-406a-8cbf-504d4a3bac15" providerId="ADAL" clId="{65104DF2-1B45-4C36-9E2A-F89658839DCF}" dt="2024-01-15T19:26:45.093" v="611" actId="20577"/>
            <ac:spMkLst>
              <pc:docMk/>
              <pc:sldMasterMk cId="233712816" sldId="2147483680"/>
              <pc:sldLayoutMk cId="2961739054" sldId="2147483690"/>
              <ac:spMk id="4" creationId="{68978DA0-41BF-B60B-431E-237BD228D02F}"/>
            </ac:spMkLst>
          </pc:spChg>
        </pc:sldLayoutChg>
        <pc:sldLayoutChg chg="addSp delSp modSp add mod modTransition">
          <pc:chgData name="Palit, Tapti" userId="dec6fbcd-7598-406a-8cbf-504d4a3bac15" providerId="ADAL" clId="{65104DF2-1B45-4C36-9E2A-F89658839DCF}" dt="2024-01-15T20:14:09.106" v="898" actId="2711"/>
          <pc:sldLayoutMkLst>
            <pc:docMk/>
            <pc:sldMasterMk cId="233712816" sldId="2147483680"/>
            <pc:sldLayoutMk cId="2612702505" sldId="2147483692"/>
          </pc:sldLayoutMkLst>
          <pc:spChg chg="mod">
            <ac:chgData name="Palit, Tapti" userId="dec6fbcd-7598-406a-8cbf-504d4a3bac15" providerId="ADAL" clId="{65104DF2-1B45-4C36-9E2A-F89658839DCF}" dt="2024-01-15T20:12:18.074" v="871" actId="2711"/>
            <ac:spMkLst>
              <pc:docMk/>
              <pc:sldMasterMk cId="233712816" sldId="2147483680"/>
              <pc:sldLayoutMk cId="2612702505" sldId="2147483692"/>
              <ac:spMk id="2" creationId="{00000000-0000-0000-0000-000000000000}"/>
            </ac:spMkLst>
          </pc:spChg>
          <pc:spChg chg="mod">
            <ac:chgData name="Palit, Tapti" userId="dec6fbcd-7598-406a-8cbf-504d4a3bac15" providerId="ADAL" clId="{65104DF2-1B45-4C36-9E2A-F89658839DCF}" dt="2024-01-15T19:28:15.431" v="621" actId="14100"/>
            <ac:spMkLst>
              <pc:docMk/>
              <pc:sldMasterMk cId="233712816" sldId="2147483680"/>
              <pc:sldLayoutMk cId="2612702505" sldId="2147483692"/>
              <ac:spMk id="3" creationId="{00000000-0000-0000-0000-000000000000}"/>
            </ac:spMkLst>
          </pc:spChg>
          <pc:spChg chg="mod">
            <ac:chgData name="Palit, Tapti" userId="dec6fbcd-7598-406a-8cbf-504d4a3bac15" providerId="ADAL" clId="{65104DF2-1B45-4C36-9E2A-F89658839DCF}" dt="2024-01-15T19:28:12.361" v="620" actId="14100"/>
            <ac:spMkLst>
              <pc:docMk/>
              <pc:sldMasterMk cId="233712816" sldId="2147483680"/>
              <pc:sldLayoutMk cId="2612702505" sldId="2147483692"/>
              <ac:spMk id="4" creationId="{68978DA0-41BF-B60B-431E-237BD228D02F}"/>
            </ac:spMkLst>
          </pc:spChg>
          <pc:spChg chg="add del mod">
            <ac:chgData name="Palit, Tapti" userId="dec6fbcd-7598-406a-8cbf-504d4a3bac15" providerId="ADAL" clId="{65104DF2-1B45-4C36-9E2A-F89658839DCF}" dt="2024-01-15T19:28:17.570" v="622" actId="478"/>
            <ac:spMkLst>
              <pc:docMk/>
              <pc:sldMasterMk cId="233712816" sldId="2147483680"/>
              <pc:sldLayoutMk cId="2612702505" sldId="2147483692"/>
              <ac:spMk id="5" creationId="{2C43D45F-AA0B-955E-0140-2C751304640F}"/>
            </ac:spMkLst>
          </pc:spChg>
          <pc:spChg chg="add mod">
            <ac:chgData name="Palit, Tapti" userId="dec6fbcd-7598-406a-8cbf-504d4a3bac15" providerId="ADAL" clId="{65104DF2-1B45-4C36-9E2A-F89658839DCF}" dt="2024-01-15T20:14:09.106" v="898" actId="2711"/>
            <ac:spMkLst>
              <pc:docMk/>
              <pc:sldMasterMk cId="233712816" sldId="2147483680"/>
              <pc:sldLayoutMk cId="2612702505" sldId="2147483692"/>
              <ac:spMk id="7" creationId="{77BF8737-CB5A-7C1E-4812-922A7A8693CF}"/>
            </ac:spMkLst>
          </pc:spChg>
        </pc:sldLayoutChg>
      </pc:sldMasterChg>
      <pc:sldMasterChg chg="modSldLayout">
        <pc:chgData name="Palit, Tapti" userId="dec6fbcd-7598-406a-8cbf-504d4a3bac15" providerId="ADAL" clId="{65104DF2-1B45-4C36-9E2A-F89658839DCF}" dt="2024-01-15T17:57:32.767" v="0"/>
        <pc:sldMasterMkLst>
          <pc:docMk/>
          <pc:sldMasterMk cId="2454242851" sldId="2147483683"/>
        </pc:sldMasterMkLst>
        <pc:sldLayoutChg chg="addSp">
          <pc:chgData name="Palit, Tapti" userId="dec6fbcd-7598-406a-8cbf-504d4a3bac15" providerId="ADAL" clId="{65104DF2-1B45-4C36-9E2A-F89658839DCF}" dt="2024-01-15T17:57:32.767" v="0"/>
          <pc:sldLayoutMkLst>
            <pc:docMk/>
            <pc:sldMasterMk cId="2454242851" sldId="2147483683"/>
            <pc:sldLayoutMk cId="3724183353" sldId="2147483685"/>
          </pc:sldLayoutMkLst>
          <pc:spChg chg="add">
            <ac:chgData name="Palit, Tapti" userId="dec6fbcd-7598-406a-8cbf-504d4a3bac15" providerId="ADAL" clId="{65104DF2-1B45-4C36-9E2A-F89658839DCF}" dt="2024-01-15T17:57:32.767" v="0"/>
            <ac:spMkLst>
              <pc:docMk/>
              <pc:sldMasterMk cId="2454242851" sldId="2147483683"/>
              <pc:sldLayoutMk cId="3724183353" sldId="2147483685"/>
              <ac:spMk id="7" creationId="{96E13ED4-8419-74DB-A31E-C11F1E44CFAF}"/>
            </ac:spMkLst>
          </pc:spChg>
        </pc:sldLayoutChg>
      </pc:sldMasterChg>
      <pc:sldMasterChg chg="modSldLayout">
        <pc:chgData name="Palit, Tapti" userId="dec6fbcd-7598-406a-8cbf-504d4a3bac15" providerId="ADAL" clId="{65104DF2-1B45-4C36-9E2A-F89658839DCF}" dt="2024-01-15T17:57:35.172" v="12"/>
        <pc:sldMasterMkLst>
          <pc:docMk/>
          <pc:sldMasterMk cId="3178403950" sldId="2147483701"/>
        </pc:sldMasterMkLst>
        <pc:sldLayoutChg chg="addSp">
          <pc:chgData name="Palit, Tapti" userId="dec6fbcd-7598-406a-8cbf-504d4a3bac15" providerId="ADAL" clId="{65104DF2-1B45-4C36-9E2A-F89658839DCF}" dt="2024-01-15T17:57:35.172" v="12"/>
          <pc:sldLayoutMkLst>
            <pc:docMk/>
            <pc:sldMasterMk cId="3178403950" sldId="2147483701"/>
            <pc:sldLayoutMk cId="3797271499" sldId="2147483703"/>
          </pc:sldLayoutMkLst>
          <pc:spChg chg="add">
            <ac:chgData name="Palit, Tapti" userId="dec6fbcd-7598-406a-8cbf-504d4a3bac15" providerId="ADAL" clId="{65104DF2-1B45-4C36-9E2A-F89658839DCF}" dt="2024-01-15T17:57:35.172" v="12"/>
            <ac:spMkLst>
              <pc:docMk/>
              <pc:sldMasterMk cId="3178403950" sldId="2147483701"/>
              <pc:sldLayoutMk cId="3797271499" sldId="2147483703"/>
              <ac:spMk id="7" creationId="{19C2BC25-0BE6-75E0-665B-C9BC9082C7E3}"/>
            </ac:spMkLst>
          </pc:spChg>
        </pc:sldLayoutChg>
      </pc:sldMasterChg>
    </pc:docChg>
  </pc:docChgLst>
  <pc:docChgLst>
    <pc:chgData name="Palit, Tapti" userId="dec6fbcd-7598-406a-8cbf-504d4a3bac15" providerId="ADAL" clId="{ECD42228-5B96-4A72-B268-C46DF994E6B7}"/>
    <pc:docChg chg="undo redo custSel addSld delSld modSld sldOrd modMainMaster">
      <pc:chgData name="Palit, Tapti" userId="dec6fbcd-7598-406a-8cbf-504d4a3bac15" providerId="ADAL" clId="{ECD42228-5B96-4A72-B268-C46DF994E6B7}" dt="2024-03-10T16:33:46.406" v="116274" actId="122"/>
      <pc:docMkLst>
        <pc:docMk/>
      </pc:docMkLst>
      <pc:sldChg chg="addSp delSp modSp add del mod setBg modClrScheme addCm delCm modCm chgLayout modNotesTx">
        <pc:chgData name="Palit, Tapti" userId="dec6fbcd-7598-406a-8cbf-504d4a3bac15" providerId="ADAL" clId="{ECD42228-5B96-4A72-B268-C46DF994E6B7}" dt="2024-02-13T04:38:49.220" v="115781" actId="1076"/>
        <pc:sldMkLst>
          <pc:docMk/>
          <pc:sldMk cId="4049575248" sldId="256"/>
        </pc:sldMkLst>
        <pc:spChg chg="mod ord">
          <ac:chgData name="Palit, Tapti" userId="dec6fbcd-7598-406a-8cbf-504d4a3bac15" providerId="ADAL" clId="{ECD42228-5B96-4A72-B268-C46DF994E6B7}" dt="2024-01-30T05:01:48.097" v="86898" actId="6264"/>
          <ac:spMkLst>
            <pc:docMk/>
            <pc:sldMk cId="4049575248" sldId="256"/>
            <ac:spMk id="2" creationId="{00000000-0000-0000-0000-000000000000}"/>
          </ac:spMkLst>
        </pc:spChg>
        <pc:spChg chg="del mod ord">
          <ac:chgData name="Palit, Tapti" userId="dec6fbcd-7598-406a-8cbf-504d4a3bac15" providerId="ADAL" clId="{ECD42228-5B96-4A72-B268-C46DF994E6B7}" dt="2024-02-09T01:35:09.514" v="102463" actId="3064"/>
          <ac:spMkLst>
            <pc:docMk/>
            <pc:sldMk cId="4049575248" sldId="256"/>
            <ac:spMk id="3" creationId="{00000000-0000-0000-0000-000000000000}"/>
          </ac:spMkLst>
        </pc:spChg>
        <pc:spChg chg="add del mod">
          <ac:chgData name="Palit, Tapti" userId="dec6fbcd-7598-406a-8cbf-504d4a3bac15" providerId="ADAL" clId="{ECD42228-5B96-4A72-B268-C46DF994E6B7}" dt="2024-01-14T19:15:51.199" v="350" actId="6264"/>
          <ac:spMkLst>
            <pc:docMk/>
            <pc:sldMk cId="4049575248" sldId="256"/>
            <ac:spMk id="4" creationId="{63A26B20-C8F9-83FF-2BE9-75E45C28633E}"/>
          </ac:spMkLst>
        </pc:spChg>
        <pc:spChg chg="add del">
          <ac:chgData name="Palit, Tapti" userId="dec6fbcd-7598-406a-8cbf-504d4a3bac15" providerId="ADAL" clId="{ECD42228-5B96-4A72-B268-C46DF994E6B7}" dt="2024-01-16T03:59:15.539" v="5704" actId="478"/>
          <ac:spMkLst>
            <pc:docMk/>
            <pc:sldMk cId="4049575248" sldId="256"/>
            <ac:spMk id="4" creationId="{89B7C8A5-E60E-44E1-B291-5284BDC11BB2}"/>
          </ac:spMkLst>
        </pc:spChg>
        <pc:spChg chg="add del mod">
          <ac:chgData name="Palit, Tapti" userId="dec6fbcd-7598-406a-8cbf-504d4a3bac15" providerId="ADAL" clId="{ECD42228-5B96-4A72-B268-C46DF994E6B7}" dt="2024-01-29T23:36:19.484" v="82929" actId="6264"/>
          <ac:spMkLst>
            <pc:docMk/>
            <pc:sldMk cId="4049575248" sldId="256"/>
            <ac:spMk id="4" creationId="{A42B71E0-88F9-6F49-8728-2EB8F70D2708}"/>
          </ac:spMkLst>
        </pc:spChg>
        <pc:spChg chg="add del mod">
          <ac:chgData name="Palit, Tapti" userId="dec6fbcd-7598-406a-8cbf-504d4a3bac15" providerId="ADAL" clId="{ECD42228-5B96-4A72-B268-C46DF994E6B7}" dt="2024-01-30T05:01:48.097" v="86898" actId="6264"/>
          <ac:spMkLst>
            <pc:docMk/>
            <pc:sldMk cId="4049575248" sldId="256"/>
            <ac:spMk id="4" creationId="{C8D1536F-604B-F881-1229-9DA1B79659F3}"/>
          </ac:spMkLst>
        </pc:spChg>
        <pc:spChg chg="add del mod">
          <ac:chgData name="Palit, Tapti" userId="dec6fbcd-7598-406a-8cbf-504d4a3bac15" providerId="ADAL" clId="{ECD42228-5B96-4A72-B268-C46DF994E6B7}" dt="2024-01-30T05:01:48.097" v="86898" actId="6264"/>
          <ac:spMkLst>
            <pc:docMk/>
            <pc:sldMk cId="4049575248" sldId="256"/>
            <ac:spMk id="5" creationId="{C28B2F4B-F3DC-335B-4F21-07424D802C27}"/>
          </ac:spMkLst>
        </pc:spChg>
        <pc:spChg chg="add del mod">
          <ac:chgData name="Palit, Tapti" userId="dec6fbcd-7598-406a-8cbf-504d4a3bac15" providerId="ADAL" clId="{ECD42228-5B96-4A72-B268-C46DF994E6B7}" dt="2024-01-29T23:36:19.484" v="82929" actId="6264"/>
          <ac:spMkLst>
            <pc:docMk/>
            <pc:sldMk cId="4049575248" sldId="256"/>
            <ac:spMk id="5" creationId="{D7A2D0F6-3D9C-FC89-76F1-A1BFA8146338}"/>
          </ac:spMkLst>
        </pc:spChg>
        <pc:spChg chg="add del mod">
          <ac:chgData name="Palit, Tapti" userId="dec6fbcd-7598-406a-8cbf-504d4a3bac15" providerId="ADAL" clId="{ECD42228-5B96-4A72-B268-C46DF994E6B7}" dt="2024-01-14T19:15:51.199" v="350" actId="6264"/>
          <ac:spMkLst>
            <pc:docMk/>
            <pc:sldMk cId="4049575248" sldId="256"/>
            <ac:spMk id="5" creationId="{F5D355AC-0101-F058-16C0-052F7F3856D6}"/>
          </ac:spMkLst>
        </pc:spChg>
        <pc:spChg chg="add del mod">
          <ac:chgData name="Palit, Tapti" userId="dec6fbcd-7598-406a-8cbf-504d4a3bac15" providerId="ADAL" clId="{ECD42228-5B96-4A72-B268-C46DF994E6B7}" dt="2024-01-14T19:16:13.765" v="351" actId="6264"/>
          <ac:spMkLst>
            <pc:docMk/>
            <pc:sldMk cId="4049575248" sldId="256"/>
            <ac:spMk id="6" creationId="{5915DA1E-BC3F-B028-8DEE-EAAFF9B71DBE}"/>
          </ac:spMkLst>
        </pc:spChg>
        <pc:spChg chg="add del mod">
          <ac:chgData name="Palit, Tapti" userId="dec6fbcd-7598-406a-8cbf-504d4a3bac15" providerId="ADAL" clId="{ECD42228-5B96-4A72-B268-C46DF994E6B7}" dt="2024-01-14T19:16:13.765" v="351" actId="6264"/>
          <ac:spMkLst>
            <pc:docMk/>
            <pc:sldMk cId="4049575248" sldId="256"/>
            <ac:spMk id="7" creationId="{FCFA162C-B176-F09C-13B6-1DA904FA9630}"/>
          </ac:spMkLst>
        </pc:spChg>
        <pc:spChg chg="add del mod">
          <ac:chgData name="Palit, Tapti" userId="dec6fbcd-7598-406a-8cbf-504d4a3bac15" providerId="ADAL" clId="{ECD42228-5B96-4A72-B268-C46DF994E6B7}" dt="2024-01-14T19:12:26.343" v="342" actId="26606"/>
          <ac:spMkLst>
            <pc:docMk/>
            <pc:sldMk cId="4049575248" sldId="256"/>
            <ac:spMk id="8" creationId="{A631B3DC-B91D-E42F-3C44-96E7E281D77C}"/>
          </ac:spMkLst>
        </pc:spChg>
        <pc:spChg chg="add mod ord">
          <ac:chgData name="Palit, Tapti" userId="dec6fbcd-7598-406a-8cbf-504d4a3bac15" providerId="ADAL" clId="{ECD42228-5B96-4A72-B268-C46DF994E6B7}" dt="2024-01-14T19:17:10.151" v="362" actId="20577"/>
          <ac:spMkLst>
            <pc:docMk/>
            <pc:sldMk cId="4049575248" sldId="256"/>
            <ac:spMk id="9" creationId="{C736C304-F8BC-C1C9-7B14-34898BEC2B34}"/>
          </ac:spMkLst>
        </pc:spChg>
        <pc:spChg chg="add del mod">
          <ac:chgData name="Palit, Tapti" userId="dec6fbcd-7598-406a-8cbf-504d4a3bac15" providerId="ADAL" clId="{ECD42228-5B96-4A72-B268-C46DF994E6B7}" dt="2024-01-14T19:12:26.343" v="342" actId="26606"/>
          <ac:spMkLst>
            <pc:docMk/>
            <pc:sldMk cId="4049575248" sldId="256"/>
            <ac:spMk id="10" creationId="{8FDEF972-7A14-79A1-382E-59A93FA9052B}"/>
          </ac:spMkLst>
        </pc:spChg>
        <pc:spChg chg="add del mod">
          <ac:chgData name="Palit, Tapti" userId="dec6fbcd-7598-406a-8cbf-504d4a3bac15" providerId="ADAL" clId="{ECD42228-5B96-4A72-B268-C46DF994E6B7}" dt="2024-01-16T23:04:49.662" v="7912" actId="6264"/>
          <ac:spMkLst>
            <pc:docMk/>
            <pc:sldMk cId="4049575248" sldId="256"/>
            <ac:spMk id="12" creationId="{4184E715-8EF3-6B5D-EB1B-A5B1012ECB55}"/>
          </ac:spMkLst>
        </pc:spChg>
        <pc:spChg chg="add del mod">
          <ac:chgData name="Palit, Tapti" userId="dec6fbcd-7598-406a-8cbf-504d4a3bac15" providerId="ADAL" clId="{ECD42228-5B96-4A72-B268-C46DF994E6B7}" dt="2024-01-14T19:12:37.478" v="345" actId="26606"/>
          <ac:spMkLst>
            <pc:docMk/>
            <pc:sldMk cId="4049575248" sldId="256"/>
            <ac:spMk id="12" creationId="{CA791BE2-9ACF-68F9-DDF9-A73F2A57782C}"/>
          </ac:spMkLst>
        </pc:spChg>
        <pc:spChg chg="add del mod">
          <ac:chgData name="Palit, Tapti" userId="dec6fbcd-7598-406a-8cbf-504d4a3bac15" providerId="ADAL" clId="{ECD42228-5B96-4A72-B268-C46DF994E6B7}" dt="2024-01-16T23:04:49.662" v="7912" actId="6264"/>
          <ac:spMkLst>
            <pc:docMk/>
            <pc:sldMk cId="4049575248" sldId="256"/>
            <ac:spMk id="13" creationId="{3D6F8DFE-B0CD-CC19-4E44-940755455AB8}"/>
          </ac:spMkLst>
        </pc:spChg>
        <pc:spChg chg="add del mod">
          <ac:chgData name="Palit, Tapti" userId="dec6fbcd-7598-406a-8cbf-504d4a3bac15" providerId="ADAL" clId="{ECD42228-5B96-4A72-B268-C46DF994E6B7}" dt="2024-01-14T19:12:37.478" v="345" actId="26606"/>
          <ac:spMkLst>
            <pc:docMk/>
            <pc:sldMk cId="4049575248" sldId="256"/>
            <ac:spMk id="13" creationId="{5E3583ED-9FBB-69B1-5F27-A938A3E4ECCF}"/>
          </ac:spMkLst>
        </pc:spChg>
        <pc:spChg chg="add del">
          <ac:chgData name="Palit, Tapti" userId="dec6fbcd-7598-406a-8cbf-504d4a3bac15" providerId="ADAL" clId="{ECD42228-5B96-4A72-B268-C46DF994E6B7}" dt="2024-01-16T04:02:57.412" v="5723" actId="26606"/>
          <ac:spMkLst>
            <pc:docMk/>
            <pc:sldMk cId="4049575248" sldId="256"/>
            <ac:spMk id="2063" creationId="{E91DC736-0EF8-4F87-9146-EBF1D2EE4D3D}"/>
          </ac:spMkLst>
        </pc:spChg>
        <pc:spChg chg="add del">
          <ac:chgData name="Palit, Tapti" userId="dec6fbcd-7598-406a-8cbf-504d4a3bac15" providerId="ADAL" clId="{ECD42228-5B96-4A72-B268-C46DF994E6B7}" dt="2024-01-16T04:02:57.412" v="5723" actId="26606"/>
          <ac:spMkLst>
            <pc:docMk/>
            <pc:sldMk cId="4049575248" sldId="256"/>
            <ac:spMk id="2065" creationId="{097CD68E-23E3-4007-8847-CD0944C4F7BE}"/>
          </ac:spMkLst>
        </pc:spChg>
        <pc:spChg chg="add del">
          <ac:chgData name="Palit, Tapti" userId="dec6fbcd-7598-406a-8cbf-504d4a3bac15" providerId="ADAL" clId="{ECD42228-5B96-4A72-B268-C46DF994E6B7}" dt="2024-01-16T04:02:57.412" v="5723" actId="26606"/>
          <ac:spMkLst>
            <pc:docMk/>
            <pc:sldMk cId="4049575248" sldId="256"/>
            <ac:spMk id="2067" creationId="{AF2F604E-43BE-4DC3-B983-E071523364F8}"/>
          </ac:spMkLst>
        </pc:spChg>
        <pc:spChg chg="add del">
          <ac:chgData name="Palit, Tapti" userId="dec6fbcd-7598-406a-8cbf-504d4a3bac15" providerId="ADAL" clId="{ECD42228-5B96-4A72-B268-C46DF994E6B7}" dt="2024-01-16T04:02:57.412" v="5723" actId="26606"/>
          <ac:spMkLst>
            <pc:docMk/>
            <pc:sldMk cId="4049575248" sldId="256"/>
            <ac:spMk id="2069" creationId="{08C9B587-E65E-4B52-B37C-ABEBB6E87928}"/>
          </ac:spMkLst>
        </pc:spChg>
        <pc:picChg chg="add del mod">
          <ac:chgData name="Palit, Tapti" userId="dec6fbcd-7598-406a-8cbf-504d4a3bac15" providerId="ADAL" clId="{ECD42228-5B96-4A72-B268-C46DF994E6B7}" dt="2024-01-16T04:00:08.245" v="5710" actId="478"/>
          <ac:picMkLst>
            <pc:docMk/>
            <pc:sldMk cId="4049575248" sldId="256"/>
            <ac:picMk id="6" creationId="{236E37AA-A832-22FC-DE73-CFB20E9FEF28}"/>
          </ac:picMkLst>
        </pc:picChg>
        <pc:picChg chg="add del mod">
          <ac:chgData name="Palit, Tapti" userId="dec6fbcd-7598-406a-8cbf-504d4a3bac15" providerId="ADAL" clId="{ECD42228-5B96-4A72-B268-C46DF994E6B7}" dt="2024-01-16T01:26:02.505" v="4569" actId="478"/>
          <ac:picMkLst>
            <pc:docMk/>
            <pc:sldMk cId="4049575248" sldId="256"/>
            <ac:picMk id="2050" creationId="{667BE617-FF1E-859B-D209-88ED979EB7C3}"/>
          </ac:picMkLst>
        </pc:picChg>
        <pc:picChg chg="mod">
          <ac:chgData name="Palit, Tapti" userId="dec6fbcd-7598-406a-8cbf-504d4a3bac15" providerId="ADAL" clId="{ECD42228-5B96-4A72-B268-C46DF994E6B7}" dt="2024-01-30T21:06:18.367" v="94752" actId="1076"/>
          <ac:picMkLst>
            <pc:docMk/>
            <pc:sldMk cId="4049575248" sldId="256"/>
            <ac:picMk id="2052" creationId="{E2D02FFE-36EE-2CBE-F640-2DDCC7C27F12}"/>
          </ac:picMkLst>
        </pc:picChg>
        <pc:picChg chg="add del mod">
          <ac:chgData name="Palit, Tapti" userId="dec6fbcd-7598-406a-8cbf-504d4a3bac15" providerId="ADAL" clId="{ECD42228-5B96-4A72-B268-C46DF994E6B7}" dt="2024-01-16T01:26:02.505" v="4569" actId="478"/>
          <ac:picMkLst>
            <pc:docMk/>
            <pc:sldMk cId="4049575248" sldId="256"/>
            <ac:picMk id="2052" creationId="{E4CADDB5-B5EB-B767-E57A-65DB20E37DC1}"/>
          </ac:picMkLst>
        </pc:picChg>
        <pc:picChg chg="add del mod">
          <ac:chgData name="Palit, Tapti" userId="dec6fbcd-7598-406a-8cbf-504d4a3bac15" providerId="ADAL" clId="{ECD42228-5B96-4A72-B268-C46DF994E6B7}" dt="2024-01-16T04:02:40.648" v="5716" actId="478"/>
          <ac:picMkLst>
            <pc:docMk/>
            <pc:sldMk cId="4049575248" sldId="256"/>
            <ac:picMk id="2056" creationId="{86CE6882-8DB6-8C17-1B68-DBB165DEAFAF}"/>
          </ac:picMkLst>
        </pc:picChg>
        <pc:picChg chg="add del mod ord">
          <ac:chgData name="Palit, Tapti" userId="dec6fbcd-7598-406a-8cbf-504d4a3bac15" providerId="ADAL" clId="{ECD42228-5B96-4A72-B268-C46DF994E6B7}" dt="2024-01-16T20:27:00.213" v="7779" actId="478"/>
          <ac:picMkLst>
            <pc:docMk/>
            <pc:sldMk cId="4049575248" sldId="256"/>
            <ac:picMk id="2058" creationId="{CEC969A2-C832-EB78-452A-C15B56A8794F}"/>
          </ac:picMkLst>
        </pc:picChg>
        <pc:picChg chg="add del mod">
          <ac:chgData name="Palit, Tapti" userId="dec6fbcd-7598-406a-8cbf-504d4a3bac15" providerId="ADAL" clId="{ECD42228-5B96-4A72-B268-C46DF994E6B7}" dt="2024-02-08T21:05:07.269" v="100758" actId="1076"/>
          <ac:picMkLst>
            <pc:docMk/>
            <pc:sldMk cId="4049575248" sldId="256"/>
            <ac:picMk id="2060" creationId="{07A6A5DC-B1E6-93A8-037C-46904CF2F4E1}"/>
          </ac:picMkLst>
        </pc:picChg>
        <pc:picChg chg="add mod">
          <ac:chgData name="Palit, Tapti" userId="dec6fbcd-7598-406a-8cbf-504d4a3bac15" providerId="ADAL" clId="{ECD42228-5B96-4A72-B268-C46DF994E6B7}" dt="2024-02-13T04:38:49.220" v="115781" actId="1076"/>
          <ac:picMkLst>
            <pc:docMk/>
            <pc:sldMk cId="4049575248" sldId="256"/>
            <ac:picMk id="2062" creationId="{25771480-09B8-1A99-4DA8-5461E232B06B}"/>
          </ac:picMkLst>
        </pc:picChg>
        <pc:picChg chg="add del">
          <ac:chgData name="Palit, Tapti" userId="dec6fbcd-7598-406a-8cbf-504d4a3bac15" providerId="ADAL" clId="{ECD42228-5B96-4A72-B268-C46DF994E6B7}" dt="2024-01-16T22:15:54.394" v="7824" actId="478"/>
          <ac:picMkLst>
            <pc:docMk/>
            <pc:sldMk cId="4049575248" sldId="256"/>
            <ac:picMk id="2064" creationId="{A81721E0-6762-C83B-BA51-F004BCEA526D}"/>
          </ac:picMkLst>
        </pc:picChg>
        <pc:cxnChg chg="add mod">
          <ac:chgData name="Palit, Tapti" userId="dec6fbcd-7598-406a-8cbf-504d4a3bac15" providerId="ADAL" clId="{ECD42228-5B96-4A72-B268-C46DF994E6B7}" dt="2024-02-08T21:05:13.301" v="100759" actId="1076"/>
          <ac:cxnSpMkLst>
            <pc:docMk/>
            <pc:sldMk cId="4049575248" sldId="256"/>
            <ac:cxnSpMk id="5" creationId="{AEFD4F12-F4EE-FFD1-5F02-3D40DA06975C}"/>
          </ac:cxnSpMkLst>
        </pc:cxnChg>
        <pc:cxnChg chg="add del mod">
          <ac:chgData name="Palit, Tapti" userId="dec6fbcd-7598-406a-8cbf-504d4a3bac15" providerId="ADAL" clId="{ECD42228-5B96-4A72-B268-C46DF994E6B7}" dt="2024-01-16T22:28:21.671" v="7847" actId="478"/>
          <ac:cxnSpMkLst>
            <pc:docMk/>
            <pc:sldMk cId="4049575248" sldId="256"/>
            <ac:cxnSpMk id="7" creationId="{6225025C-687F-6DF5-7C94-4BBACD4E1602}"/>
          </ac:cxnSpMkLst>
        </pc:cxnChg>
        <pc:cxnChg chg="add del mod">
          <ac:chgData name="Palit, Tapti" userId="dec6fbcd-7598-406a-8cbf-504d4a3bac15" providerId="ADAL" clId="{ECD42228-5B96-4A72-B268-C46DF994E6B7}" dt="2024-02-07T12:48:43.757" v="100426" actId="478"/>
          <ac:cxnSpMkLst>
            <pc:docMk/>
            <pc:sldMk cId="4049575248" sldId="256"/>
            <ac:cxnSpMk id="11" creationId="{79E12F6D-BDBE-1D3C-E5FA-94FFC7D08156}"/>
          </ac:cxnSpMkLst>
        </pc:cxnChg>
        <pc:extLst>
          <p:ext xmlns:p="http://schemas.openxmlformats.org/presentationml/2006/main" uri="{D6D511B9-2390-475A-947B-AFAB55BFBCF1}">
            <pc226:cmChg xmlns:pc226="http://schemas.microsoft.com/office/powerpoint/2022/06/main/command" chg="add del mod">
              <pc226:chgData name="Palit, Tapti" userId="dec6fbcd-7598-406a-8cbf-504d4a3bac15" providerId="ADAL" clId="{ECD42228-5B96-4A72-B268-C46DF994E6B7}" dt="2024-01-24T04:40:02.279" v="40474"/>
              <pc2:cmMkLst xmlns:pc2="http://schemas.microsoft.com/office/powerpoint/2019/9/main/command">
                <pc:docMk/>
                <pc:sldMk cId="4049575248" sldId="256"/>
                <pc2:cmMk id="{6A28F1CD-F37D-4220-914D-3CD85ACA77ED}"/>
              </pc2:cmMkLst>
            </pc226:cmChg>
          </p:ext>
        </pc:extLst>
      </pc:sldChg>
      <pc:sldChg chg="modSp add del">
        <pc:chgData name="Palit, Tapti" userId="dec6fbcd-7598-406a-8cbf-504d4a3bac15" providerId="ADAL" clId="{ECD42228-5B96-4A72-B268-C46DF994E6B7}" dt="2024-01-28T03:44:01.241" v="67437" actId="47"/>
        <pc:sldMkLst>
          <pc:docMk/>
          <pc:sldMk cId="2093469296" sldId="380"/>
        </pc:sldMkLst>
        <pc:spChg chg="mod">
          <ac:chgData name="Palit, Tapti" userId="dec6fbcd-7598-406a-8cbf-504d4a3bac15" providerId="ADAL" clId="{ECD42228-5B96-4A72-B268-C46DF994E6B7}" dt="2024-01-14T20:26:10.929" v="732"/>
          <ac:spMkLst>
            <pc:docMk/>
            <pc:sldMk cId="2093469296" sldId="380"/>
            <ac:spMk id="2" creationId="{8BE65D22-BD8E-49FF-936F-0E60B37C4A1C}"/>
          </ac:spMkLst>
        </pc:spChg>
        <pc:spChg chg="mod">
          <ac:chgData name="Palit, Tapti" userId="dec6fbcd-7598-406a-8cbf-504d4a3bac15" providerId="ADAL" clId="{ECD42228-5B96-4A72-B268-C46DF994E6B7}" dt="2024-01-14T20:26:10.929" v="732"/>
          <ac:spMkLst>
            <pc:docMk/>
            <pc:sldMk cId="2093469296" sldId="380"/>
            <ac:spMk id="4" creationId="{E0D8E777-DFC7-4491-B604-F34BF8A3EF01}"/>
          </ac:spMkLst>
        </pc:spChg>
      </pc:sldChg>
      <pc:sldChg chg="modSp add del addCm modCm">
        <pc:chgData name="Palit, Tapti" userId="dec6fbcd-7598-406a-8cbf-504d4a3bac15" providerId="ADAL" clId="{ECD42228-5B96-4A72-B268-C46DF994E6B7}" dt="2024-01-16T01:22:56.688" v="4526" actId="2696"/>
        <pc:sldMkLst>
          <pc:docMk/>
          <pc:sldMk cId="1525952999" sldId="383"/>
        </pc:sldMkLst>
        <pc:spChg chg="mod">
          <ac:chgData name="Palit, Tapti" userId="dec6fbcd-7598-406a-8cbf-504d4a3bac15" providerId="ADAL" clId="{ECD42228-5B96-4A72-B268-C46DF994E6B7}" dt="2024-01-14T19:15:44.382" v="346"/>
          <ac:spMkLst>
            <pc:docMk/>
            <pc:sldMk cId="1525952999" sldId="383"/>
            <ac:spMk id="2" creationId="{8BE65D22-BD8E-49FF-936F-0E60B37C4A1C}"/>
          </ac:spMkLst>
        </pc:spChg>
        <pc:spChg chg="mod">
          <ac:chgData name="Palit, Tapti" userId="dec6fbcd-7598-406a-8cbf-504d4a3bac15" providerId="ADAL" clId="{ECD42228-5B96-4A72-B268-C46DF994E6B7}" dt="2024-01-14T19:15:44.382" v="346"/>
          <ac:spMkLst>
            <pc:docMk/>
            <pc:sldMk cId="1525952999" sldId="383"/>
            <ac:spMk id="4" creationId="{E0D8E777-DFC7-4491-B604-F34BF8A3EF01}"/>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1:17.026" v="1658"/>
              <pc2:cmMkLst xmlns:pc2="http://schemas.microsoft.com/office/powerpoint/2019/9/main/command">
                <pc:docMk/>
                <pc:sldMk cId="1525952999" sldId="383"/>
                <pc2:cmMk id="{236EA145-7962-4F21-9D1C-0D28CA1B1B0E}"/>
              </pc2:cmMkLst>
            </pc226:cmChg>
          </p:ext>
        </pc:extLst>
      </pc:sldChg>
      <pc:sldChg chg="add del mod modShow">
        <pc:chgData name="Palit, Tapti" userId="dec6fbcd-7598-406a-8cbf-504d4a3bac15" providerId="ADAL" clId="{ECD42228-5B96-4A72-B268-C46DF994E6B7}" dt="2024-01-28T03:44:01.241" v="67437" actId="47"/>
        <pc:sldMkLst>
          <pc:docMk/>
          <pc:sldMk cId="4187299163" sldId="383"/>
        </pc:sldMkLst>
      </pc:sldChg>
      <pc:sldChg chg="addSp delSp modSp add del mod delAnim modAnim addCm delCm chgLayout modNotesTx">
        <pc:chgData name="Palit, Tapti" userId="dec6fbcd-7598-406a-8cbf-504d4a3bac15" providerId="ADAL" clId="{ECD42228-5B96-4A72-B268-C46DF994E6B7}" dt="2024-01-28T00:38:49.882" v="67001" actId="2696"/>
        <pc:sldMkLst>
          <pc:docMk/>
          <pc:sldMk cId="545157709" sldId="386"/>
        </pc:sldMkLst>
        <pc:spChg chg="mod ord">
          <ac:chgData name="Palit, Tapti" userId="dec6fbcd-7598-406a-8cbf-504d4a3bac15" providerId="ADAL" clId="{ECD42228-5B96-4A72-B268-C46DF994E6B7}" dt="2024-01-25T04:34:44.943" v="50253" actId="20577"/>
          <ac:spMkLst>
            <pc:docMk/>
            <pc:sldMk cId="545157709" sldId="386"/>
            <ac:spMk id="2" creationId="{E34572E4-3E14-4421-B29A-F1D23D9EC4DB}"/>
          </ac:spMkLst>
        </pc:spChg>
        <pc:spChg chg="mod ord">
          <ac:chgData name="Palit, Tapti" userId="dec6fbcd-7598-406a-8cbf-504d4a3bac15" providerId="ADAL" clId="{ECD42228-5B96-4A72-B268-C46DF994E6B7}" dt="2024-01-25T04:36:12.054" v="50319" actId="20577"/>
          <ac:spMkLst>
            <pc:docMk/>
            <pc:sldMk cId="545157709" sldId="386"/>
            <ac:spMk id="3" creationId="{FD2707FB-39CD-4B34-8272-9D4AEC503DBF}"/>
          </ac:spMkLst>
        </pc:spChg>
        <pc:spChg chg="mod ord">
          <ac:chgData name="Palit, Tapti" userId="dec6fbcd-7598-406a-8cbf-504d4a3bac15" providerId="ADAL" clId="{ECD42228-5B96-4A72-B268-C46DF994E6B7}" dt="2024-01-25T04:03:15.405" v="49713" actId="6264"/>
          <ac:spMkLst>
            <pc:docMk/>
            <pc:sldMk cId="545157709" sldId="386"/>
            <ac:spMk id="4" creationId="{72A5B281-5DE0-480A-B5F7-27044D482295}"/>
          </ac:spMkLst>
        </pc:spChg>
        <pc:spChg chg="add del mod">
          <ac:chgData name="Palit, Tapti" userId="dec6fbcd-7598-406a-8cbf-504d4a3bac15" providerId="ADAL" clId="{ECD42228-5B96-4A72-B268-C46DF994E6B7}" dt="2024-01-25T04:03:15.405" v="49713" actId="6264"/>
          <ac:spMkLst>
            <pc:docMk/>
            <pc:sldMk cId="545157709" sldId="386"/>
            <ac:spMk id="5" creationId="{AEEB94E4-CA3B-8AE4-6BD4-93C81B962D1E}"/>
          </ac:spMkLst>
        </pc:spChg>
        <pc:spChg chg="add del mod">
          <ac:chgData name="Palit, Tapti" userId="dec6fbcd-7598-406a-8cbf-504d4a3bac15" providerId="ADAL" clId="{ECD42228-5B96-4A72-B268-C46DF994E6B7}" dt="2024-01-25T04:03:15.405" v="49713" actId="6264"/>
          <ac:spMkLst>
            <pc:docMk/>
            <pc:sldMk cId="545157709" sldId="386"/>
            <ac:spMk id="6" creationId="{D89D767B-FC90-F18F-B3A9-1591BD20C9C5}"/>
          </ac:spMkLst>
        </pc:spChg>
        <pc:spChg chg="add del mod">
          <ac:chgData name="Palit, Tapti" userId="dec6fbcd-7598-406a-8cbf-504d4a3bac15" providerId="ADAL" clId="{ECD42228-5B96-4A72-B268-C46DF994E6B7}" dt="2024-01-25T04:03:15.405" v="49713" actId="6264"/>
          <ac:spMkLst>
            <pc:docMk/>
            <pc:sldMk cId="545157709" sldId="386"/>
            <ac:spMk id="7" creationId="{55600543-5F5C-E876-AC6C-8670A3CBF1DC}"/>
          </ac:spMkLst>
        </pc:spChg>
        <pc:spChg chg="add del mod">
          <ac:chgData name="Palit, Tapti" userId="dec6fbcd-7598-406a-8cbf-504d4a3bac15" providerId="ADAL" clId="{ECD42228-5B96-4A72-B268-C46DF994E6B7}" dt="2024-01-25T04:03:15.405" v="49713" actId="6264"/>
          <ac:spMkLst>
            <pc:docMk/>
            <pc:sldMk cId="545157709" sldId="386"/>
            <ac:spMk id="8" creationId="{EF80AB6C-7E5D-DA93-5416-020CAA74F3B7}"/>
          </ac:spMkLst>
        </pc:spChg>
        <pc:spChg chg="del mod ord">
          <ac:chgData name="Palit, Tapti" userId="dec6fbcd-7598-406a-8cbf-504d4a3bac15" providerId="ADAL" clId="{ECD42228-5B96-4A72-B268-C46DF994E6B7}" dt="2024-01-25T04:04:00.557" v="49717" actId="478"/>
          <ac:spMkLst>
            <pc:docMk/>
            <pc:sldMk cId="545157709" sldId="386"/>
            <ac:spMk id="10" creationId="{D04772BB-2CB0-AC3E-FC6B-03A1D1564821}"/>
          </ac:spMkLst>
        </pc:spChg>
        <pc:spChg chg="add mod">
          <ac:chgData name="Palit, Tapti" userId="dec6fbcd-7598-406a-8cbf-504d4a3bac15" providerId="ADAL" clId="{ECD42228-5B96-4A72-B268-C46DF994E6B7}" dt="2024-01-25T04:34:28.220" v="50252" actId="20577"/>
          <ac:spMkLst>
            <pc:docMk/>
            <pc:sldMk cId="545157709" sldId="386"/>
            <ac:spMk id="11" creationId="{D8D9A97E-4E35-5D3E-8975-19B80BB97A0A}"/>
          </ac:spMkLst>
        </pc:spChg>
        <pc:spChg chg="add mod">
          <ac:chgData name="Palit, Tapti" userId="dec6fbcd-7598-406a-8cbf-504d4a3bac15" providerId="ADAL" clId="{ECD42228-5B96-4A72-B268-C46DF994E6B7}" dt="2024-01-25T04:35:04.999" v="50256" actId="1076"/>
          <ac:spMkLst>
            <pc:docMk/>
            <pc:sldMk cId="545157709" sldId="386"/>
            <ac:spMk id="12" creationId="{26477F96-6884-CFE7-91D6-7C1AD81FBBDD}"/>
          </ac:spMkLst>
        </pc:spChg>
        <pc:spChg chg="add mod">
          <ac:chgData name="Palit, Tapti" userId="dec6fbcd-7598-406a-8cbf-504d4a3bac15" providerId="ADAL" clId="{ECD42228-5B96-4A72-B268-C46DF994E6B7}" dt="2024-01-25T04:35:04.999" v="50256" actId="1076"/>
          <ac:spMkLst>
            <pc:docMk/>
            <pc:sldMk cId="545157709" sldId="386"/>
            <ac:spMk id="14" creationId="{27AB9375-19B9-3335-1C81-AAE7C1AA2B1E}"/>
          </ac:spMkLst>
        </pc:spChg>
        <pc:spChg chg="add mod">
          <ac:chgData name="Palit, Tapti" userId="dec6fbcd-7598-406a-8cbf-504d4a3bac15" providerId="ADAL" clId="{ECD42228-5B96-4A72-B268-C46DF994E6B7}" dt="2024-01-25T05:35:08.776" v="52305" actId="1076"/>
          <ac:spMkLst>
            <pc:docMk/>
            <pc:sldMk cId="545157709" sldId="386"/>
            <ac:spMk id="15" creationId="{097540DE-7781-4992-BC88-27507BDF37DA}"/>
          </ac:spMkLst>
        </pc:spChg>
        <pc:spChg chg="del">
          <ac:chgData name="Palit, Tapti" userId="dec6fbcd-7598-406a-8cbf-504d4a3bac15" providerId="ADAL" clId="{ECD42228-5B96-4A72-B268-C46DF994E6B7}" dt="2024-01-25T04:02:57.612" v="49709" actId="478"/>
          <ac:spMkLst>
            <pc:docMk/>
            <pc:sldMk cId="545157709" sldId="386"/>
            <ac:spMk id="50" creationId="{2E5D8983-FD91-4799-8B40-2904AFD2D274}"/>
          </ac:spMkLst>
        </pc:spChg>
        <pc:spChg chg="del">
          <ac:chgData name="Palit, Tapti" userId="dec6fbcd-7598-406a-8cbf-504d4a3bac15" providerId="ADAL" clId="{ECD42228-5B96-4A72-B268-C46DF994E6B7}" dt="2024-01-25T04:02:57.612" v="49709" actId="478"/>
          <ac:spMkLst>
            <pc:docMk/>
            <pc:sldMk cId="545157709" sldId="386"/>
            <ac:spMk id="51" creationId="{9D2C3D7C-3455-4F60-8F08-9F0E3043228C}"/>
          </ac:spMkLst>
        </pc:spChg>
        <pc:spChg chg="del">
          <ac:chgData name="Palit, Tapti" userId="dec6fbcd-7598-406a-8cbf-504d4a3bac15" providerId="ADAL" clId="{ECD42228-5B96-4A72-B268-C46DF994E6B7}" dt="2024-01-25T04:02:57.612" v="49709" actId="478"/>
          <ac:spMkLst>
            <pc:docMk/>
            <pc:sldMk cId="545157709" sldId="386"/>
            <ac:spMk id="52" creationId="{9CE44116-F4E8-40B3-8C1D-D19E1D35B3E4}"/>
          </ac:spMkLst>
        </pc:spChg>
        <pc:spChg chg="del">
          <ac:chgData name="Palit, Tapti" userId="dec6fbcd-7598-406a-8cbf-504d4a3bac15" providerId="ADAL" clId="{ECD42228-5B96-4A72-B268-C46DF994E6B7}" dt="2024-01-25T04:02:57.612" v="49709" actId="478"/>
          <ac:spMkLst>
            <pc:docMk/>
            <pc:sldMk cId="545157709" sldId="386"/>
            <ac:spMk id="53" creationId="{38499E77-69FC-4D39-818D-E9A75647CCE0}"/>
          </ac:spMkLst>
        </pc:spChg>
        <pc:spChg chg="del">
          <ac:chgData name="Palit, Tapti" userId="dec6fbcd-7598-406a-8cbf-504d4a3bac15" providerId="ADAL" clId="{ECD42228-5B96-4A72-B268-C46DF994E6B7}" dt="2024-01-25T04:02:57.612" v="49709" actId="478"/>
          <ac:spMkLst>
            <pc:docMk/>
            <pc:sldMk cId="545157709" sldId="386"/>
            <ac:spMk id="54" creationId="{5D4BBE69-092F-4B66-ADA4-D5C2CB44CB69}"/>
          </ac:spMkLst>
        </pc:spChg>
        <pc:spChg chg="del">
          <ac:chgData name="Palit, Tapti" userId="dec6fbcd-7598-406a-8cbf-504d4a3bac15" providerId="ADAL" clId="{ECD42228-5B96-4A72-B268-C46DF994E6B7}" dt="2024-01-25T04:02:57.612" v="49709" actId="478"/>
          <ac:spMkLst>
            <pc:docMk/>
            <pc:sldMk cId="545157709" sldId="386"/>
            <ac:spMk id="55" creationId="{8BF824DA-F870-47E3-9A89-DA0D69FBBAE5}"/>
          </ac:spMkLst>
        </pc:spChg>
        <pc:spChg chg="del">
          <ac:chgData name="Palit, Tapti" userId="dec6fbcd-7598-406a-8cbf-504d4a3bac15" providerId="ADAL" clId="{ECD42228-5B96-4A72-B268-C46DF994E6B7}" dt="2024-01-25T04:02:57.612" v="49709" actId="478"/>
          <ac:spMkLst>
            <pc:docMk/>
            <pc:sldMk cId="545157709" sldId="386"/>
            <ac:spMk id="56" creationId="{F82E92CD-C67C-46CD-81F6-357941FF3C2D}"/>
          </ac:spMkLst>
        </pc:spChg>
        <pc:spChg chg="del">
          <ac:chgData name="Palit, Tapti" userId="dec6fbcd-7598-406a-8cbf-504d4a3bac15" providerId="ADAL" clId="{ECD42228-5B96-4A72-B268-C46DF994E6B7}" dt="2024-01-25T04:02:57.612" v="49709" actId="478"/>
          <ac:spMkLst>
            <pc:docMk/>
            <pc:sldMk cId="545157709" sldId="386"/>
            <ac:spMk id="57" creationId="{BA350550-96BA-4F8E-AF2E-FD6FD022D76E}"/>
          </ac:spMkLst>
        </pc:spChg>
        <pc:spChg chg="del">
          <ac:chgData name="Palit, Tapti" userId="dec6fbcd-7598-406a-8cbf-504d4a3bac15" providerId="ADAL" clId="{ECD42228-5B96-4A72-B268-C46DF994E6B7}" dt="2024-01-25T04:02:57.612" v="49709" actId="478"/>
          <ac:spMkLst>
            <pc:docMk/>
            <pc:sldMk cId="545157709" sldId="386"/>
            <ac:spMk id="66" creationId="{09B982BD-AAA6-4659-86DF-34A114F972D0}"/>
          </ac:spMkLst>
        </pc:spChg>
        <pc:spChg chg="del">
          <ac:chgData name="Palit, Tapti" userId="dec6fbcd-7598-406a-8cbf-504d4a3bac15" providerId="ADAL" clId="{ECD42228-5B96-4A72-B268-C46DF994E6B7}" dt="2024-01-25T04:02:57.612" v="49709" actId="478"/>
          <ac:spMkLst>
            <pc:docMk/>
            <pc:sldMk cId="545157709" sldId="386"/>
            <ac:spMk id="68" creationId="{C04B3B97-477A-4DC3-85DD-65BCC1998963}"/>
          </ac:spMkLst>
        </pc:spChg>
        <pc:spChg chg="del">
          <ac:chgData name="Palit, Tapti" userId="dec6fbcd-7598-406a-8cbf-504d4a3bac15" providerId="ADAL" clId="{ECD42228-5B96-4A72-B268-C46DF994E6B7}" dt="2024-01-25T04:02:57.612" v="49709" actId="478"/>
          <ac:spMkLst>
            <pc:docMk/>
            <pc:sldMk cId="545157709" sldId="386"/>
            <ac:spMk id="70" creationId="{58B3978C-4BFD-4E5E-BAFF-118859B41926}"/>
          </ac:spMkLst>
        </pc:spChg>
        <pc:spChg chg="del mod">
          <ac:chgData name="Palit, Tapti" userId="dec6fbcd-7598-406a-8cbf-504d4a3bac15" providerId="ADAL" clId="{ECD42228-5B96-4A72-B268-C46DF994E6B7}" dt="2024-01-25T04:03:02.202" v="49711" actId="478"/>
          <ac:spMkLst>
            <pc:docMk/>
            <pc:sldMk cId="545157709" sldId="386"/>
            <ac:spMk id="72" creationId="{7C2403F4-4B94-4340-A397-8736FD961C46}"/>
          </ac:spMkLst>
        </pc:spChg>
        <pc:spChg chg="del mod">
          <ac:chgData name="Palit, Tapti" userId="dec6fbcd-7598-406a-8cbf-504d4a3bac15" providerId="ADAL" clId="{ECD42228-5B96-4A72-B268-C46DF994E6B7}" dt="2024-01-25T04:03:00.570" v="49710" actId="478"/>
          <ac:spMkLst>
            <pc:docMk/>
            <pc:sldMk cId="545157709" sldId="386"/>
            <ac:spMk id="73" creationId="{3C17E219-35AE-4204-BE9E-483258729B9D}"/>
          </ac:spMkLst>
        </pc:spChg>
        <pc:spChg chg="del">
          <ac:chgData name="Palit, Tapti" userId="dec6fbcd-7598-406a-8cbf-504d4a3bac15" providerId="ADAL" clId="{ECD42228-5B96-4A72-B268-C46DF994E6B7}" dt="2024-01-25T04:03:03.659" v="49712" actId="478"/>
          <ac:spMkLst>
            <pc:docMk/>
            <pc:sldMk cId="545157709" sldId="386"/>
            <ac:spMk id="149" creationId="{A2ED0CDF-8759-4172-AFC8-4B4908BAFF88}"/>
          </ac:spMkLst>
        </pc:spChg>
        <pc:grpChg chg="del">
          <ac:chgData name="Palit, Tapti" userId="dec6fbcd-7598-406a-8cbf-504d4a3bac15" providerId="ADAL" clId="{ECD42228-5B96-4A72-B268-C46DF994E6B7}" dt="2024-01-25T04:02:57.612" v="49709" actId="478"/>
          <ac:grpSpMkLst>
            <pc:docMk/>
            <pc:sldMk cId="545157709" sldId="386"/>
            <ac:grpSpMk id="74" creationId="{BA60138B-B68F-4B28-8100-59F41E168BBD}"/>
          </ac:grpSpMkLst>
        </pc:grpChg>
        <pc:graphicFrameChg chg="add mod modGraphic">
          <ac:chgData name="Palit, Tapti" userId="dec6fbcd-7598-406a-8cbf-504d4a3bac15" providerId="ADAL" clId="{ECD42228-5B96-4A72-B268-C46DF994E6B7}" dt="2024-01-25T04:32:47.176" v="50154" actId="947"/>
          <ac:graphicFrameMkLst>
            <pc:docMk/>
            <pc:sldMk cId="545157709" sldId="386"/>
            <ac:graphicFrameMk id="13" creationId="{85666DB5-D78E-C0E9-3649-93E41B7F7755}"/>
          </ac:graphicFrameMkLst>
        </pc:graphicFrameChg>
        <pc:cxnChg chg="add mod">
          <ac:chgData name="Palit, Tapti" userId="dec6fbcd-7598-406a-8cbf-504d4a3bac15" providerId="ADAL" clId="{ECD42228-5B96-4A72-B268-C46DF994E6B7}" dt="2024-01-23T04:01:10.265" v="18476"/>
          <ac:cxnSpMkLst>
            <pc:docMk/>
            <pc:sldMk cId="545157709" sldId="386"/>
            <ac:cxnSpMk id="5" creationId="{0C95FB93-9EFA-1F5B-0F4A-2DE3D089D745}"/>
          </ac:cxnSpMkLst>
        </pc:cxnChg>
        <pc:cxnChg chg="del mod">
          <ac:chgData name="Palit, Tapti" userId="dec6fbcd-7598-406a-8cbf-504d4a3bac15" providerId="ADAL" clId="{ECD42228-5B96-4A72-B268-C46DF994E6B7}" dt="2024-01-25T04:02:57.612" v="49709" actId="478"/>
          <ac:cxnSpMkLst>
            <pc:docMk/>
            <pc:sldMk cId="545157709" sldId="386"/>
            <ac:cxnSpMk id="58" creationId="{449D1255-2F85-4001-BAC9-B407B540FAB9}"/>
          </ac:cxnSpMkLst>
        </pc:cxnChg>
        <pc:cxnChg chg="del mod">
          <ac:chgData name="Palit, Tapti" userId="dec6fbcd-7598-406a-8cbf-504d4a3bac15" providerId="ADAL" clId="{ECD42228-5B96-4A72-B268-C46DF994E6B7}" dt="2024-01-25T04:02:57.612" v="49709" actId="478"/>
          <ac:cxnSpMkLst>
            <pc:docMk/>
            <pc:sldMk cId="545157709" sldId="386"/>
            <ac:cxnSpMk id="59" creationId="{5207B722-0D2B-4072-B6D6-9B374C8A5480}"/>
          </ac:cxnSpMkLst>
        </pc:cxnChg>
        <pc:cxnChg chg="del mod">
          <ac:chgData name="Palit, Tapti" userId="dec6fbcd-7598-406a-8cbf-504d4a3bac15" providerId="ADAL" clId="{ECD42228-5B96-4A72-B268-C46DF994E6B7}" dt="2024-01-25T04:02:57.612" v="49709" actId="478"/>
          <ac:cxnSpMkLst>
            <pc:docMk/>
            <pc:sldMk cId="545157709" sldId="386"/>
            <ac:cxnSpMk id="60" creationId="{6F938D2F-55F9-4966-90EA-64E2C16636DB}"/>
          </ac:cxnSpMkLst>
        </pc:cxnChg>
        <pc:cxnChg chg="del mod">
          <ac:chgData name="Palit, Tapti" userId="dec6fbcd-7598-406a-8cbf-504d4a3bac15" providerId="ADAL" clId="{ECD42228-5B96-4A72-B268-C46DF994E6B7}" dt="2024-01-25T04:02:57.612" v="49709" actId="478"/>
          <ac:cxnSpMkLst>
            <pc:docMk/>
            <pc:sldMk cId="545157709" sldId="386"/>
            <ac:cxnSpMk id="61" creationId="{D4CCF766-71FE-468B-8BE6-249AB20D65C6}"/>
          </ac:cxnSpMkLst>
        </pc:cxnChg>
        <pc:cxnChg chg="del mod">
          <ac:chgData name="Palit, Tapti" userId="dec6fbcd-7598-406a-8cbf-504d4a3bac15" providerId="ADAL" clId="{ECD42228-5B96-4A72-B268-C46DF994E6B7}" dt="2024-01-25T04:02:57.612" v="49709" actId="478"/>
          <ac:cxnSpMkLst>
            <pc:docMk/>
            <pc:sldMk cId="545157709" sldId="386"/>
            <ac:cxnSpMk id="62" creationId="{44B376BE-3581-4550-B2D8-848E68A7B049}"/>
          </ac:cxnSpMkLst>
        </pc:cxnChg>
        <pc:cxnChg chg="del mod">
          <ac:chgData name="Palit, Tapti" userId="dec6fbcd-7598-406a-8cbf-504d4a3bac15" providerId="ADAL" clId="{ECD42228-5B96-4A72-B268-C46DF994E6B7}" dt="2024-01-25T04:02:57.612" v="49709" actId="478"/>
          <ac:cxnSpMkLst>
            <pc:docMk/>
            <pc:sldMk cId="545157709" sldId="386"/>
            <ac:cxnSpMk id="63" creationId="{9AD95DB9-F56E-4554-AE1A-9C0E5871E358}"/>
          </ac:cxnSpMkLst>
        </pc:cxnChg>
        <pc:cxnChg chg="del mod">
          <ac:chgData name="Palit, Tapti" userId="dec6fbcd-7598-406a-8cbf-504d4a3bac15" providerId="ADAL" clId="{ECD42228-5B96-4A72-B268-C46DF994E6B7}" dt="2024-01-25T04:02:57.612" v="49709" actId="478"/>
          <ac:cxnSpMkLst>
            <pc:docMk/>
            <pc:sldMk cId="545157709" sldId="386"/>
            <ac:cxnSpMk id="64" creationId="{7F218AA9-1EB5-493A-8117-D4EAECC188E9}"/>
          </ac:cxnSpMkLst>
        </pc:cxnChg>
        <pc:cxnChg chg="del mod">
          <ac:chgData name="Palit, Tapti" userId="dec6fbcd-7598-406a-8cbf-504d4a3bac15" providerId="ADAL" clId="{ECD42228-5B96-4A72-B268-C46DF994E6B7}" dt="2024-01-25T04:02:57.612" v="49709" actId="478"/>
          <ac:cxnSpMkLst>
            <pc:docMk/>
            <pc:sldMk cId="545157709" sldId="386"/>
            <ac:cxnSpMk id="67" creationId="{B082428D-1984-419E-9102-DF83E937FCE3}"/>
          </ac:cxnSpMkLst>
        </pc:cxnChg>
        <pc:cxnChg chg="del mod">
          <ac:chgData name="Palit, Tapti" userId="dec6fbcd-7598-406a-8cbf-504d4a3bac15" providerId="ADAL" clId="{ECD42228-5B96-4A72-B268-C46DF994E6B7}" dt="2024-01-25T04:02:57.612" v="49709" actId="478"/>
          <ac:cxnSpMkLst>
            <pc:docMk/>
            <pc:sldMk cId="545157709" sldId="386"/>
            <ac:cxnSpMk id="69" creationId="{5C2C2910-A49D-458C-923A-86989F356A80}"/>
          </ac:cxnSpMkLst>
        </pc:cxnChg>
        <pc:cxnChg chg="del mod">
          <ac:chgData name="Palit, Tapti" userId="dec6fbcd-7598-406a-8cbf-504d4a3bac15" providerId="ADAL" clId="{ECD42228-5B96-4A72-B268-C46DF994E6B7}" dt="2024-01-25T04:02:57.612" v="49709" actId="478"/>
          <ac:cxnSpMkLst>
            <pc:docMk/>
            <pc:sldMk cId="545157709" sldId="386"/>
            <ac:cxnSpMk id="71" creationId="{9B37114D-AB9B-4D52-A2F6-F146E46D511A}"/>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7T04:09:28.778" v="63208"/>
              <pc2:cmMkLst xmlns:pc2="http://schemas.microsoft.com/office/powerpoint/2019/9/main/command">
                <pc:docMk/>
                <pc:sldMk cId="545157709" sldId="386"/>
                <pc2:cmMk id="{476942AF-D50A-44E2-B0E3-8906F6103F36}"/>
              </pc2:cmMkLst>
            </pc226:cmChg>
          </p:ext>
        </pc:extLst>
      </pc:sldChg>
      <pc:sldChg chg="add del mod modShow">
        <pc:chgData name="Palit, Tapti" userId="dec6fbcd-7598-406a-8cbf-504d4a3bac15" providerId="ADAL" clId="{ECD42228-5B96-4A72-B268-C46DF994E6B7}" dt="2024-01-28T03:44:01.241" v="67437" actId="47"/>
        <pc:sldMkLst>
          <pc:docMk/>
          <pc:sldMk cId="2676798700" sldId="386"/>
        </pc:sldMkLst>
      </pc:sldChg>
      <pc:sldChg chg="modSp add del">
        <pc:chgData name="Palit, Tapti" userId="dec6fbcd-7598-406a-8cbf-504d4a3bac15" providerId="ADAL" clId="{ECD42228-5B96-4A72-B268-C46DF994E6B7}" dt="2024-01-28T03:44:01.241" v="67437" actId="47"/>
        <pc:sldMkLst>
          <pc:docMk/>
          <pc:sldMk cId="781057157" sldId="391"/>
        </pc:sldMkLst>
        <pc:spChg chg="mod">
          <ac:chgData name="Palit, Tapti" userId="dec6fbcd-7598-406a-8cbf-504d4a3bac15" providerId="ADAL" clId="{ECD42228-5B96-4A72-B268-C46DF994E6B7}" dt="2024-01-14T20:26:10.929" v="732"/>
          <ac:spMkLst>
            <pc:docMk/>
            <pc:sldMk cId="781057157" sldId="391"/>
            <ac:spMk id="2" creationId="{4F22071B-705B-4169-9BE5-2632163163BC}"/>
          </ac:spMkLst>
        </pc:spChg>
        <pc:spChg chg="mod">
          <ac:chgData name="Palit, Tapti" userId="dec6fbcd-7598-406a-8cbf-504d4a3bac15" providerId="ADAL" clId="{ECD42228-5B96-4A72-B268-C46DF994E6B7}" dt="2024-01-14T20:26:10.929" v="732"/>
          <ac:spMkLst>
            <pc:docMk/>
            <pc:sldMk cId="781057157" sldId="391"/>
            <ac:spMk id="4" creationId="{64E9BF1B-4F87-454A-97CE-595B8069ED4E}"/>
          </ac:spMkLst>
        </pc:spChg>
        <pc:spChg chg="mod">
          <ac:chgData name="Palit, Tapti" userId="dec6fbcd-7598-406a-8cbf-504d4a3bac15" providerId="ADAL" clId="{ECD42228-5B96-4A72-B268-C46DF994E6B7}" dt="2024-01-14T20:26:10.929" v="732"/>
          <ac:spMkLst>
            <pc:docMk/>
            <pc:sldMk cId="781057157" sldId="391"/>
            <ac:spMk id="39" creationId="{0667E020-A6AE-47D7-860D-93997AC408D0}"/>
          </ac:spMkLst>
        </pc:spChg>
      </pc:sldChg>
      <pc:sldChg chg="delSp modSp add del mod modNotesTx">
        <pc:chgData name="Palit, Tapti" userId="dec6fbcd-7598-406a-8cbf-504d4a3bac15" providerId="ADAL" clId="{ECD42228-5B96-4A72-B268-C46DF994E6B7}" dt="2024-01-25T04:38:33.479" v="50324" actId="47"/>
        <pc:sldMkLst>
          <pc:docMk/>
          <pc:sldMk cId="3427465704" sldId="392"/>
        </pc:sldMkLst>
        <pc:spChg chg="mod">
          <ac:chgData name="Palit, Tapti" userId="dec6fbcd-7598-406a-8cbf-504d4a3bac15" providerId="ADAL" clId="{ECD42228-5B96-4A72-B268-C46DF994E6B7}" dt="2024-01-14T19:15:44.382" v="346"/>
          <ac:spMkLst>
            <pc:docMk/>
            <pc:sldMk cId="3427465704" sldId="392"/>
            <ac:spMk id="2" creationId="{C3C46814-2A6F-41B6-904E-8EDDD855207C}"/>
          </ac:spMkLst>
        </pc:spChg>
        <pc:spChg chg="mod">
          <ac:chgData name="Palit, Tapti" userId="dec6fbcd-7598-406a-8cbf-504d4a3bac15" providerId="ADAL" clId="{ECD42228-5B96-4A72-B268-C46DF994E6B7}" dt="2024-01-23T03:57:36.981" v="18454" actId="5793"/>
          <ac:spMkLst>
            <pc:docMk/>
            <pc:sldMk cId="3427465704" sldId="392"/>
            <ac:spMk id="3" creationId="{A19E8EDF-6681-42C8-AB61-DCACB7B7EEB5}"/>
          </ac:spMkLst>
        </pc:spChg>
        <pc:spChg chg="mod">
          <ac:chgData name="Palit, Tapti" userId="dec6fbcd-7598-406a-8cbf-504d4a3bac15" providerId="ADAL" clId="{ECD42228-5B96-4A72-B268-C46DF994E6B7}" dt="2024-01-14T19:15:44.382" v="346"/>
          <ac:spMkLst>
            <pc:docMk/>
            <pc:sldMk cId="3427465704" sldId="392"/>
            <ac:spMk id="4" creationId="{D74339C7-0629-431F-B768-13974CDF31FB}"/>
          </ac:spMkLst>
        </pc:spChg>
        <pc:spChg chg="del">
          <ac:chgData name="Palit, Tapti" userId="dec6fbcd-7598-406a-8cbf-504d4a3bac15" providerId="ADAL" clId="{ECD42228-5B96-4A72-B268-C46DF994E6B7}" dt="2024-01-23T03:56:09.095" v="18396" actId="478"/>
          <ac:spMkLst>
            <pc:docMk/>
            <pc:sldMk cId="3427465704" sldId="392"/>
            <ac:spMk id="9" creationId="{C01A29E8-C6B8-8960-5865-18B0D1B1D27F}"/>
          </ac:spMkLst>
        </pc:spChg>
        <pc:spChg chg="mod">
          <ac:chgData name="Palit, Tapti" userId="dec6fbcd-7598-406a-8cbf-504d4a3bac15" providerId="ADAL" clId="{ECD42228-5B96-4A72-B268-C46DF994E6B7}" dt="2024-01-25T04:04:17.436" v="49721" actId="20577"/>
          <ac:spMkLst>
            <pc:docMk/>
            <pc:sldMk cId="3427465704" sldId="392"/>
            <ac:spMk id="27" creationId="{85710342-0343-4CE7-A7D0-2B8A4E300AD1}"/>
          </ac:spMkLst>
        </pc:spChg>
      </pc:sldChg>
      <pc:sldChg chg="modSp add del">
        <pc:chgData name="Palit, Tapti" userId="dec6fbcd-7598-406a-8cbf-504d4a3bac15" providerId="ADAL" clId="{ECD42228-5B96-4A72-B268-C46DF994E6B7}" dt="2024-01-28T03:44:01.241" v="67437" actId="47"/>
        <pc:sldMkLst>
          <pc:docMk/>
          <pc:sldMk cId="2491326610" sldId="394"/>
        </pc:sldMkLst>
        <pc:spChg chg="mod">
          <ac:chgData name="Palit, Tapti" userId="dec6fbcd-7598-406a-8cbf-504d4a3bac15" providerId="ADAL" clId="{ECD42228-5B96-4A72-B268-C46DF994E6B7}" dt="2024-01-14T20:26:10.929" v="732"/>
          <ac:spMkLst>
            <pc:docMk/>
            <pc:sldMk cId="2491326610" sldId="394"/>
            <ac:spMk id="2" creationId="{778663ED-7349-4913-933D-9BDC100894A3}"/>
          </ac:spMkLst>
        </pc:spChg>
        <pc:spChg chg="mod">
          <ac:chgData name="Palit, Tapti" userId="dec6fbcd-7598-406a-8cbf-504d4a3bac15" providerId="ADAL" clId="{ECD42228-5B96-4A72-B268-C46DF994E6B7}" dt="2024-01-14T20:26:10.929" v="732"/>
          <ac:spMkLst>
            <pc:docMk/>
            <pc:sldMk cId="2491326610" sldId="394"/>
            <ac:spMk id="4" creationId="{407BF491-22D0-4E7F-B58C-06A508DCDFEB}"/>
          </ac:spMkLst>
        </pc:spChg>
        <pc:spChg chg="mod">
          <ac:chgData name="Palit, Tapti" userId="dec6fbcd-7598-406a-8cbf-504d4a3bac15" providerId="ADAL" clId="{ECD42228-5B96-4A72-B268-C46DF994E6B7}" dt="2024-01-14T20:26:10.929" v="732"/>
          <ac:spMkLst>
            <pc:docMk/>
            <pc:sldMk cId="2491326610" sldId="394"/>
            <ac:spMk id="5" creationId="{A42B345C-7C62-4661-ADDD-9088E6FD4FD3}"/>
          </ac:spMkLst>
        </pc:spChg>
      </pc:sldChg>
      <pc:sldChg chg="del">
        <pc:chgData name="Palit, Tapti" userId="dec6fbcd-7598-406a-8cbf-504d4a3bac15" providerId="ADAL" clId="{ECD42228-5B96-4A72-B268-C46DF994E6B7}" dt="2024-01-28T03:44:01.241" v="67437" actId="47"/>
        <pc:sldMkLst>
          <pc:docMk/>
          <pc:sldMk cId="2266482153" sldId="396"/>
        </pc:sldMkLst>
      </pc:sldChg>
      <pc:sldChg chg="del">
        <pc:chgData name="Palit, Tapti" userId="dec6fbcd-7598-406a-8cbf-504d4a3bac15" providerId="ADAL" clId="{ECD42228-5B96-4A72-B268-C46DF994E6B7}" dt="2024-01-28T03:44:01.241" v="67437" actId="47"/>
        <pc:sldMkLst>
          <pc:docMk/>
          <pc:sldMk cId="1580622685" sldId="397"/>
        </pc:sldMkLst>
      </pc:sldChg>
      <pc:sldChg chg="modSp add del">
        <pc:chgData name="Palit, Tapti" userId="dec6fbcd-7598-406a-8cbf-504d4a3bac15" providerId="ADAL" clId="{ECD42228-5B96-4A72-B268-C46DF994E6B7}" dt="2024-01-28T03:44:01.241" v="67437" actId="47"/>
        <pc:sldMkLst>
          <pc:docMk/>
          <pc:sldMk cId="3039267996" sldId="398"/>
        </pc:sldMkLst>
        <pc:spChg chg="mod">
          <ac:chgData name="Palit, Tapti" userId="dec6fbcd-7598-406a-8cbf-504d4a3bac15" providerId="ADAL" clId="{ECD42228-5B96-4A72-B268-C46DF994E6B7}" dt="2024-01-14T20:26:10.929" v="732"/>
          <ac:spMkLst>
            <pc:docMk/>
            <pc:sldMk cId="3039267996" sldId="398"/>
            <ac:spMk id="2" creationId="{8FE36FF1-1155-4F31-9E92-1300A1F68C3A}"/>
          </ac:spMkLst>
        </pc:spChg>
        <pc:spChg chg="mod">
          <ac:chgData name="Palit, Tapti" userId="dec6fbcd-7598-406a-8cbf-504d4a3bac15" providerId="ADAL" clId="{ECD42228-5B96-4A72-B268-C46DF994E6B7}" dt="2024-01-14T20:26:10.929" v="732"/>
          <ac:spMkLst>
            <pc:docMk/>
            <pc:sldMk cId="3039267996" sldId="398"/>
            <ac:spMk id="4" creationId="{E350A01A-99B1-4E75-81D7-16CEE95C95FC}"/>
          </ac:spMkLst>
        </pc:spChg>
        <pc:spChg chg="mod">
          <ac:chgData name="Palit, Tapti" userId="dec6fbcd-7598-406a-8cbf-504d4a3bac15" providerId="ADAL" clId="{ECD42228-5B96-4A72-B268-C46DF994E6B7}" dt="2024-01-14T20:26:10.929" v="732"/>
          <ac:spMkLst>
            <pc:docMk/>
            <pc:sldMk cId="3039267996" sldId="398"/>
            <ac:spMk id="5" creationId="{9B1727DA-215D-4967-9FB8-29DFB80DB8DF}"/>
          </ac:spMkLst>
        </pc:spChg>
      </pc:sldChg>
      <pc:sldChg chg="modSp add del">
        <pc:chgData name="Palit, Tapti" userId="dec6fbcd-7598-406a-8cbf-504d4a3bac15" providerId="ADAL" clId="{ECD42228-5B96-4A72-B268-C46DF994E6B7}" dt="2024-01-28T03:44:01.241" v="67437" actId="47"/>
        <pc:sldMkLst>
          <pc:docMk/>
          <pc:sldMk cId="1530249786" sldId="399"/>
        </pc:sldMkLst>
        <pc:spChg chg="mod">
          <ac:chgData name="Palit, Tapti" userId="dec6fbcd-7598-406a-8cbf-504d4a3bac15" providerId="ADAL" clId="{ECD42228-5B96-4A72-B268-C46DF994E6B7}" dt="2024-01-14T20:26:10.929" v="732"/>
          <ac:spMkLst>
            <pc:docMk/>
            <pc:sldMk cId="1530249786" sldId="399"/>
            <ac:spMk id="2" creationId="{4A5C63CC-0577-4879-8C55-FB013AFDE81A}"/>
          </ac:spMkLst>
        </pc:spChg>
        <pc:spChg chg="mod">
          <ac:chgData name="Palit, Tapti" userId="dec6fbcd-7598-406a-8cbf-504d4a3bac15" providerId="ADAL" clId="{ECD42228-5B96-4A72-B268-C46DF994E6B7}" dt="2024-01-14T20:26:10.929" v="732"/>
          <ac:spMkLst>
            <pc:docMk/>
            <pc:sldMk cId="1530249786" sldId="399"/>
            <ac:spMk id="3" creationId="{36083DAB-B09C-4BE1-8EA7-14C2EC4FE336}"/>
          </ac:spMkLst>
        </pc:spChg>
        <pc:spChg chg="mod">
          <ac:chgData name="Palit, Tapti" userId="dec6fbcd-7598-406a-8cbf-504d4a3bac15" providerId="ADAL" clId="{ECD42228-5B96-4A72-B268-C46DF994E6B7}" dt="2024-01-14T20:26:10.929" v="732"/>
          <ac:spMkLst>
            <pc:docMk/>
            <pc:sldMk cId="1530249786" sldId="399"/>
            <ac:spMk id="4" creationId="{DEC22660-2F13-4B39-9859-CE72626F89ED}"/>
          </ac:spMkLst>
        </pc:spChg>
      </pc:sldChg>
      <pc:sldChg chg="modSp add del">
        <pc:chgData name="Palit, Tapti" userId="dec6fbcd-7598-406a-8cbf-504d4a3bac15" providerId="ADAL" clId="{ECD42228-5B96-4A72-B268-C46DF994E6B7}" dt="2024-01-28T03:44:01.241" v="67437" actId="47"/>
        <pc:sldMkLst>
          <pc:docMk/>
          <pc:sldMk cId="4209992993" sldId="401"/>
        </pc:sldMkLst>
        <pc:spChg chg="mod">
          <ac:chgData name="Palit, Tapti" userId="dec6fbcd-7598-406a-8cbf-504d4a3bac15" providerId="ADAL" clId="{ECD42228-5B96-4A72-B268-C46DF994E6B7}" dt="2024-01-14T20:26:10.929" v="732"/>
          <ac:spMkLst>
            <pc:docMk/>
            <pc:sldMk cId="4209992993" sldId="401"/>
            <ac:spMk id="2" creationId="{14DC7008-5A9E-41DC-8C84-01935001A636}"/>
          </ac:spMkLst>
        </pc:spChg>
        <pc:spChg chg="mod">
          <ac:chgData name="Palit, Tapti" userId="dec6fbcd-7598-406a-8cbf-504d4a3bac15" providerId="ADAL" clId="{ECD42228-5B96-4A72-B268-C46DF994E6B7}" dt="2024-01-14T20:26:10.929" v="732"/>
          <ac:spMkLst>
            <pc:docMk/>
            <pc:sldMk cId="4209992993" sldId="401"/>
            <ac:spMk id="4" creationId="{43249A63-2D7C-4EF1-958E-D6DB58CAD1C3}"/>
          </ac:spMkLst>
        </pc:spChg>
        <pc:spChg chg="mod">
          <ac:chgData name="Palit, Tapti" userId="dec6fbcd-7598-406a-8cbf-504d4a3bac15" providerId="ADAL" clId="{ECD42228-5B96-4A72-B268-C46DF994E6B7}" dt="2024-01-14T20:26:10.929" v="732"/>
          <ac:spMkLst>
            <pc:docMk/>
            <pc:sldMk cId="4209992993" sldId="401"/>
            <ac:spMk id="37" creationId="{80518C39-D83B-43B0-8821-A6993F809486}"/>
          </ac:spMkLst>
        </pc:spChg>
      </pc:sldChg>
      <pc:sldChg chg="addSp delSp modSp add del mod chgLayout">
        <pc:chgData name="Palit, Tapti" userId="dec6fbcd-7598-406a-8cbf-504d4a3bac15" providerId="ADAL" clId="{ECD42228-5B96-4A72-B268-C46DF994E6B7}" dt="2024-01-24T04:14:09.798" v="39958" actId="2696"/>
        <pc:sldMkLst>
          <pc:docMk/>
          <pc:sldMk cId="494074637" sldId="402"/>
        </pc:sldMkLst>
        <pc:spChg chg="mod ord">
          <ac:chgData name="Palit, Tapti" userId="dec6fbcd-7598-406a-8cbf-504d4a3bac15" providerId="ADAL" clId="{ECD42228-5B96-4A72-B268-C46DF994E6B7}" dt="2024-01-14T20:12:39.146" v="538" actId="700"/>
          <ac:spMkLst>
            <pc:docMk/>
            <pc:sldMk cId="494074637" sldId="402"/>
            <ac:spMk id="2" creationId="{6D756B9F-DEDF-458C-A542-F30446685592}"/>
          </ac:spMkLst>
        </pc:spChg>
        <pc:spChg chg="add del mod ord">
          <ac:chgData name="Palit, Tapti" userId="dec6fbcd-7598-406a-8cbf-504d4a3bac15" providerId="ADAL" clId="{ECD42228-5B96-4A72-B268-C46DF994E6B7}" dt="2024-01-14T20:12:39.146" v="538" actId="700"/>
          <ac:spMkLst>
            <pc:docMk/>
            <pc:sldMk cId="494074637" sldId="402"/>
            <ac:spMk id="3" creationId="{7DC1AD43-3655-5411-E5E3-6D688259DCA3}"/>
          </ac:spMkLst>
        </pc:spChg>
        <pc:spChg chg="mod ord">
          <ac:chgData name="Palit, Tapti" userId="dec6fbcd-7598-406a-8cbf-504d4a3bac15" providerId="ADAL" clId="{ECD42228-5B96-4A72-B268-C46DF994E6B7}" dt="2024-01-14T20:12:39.146" v="538" actId="700"/>
          <ac:spMkLst>
            <pc:docMk/>
            <pc:sldMk cId="494074637" sldId="402"/>
            <ac:spMk id="4" creationId="{0EC42FD2-6A5A-44FB-BB0B-DB6EB51BAB67}"/>
          </ac:spMkLst>
        </pc:spChg>
      </pc:sldChg>
      <pc:sldChg chg="add del mod modShow">
        <pc:chgData name="Palit, Tapti" userId="dec6fbcd-7598-406a-8cbf-504d4a3bac15" providerId="ADAL" clId="{ECD42228-5B96-4A72-B268-C46DF994E6B7}" dt="2024-01-28T03:44:01.241" v="67437" actId="47"/>
        <pc:sldMkLst>
          <pc:docMk/>
          <pc:sldMk cId="4118500784" sldId="402"/>
        </pc:sldMkLst>
      </pc:sldChg>
      <pc:sldChg chg="addSp delSp modSp add del mod modClrScheme delAnim chgLayout modNotesTx">
        <pc:chgData name="Palit, Tapti" userId="dec6fbcd-7598-406a-8cbf-504d4a3bac15" providerId="ADAL" clId="{ECD42228-5B96-4A72-B268-C46DF994E6B7}" dt="2024-02-09T05:02:35.687" v="104592" actId="20577"/>
        <pc:sldMkLst>
          <pc:docMk/>
          <pc:sldMk cId="1039263704" sldId="403"/>
        </pc:sldMkLst>
        <pc:spChg chg="mod ord">
          <ac:chgData name="Palit, Tapti" userId="dec6fbcd-7598-406a-8cbf-504d4a3bac15" providerId="ADAL" clId="{ECD42228-5B96-4A72-B268-C46DF994E6B7}" dt="2024-02-07T02:34:56.448" v="99216" actId="20577"/>
          <ac:spMkLst>
            <pc:docMk/>
            <pc:sldMk cId="1039263704" sldId="403"/>
            <ac:spMk id="2" creationId="{C3C46814-2A6F-41B6-904E-8EDDD855207C}"/>
          </ac:spMkLst>
        </pc:spChg>
        <pc:spChg chg="mod">
          <ac:chgData name="Palit, Tapti" userId="dec6fbcd-7598-406a-8cbf-504d4a3bac15" providerId="ADAL" clId="{ECD42228-5B96-4A72-B268-C46DF994E6B7}" dt="2024-02-09T04:15:59.442" v="104382" actId="207"/>
          <ac:spMkLst>
            <pc:docMk/>
            <pc:sldMk cId="1039263704" sldId="403"/>
            <ac:spMk id="3" creationId="{982C202F-C133-0758-E41A-9A105B6544E4}"/>
          </ac:spMkLst>
        </pc:spChg>
        <pc:spChg chg="mod ord">
          <ac:chgData name="Palit, Tapti" userId="dec6fbcd-7598-406a-8cbf-504d4a3bac15" providerId="ADAL" clId="{ECD42228-5B96-4A72-B268-C46DF994E6B7}" dt="2024-01-28T22:40:10.402" v="70050" actId="6264"/>
          <ac:spMkLst>
            <pc:docMk/>
            <pc:sldMk cId="1039263704" sldId="403"/>
            <ac:spMk id="4" creationId="{D74339C7-0629-431F-B768-13974CDF31FB}"/>
          </ac:spMkLst>
        </pc:spChg>
        <pc:spChg chg="mod ord">
          <ac:chgData name="Palit, Tapti" userId="dec6fbcd-7598-406a-8cbf-504d4a3bac15" providerId="ADAL" clId="{ECD42228-5B96-4A72-B268-C46DF994E6B7}" dt="2024-02-09T05:02:35.687" v="104592" actId="20577"/>
          <ac:spMkLst>
            <pc:docMk/>
            <pc:sldMk cId="1039263704" sldId="403"/>
            <ac:spMk id="5" creationId="{A809105A-C2EA-9CC2-1FCC-8EE4E7A6FB1E}"/>
          </ac:spMkLst>
        </pc:spChg>
        <pc:spChg chg="add mod">
          <ac:chgData name="Palit, Tapti" userId="dec6fbcd-7598-406a-8cbf-504d4a3bac15" providerId="ADAL" clId="{ECD42228-5B96-4A72-B268-C46DF994E6B7}" dt="2024-01-29T16:41:01.641" v="80922"/>
          <ac:spMkLst>
            <pc:docMk/>
            <pc:sldMk cId="1039263704" sldId="403"/>
            <ac:spMk id="6" creationId="{917433FF-A747-D60E-016B-9899CAEFE3F3}"/>
          </ac:spMkLst>
        </pc:spChg>
        <pc:spChg chg="add del mod">
          <ac:chgData name="Palit, Tapti" userId="dec6fbcd-7598-406a-8cbf-504d4a3bac15" providerId="ADAL" clId="{ECD42228-5B96-4A72-B268-C46DF994E6B7}" dt="2024-02-07T02:34:08.512" v="99136" actId="21"/>
          <ac:spMkLst>
            <pc:docMk/>
            <pc:sldMk cId="1039263704" sldId="403"/>
            <ac:spMk id="7" creationId="{CD638514-2D18-394B-43D5-7CB5E4047CAA}"/>
          </ac:spMkLst>
        </pc:spChg>
        <pc:spChg chg="add del mod">
          <ac:chgData name="Palit, Tapti" userId="dec6fbcd-7598-406a-8cbf-504d4a3bac15" providerId="ADAL" clId="{ECD42228-5B96-4A72-B268-C46DF994E6B7}" dt="2024-02-09T04:15:44.574" v="104377" actId="478"/>
          <ac:spMkLst>
            <pc:docMk/>
            <pc:sldMk cId="1039263704" sldId="403"/>
            <ac:spMk id="8" creationId="{4B2AF321-0303-32ED-231E-8BCF8E7A6A1C}"/>
          </ac:spMkLst>
        </pc:spChg>
        <pc:spChg chg="add del mod">
          <ac:chgData name="Palit, Tapti" userId="dec6fbcd-7598-406a-8cbf-504d4a3bac15" providerId="ADAL" clId="{ECD42228-5B96-4A72-B268-C46DF994E6B7}" dt="2024-02-09T04:15:46.643" v="104378" actId="478"/>
          <ac:spMkLst>
            <pc:docMk/>
            <pc:sldMk cId="1039263704" sldId="403"/>
            <ac:spMk id="9" creationId="{89043730-615E-891C-6504-9BBB66E96D2F}"/>
          </ac:spMkLst>
        </pc:spChg>
        <pc:spChg chg="del">
          <ac:chgData name="Palit, Tapti" userId="dec6fbcd-7598-406a-8cbf-504d4a3bac15" providerId="ADAL" clId="{ECD42228-5B96-4A72-B268-C46DF994E6B7}" dt="2024-01-23T04:14:56.059" v="19380" actId="478"/>
          <ac:spMkLst>
            <pc:docMk/>
            <pc:sldMk cId="1039263704" sldId="403"/>
            <ac:spMk id="10" creationId="{A082F687-69D7-70F2-035B-95F308687CA0}"/>
          </ac:spMkLst>
        </pc:spChg>
        <pc:spChg chg="add del mod ord">
          <ac:chgData name="Palit, Tapti" userId="dec6fbcd-7598-406a-8cbf-504d4a3bac15" providerId="ADAL" clId="{ECD42228-5B96-4A72-B268-C46DF994E6B7}" dt="2024-01-28T22:40:10.402" v="70050" actId="6264"/>
          <ac:spMkLst>
            <pc:docMk/>
            <pc:sldMk cId="1039263704" sldId="403"/>
            <ac:spMk id="10" creationId="{A28ECF76-CA90-B103-B342-B70AC503AEDC}"/>
          </ac:spMkLst>
        </pc:spChg>
        <pc:spChg chg="add del mod">
          <ac:chgData name="Palit, Tapti" userId="dec6fbcd-7598-406a-8cbf-504d4a3bac15" providerId="ADAL" clId="{ECD42228-5B96-4A72-B268-C46DF994E6B7}" dt="2024-01-28T22:40:10.402" v="70050" actId="6264"/>
          <ac:spMkLst>
            <pc:docMk/>
            <pc:sldMk cId="1039263704" sldId="403"/>
            <ac:spMk id="11" creationId="{327C59D2-F0E7-2B71-EE70-39C5F2C94443}"/>
          </ac:spMkLst>
        </pc:spChg>
        <pc:spChg chg="add del mod">
          <ac:chgData name="Palit, Tapti" userId="dec6fbcd-7598-406a-8cbf-504d4a3bac15" providerId="ADAL" clId="{ECD42228-5B96-4A72-B268-C46DF994E6B7}" dt="2024-01-28T22:40:10.402" v="70050" actId="6264"/>
          <ac:spMkLst>
            <pc:docMk/>
            <pc:sldMk cId="1039263704" sldId="403"/>
            <ac:spMk id="12" creationId="{38E986CA-68A5-50F7-2718-3801CB13F8E6}"/>
          </ac:spMkLst>
        </pc:spChg>
        <pc:spChg chg="add del mod">
          <ac:chgData name="Palit, Tapti" userId="dec6fbcd-7598-406a-8cbf-504d4a3bac15" providerId="ADAL" clId="{ECD42228-5B96-4A72-B268-C46DF994E6B7}" dt="2024-01-28T22:40:10.402" v="70050" actId="6264"/>
          <ac:spMkLst>
            <pc:docMk/>
            <pc:sldMk cId="1039263704" sldId="403"/>
            <ac:spMk id="13" creationId="{032E5515-934B-710A-15A6-3EB38BD47B9A}"/>
          </ac:spMkLst>
        </pc:spChg>
        <pc:spChg chg="del mod">
          <ac:chgData name="Palit, Tapti" userId="dec6fbcd-7598-406a-8cbf-504d4a3bac15" providerId="ADAL" clId="{ECD42228-5B96-4A72-B268-C46DF994E6B7}" dt="2024-01-28T00:42:04.831" v="67077" actId="478"/>
          <ac:spMkLst>
            <pc:docMk/>
            <pc:sldMk cId="1039263704" sldId="403"/>
            <ac:spMk id="14" creationId="{B70E8FCD-FDE4-4E80-86F5-E438FDE5F5CF}"/>
          </ac:spMkLst>
        </pc:spChg>
        <pc:spChg chg="add mod ord">
          <ac:chgData name="Palit, Tapti" userId="dec6fbcd-7598-406a-8cbf-504d4a3bac15" providerId="ADAL" clId="{ECD42228-5B96-4A72-B268-C46DF994E6B7}" dt="2024-01-28T22:40:10.402" v="70050" actId="6264"/>
          <ac:spMkLst>
            <pc:docMk/>
            <pc:sldMk cId="1039263704" sldId="403"/>
            <ac:spMk id="15" creationId="{9361CFD9-BC8F-E092-01E7-1314746CFEAD}"/>
          </ac:spMkLst>
        </pc:spChg>
        <pc:spChg chg="add mod">
          <ac:chgData name="Palit, Tapti" userId="dec6fbcd-7598-406a-8cbf-504d4a3bac15" providerId="ADAL" clId="{ECD42228-5B96-4A72-B268-C46DF994E6B7}" dt="2024-01-29T16:41:01.641" v="80922"/>
          <ac:spMkLst>
            <pc:docMk/>
            <pc:sldMk cId="1039263704" sldId="403"/>
            <ac:spMk id="16" creationId="{40530B77-CF88-F1A9-05D4-AED3F9F09B1E}"/>
          </ac:spMkLst>
        </pc:spChg>
        <pc:spChg chg="add mod">
          <ac:chgData name="Palit, Tapti" userId="dec6fbcd-7598-406a-8cbf-504d4a3bac15" providerId="ADAL" clId="{ECD42228-5B96-4A72-B268-C46DF994E6B7}" dt="2024-01-29T16:41:01.641" v="80922"/>
          <ac:spMkLst>
            <pc:docMk/>
            <pc:sldMk cId="1039263704" sldId="403"/>
            <ac:spMk id="17" creationId="{6DFF4828-A6A5-5DD7-6161-F45636F993A2}"/>
          </ac:spMkLst>
        </pc:spChg>
        <pc:spChg chg="add mod">
          <ac:chgData name="Palit, Tapti" userId="dec6fbcd-7598-406a-8cbf-504d4a3bac15" providerId="ADAL" clId="{ECD42228-5B96-4A72-B268-C46DF994E6B7}" dt="2024-01-29T16:41:01.641" v="80922"/>
          <ac:spMkLst>
            <pc:docMk/>
            <pc:sldMk cId="1039263704" sldId="403"/>
            <ac:spMk id="18" creationId="{419B5568-A55E-E94E-EBBE-8C1094F4736D}"/>
          </ac:spMkLst>
        </pc:spChg>
        <pc:spChg chg="add mod">
          <ac:chgData name="Palit, Tapti" userId="dec6fbcd-7598-406a-8cbf-504d4a3bac15" providerId="ADAL" clId="{ECD42228-5B96-4A72-B268-C46DF994E6B7}" dt="2024-01-29T16:41:01.641" v="80922"/>
          <ac:spMkLst>
            <pc:docMk/>
            <pc:sldMk cId="1039263704" sldId="403"/>
            <ac:spMk id="19" creationId="{69C3F2B8-5F9F-5C27-4D61-8BF9BE32AA06}"/>
          </ac:spMkLst>
        </pc:spChg>
        <pc:spChg chg="add mod">
          <ac:chgData name="Palit, Tapti" userId="dec6fbcd-7598-406a-8cbf-504d4a3bac15" providerId="ADAL" clId="{ECD42228-5B96-4A72-B268-C46DF994E6B7}" dt="2024-01-29T16:41:01.641" v="80922"/>
          <ac:spMkLst>
            <pc:docMk/>
            <pc:sldMk cId="1039263704" sldId="403"/>
            <ac:spMk id="20" creationId="{1C455245-4094-C165-143E-932EE6436E82}"/>
          </ac:spMkLst>
        </pc:spChg>
        <pc:spChg chg="del mod">
          <ac:chgData name="Palit, Tapti" userId="dec6fbcd-7598-406a-8cbf-504d4a3bac15" providerId="ADAL" clId="{ECD42228-5B96-4A72-B268-C46DF994E6B7}" dt="2024-01-28T00:42:04.831" v="67077" actId="478"/>
          <ac:spMkLst>
            <pc:docMk/>
            <pc:sldMk cId="1039263704" sldId="403"/>
            <ac:spMk id="20" creationId="{E6FA9421-0C45-4E1B-9ACA-B6D2A03FFA6A}"/>
          </ac:spMkLst>
        </pc:spChg>
        <pc:spChg chg="add mod">
          <ac:chgData name="Palit, Tapti" userId="dec6fbcd-7598-406a-8cbf-504d4a3bac15" providerId="ADAL" clId="{ECD42228-5B96-4A72-B268-C46DF994E6B7}" dt="2024-01-29T16:41:01.641" v="80922"/>
          <ac:spMkLst>
            <pc:docMk/>
            <pc:sldMk cId="1039263704" sldId="403"/>
            <ac:spMk id="21" creationId="{AB9BAB71-337B-06EE-D6CD-F8C2E152F6F9}"/>
          </ac:spMkLst>
        </pc:spChg>
        <pc:spChg chg="add mod">
          <ac:chgData name="Palit, Tapti" userId="dec6fbcd-7598-406a-8cbf-504d4a3bac15" providerId="ADAL" clId="{ECD42228-5B96-4A72-B268-C46DF994E6B7}" dt="2024-01-29T16:41:01.641" v="80922"/>
          <ac:spMkLst>
            <pc:docMk/>
            <pc:sldMk cId="1039263704" sldId="403"/>
            <ac:spMk id="22" creationId="{CBC97494-03A9-FF56-251C-22A9313E6A4D}"/>
          </ac:spMkLst>
        </pc:spChg>
        <pc:spChg chg="add mod">
          <ac:chgData name="Palit, Tapti" userId="dec6fbcd-7598-406a-8cbf-504d4a3bac15" providerId="ADAL" clId="{ECD42228-5B96-4A72-B268-C46DF994E6B7}" dt="2024-01-29T16:41:01.641" v="80922"/>
          <ac:spMkLst>
            <pc:docMk/>
            <pc:sldMk cId="1039263704" sldId="403"/>
            <ac:spMk id="23" creationId="{1B54B99A-7DAD-BBEF-E698-9EEC020B8D7D}"/>
          </ac:spMkLst>
        </pc:spChg>
        <pc:spChg chg="add mod">
          <ac:chgData name="Palit, Tapti" userId="dec6fbcd-7598-406a-8cbf-504d4a3bac15" providerId="ADAL" clId="{ECD42228-5B96-4A72-B268-C46DF994E6B7}" dt="2024-01-29T16:41:01.641" v="80922"/>
          <ac:spMkLst>
            <pc:docMk/>
            <pc:sldMk cId="1039263704" sldId="403"/>
            <ac:spMk id="24" creationId="{5EABFD36-A77A-FBCF-EB3E-AC90406F78A2}"/>
          </ac:spMkLst>
        </pc:spChg>
        <pc:spChg chg="add mod">
          <ac:chgData name="Palit, Tapti" userId="dec6fbcd-7598-406a-8cbf-504d4a3bac15" providerId="ADAL" clId="{ECD42228-5B96-4A72-B268-C46DF994E6B7}" dt="2024-01-29T16:41:01.641" v="80922"/>
          <ac:spMkLst>
            <pc:docMk/>
            <pc:sldMk cId="1039263704" sldId="403"/>
            <ac:spMk id="25" creationId="{AB3993D5-E6DA-242F-8F93-EFC9A9FCA07A}"/>
          </ac:spMkLst>
        </pc:spChg>
        <pc:spChg chg="add mod">
          <ac:chgData name="Palit, Tapti" userId="dec6fbcd-7598-406a-8cbf-504d4a3bac15" providerId="ADAL" clId="{ECD42228-5B96-4A72-B268-C46DF994E6B7}" dt="2024-01-29T16:41:01.641" v="80922"/>
          <ac:spMkLst>
            <pc:docMk/>
            <pc:sldMk cId="1039263704" sldId="403"/>
            <ac:spMk id="26" creationId="{329A241E-D294-F51E-30A3-AEB5193E5289}"/>
          </ac:spMkLst>
        </pc:spChg>
        <pc:spChg chg="add mod">
          <ac:chgData name="Palit, Tapti" userId="dec6fbcd-7598-406a-8cbf-504d4a3bac15" providerId="ADAL" clId="{ECD42228-5B96-4A72-B268-C46DF994E6B7}" dt="2024-01-29T16:41:01.641" v="80922"/>
          <ac:spMkLst>
            <pc:docMk/>
            <pc:sldMk cId="1039263704" sldId="403"/>
            <ac:spMk id="27" creationId="{B50E5AC9-966E-99D4-07BD-C69614345EB0}"/>
          </ac:spMkLst>
        </pc:spChg>
        <pc:spChg chg="add mod">
          <ac:chgData name="Palit, Tapti" userId="dec6fbcd-7598-406a-8cbf-504d4a3bac15" providerId="ADAL" clId="{ECD42228-5B96-4A72-B268-C46DF994E6B7}" dt="2024-01-29T16:41:01.641" v="80922"/>
          <ac:spMkLst>
            <pc:docMk/>
            <pc:sldMk cId="1039263704" sldId="403"/>
            <ac:spMk id="28" creationId="{348BBA61-5902-5A22-606A-45BB4ABD6F45}"/>
          </ac:spMkLst>
        </pc:spChg>
        <pc:spChg chg="add mod">
          <ac:chgData name="Palit, Tapti" userId="dec6fbcd-7598-406a-8cbf-504d4a3bac15" providerId="ADAL" clId="{ECD42228-5B96-4A72-B268-C46DF994E6B7}" dt="2024-01-29T16:41:01.641" v="80922"/>
          <ac:spMkLst>
            <pc:docMk/>
            <pc:sldMk cId="1039263704" sldId="403"/>
            <ac:spMk id="29" creationId="{B1CDB5AD-B458-3498-C95E-C74008B8F296}"/>
          </ac:spMkLst>
        </pc:spChg>
        <pc:spChg chg="add mod">
          <ac:chgData name="Palit, Tapti" userId="dec6fbcd-7598-406a-8cbf-504d4a3bac15" providerId="ADAL" clId="{ECD42228-5B96-4A72-B268-C46DF994E6B7}" dt="2024-01-29T16:41:01.641" v="80922"/>
          <ac:spMkLst>
            <pc:docMk/>
            <pc:sldMk cId="1039263704" sldId="403"/>
            <ac:spMk id="30" creationId="{C5A5A91E-72E3-F112-D384-689DB6A943B0}"/>
          </ac:spMkLst>
        </pc:spChg>
        <pc:spChg chg="add mod">
          <ac:chgData name="Palit, Tapti" userId="dec6fbcd-7598-406a-8cbf-504d4a3bac15" providerId="ADAL" clId="{ECD42228-5B96-4A72-B268-C46DF994E6B7}" dt="2024-01-29T16:41:01.641" v="80922"/>
          <ac:spMkLst>
            <pc:docMk/>
            <pc:sldMk cId="1039263704" sldId="403"/>
            <ac:spMk id="32" creationId="{DF959821-025F-95F8-8D2D-08CB7028EB43}"/>
          </ac:spMkLst>
        </pc:spChg>
        <pc:spChg chg="add mod">
          <ac:chgData name="Palit, Tapti" userId="dec6fbcd-7598-406a-8cbf-504d4a3bac15" providerId="ADAL" clId="{ECD42228-5B96-4A72-B268-C46DF994E6B7}" dt="2024-01-29T16:41:01.641" v="80922"/>
          <ac:spMkLst>
            <pc:docMk/>
            <pc:sldMk cId="1039263704" sldId="403"/>
            <ac:spMk id="34" creationId="{837E8FDB-6AE8-6849-B22E-6B98801A6E10}"/>
          </ac:spMkLst>
        </pc:spChg>
        <pc:spChg chg="add mod">
          <ac:chgData name="Palit, Tapti" userId="dec6fbcd-7598-406a-8cbf-504d4a3bac15" providerId="ADAL" clId="{ECD42228-5B96-4A72-B268-C46DF994E6B7}" dt="2024-01-29T16:41:01.641" v="80922"/>
          <ac:spMkLst>
            <pc:docMk/>
            <pc:sldMk cId="1039263704" sldId="403"/>
            <ac:spMk id="35" creationId="{92D95D0B-B6E0-AA39-6626-8519F4CD59A4}"/>
          </ac:spMkLst>
        </pc:spChg>
        <pc:cxnChg chg="del mod">
          <ac:chgData name="Palit, Tapti" userId="dec6fbcd-7598-406a-8cbf-504d4a3bac15" providerId="ADAL" clId="{ECD42228-5B96-4A72-B268-C46DF994E6B7}" dt="2024-01-28T00:42:04.831" v="67077" actId="478"/>
          <ac:cxnSpMkLst>
            <pc:docMk/>
            <pc:sldMk cId="1039263704" sldId="403"/>
            <ac:cxnSpMk id="6" creationId="{E32B42DE-DA4A-47CE-AA85-AB05B8444973}"/>
          </ac:cxnSpMkLst>
        </pc:cxnChg>
        <pc:cxnChg chg="add mod">
          <ac:chgData name="Palit, Tapti" userId="dec6fbcd-7598-406a-8cbf-504d4a3bac15" providerId="ADAL" clId="{ECD42228-5B96-4A72-B268-C46DF994E6B7}" dt="2024-01-29T16:41:01.641" v="80922"/>
          <ac:cxnSpMkLst>
            <pc:docMk/>
            <pc:sldMk cId="1039263704" sldId="403"/>
            <ac:cxnSpMk id="10" creationId="{61079BA2-353F-3EAE-0E59-E970350128E7}"/>
          </ac:cxnSpMkLst>
        </pc:cxnChg>
        <pc:cxnChg chg="add mod">
          <ac:chgData name="Palit, Tapti" userId="dec6fbcd-7598-406a-8cbf-504d4a3bac15" providerId="ADAL" clId="{ECD42228-5B96-4A72-B268-C46DF994E6B7}" dt="2024-01-29T16:41:01.641" v="80922"/>
          <ac:cxnSpMkLst>
            <pc:docMk/>
            <pc:sldMk cId="1039263704" sldId="403"/>
            <ac:cxnSpMk id="11" creationId="{0D45BC4A-9C92-A1CE-FD4F-55E5CF9F2164}"/>
          </ac:cxnSpMkLst>
        </pc:cxnChg>
        <pc:cxnChg chg="add mod">
          <ac:chgData name="Palit, Tapti" userId="dec6fbcd-7598-406a-8cbf-504d4a3bac15" providerId="ADAL" clId="{ECD42228-5B96-4A72-B268-C46DF994E6B7}" dt="2024-01-29T16:41:01.641" v="80922"/>
          <ac:cxnSpMkLst>
            <pc:docMk/>
            <pc:sldMk cId="1039263704" sldId="403"/>
            <ac:cxnSpMk id="12" creationId="{867257F7-E083-965A-A345-85B790208E94}"/>
          </ac:cxnSpMkLst>
        </pc:cxnChg>
        <pc:cxnChg chg="add mod">
          <ac:chgData name="Palit, Tapti" userId="dec6fbcd-7598-406a-8cbf-504d4a3bac15" providerId="ADAL" clId="{ECD42228-5B96-4A72-B268-C46DF994E6B7}" dt="2024-01-29T16:41:01.641" v="80922"/>
          <ac:cxnSpMkLst>
            <pc:docMk/>
            <pc:sldMk cId="1039263704" sldId="403"/>
            <ac:cxnSpMk id="13" creationId="{72720FCF-E5C2-4B21-7A2E-B94C0C2D546B}"/>
          </ac:cxnSpMkLst>
        </pc:cxnChg>
        <pc:cxnChg chg="add mod">
          <ac:chgData name="Palit, Tapti" userId="dec6fbcd-7598-406a-8cbf-504d4a3bac15" providerId="ADAL" clId="{ECD42228-5B96-4A72-B268-C46DF994E6B7}" dt="2024-01-29T16:41:01.641" v="80922"/>
          <ac:cxnSpMkLst>
            <pc:docMk/>
            <pc:sldMk cId="1039263704" sldId="403"/>
            <ac:cxnSpMk id="14" creationId="{7E3A9C09-D982-B076-7810-567FD03733ED}"/>
          </ac:cxnSpMkLst>
        </pc:cxnChg>
        <pc:cxnChg chg="del mod">
          <ac:chgData name="Palit, Tapti" userId="dec6fbcd-7598-406a-8cbf-504d4a3bac15" providerId="ADAL" clId="{ECD42228-5B96-4A72-B268-C46DF994E6B7}" dt="2024-01-28T00:42:04.831" v="67077" actId="478"/>
          <ac:cxnSpMkLst>
            <pc:docMk/>
            <pc:sldMk cId="1039263704" sldId="403"/>
            <ac:cxnSpMk id="16" creationId="{FA844D29-865B-41CF-A571-F5183B5AD194}"/>
          </ac:cxnSpMkLst>
        </pc:cxnChg>
        <pc:cxnChg chg="add mod">
          <ac:chgData name="Palit, Tapti" userId="dec6fbcd-7598-406a-8cbf-504d4a3bac15" providerId="ADAL" clId="{ECD42228-5B96-4A72-B268-C46DF994E6B7}" dt="2024-01-29T16:41:01.641" v="80922"/>
          <ac:cxnSpMkLst>
            <pc:docMk/>
            <pc:sldMk cId="1039263704" sldId="403"/>
            <ac:cxnSpMk id="31" creationId="{C2E6A27B-1B2B-61EC-81FD-D219E9821D44}"/>
          </ac:cxnSpMkLst>
        </pc:cxnChg>
        <pc:cxnChg chg="add mod">
          <ac:chgData name="Palit, Tapti" userId="dec6fbcd-7598-406a-8cbf-504d4a3bac15" providerId="ADAL" clId="{ECD42228-5B96-4A72-B268-C46DF994E6B7}" dt="2024-01-29T16:41:01.641" v="80922"/>
          <ac:cxnSpMkLst>
            <pc:docMk/>
            <pc:sldMk cId="1039263704" sldId="403"/>
            <ac:cxnSpMk id="33" creationId="{1333BEC7-ACD3-659A-29A2-DDF6C432EBB0}"/>
          </ac:cxnSpMkLst>
        </pc:cxnChg>
      </pc:sldChg>
      <pc:sldChg chg="delSp modSp add del mod delAnim">
        <pc:chgData name="Palit, Tapti" userId="dec6fbcd-7598-406a-8cbf-504d4a3bac15" providerId="ADAL" clId="{ECD42228-5B96-4A72-B268-C46DF994E6B7}" dt="2024-01-28T00:11:34.203" v="66479" actId="47"/>
        <pc:sldMkLst>
          <pc:docMk/>
          <pc:sldMk cId="1921436827" sldId="404"/>
        </pc:sldMkLst>
        <pc:spChg chg="del">
          <ac:chgData name="Palit, Tapti" userId="dec6fbcd-7598-406a-8cbf-504d4a3bac15" providerId="ADAL" clId="{ECD42228-5B96-4A72-B268-C46DF994E6B7}" dt="2024-01-28T00:11:11.065" v="66477" actId="21"/>
          <ac:spMkLst>
            <pc:docMk/>
            <pc:sldMk cId="1921436827" sldId="404"/>
            <ac:spMk id="4" creationId="{D74339C7-0629-431F-B768-13974CDF31FB}"/>
          </ac:spMkLst>
        </pc:spChg>
        <pc:spChg chg="del">
          <ac:chgData name="Palit, Tapti" userId="dec6fbcd-7598-406a-8cbf-504d4a3bac15" providerId="ADAL" clId="{ECD42228-5B96-4A72-B268-C46DF994E6B7}" dt="2024-01-28T00:11:11.065" v="66477" actId="21"/>
          <ac:spMkLst>
            <pc:docMk/>
            <pc:sldMk cId="1921436827" sldId="404"/>
            <ac:spMk id="6" creationId="{61DE0BF2-7EC6-9DE3-1510-412BB96E8ED2}"/>
          </ac:spMkLst>
        </pc:spChg>
        <pc:spChg chg="del">
          <ac:chgData name="Palit, Tapti" userId="dec6fbcd-7598-406a-8cbf-504d4a3bac15" providerId="ADAL" clId="{ECD42228-5B96-4A72-B268-C46DF994E6B7}" dt="2024-01-28T00:11:11.065" v="66477" actId="21"/>
          <ac:spMkLst>
            <pc:docMk/>
            <pc:sldMk cId="1921436827" sldId="404"/>
            <ac:spMk id="13" creationId="{465AFD09-5DD2-449F-A4E9-B4B9BF9461C6}"/>
          </ac:spMkLst>
        </pc:spChg>
        <pc:spChg chg="del">
          <ac:chgData name="Palit, Tapti" userId="dec6fbcd-7598-406a-8cbf-504d4a3bac15" providerId="ADAL" clId="{ECD42228-5B96-4A72-B268-C46DF994E6B7}" dt="2024-01-28T00:11:11.065" v="66477" actId="21"/>
          <ac:spMkLst>
            <pc:docMk/>
            <pc:sldMk cId="1921436827" sldId="404"/>
            <ac:spMk id="14" creationId="{D99164D6-5CDB-4811-89F3-C33BA91B66B7}"/>
          </ac:spMkLst>
        </pc:spChg>
        <pc:spChg chg="del">
          <ac:chgData name="Palit, Tapti" userId="dec6fbcd-7598-406a-8cbf-504d4a3bac15" providerId="ADAL" clId="{ECD42228-5B96-4A72-B268-C46DF994E6B7}" dt="2024-01-28T00:11:11.065" v="66477" actId="21"/>
          <ac:spMkLst>
            <pc:docMk/>
            <pc:sldMk cId="1921436827" sldId="404"/>
            <ac:spMk id="15" creationId="{9ADD96B5-EC1B-4471-8276-33213DBCC6BA}"/>
          </ac:spMkLst>
        </pc:spChg>
        <pc:spChg chg="del">
          <ac:chgData name="Palit, Tapti" userId="dec6fbcd-7598-406a-8cbf-504d4a3bac15" providerId="ADAL" clId="{ECD42228-5B96-4A72-B268-C46DF994E6B7}" dt="2024-01-28T00:11:11.065" v="66477" actId="21"/>
          <ac:spMkLst>
            <pc:docMk/>
            <pc:sldMk cId="1921436827" sldId="404"/>
            <ac:spMk id="16" creationId="{FB721629-2337-42A3-9D77-82D683D9E4C6}"/>
          </ac:spMkLst>
        </pc:spChg>
        <pc:spChg chg="del">
          <ac:chgData name="Palit, Tapti" userId="dec6fbcd-7598-406a-8cbf-504d4a3bac15" providerId="ADAL" clId="{ECD42228-5B96-4A72-B268-C46DF994E6B7}" dt="2024-01-28T00:11:11.065" v="66477" actId="21"/>
          <ac:spMkLst>
            <pc:docMk/>
            <pc:sldMk cId="1921436827" sldId="404"/>
            <ac:spMk id="17" creationId="{D2DF93AA-2991-4A25-8D35-87404E833680}"/>
          </ac:spMkLst>
        </pc:spChg>
        <pc:spChg chg="del">
          <ac:chgData name="Palit, Tapti" userId="dec6fbcd-7598-406a-8cbf-504d4a3bac15" providerId="ADAL" clId="{ECD42228-5B96-4A72-B268-C46DF994E6B7}" dt="2024-01-28T00:11:11.065" v="66477" actId="21"/>
          <ac:spMkLst>
            <pc:docMk/>
            <pc:sldMk cId="1921436827" sldId="404"/>
            <ac:spMk id="18" creationId="{65CA4C3F-5E24-4B3D-86C5-14064A2B1657}"/>
          </ac:spMkLst>
        </pc:spChg>
        <pc:spChg chg="del">
          <ac:chgData name="Palit, Tapti" userId="dec6fbcd-7598-406a-8cbf-504d4a3bac15" providerId="ADAL" clId="{ECD42228-5B96-4A72-B268-C46DF994E6B7}" dt="2024-01-28T00:11:11.065" v="66477" actId="21"/>
          <ac:spMkLst>
            <pc:docMk/>
            <pc:sldMk cId="1921436827" sldId="404"/>
            <ac:spMk id="19" creationId="{06A0A9C6-B2E4-41B5-8BCF-CA87D42A2D7E}"/>
          </ac:spMkLst>
        </pc:spChg>
        <pc:spChg chg="del">
          <ac:chgData name="Palit, Tapti" userId="dec6fbcd-7598-406a-8cbf-504d4a3bac15" providerId="ADAL" clId="{ECD42228-5B96-4A72-B268-C46DF994E6B7}" dt="2024-01-28T00:11:11.065" v="66477" actId="21"/>
          <ac:spMkLst>
            <pc:docMk/>
            <pc:sldMk cId="1921436827" sldId="404"/>
            <ac:spMk id="22" creationId="{0C1A72FD-C670-4A74-81BD-224763B7C418}"/>
          </ac:spMkLst>
        </pc:spChg>
        <pc:spChg chg="del">
          <ac:chgData name="Palit, Tapti" userId="dec6fbcd-7598-406a-8cbf-504d4a3bac15" providerId="ADAL" clId="{ECD42228-5B96-4A72-B268-C46DF994E6B7}" dt="2024-01-28T00:11:11.065" v="66477" actId="21"/>
          <ac:spMkLst>
            <pc:docMk/>
            <pc:sldMk cId="1921436827" sldId="404"/>
            <ac:spMk id="23" creationId="{E6262256-35C1-4A21-BE50-F5B38D23999A}"/>
          </ac:spMkLst>
        </pc:spChg>
        <pc:spChg chg="del">
          <ac:chgData name="Palit, Tapti" userId="dec6fbcd-7598-406a-8cbf-504d4a3bac15" providerId="ADAL" clId="{ECD42228-5B96-4A72-B268-C46DF994E6B7}" dt="2024-01-28T00:11:11.065" v="66477" actId="21"/>
          <ac:spMkLst>
            <pc:docMk/>
            <pc:sldMk cId="1921436827" sldId="404"/>
            <ac:spMk id="24" creationId="{68F057E1-23EF-40B6-AB86-B134616394CF}"/>
          </ac:spMkLst>
        </pc:spChg>
        <pc:spChg chg="del">
          <ac:chgData name="Palit, Tapti" userId="dec6fbcd-7598-406a-8cbf-504d4a3bac15" providerId="ADAL" clId="{ECD42228-5B96-4A72-B268-C46DF994E6B7}" dt="2024-01-28T00:11:11.065" v="66477" actId="21"/>
          <ac:spMkLst>
            <pc:docMk/>
            <pc:sldMk cId="1921436827" sldId="404"/>
            <ac:spMk id="26" creationId="{0D510B60-7EE0-43C8-9786-3FC26A4FE74C}"/>
          </ac:spMkLst>
        </pc:spChg>
        <pc:spChg chg="del">
          <ac:chgData name="Palit, Tapti" userId="dec6fbcd-7598-406a-8cbf-504d4a3bac15" providerId="ADAL" clId="{ECD42228-5B96-4A72-B268-C46DF994E6B7}" dt="2024-01-28T00:11:11.065" v="66477" actId="21"/>
          <ac:spMkLst>
            <pc:docMk/>
            <pc:sldMk cId="1921436827" sldId="404"/>
            <ac:spMk id="27" creationId="{8A1A6208-2157-CD15-D5AC-E6E77334A81E}"/>
          </ac:spMkLst>
        </pc:spChg>
        <pc:spChg chg="del">
          <ac:chgData name="Palit, Tapti" userId="dec6fbcd-7598-406a-8cbf-504d4a3bac15" providerId="ADAL" clId="{ECD42228-5B96-4A72-B268-C46DF994E6B7}" dt="2024-01-28T00:11:11.065" v="66477" actId="21"/>
          <ac:spMkLst>
            <pc:docMk/>
            <pc:sldMk cId="1921436827" sldId="404"/>
            <ac:spMk id="28" creationId="{13B582BF-147B-4622-B3F8-38480154EFEE}"/>
          </ac:spMkLst>
        </pc:spChg>
        <pc:spChg chg="del">
          <ac:chgData name="Palit, Tapti" userId="dec6fbcd-7598-406a-8cbf-504d4a3bac15" providerId="ADAL" clId="{ECD42228-5B96-4A72-B268-C46DF994E6B7}" dt="2024-01-28T00:11:11.065" v="66477" actId="21"/>
          <ac:spMkLst>
            <pc:docMk/>
            <pc:sldMk cId="1921436827" sldId="404"/>
            <ac:spMk id="29" creationId="{0B7E9A07-FF58-45D9-8E4B-A39F7A5A4DF1}"/>
          </ac:spMkLst>
        </pc:spChg>
        <pc:spChg chg="del">
          <ac:chgData name="Palit, Tapti" userId="dec6fbcd-7598-406a-8cbf-504d4a3bac15" providerId="ADAL" clId="{ECD42228-5B96-4A72-B268-C46DF994E6B7}" dt="2024-01-28T00:11:11.065" v="66477" actId="21"/>
          <ac:spMkLst>
            <pc:docMk/>
            <pc:sldMk cId="1921436827" sldId="404"/>
            <ac:spMk id="30" creationId="{60F1A4E0-89DB-434B-9A15-A7B1F8E25EF5}"/>
          </ac:spMkLst>
        </pc:spChg>
        <pc:spChg chg="del">
          <ac:chgData name="Palit, Tapti" userId="dec6fbcd-7598-406a-8cbf-504d4a3bac15" providerId="ADAL" clId="{ECD42228-5B96-4A72-B268-C46DF994E6B7}" dt="2024-01-28T00:11:11.065" v="66477" actId="21"/>
          <ac:spMkLst>
            <pc:docMk/>
            <pc:sldMk cId="1921436827" sldId="404"/>
            <ac:spMk id="31" creationId="{F6945C37-A7CF-4E9F-9BE6-26C2ABAE7308}"/>
          </ac:spMkLst>
        </pc:spChg>
        <pc:spChg chg="del">
          <ac:chgData name="Palit, Tapti" userId="dec6fbcd-7598-406a-8cbf-504d4a3bac15" providerId="ADAL" clId="{ECD42228-5B96-4A72-B268-C46DF994E6B7}" dt="2024-01-28T00:11:11.065" v="66477" actId="21"/>
          <ac:spMkLst>
            <pc:docMk/>
            <pc:sldMk cId="1921436827" sldId="404"/>
            <ac:spMk id="34" creationId="{5CC58C33-D66B-C7E0-AAAD-56A50D3EA399}"/>
          </ac:spMkLst>
        </pc:spChg>
        <pc:spChg chg="del">
          <ac:chgData name="Palit, Tapti" userId="dec6fbcd-7598-406a-8cbf-504d4a3bac15" providerId="ADAL" clId="{ECD42228-5B96-4A72-B268-C46DF994E6B7}" dt="2024-01-28T00:11:11.065" v="66477" actId="21"/>
          <ac:spMkLst>
            <pc:docMk/>
            <pc:sldMk cId="1921436827" sldId="404"/>
            <ac:spMk id="53" creationId="{5F3551C2-0A7C-4023-B344-41C4D2A06445}"/>
          </ac:spMkLst>
        </pc:spChg>
        <pc:cxnChg chg="del mod">
          <ac:chgData name="Palit, Tapti" userId="dec6fbcd-7598-406a-8cbf-504d4a3bac15" providerId="ADAL" clId="{ECD42228-5B96-4A72-B268-C46DF994E6B7}" dt="2024-01-28T00:11:11.065" v="66477" actId="21"/>
          <ac:cxnSpMkLst>
            <pc:docMk/>
            <pc:sldMk cId="1921436827" sldId="404"/>
            <ac:cxnSpMk id="7" creationId="{BF737232-2317-413E-82A3-2A253AE8F44C}"/>
          </ac:cxnSpMkLst>
        </pc:cxnChg>
        <pc:cxnChg chg="del mod">
          <ac:chgData name="Palit, Tapti" userId="dec6fbcd-7598-406a-8cbf-504d4a3bac15" providerId="ADAL" clId="{ECD42228-5B96-4A72-B268-C46DF994E6B7}" dt="2024-01-28T00:11:11.065" v="66477" actId="21"/>
          <ac:cxnSpMkLst>
            <pc:docMk/>
            <pc:sldMk cId="1921436827" sldId="404"/>
            <ac:cxnSpMk id="8" creationId="{4FD5DFC4-65C0-4D58-A98C-FFF55BDF0576}"/>
          </ac:cxnSpMkLst>
        </pc:cxnChg>
        <pc:cxnChg chg="del">
          <ac:chgData name="Palit, Tapti" userId="dec6fbcd-7598-406a-8cbf-504d4a3bac15" providerId="ADAL" clId="{ECD42228-5B96-4A72-B268-C46DF994E6B7}" dt="2024-01-28T00:11:11.065" v="66477" actId="21"/>
          <ac:cxnSpMkLst>
            <pc:docMk/>
            <pc:sldMk cId="1921436827" sldId="404"/>
            <ac:cxnSpMk id="9" creationId="{08C418AE-18C7-4162-BA3B-F434EB4FCDF1}"/>
          </ac:cxnSpMkLst>
        </pc:cxnChg>
        <pc:cxnChg chg="del">
          <ac:chgData name="Palit, Tapti" userId="dec6fbcd-7598-406a-8cbf-504d4a3bac15" providerId="ADAL" clId="{ECD42228-5B96-4A72-B268-C46DF994E6B7}" dt="2024-01-28T00:11:11.065" v="66477" actId="21"/>
          <ac:cxnSpMkLst>
            <pc:docMk/>
            <pc:sldMk cId="1921436827" sldId="404"/>
            <ac:cxnSpMk id="10" creationId="{93A8CB59-F4C0-4C57-BB8D-C32B26E19135}"/>
          </ac:cxnSpMkLst>
        </pc:cxnChg>
        <pc:cxnChg chg="del">
          <ac:chgData name="Palit, Tapti" userId="dec6fbcd-7598-406a-8cbf-504d4a3bac15" providerId="ADAL" clId="{ECD42228-5B96-4A72-B268-C46DF994E6B7}" dt="2024-01-28T00:11:11.065" v="66477" actId="21"/>
          <ac:cxnSpMkLst>
            <pc:docMk/>
            <pc:sldMk cId="1921436827" sldId="404"/>
            <ac:cxnSpMk id="11" creationId="{5E49B63A-C121-40B1-9CEC-61127E41955A}"/>
          </ac:cxnSpMkLst>
        </pc:cxnChg>
        <pc:cxnChg chg="del">
          <ac:chgData name="Palit, Tapti" userId="dec6fbcd-7598-406a-8cbf-504d4a3bac15" providerId="ADAL" clId="{ECD42228-5B96-4A72-B268-C46DF994E6B7}" dt="2024-01-28T00:11:11.065" v="66477" actId="21"/>
          <ac:cxnSpMkLst>
            <pc:docMk/>
            <pc:sldMk cId="1921436827" sldId="404"/>
            <ac:cxnSpMk id="12" creationId="{7F95D869-6383-4667-8811-82DC00BC9A74}"/>
          </ac:cxnSpMkLst>
        </pc:cxnChg>
        <pc:cxnChg chg="del">
          <ac:chgData name="Palit, Tapti" userId="dec6fbcd-7598-406a-8cbf-504d4a3bac15" providerId="ADAL" clId="{ECD42228-5B96-4A72-B268-C46DF994E6B7}" dt="2024-01-28T00:11:11.065" v="66477" actId="21"/>
          <ac:cxnSpMkLst>
            <pc:docMk/>
            <pc:sldMk cId="1921436827" sldId="404"/>
            <ac:cxnSpMk id="51" creationId="{33C3BFE4-44CD-422A-B063-14885FBCC713}"/>
          </ac:cxnSpMkLst>
        </pc:cxnChg>
      </pc:sldChg>
      <pc:sldChg chg="addSp delSp modSp add del mod ord modClrScheme modAnim addCm chgLayout modNotesTx">
        <pc:chgData name="Palit, Tapti" userId="dec6fbcd-7598-406a-8cbf-504d4a3bac15" providerId="ADAL" clId="{ECD42228-5B96-4A72-B268-C46DF994E6B7}" dt="2024-01-28T00:10:26.784" v="66472" actId="2696"/>
        <pc:sldMkLst>
          <pc:docMk/>
          <pc:sldMk cId="2451305037" sldId="404"/>
        </pc:sldMkLst>
        <pc:spChg chg="mod ord">
          <ac:chgData name="Palit, Tapti" userId="dec6fbcd-7598-406a-8cbf-504d4a3bac15" providerId="ADAL" clId="{ECD42228-5B96-4A72-B268-C46DF994E6B7}" dt="2024-01-25T04:05:36.119" v="49730" actId="700"/>
          <ac:spMkLst>
            <pc:docMk/>
            <pc:sldMk cId="2451305037" sldId="404"/>
            <ac:spMk id="2" creationId="{C3C46814-2A6F-41B6-904E-8EDDD855207C}"/>
          </ac:spMkLst>
        </pc:spChg>
        <pc:spChg chg="mod">
          <ac:chgData name="Palit, Tapti" userId="dec6fbcd-7598-406a-8cbf-504d4a3bac15" providerId="ADAL" clId="{ECD42228-5B96-4A72-B268-C46DF994E6B7}" dt="2024-01-27T03:12:35.528" v="62671" actId="255"/>
          <ac:spMkLst>
            <pc:docMk/>
            <pc:sldMk cId="2451305037" sldId="404"/>
            <ac:spMk id="3" creationId="{9E84028C-0B5D-6536-40E0-900CCB6A09D6}"/>
          </ac:spMkLst>
        </pc:spChg>
        <pc:spChg chg="mod ord">
          <ac:chgData name="Palit, Tapti" userId="dec6fbcd-7598-406a-8cbf-504d4a3bac15" providerId="ADAL" clId="{ECD42228-5B96-4A72-B268-C46DF994E6B7}" dt="2024-01-25T04:05:36.119" v="49730" actId="700"/>
          <ac:spMkLst>
            <pc:docMk/>
            <pc:sldMk cId="2451305037" sldId="404"/>
            <ac:spMk id="4" creationId="{D74339C7-0629-431F-B768-13974CDF31FB}"/>
          </ac:spMkLst>
        </pc:spChg>
        <pc:spChg chg="mod ord">
          <ac:chgData name="Palit, Tapti" userId="dec6fbcd-7598-406a-8cbf-504d4a3bac15" providerId="ADAL" clId="{ECD42228-5B96-4A72-B268-C46DF994E6B7}" dt="2024-01-25T04:05:58.888" v="49754" actId="20577"/>
          <ac:spMkLst>
            <pc:docMk/>
            <pc:sldMk cId="2451305037" sldId="404"/>
            <ac:spMk id="5" creationId="{43AA275C-0839-2D6B-9058-018EA174656B}"/>
          </ac:spMkLst>
        </pc:spChg>
        <pc:spChg chg="add mod">
          <ac:chgData name="Palit, Tapti" userId="dec6fbcd-7598-406a-8cbf-504d4a3bac15" providerId="ADAL" clId="{ECD42228-5B96-4A72-B268-C46DF994E6B7}" dt="2024-01-27T03:03:40.685" v="62553" actId="20577"/>
          <ac:spMkLst>
            <pc:docMk/>
            <pc:sldMk cId="2451305037" sldId="404"/>
            <ac:spMk id="6" creationId="{61DE0BF2-7EC6-9DE3-1510-412BB96E8ED2}"/>
          </ac:spMkLst>
        </pc:spChg>
        <pc:spChg chg="mod">
          <ac:chgData name="Palit, Tapti" userId="dec6fbcd-7598-406a-8cbf-504d4a3bac15" providerId="ADAL" clId="{ECD42228-5B96-4A72-B268-C46DF994E6B7}" dt="2024-01-25T04:07:14.735" v="49792" actId="20577"/>
          <ac:spMkLst>
            <pc:docMk/>
            <pc:sldMk cId="2451305037" sldId="404"/>
            <ac:spMk id="22" creationId="{0C1A72FD-C670-4A74-81BD-224763B7C418}"/>
          </ac:spMkLst>
        </pc:spChg>
        <pc:spChg chg="del">
          <ac:chgData name="Palit, Tapti" userId="dec6fbcd-7598-406a-8cbf-504d4a3bac15" providerId="ADAL" clId="{ECD42228-5B96-4A72-B268-C46DF994E6B7}" dt="2024-01-25T04:05:36.119" v="49730" actId="700"/>
          <ac:spMkLst>
            <pc:docMk/>
            <pc:sldMk cId="2451305037" sldId="404"/>
            <ac:spMk id="25" creationId="{390E7DFA-23B4-6BAC-6C22-0387AAA0FEB5}"/>
          </ac:spMkLst>
        </pc:spChg>
        <pc:spChg chg="add mod">
          <ac:chgData name="Palit, Tapti" userId="dec6fbcd-7598-406a-8cbf-504d4a3bac15" providerId="ADAL" clId="{ECD42228-5B96-4A72-B268-C46DF994E6B7}" dt="2024-01-25T04:07:17.420" v="49793" actId="20577"/>
          <ac:spMkLst>
            <pc:docMk/>
            <pc:sldMk cId="2451305037" sldId="404"/>
            <ac:spMk id="27" creationId="{8A1A6208-2157-CD15-D5AC-E6E77334A81E}"/>
          </ac:spMkLst>
        </pc:spChg>
        <pc:spChg chg="add mod">
          <ac:chgData name="Palit, Tapti" userId="dec6fbcd-7598-406a-8cbf-504d4a3bac15" providerId="ADAL" clId="{ECD42228-5B96-4A72-B268-C46DF994E6B7}" dt="2024-01-25T05:22:20.926" v="51717" actId="20577"/>
          <ac:spMkLst>
            <pc:docMk/>
            <pc:sldMk cId="2451305037" sldId="404"/>
            <ac:spMk id="34" creationId="{5CC58C33-D66B-C7E0-AAAD-56A50D3EA399}"/>
          </ac:spMkLst>
        </pc:spChg>
        <pc:cxnChg chg="mod">
          <ac:chgData name="Palit, Tapti" userId="dec6fbcd-7598-406a-8cbf-504d4a3bac15" providerId="ADAL" clId="{ECD42228-5B96-4A72-B268-C46DF994E6B7}" dt="2024-01-25T04:07:12.527" v="49791" actId="1076"/>
          <ac:cxnSpMkLst>
            <pc:docMk/>
            <pc:sldMk cId="2451305037" sldId="404"/>
            <ac:cxnSpMk id="7" creationId="{BF737232-2317-413E-82A3-2A253AE8F44C}"/>
          </ac:cxnSpMkLst>
        </pc:cxnChg>
        <pc:cxnChg chg="mod">
          <ac:chgData name="Palit, Tapti" userId="dec6fbcd-7598-406a-8cbf-504d4a3bac15" providerId="ADAL" clId="{ECD42228-5B96-4A72-B268-C46DF994E6B7}" dt="2024-01-25T04:06:58.784" v="49786" actId="1076"/>
          <ac:cxnSpMkLst>
            <pc:docMk/>
            <pc:sldMk cId="2451305037" sldId="404"/>
            <ac:cxnSpMk id="8" creationId="{4FD5DFC4-65C0-4D58-A98C-FFF55BDF057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4:03.511" v="62554"/>
              <pc2:cmMkLst xmlns:pc2="http://schemas.microsoft.com/office/powerpoint/2019/9/main/command">
                <pc:docMk/>
                <pc:sldMk cId="2451305037" sldId="404"/>
                <pc2:cmMk id="{6D950650-3191-4D6E-9EBE-C75169DBD7D9}"/>
              </pc2:cmMkLst>
            </pc226:cmChg>
          </p:ext>
        </pc:extLst>
      </pc:sldChg>
      <pc:sldChg chg="addSp delSp modSp add del mod modClrScheme delAnim modAnim chgLayout">
        <pc:chgData name="Palit, Tapti" userId="dec6fbcd-7598-406a-8cbf-504d4a3bac15" providerId="ADAL" clId="{ECD42228-5B96-4A72-B268-C46DF994E6B7}" dt="2024-01-27T03:17:26.252" v="62929" actId="47"/>
        <pc:sldMkLst>
          <pc:docMk/>
          <pc:sldMk cId="1685234738" sldId="405"/>
        </pc:sldMkLst>
        <pc:spChg chg="mod ord">
          <ac:chgData name="Palit, Tapti" userId="dec6fbcd-7598-406a-8cbf-504d4a3bac15" providerId="ADAL" clId="{ECD42228-5B96-4A72-B268-C46DF994E6B7}" dt="2024-01-25T04:12:39.984" v="49873" actId="700"/>
          <ac:spMkLst>
            <pc:docMk/>
            <pc:sldMk cId="1685234738" sldId="405"/>
            <ac:spMk id="2" creationId="{C3C46814-2A6F-41B6-904E-8EDDD855207C}"/>
          </ac:spMkLst>
        </pc:spChg>
        <pc:spChg chg="mod">
          <ac:chgData name="Palit, Tapti" userId="dec6fbcd-7598-406a-8cbf-504d4a3bac15" providerId="ADAL" clId="{ECD42228-5B96-4A72-B268-C46DF994E6B7}" dt="2024-01-27T03:12:48.729" v="62673" actId="255"/>
          <ac:spMkLst>
            <pc:docMk/>
            <pc:sldMk cId="1685234738" sldId="405"/>
            <ac:spMk id="3" creationId="{C6F7F3C5-AB15-8F2A-0991-A0F1851DA81A}"/>
          </ac:spMkLst>
        </pc:spChg>
        <pc:spChg chg="mod ord">
          <ac:chgData name="Palit, Tapti" userId="dec6fbcd-7598-406a-8cbf-504d4a3bac15" providerId="ADAL" clId="{ECD42228-5B96-4A72-B268-C46DF994E6B7}" dt="2024-01-25T04:12:39.984" v="49873" actId="700"/>
          <ac:spMkLst>
            <pc:docMk/>
            <pc:sldMk cId="1685234738" sldId="405"/>
            <ac:spMk id="4" creationId="{D74339C7-0629-431F-B768-13974CDF31FB}"/>
          </ac:spMkLst>
        </pc:spChg>
        <pc:spChg chg="del mod ord">
          <ac:chgData name="Palit, Tapti" userId="dec6fbcd-7598-406a-8cbf-504d4a3bac15" providerId="ADAL" clId="{ECD42228-5B96-4A72-B268-C46DF994E6B7}" dt="2024-01-27T03:09:12.653" v="62636" actId="478"/>
          <ac:spMkLst>
            <pc:docMk/>
            <pc:sldMk cId="1685234738" sldId="405"/>
            <ac:spMk id="5" creationId="{BB4520A5-D5C2-4C8B-E393-FF328E8079AF}"/>
          </ac:spMkLst>
        </pc:spChg>
        <pc:spChg chg="add del mod">
          <ac:chgData name="Palit, Tapti" userId="dec6fbcd-7598-406a-8cbf-504d4a3bac15" providerId="ADAL" clId="{ECD42228-5B96-4A72-B268-C46DF994E6B7}" dt="2024-01-25T04:12:25.181" v="49869" actId="6264"/>
          <ac:spMkLst>
            <pc:docMk/>
            <pc:sldMk cId="1685234738" sldId="405"/>
            <ac:spMk id="6" creationId="{4C55DC70-D1E2-77C1-0699-66A4FDFECFC9}"/>
          </ac:spMkLst>
        </pc:spChg>
        <pc:spChg chg="del mod">
          <ac:chgData name="Palit, Tapti" userId="dec6fbcd-7598-406a-8cbf-504d4a3bac15" providerId="ADAL" clId="{ECD42228-5B96-4A72-B268-C46DF994E6B7}" dt="2024-01-27T03:04:57.170" v="62563" actId="478"/>
          <ac:spMkLst>
            <pc:docMk/>
            <pc:sldMk cId="1685234738" sldId="405"/>
            <ac:spMk id="7" creationId="{33AB6CC8-DC61-46CC-85EA-F0510A9E9428}"/>
          </ac:spMkLst>
        </pc:spChg>
        <pc:spChg chg="add del mod">
          <ac:chgData name="Palit, Tapti" userId="dec6fbcd-7598-406a-8cbf-504d4a3bac15" providerId="ADAL" clId="{ECD42228-5B96-4A72-B268-C46DF994E6B7}" dt="2024-01-25T04:12:25.181" v="49869" actId="6264"/>
          <ac:spMkLst>
            <pc:docMk/>
            <pc:sldMk cId="1685234738" sldId="405"/>
            <ac:spMk id="8" creationId="{28F971C4-E4B5-792A-17E1-0865B13EABBF}"/>
          </ac:spMkLst>
        </pc:spChg>
        <pc:spChg chg="add mod">
          <ac:chgData name="Palit, Tapti" userId="dec6fbcd-7598-406a-8cbf-504d4a3bac15" providerId="ADAL" clId="{ECD42228-5B96-4A72-B268-C46DF994E6B7}" dt="2024-01-27T03:09:12.653" v="62636" actId="478"/>
          <ac:spMkLst>
            <pc:docMk/>
            <pc:sldMk cId="1685234738" sldId="405"/>
            <ac:spMk id="8" creationId="{44EDCAB2-9584-52B6-E584-745069BDD665}"/>
          </ac:spMkLst>
        </pc:spChg>
        <pc:spChg chg="add del mod">
          <ac:chgData name="Palit, Tapti" userId="dec6fbcd-7598-406a-8cbf-504d4a3bac15" providerId="ADAL" clId="{ECD42228-5B96-4A72-B268-C46DF994E6B7}" dt="2024-01-25T04:12:25.181" v="49869" actId="6264"/>
          <ac:spMkLst>
            <pc:docMk/>
            <pc:sldMk cId="1685234738" sldId="405"/>
            <ac:spMk id="10" creationId="{40DABA6F-1931-90A0-E05B-55DAAEE658CE}"/>
          </ac:spMkLst>
        </pc:spChg>
        <pc:spChg chg="add mod">
          <ac:chgData name="Palit, Tapti" userId="dec6fbcd-7598-406a-8cbf-504d4a3bac15" providerId="ADAL" clId="{ECD42228-5B96-4A72-B268-C46DF994E6B7}" dt="2024-01-27T03:12:58.118" v="62674" actId="1076"/>
          <ac:spMkLst>
            <pc:docMk/>
            <pc:sldMk cId="1685234738" sldId="405"/>
            <ac:spMk id="10" creationId="{EFBC459A-B22D-05D7-3691-868DBB088467}"/>
          </ac:spMkLst>
        </pc:spChg>
        <pc:spChg chg="add mod">
          <ac:chgData name="Palit, Tapti" userId="dec6fbcd-7598-406a-8cbf-504d4a3bac15" providerId="ADAL" clId="{ECD42228-5B96-4A72-B268-C46DF994E6B7}" dt="2024-01-27T03:13:00.526" v="62675" actId="1076"/>
          <ac:spMkLst>
            <pc:docMk/>
            <pc:sldMk cId="1685234738" sldId="405"/>
            <ac:spMk id="11" creationId="{1253BCD1-133E-B204-5090-B866DF8C97AC}"/>
          </ac:spMkLst>
        </pc:spChg>
        <pc:spChg chg="add del mod">
          <ac:chgData name="Palit, Tapti" userId="dec6fbcd-7598-406a-8cbf-504d4a3bac15" providerId="ADAL" clId="{ECD42228-5B96-4A72-B268-C46DF994E6B7}" dt="2024-01-25T04:12:25.181" v="49869" actId="6264"/>
          <ac:spMkLst>
            <pc:docMk/>
            <pc:sldMk cId="1685234738" sldId="405"/>
            <ac:spMk id="11" creationId="{2CF35EDC-581C-2BD0-4546-303E2A697738}"/>
          </ac:spMkLst>
        </pc:spChg>
        <pc:spChg chg="del mod ord">
          <ac:chgData name="Palit, Tapti" userId="dec6fbcd-7598-406a-8cbf-504d4a3bac15" providerId="ADAL" clId="{ECD42228-5B96-4A72-B268-C46DF994E6B7}" dt="2024-01-27T03:04:58.725" v="62564" actId="478"/>
          <ac:spMkLst>
            <pc:docMk/>
            <pc:sldMk cId="1685234738" sldId="405"/>
            <ac:spMk id="13" creationId="{6C816C7B-C761-4774-A502-C9422A17C47A}"/>
          </ac:spMkLst>
        </pc:spChg>
        <pc:spChg chg="mod ord">
          <ac:chgData name="Palit, Tapti" userId="dec6fbcd-7598-406a-8cbf-504d4a3bac15" providerId="ADAL" clId="{ECD42228-5B96-4A72-B268-C46DF994E6B7}" dt="2024-01-25T04:12:43.008" v="49874" actId="5793"/>
          <ac:spMkLst>
            <pc:docMk/>
            <pc:sldMk cId="1685234738" sldId="405"/>
            <ac:spMk id="14" creationId="{A19E8EDF-6681-42C8-AB61-DCACB7B7EEB5}"/>
          </ac:spMkLst>
        </pc:spChg>
        <pc:spChg chg="del">
          <ac:chgData name="Palit, Tapti" userId="dec6fbcd-7598-406a-8cbf-504d4a3bac15" providerId="ADAL" clId="{ECD42228-5B96-4A72-B268-C46DF994E6B7}" dt="2024-01-25T04:12:25.181" v="49869" actId="6264"/>
          <ac:spMkLst>
            <pc:docMk/>
            <pc:sldMk cId="1685234738" sldId="405"/>
            <ac:spMk id="15" creationId="{9C7E0E8C-BD4D-D62F-35A8-C274F77A7502}"/>
          </ac:spMkLst>
        </pc:spChg>
        <pc:spChg chg="add del mod ord">
          <ac:chgData name="Palit, Tapti" userId="dec6fbcd-7598-406a-8cbf-504d4a3bac15" providerId="ADAL" clId="{ECD42228-5B96-4A72-B268-C46DF994E6B7}" dt="2024-01-25T04:12:39.984" v="49873" actId="700"/>
          <ac:spMkLst>
            <pc:docMk/>
            <pc:sldMk cId="1685234738" sldId="405"/>
            <ac:spMk id="16" creationId="{9C395B5C-66BC-4143-66FF-82A2C78FD249}"/>
          </ac:spMkLst>
        </pc:spChg>
        <pc:spChg chg="add del mod">
          <ac:chgData name="Palit, Tapti" userId="dec6fbcd-7598-406a-8cbf-504d4a3bac15" providerId="ADAL" clId="{ECD42228-5B96-4A72-B268-C46DF994E6B7}" dt="2024-01-27T03:07:30.073" v="62623" actId="478"/>
          <ac:spMkLst>
            <pc:docMk/>
            <pc:sldMk cId="1685234738" sldId="405"/>
            <ac:spMk id="17" creationId="{12C77919-0D5A-8D95-9BBB-DFE577D3E96C}"/>
          </ac:spMkLst>
        </pc:spChg>
        <pc:spChg chg="add del mod">
          <ac:chgData name="Palit, Tapti" userId="dec6fbcd-7598-406a-8cbf-504d4a3bac15" providerId="ADAL" clId="{ECD42228-5B96-4A72-B268-C46DF994E6B7}" dt="2024-01-27T03:07:30.073" v="62623" actId="478"/>
          <ac:spMkLst>
            <pc:docMk/>
            <pc:sldMk cId="1685234738" sldId="405"/>
            <ac:spMk id="18" creationId="{A4918B43-4F92-B92E-34B2-05CC67D534B4}"/>
          </ac:spMkLst>
        </pc:spChg>
        <pc:spChg chg="add mod">
          <ac:chgData name="Palit, Tapti" userId="dec6fbcd-7598-406a-8cbf-504d4a3bac15" providerId="ADAL" clId="{ECD42228-5B96-4A72-B268-C46DF994E6B7}" dt="2024-01-25T05:17:27.755" v="51455"/>
          <ac:spMkLst>
            <pc:docMk/>
            <pc:sldMk cId="1685234738" sldId="405"/>
            <ac:spMk id="19" creationId="{7A463C2B-316C-A8C8-D8E6-0FB8925FDD16}"/>
          </ac:spMkLst>
        </pc:spChg>
        <pc:cxnChg chg="del">
          <ac:chgData name="Palit, Tapti" userId="dec6fbcd-7598-406a-8cbf-504d4a3bac15" providerId="ADAL" clId="{ECD42228-5B96-4A72-B268-C46DF994E6B7}" dt="2024-01-27T03:05:10.075" v="62567" actId="478"/>
          <ac:cxnSpMkLst>
            <pc:docMk/>
            <pc:sldMk cId="1685234738" sldId="405"/>
            <ac:cxnSpMk id="9" creationId="{668C176E-ACE4-427C-841B-2B3FA9EF0085}"/>
          </ac:cxnSpMkLst>
        </pc:cxnChg>
        <pc:cxnChg chg="del">
          <ac:chgData name="Palit, Tapti" userId="dec6fbcd-7598-406a-8cbf-504d4a3bac15" providerId="ADAL" clId="{ECD42228-5B96-4A72-B268-C46DF994E6B7}" dt="2024-01-27T03:05:07.940" v="62566" actId="478"/>
          <ac:cxnSpMkLst>
            <pc:docMk/>
            <pc:sldMk cId="1685234738" sldId="405"/>
            <ac:cxnSpMk id="12" creationId="{FFBFCEE3-529F-4EAA-B0A3-3DA3F86D0913}"/>
          </ac:cxnSpMkLst>
        </pc:cxnChg>
      </pc:sldChg>
      <pc:sldChg chg="modSp add del">
        <pc:chgData name="Palit, Tapti" userId="dec6fbcd-7598-406a-8cbf-504d4a3bac15" providerId="ADAL" clId="{ECD42228-5B96-4A72-B268-C46DF994E6B7}" dt="2024-01-28T03:44:01.241" v="67437" actId="47"/>
        <pc:sldMkLst>
          <pc:docMk/>
          <pc:sldMk cId="4158974511" sldId="408"/>
        </pc:sldMkLst>
        <pc:spChg chg="mod">
          <ac:chgData name="Palit, Tapti" userId="dec6fbcd-7598-406a-8cbf-504d4a3bac15" providerId="ADAL" clId="{ECD42228-5B96-4A72-B268-C46DF994E6B7}" dt="2024-01-14T20:26:10.929" v="732"/>
          <ac:spMkLst>
            <pc:docMk/>
            <pc:sldMk cId="4158974511" sldId="408"/>
            <ac:spMk id="2" creationId="{A7B9CA2E-A6F3-4003-A1CE-CEE7FFF1A159}"/>
          </ac:spMkLst>
        </pc:spChg>
        <pc:spChg chg="mod">
          <ac:chgData name="Palit, Tapti" userId="dec6fbcd-7598-406a-8cbf-504d4a3bac15" providerId="ADAL" clId="{ECD42228-5B96-4A72-B268-C46DF994E6B7}" dt="2024-01-14T20:26:10.929" v="732"/>
          <ac:spMkLst>
            <pc:docMk/>
            <pc:sldMk cId="4158974511" sldId="408"/>
            <ac:spMk id="4" creationId="{7AE675F1-274A-4707-95E2-FB6DADA59BA1}"/>
          </ac:spMkLst>
        </pc:spChg>
      </pc:sldChg>
      <pc:sldChg chg="delSp modSp add del mod setBg modAnim addCm delCm modCm modNotesTx">
        <pc:chgData name="Palit, Tapti" userId="dec6fbcd-7598-406a-8cbf-504d4a3bac15" providerId="ADAL" clId="{ECD42228-5B96-4A72-B268-C46DF994E6B7}" dt="2024-01-25T02:16:06.723" v="46983" actId="2696"/>
        <pc:sldMkLst>
          <pc:docMk/>
          <pc:sldMk cId="199289276" sldId="411"/>
        </pc:sldMkLst>
        <pc:spChg chg="mod">
          <ac:chgData name="Palit, Tapti" userId="dec6fbcd-7598-406a-8cbf-504d4a3bac15" providerId="ADAL" clId="{ECD42228-5B96-4A72-B268-C46DF994E6B7}" dt="2024-01-25T01:30:37.031" v="45365" actId="20577"/>
          <ac:spMkLst>
            <pc:docMk/>
            <pc:sldMk cId="199289276" sldId="411"/>
            <ac:spMk id="2" creationId="{00C5D525-4E6C-4E81-85B7-BCED500C68A1}"/>
          </ac:spMkLst>
        </pc:spChg>
        <pc:spChg chg="mod">
          <ac:chgData name="Palit, Tapti" userId="dec6fbcd-7598-406a-8cbf-504d4a3bac15" providerId="ADAL" clId="{ECD42228-5B96-4A72-B268-C46DF994E6B7}" dt="2024-01-23T02:23:53.138" v="14287" actId="122"/>
          <ac:spMkLst>
            <pc:docMk/>
            <pc:sldMk cId="199289276" sldId="411"/>
            <ac:spMk id="3" creationId="{95B31981-A593-4AA3-BC52-D0789C7BB5C2}"/>
          </ac:spMkLst>
        </pc:spChg>
        <pc:spChg chg="mod">
          <ac:chgData name="Palit, Tapti" userId="dec6fbcd-7598-406a-8cbf-504d4a3bac15" providerId="ADAL" clId="{ECD42228-5B96-4A72-B268-C46DF994E6B7}" dt="2024-01-14T20:26:10.929" v="732"/>
          <ac:spMkLst>
            <pc:docMk/>
            <pc:sldMk cId="199289276" sldId="411"/>
            <ac:spMk id="4" creationId="{686F770E-B4EE-4FC6-87B4-49CBB7C80806}"/>
          </ac:spMkLst>
        </pc:spChg>
        <pc:spChg chg="del mod">
          <ac:chgData name="Palit, Tapti" userId="dec6fbcd-7598-406a-8cbf-504d4a3bac15" providerId="ADAL" clId="{ECD42228-5B96-4A72-B268-C46DF994E6B7}" dt="2024-01-16T01:23:41.582" v="4554" actId="21"/>
          <ac:spMkLst>
            <pc:docMk/>
            <pc:sldMk cId="199289276" sldId="411"/>
            <ac:spMk id="6" creationId="{B1BF40F1-21B5-47F3-A952-4B16410EB06B}"/>
          </ac:spMkLst>
        </pc:spChg>
        <pc:spChg chg="mod">
          <ac:chgData name="Palit, Tapti" userId="dec6fbcd-7598-406a-8cbf-504d4a3bac15" providerId="ADAL" clId="{ECD42228-5B96-4A72-B268-C46DF994E6B7}" dt="2024-01-14T19:32:37.211" v="477" actId="207"/>
          <ac:spMkLst>
            <pc:docMk/>
            <pc:sldMk cId="199289276" sldId="411"/>
            <ac:spMk id="11" creationId="{ED271F58-9A60-4571-B63C-7ECCF2854788}"/>
          </ac:spMkLst>
        </pc:spChg>
        <pc:spChg chg="mod">
          <ac:chgData name="Palit, Tapti" userId="dec6fbcd-7598-406a-8cbf-504d4a3bac15" providerId="ADAL" clId="{ECD42228-5B96-4A72-B268-C46DF994E6B7}" dt="2024-01-23T02:23:14.572" v="14251" actId="114"/>
          <ac:spMkLst>
            <pc:docMk/>
            <pc:sldMk cId="199289276" sldId="411"/>
            <ac:spMk id="24" creationId="{1DB927F3-F30D-4100-9FCE-78020111147D}"/>
          </ac:spMkLst>
        </pc:spChg>
        <pc:extLst>
          <p:ext xmlns:p="http://schemas.openxmlformats.org/presentationml/2006/main" uri="{D6D511B9-2390-475A-947B-AFAB55BFBCF1}">
            <pc226:cmChg xmlns:pc226="http://schemas.microsoft.com/office/powerpoint/2022/06/main/command" chg="add del mod modRxn">
              <pc226:chgData name="Palit, Tapti" userId="dec6fbcd-7598-406a-8cbf-504d4a3bac15" providerId="ADAL" clId="{ECD42228-5B96-4A72-B268-C46DF994E6B7}" dt="2024-01-25T01:53:06.189" v="46375"/>
              <pc2:cmMkLst xmlns:pc2="http://schemas.microsoft.com/office/powerpoint/2019/9/main/command">
                <pc:docMk/>
                <pc:sldMk cId="199289276" sldId="411"/>
                <pc2:cmMk id="{50DA7FA6-C5E2-4552-A02D-188447FE024D}"/>
              </pc2:cmMkLst>
            </pc226:cmChg>
          </p:ext>
        </pc:extLst>
      </pc:sldChg>
      <pc:sldChg chg="add del mod modShow">
        <pc:chgData name="Palit, Tapti" userId="dec6fbcd-7598-406a-8cbf-504d4a3bac15" providerId="ADAL" clId="{ECD42228-5B96-4A72-B268-C46DF994E6B7}" dt="2024-01-28T03:44:01.241" v="67437" actId="47"/>
        <pc:sldMkLst>
          <pc:docMk/>
          <pc:sldMk cId="2702561400" sldId="411"/>
        </pc:sldMkLst>
      </pc:sldChg>
      <pc:sldChg chg="add del mod modShow">
        <pc:chgData name="Palit, Tapti" userId="dec6fbcd-7598-406a-8cbf-504d4a3bac15" providerId="ADAL" clId="{ECD42228-5B96-4A72-B268-C46DF994E6B7}" dt="2024-01-28T03:44:01.241" v="67437" actId="47"/>
        <pc:sldMkLst>
          <pc:docMk/>
          <pc:sldMk cId="27881289" sldId="414"/>
        </pc:sldMkLst>
      </pc:sldChg>
      <pc:sldChg chg="modSp add del mod modAnim addCm modCm modNotesTx">
        <pc:chgData name="Palit, Tapti" userId="dec6fbcd-7598-406a-8cbf-504d4a3bac15" providerId="ADAL" clId="{ECD42228-5B96-4A72-B268-C46DF994E6B7}" dt="2024-01-25T02:16:06.723" v="46983" actId="2696"/>
        <pc:sldMkLst>
          <pc:docMk/>
          <pc:sldMk cId="1023554556" sldId="414"/>
        </pc:sldMkLst>
        <pc:spChg chg="mod">
          <ac:chgData name="Palit, Tapti" userId="dec6fbcd-7598-406a-8cbf-504d4a3bac15" providerId="ADAL" clId="{ECD42228-5B96-4A72-B268-C46DF994E6B7}" dt="2024-01-14T20:26:10.929" v="732"/>
          <ac:spMkLst>
            <pc:docMk/>
            <pc:sldMk cId="1023554556" sldId="414"/>
            <ac:spMk id="2" creationId="{D7EC638E-4A77-46B8-B32A-298B47F2DEB0}"/>
          </ac:spMkLst>
        </pc:spChg>
        <pc:spChg chg="mod">
          <ac:chgData name="Palit, Tapti" userId="dec6fbcd-7598-406a-8cbf-504d4a3bac15" providerId="ADAL" clId="{ECD42228-5B96-4A72-B268-C46DF994E6B7}" dt="2024-01-23T02:13:03.018" v="14034" actId="122"/>
          <ac:spMkLst>
            <pc:docMk/>
            <pc:sldMk cId="1023554556" sldId="414"/>
            <ac:spMk id="3" creationId="{DBF81D88-EE7F-4956-ADB0-DA856615FD00}"/>
          </ac:spMkLst>
        </pc:spChg>
        <pc:spChg chg="mod">
          <ac:chgData name="Palit, Tapti" userId="dec6fbcd-7598-406a-8cbf-504d4a3bac15" providerId="ADAL" clId="{ECD42228-5B96-4A72-B268-C46DF994E6B7}" dt="2024-01-14T20:26:10.929" v="732"/>
          <ac:spMkLst>
            <pc:docMk/>
            <pc:sldMk cId="1023554556" sldId="414"/>
            <ac:spMk id="4" creationId="{51C8A26E-666D-4C70-84CF-ED9A6EADF9F2}"/>
          </ac:spMkLst>
        </pc:spChg>
        <pc:spChg chg="mod">
          <ac:chgData name="Palit, Tapti" userId="dec6fbcd-7598-406a-8cbf-504d4a3bac15" providerId="ADAL" clId="{ECD42228-5B96-4A72-B268-C46DF994E6B7}" dt="2024-01-25T01:51:57.338" v="46368" actId="20577"/>
          <ac:spMkLst>
            <pc:docMk/>
            <pc:sldMk cId="1023554556" sldId="414"/>
            <ac:spMk id="5" creationId="{37885DE4-C986-4E68-AADE-D68B1B46AF70}"/>
          </ac:spMkLst>
        </pc:spChg>
        <pc:spChg chg="mod">
          <ac:chgData name="Palit, Tapti" userId="dec6fbcd-7598-406a-8cbf-504d4a3bac15" providerId="ADAL" clId="{ECD42228-5B96-4A72-B268-C46DF994E6B7}" dt="2024-01-16T01:31:29.039" v="4593" actId="2711"/>
          <ac:spMkLst>
            <pc:docMk/>
            <pc:sldMk cId="1023554556" sldId="414"/>
            <ac:spMk id="11" creationId="{3A253797-5892-40A8-97F5-99B9E56E6B9E}"/>
          </ac:spMkLst>
        </pc:spChg>
        <pc:spChg chg="mod">
          <ac:chgData name="Palit, Tapti" userId="dec6fbcd-7598-406a-8cbf-504d4a3bac15" providerId="ADAL" clId="{ECD42228-5B96-4A72-B268-C46DF994E6B7}" dt="2024-01-16T01:31:36.284" v="4595" actId="2711"/>
          <ac:spMkLst>
            <pc:docMk/>
            <pc:sldMk cId="1023554556" sldId="414"/>
            <ac:spMk id="12" creationId="{307779A8-2D71-450E-9C82-1F2B040B6F6D}"/>
          </ac:spMkLst>
        </pc:spChg>
        <pc:spChg chg="mod">
          <ac:chgData name="Palit, Tapti" userId="dec6fbcd-7598-406a-8cbf-504d4a3bac15" providerId="ADAL" clId="{ECD42228-5B96-4A72-B268-C46DF994E6B7}" dt="2024-01-16T01:31:42.698" v="4596" actId="2711"/>
          <ac:spMkLst>
            <pc:docMk/>
            <pc:sldMk cId="1023554556" sldId="414"/>
            <ac:spMk id="13" creationId="{EADEEE6A-E734-401A-A338-74D7DC987F21}"/>
          </ac:spMkLst>
        </pc:spChg>
        <pc:spChg chg="mod">
          <ac:chgData name="Palit, Tapti" userId="dec6fbcd-7598-406a-8cbf-504d4a3bac15" providerId="ADAL" clId="{ECD42228-5B96-4A72-B268-C46DF994E6B7}" dt="2024-01-16T01:31:48.173" v="4597" actId="2711"/>
          <ac:spMkLst>
            <pc:docMk/>
            <pc:sldMk cId="1023554556" sldId="414"/>
            <ac:spMk id="14" creationId="{9D073A4F-B688-44EA-A006-85A9DA47CDD2}"/>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ECD42228-5B96-4A72-B268-C46DF994E6B7}" dt="2024-01-23T04:23:05.101" v="19420"/>
              <pc2:cmMkLst xmlns:pc2="http://schemas.microsoft.com/office/powerpoint/2019/9/main/command">
                <pc:docMk/>
                <pc:sldMk cId="1023554556" sldId="414"/>
                <pc2:cmMk id="{4B415417-601E-461B-B136-DE8FA05D3412}"/>
              </pc2:cmMkLst>
            </pc226:cmChg>
            <pc226:cmChg xmlns:pc226="http://schemas.microsoft.com/office/powerpoint/2022/06/main/command" chg="add">
              <pc226:chgData name="Palit, Tapti" userId="dec6fbcd-7598-406a-8cbf-504d4a3bac15" providerId="ADAL" clId="{ECD42228-5B96-4A72-B268-C46DF994E6B7}" dt="2024-01-24T02:06:13.370" v="35013"/>
              <pc2:cmMkLst xmlns:pc2="http://schemas.microsoft.com/office/powerpoint/2019/9/main/command">
                <pc:docMk/>
                <pc:sldMk cId="1023554556" sldId="414"/>
                <pc2:cmMk id="{DDF26038-0828-4AFF-8FA2-2D2A1C28D98B}"/>
              </pc2:cmMkLst>
            </pc226:cmChg>
          </p:ext>
        </pc:extLst>
      </pc:sldChg>
      <pc:sldChg chg="modSp add del modNotesTx">
        <pc:chgData name="Palit, Tapti" userId="dec6fbcd-7598-406a-8cbf-504d4a3bac15" providerId="ADAL" clId="{ECD42228-5B96-4A72-B268-C46DF994E6B7}" dt="2024-01-28T03:44:01.241" v="67437" actId="47"/>
        <pc:sldMkLst>
          <pc:docMk/>
          <pc:sldMk cId="1528885679" sldId="415"/>
        </pc:sldMkLst>
        <pc:spChg chg="mod">
          <ac:chgData name="Palit, Tapti" userId="dec6fbcd-7598-406a-8cbf-504d4a3bac15" providerId="ADAL" clId="{ECD42228-5B96-4A72-B268-C46DF994E6B7}" dt="2024-01-14T20:26:10.929" v="732"/>
          <ac:spMkLst>
            <pc:docMk/>
            <pc:sldMk cId="1528885679" sldId="415"/>
            <ac:spMk id="2" creationId="{D7EC638E-4A77-46B8-B32A-298B47F2DEB0}"/>
          </ac:spMkLst>
        </pc:spChg>
        <pc:spChg chg="mod">
          <ac:chgData name="Palit, Tapti" userId="dec6fbcd-7598-406a-8cbf-504d4a3bac15" providerId="ADAL" clId="{ECD42228-5B96-4A72-B268-C46DF994E6B7}" dt="2024-01-14T20:26:10.929" v="732"/>
          <ac:spMkLst>
            <pc:docMk/>
            <pc:sldMk cId="1528885679" sldId="415"/>
            <ac:spMk id="3" creationId="{DBF81D88-EE7F-4956-ADB0-DA856615FD00}"/>
          </ac:spMkLst>
        </pc:spChg>
        <pc:spChg chg="mod">
          <ac:chgData name="Palit, Tapti" userId="dec6fbcd-7598-406a-8cbf-504d4a3bac15" providerId="ADAL" clId="{ECD42228-5B96-4A72-B268-C46DF994E6B7}" dt="2024-01-14T20:26:10.929" v="732"/>
          <ac:spMkLst>
            <pc:docMk/>
            <pc:sldMk cId="1528885679" sldId="415"/>
            <ac:spMk id="4" creationId="{51C8A26E-666D-4C70-84CF-ED9A6EADF9F2}"/>
          </ac:spMkLst>
        </pc:spChg>
      </pc:sldChg>
      <pc:sldChg chg="modSp add del mod modNotesTx">
        <pc:chgData name="Palit, Tapti" userId="dec6fbcd-7598-406a-8cbf-504d4a3bac15" providerId="ADAL" clId="{ECD42228-5B96-4A72-B268-C46DF994E6B7}" dt="2024-01-25T02:12:53.389" v="46924" actId="2696"/>
        <pc:sldMkLst>
          <pc:docMk/>
          <pc:sldMk cId="661449558" sldId="416"/>
        </pc:sldMkLst>
        <pc:spChg chg="mod">
          <ac:chgData name="Palit, Tapti" userId="dec6fbcd-7598-406a-8cbf-504d4a3bac15" providerId="ADAL" clId="{ECD42228-5B96-4A72-B268-C46DF994E6B7}" dt="2024-01-14T20:26:10.929" v="732"/>
          <ac:spMkLst>
            <pc:docMk/>
            <pc:sldMk cId="661449558" sldId="416"/>
            <ac:spMk id="2" creationId="{D7EC638E-4A77-46B8-B32A-298B47F2DEB0}"/>
          </ac:spMkLst>
        </pc:spChg>
        <pc:spChg chg="mod">
          <ac:chgData name="Palit, Tapti" userId="dec6fbcd-7598-406a-8cbf-504d4a3bac15" providerId="ADAL" clId="{ECD42228-5B96-4A72-B268-C46DF994E6B7}" dt="2024-01-23T14:53:43.569" v="26560" actId="20577"/>
          <ac:spMkLst>
            <pc:docMk/>
            <pc:sldMk cId="661449558" sldId="416"/>
            <ac:spMk id="3" creationId="{DBF81D88-EE7F-4956-ADB0-DA856615FD00}"/>
          </ac:spMkLst>
        </pc:spChg>
        <pc:spChg chg="mod">
          <ac:chgData name="Palit, Tapti" userId="dec6fbcd-7598-406a-8cbf-504d4a3bac15" providerId="ADAL" clId="{ECD42228-5B96-4A72-B268-C46DF994E6B7}" dt="2024-01-14T20:26:10.929" v="732"/>
          <ac:spMkLst>
            <pc:docMk/>
            <pc:sldMk cId="661449558" sldId="416"/>
            <ac:spMk id="4" creationId="{51C8A26E-666D-4C70-84CF-ED9A6EADF9F2}"/>
          </ac:spMkLst>
        </pc:spChg>
      </pc:sldChg>
      <pc:sldChg chg="addSp delSp modSp add del mod delAnim modAnim chgLayout modNotesTx">
        <pc:chgData name="Palit, Tapti" userId="dec6fbcd-7598-406a-8cbf-504d4a3bac15" providerId="ADAL" clId="{ECD42228-5B96-4A72-B268-C46DF994E6B7}" dt="2024-01-26T21:23:14.495" v="61896" actId="47"/>
        <pc:sldMkLst>
          <pc:docMk/>
          <pc:sldMk cId="2399780863" sldId="416"/>
        </pc:sldMkLst>
        <pc:spChg chg="mod ord">
          <ac:chgData name="Palit, Tapti" userId="dec6fbcd-7598-406a-8cbf-504d4a3bac15" providerId="ADAL" clId="{ECD42228-5B96-4A72-B268-C46DF994E6B7}" dt="2024-01-25T02:58:17.191" v="47547" actId="6264"/>
          <ac:spMkLst>
            <pc:docMk/>
            <pc:sldMk cId="2399780863" sldId="416"/>
            <ac:spMk id="2" creationId="{D7EC638E-4A77-46B8-B32A-298B47F2DEB0}"/>
          </ac:spMkLst>
        </pc:spChg>
        <pc:spChg chg="mod ord">
          <ac:chgData name="Palit, Tapti" userId="dec6fbcd-7598-406a-8cbf-504d4a3bac15" providerId="ADAL" clId="{ECD42228-5B96-4A72-B268-C46DF994E6B7}" dt="2024-01-26T17:06:35.149" v="61868" actId="20577"/>
          <ac:spMkLst>
            <pc:docMk/>
            <pc:sldMk cId="2399780863" sldId="416"/>
            <ac:spMk id="3" creationId="{DBF81D88-EE7F-4956-ADB0-DA856615FD00}"/>
          </ac:spMkLst>
        </pc:spChg>
        <pc:spChg chg="mod ord">
          <ac:chgData name="Palit, Tapti" userId="dec6fbcd-7598-406a-8cbf-504d4a3bac15" providerId="ADAL" clId="{ECD42228-5B96-4A72-B268-C46DF994E6B7}" dt="2024-01-25T02:58:17.191" v="47547" actId="6264"/>
          <ac:spMkLst>
            <pc:docMk/>
            <pc:sldMk cId="2399780863" sldId="416"/>
            <ac:spMk id="4" creationId="{51C8A26E-666D-4C70-84CF-ED9A6EADF9F2}"/>
          </ac:spMkLst>
        </pc:spChg>
        <pc:spChg chg="del">
          <ac:chgData name="Palit, Tapti" userId="dec6fbcd-7598-406a-8cbf-504d4a3bac15" providerId="ADAL" clId="{ECD42228-5B96-4A72-B268-C46DF994E6B7}" dt="2024-01-25T02:19:02.746" v="47080" actId="478"/>
          <ac:spMkLst>
            <pc:docMk/>
            <pc:sldMk cId="2399780863" sldId="416"/>
            <ac:spMk id="5" creationId="{64A12795-097B-45FB-8ECF-1830F9A25955}"/>
          </ac:spMkLst>
        </pc:spChg>
        <pc:spChg chg="del">
          <ac:chgData name="Palit, Tapti" userId="dec6fbcd-7598-406a-8cbf-504d4a3bac15" providerId="ADAL" clId="{ECD42228-5B96-4A72-B268-C46DF994E6B7}" dt="2024-01-25T02:19:02.746" v="47080" actId="478"/>
          <ac:spMkLst>
            <pc:docMk/>
            <pc:sldMk cId="2399780863" sldId="416"/>
            <ac:spMk id="6" creationId="{173CF878-1150-4E69-BDBB-9CC0D9797C21}"/>
          </ac:spMkLst>
        </pc:spChg>
        <pc:spChg chg="del">
          <ac:chgData name="Palit, Tapti" userId="dec6fbcd-7598-406a-8cbf-504d4a3bac15" providerId="ADAL" clId="{ECD42228-5B96-4A72-B268-C46DF994E6B7}" dt="2024-01-25T02:19:02.746" v="47080" actId="478"/>
          <ac:spMkLst>
            <pc:docMk/>
            <pc:sldMk cId="2399780863" sldId="416"/>
            <ac:spMk id="7" creationId="{42A2874E-979E-4530-B783-E3038BCC6B0E}"/>
          </ac:spMkLst>
        </pc:spChg>
        <pc:spChg chg="del">
          <ac:chgData name="Palit, Tapti" userId="dec6fbcd-7598-406a-8cbf-504d4a3bac15" providerId="ADAL" clId="{ECD42228-5B96-4A72-B268-C46DF994E6B7}" dt="2024-01-25T02:19:02.746" v="47080" actId="478"/>
          <ac:spMkLst>
            <pc:docMk/>
            <pc:sldMk cId="2399780863" sldId="416"/>
            <ac:spMk id="8" creationId="{C106AA94-40A1-4F58-8233-AD39E4182A4F}"/>
          </ac:spMkLst>
        </pc:spChg>
        <pc:spChg chg="del">
          <ac:chgData name="Palit, Tapti" userId="dec6fbcd-7598-406a-8cbf-504d4a3bac15" providerId="ADAL" clId="{ECD42228-5B96-4A72-B268-C46DF994E6B7}" dt="2024-01-25T02:19:02.746" v="47080" actId="478"/>
          <ac:spMkLst>
            <pc:docMk/>
            <pc:sldMk cId="2399780863" sldId="416"/>
            <ac:spMk id="9" creationId="{EA16CC07-61C7-4EA7-A21F-FF626F063620}"/>
          </ac:spMkLst>
        </pc:spChg>
        <pc:spChg chg="del">
          <ac:chgData name="Palit, Tapti" userId="dec6fbcd-7598-406a-8cbf-504d4a3bac15" providerId="ADAL" clId="{ECD42228-5B96-4A72-B268-C46DF994E6B7}" dt="2024-01-25T02:19:02.746" v="47080" actId="478"/>
          <ac:spMkLst>
            <pc:docMk/>
            <pc:sldMk cId="2399780863" sldId="416"/>
            <ac:spMk id="10" creationId="{7DF7665F-52D7-4558-BDD1-12418A6F5FFD}"/>
          </ac:spMkLst>
        </pc:spChg>
        <pc:spChg chg="del">
          <ac:chgData name="Palit, Tapti" userId="dec6fbcd-7598-406a-8cbf-504d4a3bac15" providerId="ADAL" clId="{ECD42228-5B96-4A72-B268-C46DF994E6B7}" dt="2024-01-25T02:19:02.746" v="47080" actId="478"/>
          <ac:spMkLst>
            <pc:docMk/>
            <pc:sldMk cId="2399780863" sldId="416"/>
            <ac:spMk id="11" creationId="{E4F85C23-A131-4709-94DB-B26930DBB7D0}"/>
          </ac:spMkLst>
        </pc:spChg>
        <pc:spChg chg="del">
          <ac:chgData name="Palit, Tapti" userId="dec6fbcd-7598-406a-8cbf-504d4a3bac15" providerId="ADAL" clId="{ECD42228-5B96-4A72-B268-C46DF994E6B7}" dt="2024-01-25T02:19:02.746" v="47080" actId="478"/>
          <ac:spMkLst>
            <pc:docMk/>
            <pc:sldMk cId="2399780863" sldId="416"/>
            <ac:spMk id="12" creationId="{43378D1B-C410-4ABB-908A-43004B8F5FAA}"/>
          </ac:spMkLst>
        </pc:spChg>
        <pc:spChg chg="del">
          <ac:chgData name="Palit, Tapti" userId="dec6fbcd-7598-406a-8cbf-504d4a3bac15" providerId="ADAL" clId="{ECD42228-5B96-4A72-B268-C46DF994E6B7}" dt="2024-01-25T02:19:02.746" v="47080" actId="478"/>
          <ac:spMkLst>
            <pc:docMk/>
            <pc:sldMk cId="2399780863" sldId="416"/>
            <ac:spMk id="20" creationId="{8DEE9341-9C08-4BDA-9D2B-F6CF460FCF45}"/>
          </ac:spMkLst>
        </pc:spChg>
        <pc:spChg chg="del">
          <ac:chgData name="Palit, Tapti" userId="dec6fbcd-7598-406a-8cbf-504d4a3bac15" providerId="ADAL" clId="{ECD42228-5B96-4A72-B268-C46DF994E6B7}" dt="2024-01-25T02:19:02.746" v="47080" actId="478"/>
          <ac:spMkLst>
            <pc:docMk/>
            <pc:sldMk cId="2399780863" sldId="416"/>
            <ac:spMk id="22" creationId="{B8758E69-C46F-459B-88C0-3DD04771CA07}"/>
          </ac:spMkLst>
        </pc:spChg>
        <pc:spChg chg="del">
          <ac:chgData name="Palit, Tapti" userId="dec6fbcd-7598-406a-8cbf-504d4a3bac15" providerId="ADAL" clId="{ECD42228-5B96-4A72-B268-C46DF994E6B7}" dt="2024-01-25T02:19:02.746" v="47080" actId="478"/>
          <ac:spMkLst>
            <pc:docMk/>
            <pc:sldMk cId="2399780863" sldId="416"/>
            <ac:spMk id="24" creationId="{5A4B3E78-7E36-4ECC-97E7-CC20E88DB859}"/>
          </ac:spMkLst>
        </pc:spChg>
        <pc:spChg chg="del">
          <ac:chgData name="Palit, Tapti" userId="dec6fbcd-7598-406a-8cbf-504d4a3bac15" providerId="ADAL" clId="{ECD42228-5B96-4A72-B268-C46DF994E6B7}" dt="2024-01-25T02:19:02.746" v="47080" actId="478"/>
          <ac:spMkLst>
            <pc:docMk/>
            <pc:sldMk cId="2399780863" sldId="416"/>
            <ac:spMk id="26" creationId="{E433F62E-0692-4728-A66F-16E6BC3C9EAF}"/>
          </ac:spMkLst>
        </pc:spChg>
        <pc:spChg chg="del">
          <ac:chgData name="Palit, Tapti" userId="dec6fbcd-7598-406a-8cbf-504d4a3bac15" providerId="ADAL" clId="{ECD42228-5B96-4A72-B268-C46DF994E6B7}" dt="2024-01-25T02:19:02.746" v="47080" actId="478"/>
          <ac:spMkLst>
            <pc:docMk/>
            <pc:sldMk cId="2399780863" sldId="416"/>
            <ac:spMk id="27" creationId="{E59F5451-1A26-4FBD-947E-F956B64B5FFB}"/>
          </ac:spMkLst>
        </pc:spChg>
        <pc:spChg chg="add del mod">
          <ac:chgData name="Palit, Tapti" userId="dec6fbcd-7598-406a-8cbf-504d4a3bac15" providerId="ADAL" clId="{ECD42228-5B96-4A72-B268-C46DF994E6B7}" dt="2024-01-25T02:14:09.785" v="46981" actId="6264"/>
          <ac:spMkLst>
            <pc:docMk/>
            <pc:sldMk cId="2399780863" sldId="416"/>
            <ac:spMk id="28" creationId="{2477F4D5-EF3D-9529-AF94-652801100B91}"/>
          </ac:spMkLst>
        </pc:spChg>
        <pc:spChg chg="add del mod">
          <ac:chgData name="Palit, Tapti" userId="dec6fbcd-7598-406a-8cbf-504d4a3bac15" providerId="ADAL" clId="{ECD42228-5B96-4A72-B268-C46DF994E6B7}" dt="2024-01-25T02:14:09.785" v="46981" actId="6264"/>
          <ac:spMkLst>
            <pc:docMk/>
            <pc:sldMk cId="2399780863" sldId="416"/>
            <ac:spMk id="29" creationId="{39246254-9FBC-F5B7-40A2-EE81D89066A0}"/>
          </ac:spMkLst>
        </pc:spChg>
        <pc:spChg chg="add del mod">
          <ac:chgData name="Palit, Tapti" userId="dec6fbcd-7598-406a-8cbf-504d4a3bac15" providerId="ADAL" clId="{ECD42228-5B96-4A72-B268-C46DF994E6B7}" dt="2024-01-25T02:14:09.785" v="46981" actId="6264"/>
          <ac:spMkLst>
            <pc:docMk/>
            <pc:sldMk cId="2399780863" sldId="416"/>
            <ac:spMk id="30" creationId="{4786A8D1-A058-0AF5-A5CB-9ED9B2127F1B}"/>
          </ac:spMkLst>
        </pc:spChg>
        <pc:spChg chg="add mod">
          <ac:chgData name="Palit, Tapti" userId="dec6fbcd-7598-406a-8cbf-504d4a3bac15" providerId="ADAL" clId="{ECD42228-5B96-4A72-B268-C46DF994E6B7}" dt="2024-01-25T03:17:36.488" v="48251" actId="20577"/>
          <ac:spMkLst>
            <pc:docMk/>
            <pc:sldMk cId="2399780863" sldId="416"/>
            <ac:spMk id="31" creationId="{A1AE6AAE-C7D3-E8E2-BBBE-C8BA0B0FDD7B}"/>
          </ac:spMkLst>
        </pc:spChg>
        <pc:spChg chg="add del mod">
          <ac:chgData name="Palit, Tapti" userId="dec6fbcd-7598-406a-8cbf-504d4a3bac15" providerId="ADAL" clId="{ECD42228-5B96-4A72-B268-C46DF994E6B7}" dt="2024-01-25T02:58:17.191" v="47547" actId="6264"/>
          <ac:spMkLst>
            <pc:docMk/>
            <pc:sldMk cId="2399780863" sldId="416"/>
            <ac:spMk id="33" creationId="{97415952-D183-9586-5C60-16946C439105}"/>
          </ac:spMkLst>
        </pc:spChg>
        <pc:spChg chg="add del mod">
          <ac:chgData name="Palit, Tapti" userId="dec6fbcd-7598-406a-8cbf-504d4a3bac15" providerId="ADAL" clId="{ECD42228-5B96-4A72-B268-C46DF994E6B7}" dt="2024-01-25T02:58:17.191" v="47547" actId="6264"/>
          <ac:spMkLst>
            <pc:docMk/>
            <pc:sldMk cId="2399780863" sldId="416"/>
            <ac:spMk id="34" creationId="{0F0121C7-536F-1891-DC4E-F5345A25F324}"/>
          </ac:spMkLst>
        </pc:spChg>
        <pc:spChg chg="add del mod">
          <ac:chgData name="Palit, Tapti" userId="dec6fbcd-7598-406a-8cbf-504d4a3bac15" providerId="ADAL" clId="{ECD42228-5B96-4A72-B268-C46DF994E6B7}" dt="2024-01-25T02:58:17.191" v="47547" actId="6264"/>
          <ac:spMkLst>
            <pc:docMk/>
            <pc:sldMk cId="2399780863" sldId="416"/>
            <ac:spMk id="35" creationId="{477FBF2A-879F-3AEC-90AF-78CF9135EB4E}"/>
          </ac:spMkLst>
        </pc:spChg>
        <pc:graphicFrameChg chg="add mod modGraphic">
          <ac:chgData name="Palit, Tapti" userId="dec6fbcd-7598-406a-8cbf-504d4a3bac15" providerId="ADAL" clId="{ECD42228-5B96-4A72-B268-C46DF994E6B7}" dt="2024-01-25T03:17:31.666" v="48247" actId="20577"/>
          <ac:graphicFrameMkLst>
            <pc:docMk/>
            <pc:sldMk cId="2399780863" sldId="416"/>
            <ac:graphicFrameMk id="32" creationId="{662E3E91-EC1F-FAC9-6710-BA112B8C33B9}"/>
          </ac:graphicFrameMkLst>
        </pc:graphicFrameChg>
        <pc:cxnChg chg="del mod">
          <ac:chgData name="Palit, Tapti" userId="dec6fbcd-7598-406a-8cbf-504d4a3bac15" providerId="ADAL" clId="{ECD42228-5B96-4A72-B268-C46DF994E6B7}" dt="2024-01-25T02:19:02.746" v="47080" actId="478"/>
          <ac:cxnSpMkLst>
            <pc:docMk/>
            <pc:sldMk cId="2399780863" sldId="416"/>
            <ac:cxnSpMk id="13" creationId="{3C0C60EB-CA1D-446C-AD32-9560D6763602}"/>
          </ac:cxnSpMkLst>
        </pc:cxnChg>
        <pc:cxnChg chg="del mod">
          <ac:chgData name="Palit, Tapti" userId="dec6fbcd-7598-406a-8cbf-504d4a3bac15" providerId="ADAL" clId="{ECD42228-5B96-4A72-B268-C46DF994E6B7}" dt="2024-01-25T02:19:02.746" v="47080" actId="478"/>
          <ac:cxnSpMkLst>
            <pc:docMk/>
            <pc:sldMk cId="2399780863" sldId="416"/>
            <ac:cxnSpMk id="14" creationId="{5515A297-5F95-408E-BDA4-824C077DDE99}"/>
          </ac:cxnSpMkLst>
        </pc:cxnChg>
        <pc:cxnChg chg="del mod">
          <ac:chgData name="Palit, Tapti" userId="dec6fbcd-7598-406a-8cbf-504d4a3bac15" providerId="ADAL" clId="{ECD42228-5B96-4A72-B268-C46DF994E6B7}" dt="2024-01-25T02:19:02.746" v="47080" actId="478"/>
          <ac:cxnSpMkLst>
            <pc:docMk/>
            <pc:sldMk cId="2399780863" sldId="416"/>
            <ac:cxnSpMk id="15" creationId="{CC06A431-43C0-43D6-A4CE-863ECF01D03E}"/>
          </ac:cxnSpMkLst>
        </pc:cxnChg>
        <pc:cxnChg chg="del mod">
          <ac:chgData name="Palit, Tapti" userId="dec6fbcd-7598-406a-8cbf-504d4a3bac15" providerId="ADAL" clId="{ECD42228-5B96-4A72-B268-C46DF994E6B7}" dt="2024-01-25T02:19:02.746" v="47080" actId="478"/>
          <ac:cxnSpMkLst>
            <pc:docMk/>
            <pc:sldMk cId="2399780863" sldId="416"/>
            <ac:cxnSpMk id="16" creationId="{D0FFE79C-1804-4383-BCE3-6411C04F6E36}"/>
          </ac:cxnSpMkLst>
        </pc:cxnChg>
        <pc:cxnChg chg="del mod">
          <ac:chgData name="Palit, Tapti" userId="dec6fbcd-7598-406a-8cbf-504d4a3bac15" providerId="ADAL" clId="{ECD42228-5B96-4A72-B268-C46DF994E6B7}" dt="2024-01-25T02:19:02.746" v="47080" actId="478"/>
          <ac:cxnSpMkLst>
            <pc:docMk/>
            <pc:sldMk cId="2399780863" sldId="416"/>
            <ac:cxnSpMk id="17" creationId="{A013FAD8-A7D4-43C2-89DE-E8046EBB5DC8}"/>
          </ac:cxnSpMkLst>
        </pc:cxnChg>
        <pc:cxnChg chg="del mod">
          <ac:chgData name="Palit, Tapti" userId="dec6fbcd-7598-406a-8cbf-504d4a3bac15" providerId="ADAL" clId="{ECD42228-5B96-4A72-B268-C46DF994E6B7}" dt="2024-01-25T02:19:02.746" v="47080" actId="478"/>
          <ac:cxnSpMkLst>
            <pc:docMk/>
            <pc:sldMk cId="2399780863" sldId="416"/>
            <ac:cxnSpMk id="18" creationId="{C5642699-82C8-4DB0-861F-975CE51A5882}"/>
          </ac:cxnSpMkLst>
        </pc:cxnChg>
        <pc:cxnChg chg="del mod">
          <ac:chgData name="Palit, Tapti" userId="dec6fbcd-7598-406a-8cbf-504d4a3bac15" providerId="ADAL" clId="{ECD42228-5B96-4A72-B268-C46DF994E6B7}" dt="2024-01-25T02:19:02.746" v="47080" actId="478"/>
          <ac:cxnSpMkLst>
            <pc:docMk/>
            <pc:sldMk cId="2399780863" sldId="416"/>
            <ac:cxnSpMk id="19" creationId="{488202FF-9FE0-45A9-83E1-332C534B9956}"/>
          </ac:cxnSpMkLst>
        </pc:cxnChg>
        <pc:cxnChg chg="del mod">
          <ac:chgData name="Palit, Tapti" userId="dec6fbcd-7598-406a-8cbf-504d4a3bac15" providerId="ADAL" clId="{ECD42228-5B96-4A72-B268-C46DF994E6B7}" dt="2024-01-25T02:19:02.746" v="47080" actId="478"/>
          <ac:cxnSpMkLst>
            <pc:docMk/>
            <pc:sldMk cId="2399780863" sldId="416"/>
            <ac:cxnSpMk id="21" creationId="{49FFBF73-7FB0-4304-A182-33979FE695D2}"/>
          </ac:cxnSpMkLst>
        </pc:cxnChg>
        <pc:cxnChg chg="del mod">
          <ac:chgData name="Palit, Tapti" userId="dec6fbcd-7598-406a-8cbf-504d4a3bac15" providerId="ADAL" clId="{ECD42228-5B96-4A72-B268-C46DF994E6B7}" dt="2024-01-25T02:19:02.746" v="47080" actId="478"/>
          <ac:cxnSpMkLst>
            <pc:docMk/>
            <pc:sldMk cId="2399780863" sldId="416"/>
            <ac:cxnSpMk id="23" creationId="{3C0DFBBE-ECA8-4384-92BF-51A489EC3AE1}"/>
          </ac:cxnSpMkLst>
        </pc:cxnChg>
        <pc:cxnChg chg="del mod">
          <ac:chgData name="Palit, Tapti" userId="dec6fbcd-7598-406a-8cbf-504d4a3bac15" providerId="ADAL" clId="{ECD42228-5B96-4A72-B268-C46DF994E6B7}" dt="2024-01-25T02:19:02.746" v="47080" actId="478"/>
          <ac:cxnSpMkLst>
            <pc:docMk/>
            <pc:sldMk cId="2399780863" sldId="416"/>
            <ac:cxnSpMk id="25" creationId="{855FC911-0904-46DD-9760-53CDFD3B2610}"/>
          </ac:cxnSpMkLst>
        </pc:cxnChg>
      </pc:sldChg>
      <pc:sldChg chg="modSp add del mod modNotesTx">
        <pc:chgData name="Palit, Tapti" userId="dec6fbcd-7598-406a-8cbf-504d4a3bac15" providerId="ADAL" clId="{ECD42228-5B96-4A72-B268-C46DF994E6B7}" dt="2024-02-09T05:10:43.716" v="104963" actId="20577"/>
        <pc:sldMkLst>
          <pc:docMk/>
          <pc:sldMk cId="1393023288" sldId="419"/>
        </pc:sldMkLst>
        <pc:spChg chg="mod">
          <ac:chgData name="Palit, Tapti" userId="dec6fbcd-7598-406a-8cbf-504d4a3bac15" providerId="ADAL" clId="{ECD42228-5B96-4A72-B268-C46DF994E6B7}" dt="2024-01-14T20:26:10.929" v="732"/>
          <ac:spMkLst>
            <pc:docMk/>
            <pc:sldMk cId="1393023288" sldId="419"/>
            <ac:spMk id="2" creationId="{E31E00BF-C3D2-4CCB-A104-B8B6E70C7969}"/>
          </ac:spMkLst>
        </pc:spChg>
        <pc:spChg chg="mod">
          <ac:chgData name="Palit, Tapti" userId="dec6fbcd-7598-406a-8cbf-504d4a3bac15" providerId="ADAL" clId="{ECD42228-5B96-4A72-B268-C46DF994E6B7}" dt="2024-01-31T01:50:54.787" v="95140" actId="20577"/>
          <ac:spMkLst>
            <pc:docMk/>
            <pc:sldMk cId="1393023288" sldId="419"/>
            <ac:spMk id="2" creationId="{F7914E2D-B9F4-CBB6-71B1-BAAC6E4E1992}"/>
          </ac:spMkLst>
        </pc:spChg>
        <pc:spChg chg="mod">
          <ac:chgData name="Palit, Tapti" userId="dec6fbcd-7598-406a-8cbf-504d4a3bac15" providerId="ADAL" clId="{ECD42228-5B96-4A72-B268-C46DF994E6B7}" dt="2024-01-14T23:47:36.669" v="3772" actId="20577"/>
          <ac:spMkLst>
            <pc:docMk/>
            <pc:sldMk cId="1393023288" sldId="419"/>
            <ac:spMk id="3" creationId="{486067F6-CB16-49D0-86A6-11E507E8A7C7}"/>
          </ac:spMkLst>
        </pc:spChg>
        <pc:spChg chg="mod">
          <ac:chgData name="Palit, Tapti" userId="dec6fbcd-7598-406a-8cbf-504d4a3bac15" providerId="ADAL" clId="{ECD42228-5B96-4A72-B268-C46DF994E6B7}" dt="2024-01-14T20:26:10.929" v="732"/>
          <ac:spMkLst>
            <pc:docMk/>
            <pc:sldMk cId="1393023288" sldId="419"/>
            <ac:spMk id="4" creationId="{1A7AC2C0-80DA-47AD-87A5-54ADD943E728}"/>
          </ac:spMkLst>
        </pc:spChg>
      </pc:sldChg>
      <pc:sldChg chg="add del mod modShow">
        <pc:chgData name="Palit, Tapti" userId="dec6fbcd-7598-406a-8cbf-504d4a3bac15" providerId="ADAL" clId="{ECD42228-5B96-4A72-B268-C46DF994E6B7}" dt="2024-01-28T03:44:01.241" v="67437" actId="47"/>
        <pc:sldMkLst>
          <pc:docMk/>
          <pc:sldMk cId="493284233" sldId="421"/>
        </pc:sldMkLst>
      </pc:sldChg>
      <pc:sldChg chg="modSp add del">
        <pc:chgData name="Palit, Tapti" userId="dec6fbcd-7598-406a-8cbf-504d4a3bac15" providerId="ADAL" clId="{ECD42228-5B96-4A72-B268-C46DF994E6B7}" dt="2024-01-16T01:22:56.688" v="4526" actId="2696"/>
        <pc:sldMkLst>
          <pc:docMk/>
          <pc:sldMk cId="2278079750" sldId="421"/>
        </pc:sldMkLst>
        <pc:spChg chg="mod">
          <ac:chgData name="Palit, Tapti" userId="dec6fbcd-7598-406a-8cbf-504d4a3bac15" providerId="ADAL" clId="{ECD42228-5B96-4A72-B268-C46DF994E6B7}" dt="2024-01-14T19:15:44.382" v="346"/>
          <ac:spMkLst>
            <pc:docMk/>
            <pc:sldMk cId="2278079750" sldId="421"/>
            <ac:spMk id="2" creationId="{8BE65D22-BD8E-49FF-936F-0E60B37C4A1C}"/>
          </ac:spMkLst>
        </pc:spChg>
        <pc:spChg chg="mod">
          <ac:chgData name="Palit, Tapti" userId="dec6fbcd-7598-406a-8cbf-504d4a3bac15" providerId="ADAL" clId="{ECD42228-5B96-4A72-B268-C46DF994E6B7}" dt="2024-01-14T19:15:44.382" v="346"/>
          <ac:spMkLst>
            <pc:docMk/>
            <pc:sldMk cId="2278079750" sldId="421"/>
            <ac:spMk id="4" creationId="{E0D8E777-DFC7-4491-B604-F34BF8A3EF01}"/>
          </ac:spMkLst>
        </pc:spChg>
      </pc:sldChg>
      <pc:sldChg chg="modSp add del">
        <pc:chgData name="Palit, Tapti" userId="dec6fbcd-7598-406a-8cbf-504d4a3bac15" providerId="ADAL" clId="{ECD42228-5B96-4A72-B268-C46DF994E6B7}" dt="2024-01-28T03:44:01.241" v="67437" actId="47"/>
        <pc:sldMkLst>
          <pc:docMk/>
          <pc:sldMk cId="747957901" sldId="422"/>
        </pc:sldMkLst>
        <pc:spChg chg="mod">
          <ac:chgData name="Palit, Tapti" userId="dec6fbcd-7598-406a-8cbf-504d4a3bac15" providerId="ADAL" clId="{ECD42228-5B96-4A72-B268-C46DF994E6B7}" dt="2024-01-14T20:26:10.929" v="732"/>
          <ac:spMkLst>
            <pc:docMk/>
            <pc:sldMk cId="747957901" sldId="422"/>
            <ac:spMk id="4" creationId="{E2684A87-57C5-49B9-B587-83D47997FCE4}"/>
          </ac:spMkLst>
        </pc:spChg>
        <pc:spChg chg="mod">
          <ac:chgData name="Palit, Tapti" userId="dec6fbcd-7598-406a-8cbf-504d4a3bac15" providerId="ADAL" clId="{ECD42228-5B96-4A72-B268-C46DF994E6B7}" dt="2024-01-14T20:26:10.929" v="732"/>
          <ac:spMkLst>
            <pc:docMk/>
            <pc:sldMk cId="747957901" sldId="422"/>
            <ac:spMk id="12" creationId="{993F8E0C-7333-41D8-82CC-09205A3E5DDF}"/>
          </ac:spMkLst>
        </pc:spChg>
      </pc:sldChg>
      <pc:sldChg chg="modSp add del">
        <pc:chgData name="Palit, Tapti" userId="dec6fbcd-7598-406a-8cbf-504d4a3bac15" providerId="ADAL" clId="{ECD42228-5B96-4A72-B268-C46DF994E6B7}" dt="2024-01-28T03:44:01.241" v="67437" actId="47"/>
        <pc:sldMkLst>
          <pc:docMk/>
          <pc:sldMk cId="3605086080" sldId="423"/>
        </pc:sldMkLst>
        <pc:spChg chg="mod">
          <ac:chgData name="Palit, Tapti" userId="dec6fbcd-7598-406a-8cbf-504d4a3bac15" providerId="ADAL" clId="{ECD42228-5B96-4A72-B268-C46DF994E6B7}" dt="2024-01-14T20:26:10.929" v="732"/>
          <ac:spMkLst>
            <pc:docMk/>
            <pc:sldMk cId="3605086080" sldId="423"/>
            <ac:spMk id="2" creationId="{B5365C4F-3CF1-43F6-9530-F243B925DF98}"/>
          </ac:spMkLst>
        </pc:spChg>
        <pc:spChg chg="mod">
          <ac:chgData name="Palit, Tapti" userId="dec6fbcd-7598-406a-8cbf-504d4a3bac15" providerId="ADAL" clId="{ECD42228-5B96-4A72-B268-C46DF994E6B7}" dt="2024-01-14T20:26:10.929" v="732"/>
          <ac:spMkLst>
            <pc:docMk/>
            <pc:sldMk cId="3605086080" sldId="423"/>
            <ac:spMk id="3" creationId="{5100A295-7AFE-4FE8-94A3-8D276BFFCAB9}"/>
          </ac:spMkLst>
        </pc:spChg>
        <pc:spChg chg="mod">
          <ac:chgData name="Palit, Tapti" userId="dec6fbcd-7598-406a-8cbf-504d4a3bac15" providerId="ADAL" clId="{ECD42228-5B96-4A72-B268-C46DF994E6B7}" dt="2024-01-14T20:26:10.929" v="732"/>
          <ac:spMkLst>
            <pc:docMk/>
            <pc:sldMk cId="3605086080" sldId="423"/>
            <ac:spMk id="4" creationId="{E2684A87-57C5-49B9-B587-83D47997FCE4}"/>
          </ac:spMkLst>
        </pc:spChg>
      </pc:sldChg>
      <pc:sldChg chg="addSp delSp modSp add del mod ord modClrScheme delAnim modAnim addCm delCm modCm chgLayout modNotesTx">
        <pc:chgData name="Palit, Tapti" userId="dec6fbcd-7598-406a-8cbf-504d4a3bac15" providerId="ADAL" clId="{ECD42228-5B96-4A72-B268-C46DF994E6B7}" dt="2024-02-11T14:39:28.922" v="109840" actId="5793"/>
        <pc:sldMkLst>
          <pc:docMk/>
          <pc:sldMk cId="3864528504" sldId="424"/>
        </pc:sldMkLst>
        <pc:spChg chg="mod ord">
          <ac:chgData name="Palit, Tapti" userId="dec6fbcd-7598-406a-8cbf-504d4a3bac15" providerId="ADAL" clId="{ECD42228-5B96-4A72-B268-C46DF994E6B7}" dt="2024-01-25T02:17:41.759" v="47027" actId="700"/>
          <ac:spMkLst>
            <pc:docMk/>
            <pc:sldMk cId="3864528504" sldId="424"/>
            <ac:spMk id="2" creationId="{D9A69A7A-F324-44E2-A7BA-87B689E34CB2}"/>
          </ac:spMkLst>
        </pc:spChg>
        <pc:spChg chg="add del mod">
          <ac:chgData name="Palit, Tapti" userId="dec6fbcd-7598-406a-8cbf-504d4a3bac15" providerId="ADAL" clId="{ECD42228-5B96-4A72-B268-C46DF994E6B7}" dt="2024-01-30T16:50:13.409" v="93015" actId="21"/>
          <ac:spMkLst>
            <pc:docMk/>
            <pc:sldMk cId="3864528504" sldId="424"/>
            <ac:spMk id="3" creationId="{20526A79-5A3C-15A2-4ADD-2D7B58E677DD}"/>
          </ac:spMkLst>
        </pc:spChg>
        <pc:spChg chg="del mod ord">
          <ac:chgData name="Palit, Tapti" userId="dec6fbcd-7598-406a-8cbf-504d4a3bac15" providerId="ADAL" clId="{ECD42228-5B96-4A72-B268-C46DF994E6B7}" dt="2024-01-25T02:17:41.759" v="47027" actId="700"/>
          <ac:spMkLst>
            <pc:docMk/>
            <pc:sldMk cId="3864528504" sldId="424"/>
            <ac:spMk id="3" creationId="{CCF652AC-329E-4466-8DFB-7B5943F5D73C}"/>
          </ac:spMkLst>
        </pc:spChg>
        <pc:spChg chg="mod ord">
          <ac:chgData name="Palit, Tapti" userId="dec6fbcd-7598-406a-8cbf-504d4a3bac15" providerId="ADAL" clId="{ECD42228-5B96-4A72-B268-C46DF994E6B7}" dt="2024-01-25T02:17:41.759" v="47027" actId="700"/>
          <ac:spMkLst>
            <pc:docMk/>
            <pc:sldMk cId="3864528504" sldId="424"/>
            <ac:spMk id="4" creationId="{9ED004C1-E6E4-4280-8C88-31CB6685D77F}"/>
          </ac:spMkLst>
        </pc:spChg>
        <pc:spChg chg="add del mod">
          <ac:chgData name="Palit, Tapti" userId="dec6fbcd-7598-406a-8cbf-504d4a3bac15" providerId="ADAL" clId="{ECD42228-5B96-4A72-B268-C46DF994E6B7}" dt="2024-01-30T16:50:13.409" v="93015" actId="21"/>
          <ac:spMkLst>
            <pc:docMk/>
            <pc:sldMk cId="3864528504" sldId="424"/>
            <ac:spMk id="5" creationId="{186C09D5-3FEA-F87E-F5D9-E83FF3AA9882}"/>
          </ac:spMkLst>
        </pc:spChg>
        <pc:spChg chg="del mod">
          <ac:chgData name="Palit, Tapti" userId="dec6fbcd-7598-406a-8cbf-504d4a3bac15" providerId="ADAL" clId="{ECD42228-5B96-4A72-B268-C46DF994E6B7}" dt="2024-01-25T02:17:41.759" v="47027" actId="700"/>
          <ac:spMkLst>
            <pc:docMk/>
            <pc:sldMk cId="3864528504" sldId="424"/>
            <ac:spMk id="5" creationId="{4C723FA2-36EC-13D8-5C16-F54EF86DAAA3}"/>
          </ac:spMkLst>
        </pc:spChg>
        <pc:spChg chg="mod">
          <ac:chgData name="Palit, Tapti" userId="dec6fbcd-7598-406a-8cbf-504d4a3bac15" providerId="ADAL" clId="{ECD42228-5B96-4A72-B268-C46DF994E6B7}" dt="2024-02-08T20:46:57.580" v="100703" actId="207"/>
          <ac:spMkLst>
            <pc:docMk/>
            <pc:sldMk cId="3864528504" sldId="424"/>
            <ac:spMk id="6" creationId="{62E4901C-C217-DD54-593C-0E523C998F49}"/>
          </ac:spMkLst>
        </pc:spChg>
        <pc:spChg chg="mod">
          <ac:chgData name="Palit, Tapti" userId="dec6fbcd-7598-406a-8cbf-504d4a3bac15" providerId="ADAL" clId="{ECD42228-5B96-4A72-B268-C46DF994E6B7}" dt="2024-01-14T20:03:26.266" v="494" actId="207"/>
          <ac:spMkLst>
            <pc:docMk/>
            <pc:sldMk cId="3864528504" sldId="424"/>
            <ac:spMk id="7" creationId="{43044E65-69F9-46E9-9B89-354EA801A3A8}"/>
          </ac:spMkLst>
        </pc:spChg>
        <pc:spChg chg="add mod ord">
          <ac:chgData name="Palit, Tapti" userId="dec6fbcd-7598-406a-8cbf-504d4a3bac15" providerId="ADAL" clId="{ECD42228-5B96-4A72-B268-C46DF994E6B7}" dt="2024-01-30T14:41:48.193" v="91407" actId="108"/>
          <ac:spMkLst>
            <pc:docMk/>
            <pc:sldMk cId="3864528504" sldId="424"/>
            <ac:spMk id="7" creationId="{F6DAE43A-F91E-1C9B-002B-6DADFDE55F0A}"/>
          </ac:spMkLst>
        </pc:spChg>
        <pc:spChg chg="del mod ord">
          <ac:chgData name="Palit, Tapti" userId="dec6fbcd-7598-406a-8cbf-504d4a3bac15" providerId="ADAL" clId="{ECD42228-5B96-4A72-B268-C46DF994E6B7}" dt="2024-01-25T02:51:43.969" v="47415" actId="478"/>
          <ac:spMkLst>
            <pc:docMk/>
            <pc:sldMk cId="3864528504" sldId="424"/>
            <ac:spMk id="8" creationId="{1BE69067-C2E7-9EA3-F64F-6B09E2A6487D}"/>
          </ac:spMkLst>
        </pc:spChg>
        <pc:spChg chg="mod">
          <ac:chgData name="Palit, Tapti" userId="dec6fbcd-7598-406a-8cbf-504d4a3bac15" providerId="ADAL" clId="{ECD42228-5B96-4A72-B268-C46DF994E6B7}" dt="2024-01-14T20:03:26.266" v="494" actId="207"/>
          <ac:spMkLst>
            <pc:docMk/>
            <pc:sldMk cId="3864528504" sldId="424"/>
            <ac:spMk id="9" creationId="{C836A5CB-75C1-4436-AD02-32E29AD5FE4E}"/>
          </ac:spMkLst>
        </pc:spChg>
        <pc:spChg chg="mod">
          <ac:chgData name="Palit, Tapti" userId="dec6fbcd-7598-406a-8cbf-504d4a3bac15" providerId="ADAL" clId="{ECD42228-5B96-4A72-B268-C46DF994E6B7}" dt="2024-01-14T20:03:26.266" v="494" actId="207"/>
          <ac:spMkLst>
            <pc:docMk/>
            <pc:sldMk cId="3864528504" sldId="424"/>
            <ac:spMk id="10" creationId="{58A38D7B-941B-43E6-AA17-EB48EFC7A14C}"/>
          </ac:spMkLst>
        </pc:spChg>
        <pc:spChg chg="add del mod">
          <ac:chgData name="Palit, Tapti" userId="dec6fbcd-7598-406a-8cbf-504d4a3bac15" providerId="ADAL" clId="{ECD42228-5B96-4A72-B268-C46DF994E6B7}" dt="2024-01-30T16:50:13.409" v="93015" actId="21"/>
          <ac:spMkLst>
            <pc:docMk/>
            <pc:sldMk cId="3864528504" sldId="424"/>
            <ac:spMk id="10" creationId="{7608BA5C-63A5-6633-EA93-3EC2E11CDF82}"/>
          </ac:spMkLst>
        </pc:spChg>
        <pc:spChg chg="add del mod">
          <ac:chgData name="Palit, Tapti" userId="dec6fbcd-7598-406a-8cbf-504d4a3bac15" providerId="ADAL" clId="{ECD42228-5B96-4A72-B268-C46DF994E6B7}" dt="2024-01-30T16:50:13.409" v="93015" actId="21"/>
          <ac:spMkLst>
            <pc:docMk/>
            <pc:sldMk cId="3864528504" sldId="424"/>
            <ac:spMk id="11" creationId="{AB8B7BD7-70B0-C2F7-E1FF-C606985F87CF}"/>
          </ac:spMkLst>
        </pc:spChg>
        <pc:spChg chg="del mod ord">
          <ac:chgData name="Palit, Tapti" userId="dec6fbcd-7598-406a-8cbf-504d4a3bac15" providerId="ADAL" clId="{ECD42228-5B96-4A72-B268-C46DF994E6B7}" dt="2024-01-25T02:51:43.969" v="47415" actId="478"/>
          <ac:spMkLst>
            <pc:docMk/>
            <pc:sldMk cId="3864528504" sldId="424"/>
            <ac:spMk id="11" creationId="{C7EBFFF3-1F10-6E48-C176-326196CA6DA6}"/>
          </ac:spMkLst>
        </pc:spChg>
        <pc:spChg chg="add del mod">
          <ac:chgData name="Palit, Tapti" userId="dec6fbcd-7598-406a-8cbf-504d4a3bac15" providerId="ADAL" clId="{ECD42228-5B96-4A72-B268-C46DF994E6B7}" dt="2024-01-30T16:50:13.409" v="93015" actId="21"/>
          <ac:spMkLst>
            <pc:docMk/>
            <pc:sldMk cId="3864528504" sldId="424"/>
            <ac:spMk id="12" creationId="{FFE0312B-DAFA-3A2E-FF85-9CB9985EDCEA}"/>
          </ac:spMkLst>
        </pc:spChg>
        <pc:cxnChg chg="add del mod">
          <ac:chgData name="Palit, Tapti" userId="dec6fbcd-7598-406a-8cbf-504d4a3bac15" providerId="ADAL" clId="{ECD42228-5B96-4A72-B268-C46DF994E6B7}" dt="2024-01-30T16:50:13.409" v="93015" actId="21"/>
          <ac:cxnSpMkLst>
            <pc:docMk/>
            <pc:sldMk cId="3864528504" sldId="424"/>
            <ac:cxnSpMk id="8" creationId="{C3CB684B-8343-F0A1-1AC9-7E5809D80E6B}"/>
          </ac:cxnSpMkLst>
        </pc:cxnChg>
        <pc:cxnChg chg="add del mod">
          <ac:chgData name="Palit, Tapti" userId="dec6fbcd-7598-406a-8cbf-504d4a3bac15" providerId="ADAL" clId="{ECD42228-5B96-4A72-B268-C46DF994E6B7}" dt="2024-01-30T16:50:13.409" v="93015" actId="21"/>
          <ac:cxnSpMkLst>
            <pc:docMk/>
            <pc:sldMk cId="3864528504" sldId="424"/>
            <ac:cxnSpMk id="9" creationId="{31C40F5C-D4D5-4AC7-1FC9-5AD81A050D58}"/>
          </ac:cxnSpMkLst>
        </pc:cxnChg>
        <pc:cxnChg chg="add del mod">
          <ac:chgData name="Palit, Tapti" userId="dec6fbcd-7598-406a-8cbf-504d4a3bac15" providerId="ADAL" clId="{ECD42228-5B96-4A72-B268-C46DF994E6B7}" dt="2024-01-30T16:50:13.409" v="93015" actId="21"/>
          <ac:cxnSpMkLst>
            <pc:docMk/>
            <pc:sldMk cId="3864528504" sldId="424"/>
            <ac:cxnSpMk id="13" creationId="{8FA4F9A0-3B49-FCA2-AE78-9C8518675596}"/>
          </ac:cxnSpMkLst>
        </pc:cxnChg>
        <pc:cxnChg chg="add del mod">
          <ac:chgData name="Palit, Tapti" userId="dec6fbcd-7598-406a-8cbf-504d4a3bac15" providerId="ADAL" clId="{ECD42228-5B96-4A72-B268-C46DF994E6B7}" dt="2024-01-30T16:50:13.409" v="93015" actId="21"/>
          <ac:cxnSpMkLst>
            <pc:docMk/>
            <pc:sldMk cId="3864528504" sldId="424"/>
            <ac:cxnSpMk id="16" creationId="{DAE6476C-40AD-6234-0743-381192229A17}"/>
          </ac:cxnSpMkLst>
        </pc:cxn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3:32:51.814" v="58337"/>
              <pc2:cmMkLst xmlns:pc2="http://schemas.microsoft.com/office/powerpoint/2019/9/main/command">
                <pc:docMk/>
                <pc:sldMk cId="3864528504" sldId="424"/>
                <pc2:cmMk id="{1735C226-6B18-4F36-BD46-C8C68BDFEB9B}"/>
              </pc2:cmMkLst>
            </pc226:cmChg>
            <pc226:cmChg xmlns:pc226="http://schemas.microsoft.com/office/powerpoint/2022/06/main/command" chg="del mod">
              <pc226:chgData name="Palit, Tapti" userId="dec6fbcd-7598-406a-8cbf-504d4a3bac15" providerId="ADAL" clId="{ECD42228-5B96-4A72-B268-C46DF994E6B7}" dt="2024-01-25T13:32:46.278" v="58333"/>
              <pc2:cmMkLst xmlns:pc2="http://schemas.microsoft.com/office/powerpoint/2019/9/main/command">
                <pc:docMk/>
                <pc:sldMk cId="3864528504" sldId="424"/>
                <pc2:cmMk id="{09A38852-6AD2-46A0-B0AB-F2DD8E941BC3}"/>
              </pc2:cmMkLst>
            </pc226:cmChg>
            <pc226:cmChg xmlns:pc226="http://schemas.microsoft.com/office/powerpoint/2022/06/main/command" chg="add del mod modRxn">
              <pc226:chgData name="Palit, Tapti" userId="dec6fbcd-7598-406a-8cbf-504d4a3bac15" providerId="ADAL" clId="{ECD42228-5B96-4A72-B268-C46DF994E6B7}" dt="2024-01-25T13:32:50.003" v="58336"/>
              <pc2:cmMkLst xmlns:pc2="http://schemas.microsoft.com/office/powerpoint/2019/9/main/command">
                <pc:docMk/>
                <pc:sldMk cId="3864528504" sldId="424"/>
                <pc2:cmMk id="{D1B52792-E3A1-45A7-92BC-F166A757AD4A}"/>
              </pc2:cmMkLst>
            </pc226:cmChg>
          </p:ext>
        </pc:extLst>
      </pc:sldChg>
      <pc:sldChg chg="del">
        <pc:chgData name="Palit, Tapti" userId="dec6fbcd-7598-406a-8cbf-504d4a3bac15" providerId="ADAL" clId="{ECD42228-5B96-4A72-B268-C46DF994E6B7}" dt="2024-01-28T03:44:01.241" v="67437" actId="47"/>
        <pc:sldMkLst>
          <pc:docMk/>
          <pc:sldMk cId="577121216" sldId="425"/>
        </pc:sldMkLst>
      </pc:sldChg>
      <pc:sldChg chg="modSp add del mod modNotesTx">
        <pc:chgData name="Palit, Tapti" userId="dec6fbcd-7598-406a-8cbf-504d4a3bac15" providerId="ADAL" clId="{ECD42228-5B96-4A72-B268-C46DF994E6B7}" dt="2024-01-25T06:31:05.122" v="54373" actId="20577"/>
        <pc:sldMkLst>
          <pc:docMk/>
          <pc:sldMk cId="1389410658" sldId="426"/>
        </pc:sldMkLst>
        <pc:spChg chg="mod">
          <ac:chgData name="Palit, Tapti" userId="dec6fbcd-7598-406a-8cbf-504d4a3bac15" providerId="ADAL" clId="{ECD42228-5B96-4A72-B268-C46DF994E6B7}" dt="2024-01-16T22:15:00.647" v="7819" actId="20577"/>
          <ac:spMkLst>
            <pc:docMk/>
            <pc:sldMk cId="1389410658" sldId="426"/>
            <ac:spMk id="3" creationId="{486067F6-CB16-49D0-86A6-11E507E8A7C7}"/>
          </ac:spMkLst>
        </pc:spChg>
        <pc:spChg chg="mod">
          <ac:chgData name="Palit, Tapti" userId="dec6fbcd-7598-406a-8cbf-504d4a3bac15" providerId="ADAL" clId="{ECD42228-5B96-4A72-B268-C46DF994E6B7}" dt="2024-01-14T20:26:10.929" v="732"/>
          <ac:spMkLst>
            <pc:docMk/>
            <pc:sldMk cId="1389410658" sldId="426"/>
            <ac:spMk id="4" creationId="{1A7AC2C0-80DA-47AD-87A5-54ADD943E728}"/>
          </ac:spMkLst>
        </pc:spChg>
        <pc:spChg chg="mod">
          <ac:chgData name="Palit, Tapti" userId="dec6fbcd-7598-406a-8cbf-504d4a3bac15" providerId="ADAL" clId="{ECD42228-5B96-4A72-B268-C46DF994E6B7}" dt="2024-01-25T06:31:05.122" v="54373" actId="20577"/>
          <ac:spMkLst>
            <pc:docMk/>
            <pc:sldMk cId="1389410658" sldId="426"/>
            <ac:spMk id="5" creationId="{86FB0895-6429-F24D-B6ED-2D63D70B2385}"/>
          </ac:spMkLst>
        </pc:spChg>
      </pc:sldChg>
      <pc:sldChg chg="del">
        <pc:chgData name="Palit, Tapti" userId="dec6fbcd-7598-406a-8cbf-504d4a3bac15" providerId="ADAL" clId="{ECD42228-5B96-4A72-B268-C46DF994E6B7}" dt="2024-01-28T03:44:01.241" v="67437" actId="47"/>
        <pc:sldMkLst>
          <pc:docMk/>
          <pc:sldMk cId="1612530128" sldId="426"/>
        </pc:sldMkLst>
      </pc:sldChg>
      <pc:sldChg chg="modSp add del">
        <pc:chgData name="Palit, Tapti" userId="dec6fbcd-7598-406a-8cbf-504d4a3bac15" providerId="ADAL" clId="{ECD42228-5B96-4A72-B268-C46DF994E6B7}" dt="2024-01-28T03:44:01.241" v="67437" actId="47"/>
        <pc:sldMkLst>
          <pc:docMk/>
          <pc:sldMk cId="3805463408" sldId="427"/>
        </pc:sldMkLst>
        <pc:spChg chg="mod">
          <ac:chgData name="Palit, Tapti" userId="dec6fbcd-7598-406a-8cbf-504d4a3bac15" providerId="ADAL" clId="{ECD42228-5B96-4A72-B268-C46DF994E6B7}" dt="2024-01-14T20:26:10.929" v="732"/>
          <ac:spMkLst>
            <pc:docMk/>
            <pc:sldMk cId="3805463408" sldId="427"/>
            <ac:spMk id="2" creationId="{803650A6-D090-4F49-89FC-6E7ECF8BED37}"/>
          </ac:spMkLst>
        </pc:spChg>
        <pc:spChg chg="mod">
          <ac:chgData name="Palit, Tapti" userId="dec6fbcd-7598-406a-8cbf-504d4a3bac15" providerId="ADAL" clId="{ECD42228-5B96-4A72-B268-C46DF994E6B7}" dt="2024-01-14T20:26:10.929" v="732"/>
          <ac:spMkLst>
            <pc:docMk/>
            <pc:sldMk cId="3805463408" sldId="427"/>
            <ac:spMk id="3" creationId="{9DF37E32-E849-43FD-AE75-95E334786AB7}"/>
          </ac:spMkLst>
        </pc:spChg>
        <pc:spChg chg="mod">
          <ac:chgData name="Palit, Tapti" userId="dec6fbcd-7598-406a-8cbf-504d4a3bac15" providerId="ADAL" clId="{ECD42228-5B96-4A72-B268-C46DF994E6B7}" dt="2024-01-14T20:26:10.929" v="732"/>
          <ac:spMkLst>
            <pc:docMk/>
            <pc:sldMk cId="3805463408" sldId="427"/>
            <ac:spMk id="4" creationId="{3CFC0458-353F-49C6-A1F4-5BF22C6A25F4}"/>
          </ac:spMkLst>
        </pc:spChg>
      </pc:sldChg>
      <pc:sldChg chg="addSp delSp modSp add mod modClrScheme delAnim modAnim addCm delCm modCm chgLayout modNotesTx">
        <pc:chgData name="Palit, Tapti" userId="dec6fbcd-7598-406a-8cbf-504d4a3bac15" providerId="ADAL" clId="{ECD42228-5B96-4A72-B268-C46DF994E6B7}" dt="2024-02-11T18:14:58.616" v="111608" actId="20577"/>
        <pc:sldMkLst>
          <pc:docMk/>
          <pc:sldMk cId="461684639" sldId="428"/>
        </pc:sldMkLst>
        <pc:spChg chg="mod ord">
          <ac:chgData name="Palit, Tapti" userId="dec6fbcd-7598-406a-8cbf-504d4a3bac15" providerId="ADAL" clId="{ECD42228-5B96-4A72-B268-C46DF994E6B7}" dt="2024-01-25T02:47:44.711" v="47234" actId="700"/>
          <ac:spMkLst>
            <pc:docMk/>
            <pc:sldMk cId="461684639" sldId="428"/>
            <ac:spMk id="2" creationId="{35D4D8B0-93DF-4D8C-ABDE-CCFF6662085D}"/>
          </ac:spMkLst>
        </pc:spChg>
        <pc:spChg chg="mod ord">
          <ac:chgData name="Palit, Tapti" userId="dec6fbcd-7598-406a-8cbf-504d4a3bac15" providerId="ADAL" clId="{ECD42228-5B96-4A72-B268-C46DF994E6B7}" dt="2024-01-25T02:47:44.711" v="47234" actId="700"/>
          <ac:spMkLst>
            <pc:docMk/>
            <pc:sldMk cId="461684639" sldId="428"/>
            <ac:spMk id="4" creationId="{BB8AEFB8-E5D6-4CD1-998D-AED0ED8BD42D}"/>
          </ac:spMkLst>
        </pc:spChg>
        <pc:spChg chg="mod">
          <ac:chgData name="Palit, Tapti" userId="dec6fbcd-7598-406a-8cbf-504d4a3bac15" providerId="ADAL" clId="{ECD42228-5B96-4A72-B268-C46DF994E6B7}" dt="2024-01-23T14:58:09.618" v="26663" actId="1076"/>
          <ac:spMkLst>
            <pc:docMk/>
            <pc:sldMk cId="461684639" sldId="428"/>
            <ac:spMk id="5" creationId="{C39C6942-ADD0-61E2-83CF-98391E982EF8}"/>
          </ac:spMkLst>
        </pc:spChg>
        <pc:spChg chg="add mod">
          <ac:chgData name="Palit, Tapti" userId="dec6fbcd-7598-406a-8cbf-504d4a3bac15" providerId="ADAL" clId="{ECD42228-5B96-4A72-B268-C46DF994E6B7}" dt="2024-01-25T02:48:14.644" v="47263" actId="14100"/>
          <ac:spMkLst>
            <pc:docMk/>
            <pc:sldMk cId="461684639" sldId="428"/>
            <ac:spMk id="6" creationId="{F3BEF092-7DD8-04EF-27BC-0B91DCCE779A}"/>
          </ac:spMkLst>
        </pc:spChg>
        <pc:spChg chg="add del mod ord">
          <ac:chgData name="Palit, Tapti" userId="dec6fbcd-7598-406a-8cbf-504d4a3bac15" providerId="ADAL" clId="{ECD42228-5B96-4A72-B268-C46DF994E6B7}" dt="2024-01-25T02:48:07.655" v="47262" actId="478"/>
          <ac:spMkLst>
            <pc:docMk/>
            <pc:sldMk cId="461684639" sldId="428"/>
            <ac:spMk id="8" creationId="{F44235A5-8BA0-8E17-B8B7-00AB334BCE8D}"/>
          </ac:spMkLst>
        </pc:spChg>
        <pc:spChg chg="del">
          <ac:chgData name="Palit, Tapti" userId="dec6fbcd-7598-406a-8cbf-504d4a3bac15" providerId="ADAL" clId="{ECD42228-5B96-4A72-B268-C46DF994E6B7}" dt="2024-01-23T14:54:58.932" v="26568" actId="478"/>
          <ac:spMkLst>
            <pc:docMk/>
            <pc:sldMk cId="461684639" sldId="428"/>
            <ac:spMk id="8" creationId="{FB6555A2-BC50-BA08-C559-036E95BB56FE}"/>
          </ac:spMkLst>
        </pc:spChg>
        <pc:spChg chg="add mod ord">
          <ac:chgData name="Palit, Tapti" userId="dec6fbcd-7598-406a-8cbf-504d4a3bac15" providerId="ADAL" clId="{ECD42228-5B96-4A72-B268-C46DF994E6B7}" dt="2024-02-09T20:18:03.586" v="108796" actId="20577"/>
          <ac:spMkLst>
            <pc:docMk/>
            <pc:sldMk cId="461684639" sldId="428"/>
            <ac:spMk id="9" creationId="{316FFEB7-D1FB-D196-E556-4FE5C30AAE99}"/>
          </ac:spMkLst>
        </pc:spChg>
        <pc:spChg chg="add del mod ord">
          <ac:chgData name="Palit, Tapti" userId="dec6fbcd-7598-406a-8cbf-504d4a3bac15" providerId="ADAL" clId="{ECD42228-5B96-4A72-B268-C46DF994E6B7}" dt="2024-01-23T14:58:15.934" v="26664" actId="700"/>
          <ac:spMkLst>
            <pc:docMk/>
            <pc:sldMk cId="461684639" sldId="428"/>
            <ac:spMk id="9" creationId="{F8E0D4E8-A22C-679E-488D-9E32DE56A3AB}"/>
          </ac:spMkLst>
        </pc:spChg>
        <pc:spChg chg="add mod">
          <ac:chgData name="Palit, Tapti" userId="dec6fbcd-7598-406a-8cbf-504d4a3bac15" providerId="ADAL" clId="{ECD42228-5B96-4A72-B268-C46DF994E6B7}" dt="2024-01-23T15:05:40.820" v="27115" actId="164"/>
          <ac:spMkLst>
            <pc:docMk/>
            <pc:sldMk cId="461684639" sldId="428"/>
            <ac:spMk id="10" creationId="{504603CD-5CB6-72F6-77D1-1D3A16F5AE96}"/>
          </ac:spMkLst>
        </pc:spChg>
        <pc:spChg chg="del">
          <ac:chgData name="Palit, Tapti" userId="dec6fbcd-7598-406a-8cbf-504d4a3bac15" providerId="ADAL" clId="{ECD42228-5B96-4A72-B268-C46DF994E6B7}" dt="2024-01-23T02:28:57.403" v="14412" actId="478"/>
          <ac:spMkLst>
            <pc:docMk/>
            <pc:sldMk cId="461684639" sldId="428"/>
            <ac:spMk id="11" creationId="{DF7D19C0-1D41-220D-19B5-2C37C0601ED7}"/>
          </ac:spMkLst>
        </pc:spChg>
        <pc:spChg chg="add mod">
          <ac:chgData name="Palit, Tapti" userId="dec6fbcd-7598-406a-8cbf-504d4a3bac15" providerId="ADAL" clId="{ECD42228-5B96-4A72-B268-C46DF994E6B7}" dt="2024-01-23T15:05:40.820" v="27115" actId="164"/>
          <ac:spMkLst>
            <pc:docMk/>
            <pc:sldMk cId="461684639" sldId="428"/>
            <ac:spMk id="12" creationId="{93EEBE43-40AC-C09F-5C9B-8366C395FC13}"/>
          </ac:spMkLst>
        </pc:spChg>
        <pc:spChg chg="del mod">
          <ac:chgData name="Palit, Tapti" userId="dec6fbcd-7598-406a-8cbf-504d4a3bac15" providerId="ADAL" clId="{ECD42228-5B96-4A72-B268-C46DF994E6B7}" dt="2024-01-25T02:45:51.021" v="47147" actId="478"/>
          <ac:spMkLst>
            <pc:docMk/>
            <pc:sldMk cId="461684639" sldId="428"/>
            <ac:spMk id="13" creationId="{E8264BAE-739E-4F14-9C76-5766FA115981}"/>
          </ac:spMkLst>
        </pc:spChg>
        <pc:spChg chg="mod">
          <ac:chgData name="Palit, Tapti" userId="dec6fbcd-7598-406a-8cbf-504d4a3bac15" providerId="ADAL" clId="{ECD42228-5B96-4A72-B268-C46DF994E6B7}" dt="2024-01-23T14:56:50.866" v="26578" actId="1076"/>
          <ac:spMkLst>
            <pc:docMk/>
            <pc:sldMk cId="461684639" sldId="428"/>
            <ac:spMk id="14" creationId="{C778F2A4-C800-46A0-8E67-90D3EE4A106F}"/>
          </ac:spMkLst>
        </pc:spChg>
        <pc:spChg chg="mod">
          <ac:chgData name="Palit, Tapti" userId="dec6fbcd-7598-406a-8cbf-504d4a3bac15" providerId="ADAL" clId="{ECD42228-5B96-4A72-B268-C46DF994E6B7}" dt="2024-01-23T14:56:54.771" v="26579" actId="1076"/>
          <ac:spMkLst>
            <pc:docMk/>
            <pc:sldMk cId="461684639" sldId="428"/>
            <ac:spMk id="15" creationId="{99475C71-CE63-4432-95B8-6D257D2597B2}"/>
          </ac:spMkLst>
        </pc:spChg>
        <pc:spChg chg="mod">
          <ac:chgData name="Palit, Tapti" userId="dec6fbcd-7598-406a-8cbf-504d4a3bac15" providerId="ADAL" clId="{ECD42228-5B96-4A72-B268-C46DF994E6B7}" dt="2024-01-23T14:57:01.548" v="26580" actId="1076"/>
          <ac:spMkLst>
            <pc:docMk/>
            <pc:sldMk cId="461684639" sldId="428"/>
            <ac:spMk id="16" creationId="{4E9CB22F-0B89-44D7-8280-60C45BDA6661}"/>
          </ac:spMkLst>
        </pc:spChg>
        <pc:spChg chg="mod">
          <ac:chgData name="Palit, Tapti" userId="dec6fbcd-7598-406a-8cbf-504d4a3bac15" providerId="ADAL" clId="{ECD42228-5B96-4A72-B268-C46DF994E6B7}" dt="2024-01-23T14:57:04.986" v="26581" actId="1076"/>
          <ac:spMkLst>
            <pc:docMk/>
            <pc:sldMk cId="461684639" sldId="428"/>
            <ac:spMk id="17" creationId="{AC70ABF2-B802-498C-BCAB-66D01C392573}"/>
          </ac:spMkLst>
        </pc:spChg>
        <pc:spChg chg="add del mod">
          <ac:chgData name="Palit, Tapti" userId="dec6fbcd-7598-406a-8cbf-504d4a3bac15" providerId="ADAL" clId="{ECD42228-5B96-4A72-B268-C46DF994E6B7}" dt="2024-01-25T02:47:48.842" v="47236" actId="478"/>
          <ac:spMkLst>
            <pc:docMk/>
            <pc:sldMk cId="461684639" sldId="428"/>
            <ac:spMk id="18" creationId="{22D45098-0ED2-443C-B8DF-D34769FA3265}"/>
          </ac:spMkLst>
        </pc:spChg>
        <pc:spChg chg="add del mod ord">
          <ac:chgData name="Palit, Tapti" userId="dec6fbcd-7598-406a-8cbf-504d4a3bac15" providerId="ADAL" clId="{ECD42228-5B96-4A72-B268-C46DF994E6B7}" dt="2024-01-25T02:47:27.875" v="47231" actId="478"/>
          <ac:spMkLst>
            <pc:docMk/>
            <pc:sldMk cId="461684639" sldId="428"/>
            <ac:spMk id="19" creationId="{F51165C0-E078-D903-3541-F1C9F50CC317}"/>
          </ac:spMkLst>
        </pc:spChg>
        <pc:spChg chg="add mod">
          <ac:chgData name="Palit, Tapti" userId="dec6fbcd-7598-406a-8cbf-504d4a3bac15" providerId="ADAL" clId="{ECD42228-5B96-4A72-B268-C46DF994E6B7}" dt="2024-01-23T14:58:59.859" v="26675" actId="14100"/>
          <ac:spMkLst>
            <pc:docMk/>
            <pc:sldMk cId="461684639" sldId="428"/>
            <ac:spMk id="20" creationId="{0B5D08F0-50F6-1C14-1F4D-4DA76F4480C8}"/>
          </ac:spMkLst>
        </pc:spChg>
        <pc:spChg chg="add mod">
          <ac:chgData name="Palit, Tapti" userId="dec6fbcd-7598-406a-8cbf-504d4a3bac15" providerId="ADAL" clId="{ECD42228-5B96-4A72-B268-C46DF994E6B7}" dt="2024-01-23T14:59:07.922" v="26678" actId="20577"/>
          <ac:spMkLst>
            <pc:docMk/>
            <pc:sldMk cId="461684639" sldId="428"/>
            <ac:spMk id="21" creationId="{8C49F08C-74A0-36D6-B74A-6125AD3B52C9}"/>
          </ac:spMkLst>
        </pc:spChg>
        <pc:grpChg chg="mod">
          <ac:chgData name="Palit, Tapti" userId="dec6fbcd-7598-406a-8cbf-504d4a3bac15" providerId="ADAL" clId="{ECD42228-5B96-4A72-B268-C46DF994E6B7}" dt="2024-01-23T15:05:40.820" v="27115" actId="164"/>
          <ac:grpSpMkLst>
            <pc:docMk/>
            <pc:sldMk cId="461684639" sldId="428"/>
            <ac:grpSpMk id="3" creationId="{791E40C7-8E48-48F5-AAE4-BABDB16AEB61}"/>
          </ac:grpSpMkLst>
        </pc:grpChg>
        <pc:grpChg chg="add del mod">
          <ac:chgData name="Palit, Tapti" userId="dec6fbcd-7598-406a-8cbf-504d4a3bac15" providerId="ADAL" clId="{ECD42228-5B96-4A72-B268-C46DF994E6B7}" dt="2024-01-25T02:45:58.637" v="47148" actId="478"/>
          <ac:grpSpMkLst>
            <pc:docMk/>
            <pc:sldMk cId="461684639" sldId="428"/>
            <ac:grpSpMk id="22" creationId="{1558D2DF-EF9B-60C9-BAE3-4EBD5754E20D}"/>
          </ac:grpSpMkLst>
        </pc:grpChg>
        <pc:graphicFrameChg chg="mod">
          <ac:chgData name="Palit, Tapti" userId="dec6fbcd-7598-406a-8cbf-504d4a3bac15" providerId="ADAL" clId="{ECD42228-5B96-4A72-B268-C46DF994E6B7}" dt="2024-01-23T02:29:05.912" v="14414" actId="14100"/>
          <ac:graphicFrameMkLst>
            <pc:docMk/>
            <pc:sldMk cId="461684639" sldId="428"/>
            <ac:graphicFrameMk id="7" creationId="{8D828EA8-257D-426E-A1DA-3D06164E19E8}"/>
          </ac:graphicFrameMkLst>
        </pc:graphicFrame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7T12:39:34.577" v="100419"/>
              <pc2:cmMkLst xmlns:pc2="http://schemas.microsoft.com/office/powerpoint/2019/9/main/command">
                <pc:docMk/>
                <pc:sldMk cId="461684639" sldId="428"/>
                <pc2:cmMk id="{00DD1A29-0A31-4132-822B-497FC8C95DF6}"/>
              </pc2:cmMkLst>
            </pc226:cmChg>
            <pc226:cmChg xmlns:pc226="http://schemas.microsoft.com/office/powerpoint/2022/06/main/command" chg="add del mod">
              <pc226:chgData name="Palit, Tapti" userId="dec6fbcd-7598-406a-8cbf-504d4a3bac15" providerId="ADAL" clId="{ECD42228-5B96-4A72-B268-C46DF994E6B7}" dt="2024-02-07T12:39:32.643" v="100418"/>
              <pc2:cmMkLst xmlns:pc2="http://schemas.microsoft.com/office/powerpoint/2019/9/main/command">
                <pc:docMk/>
                <pc:sldMk cId="461684639" sldId="428"/>
                <pc2:cmMk id="{9BA44143-E3D8-4D69-8CE1-6B74F0359E30}"/>
              </pc2:cmMkLst>
            </pc226:cmChg>
            <pc226:cmChg xmlns:pc226="http://schemas.microsoft.com/office/powerpoint/2022/06/main/command" chg="del">
              <pc226:chgData name="Palit, Tapti" userId="dec6fbcd-7598-406a-8cbf-504d4a3bac15" providerId="ADAL" clId="{ECD42228-5B96-4A72-B268-C46DF994E6B7}" dt="2024-02-07T12:39:30.151" v="100417"/>
              <pc2:cmMkLst xmlns:pc2="http://schemas.microsoft.com/office/powerpoint/2019/9/main/command">
                <pc:docMk/>
                <pc:sldMk cId="461684639" sldId="428"/>
                <pc2:cmMk id="{5652B550-FC5E-4353-81DF-F09B878140F9}"/>
              </pc2:cmMkLst>
            </pc226:cmChg>
          </p:ext>
        </pc:extLst>
      </pc:sldChg>
      <pc:sldChg chg="modSp add del">
        <pc:chgData name="Palit, Tapti" userId="dec6fbcd-7598-406a-8cbf-504d4a3bac15" providerId="ADAL" clId="{ECD42228-5B96-4A72-B268-C46DF994E6B7}" dt="2024-01-28T03:44:01.241" v="67437" actId="47"/>
        <pc:sldMkLst>
          <pc:docMk/>
          <pc:sldMk cId="3243448828" sldId="436"/>
        </pc:sldMkLst>
        <pc:spChg chg="mod">
          <ac:chgData name="Palit, Tapti" userId="dec6fbcd-7598-406a-8cbf-504d4a3bac15" providerId="ADAL" clId="{ECD42228-5B96-4A72-B268-C46DF994E6B7}" dt="2024-01-14T20:26:10.929" v="732"/>
          <ac:spMkLst>
            <pc:docMk/>
            <pc:sldMk cId="3243448828" sldId="436"/>
            <ac:spMk id="2" creationId="{6F234BCC-CA25-48DD-8F4D-92B29A846CDE}"/>
          </ac:spMkLst>
        </pc:spChg>
        <pc:spChg chg="mod">
          <ac:chgData name="Palit, Tapti" userId="dec6fbcd-7598-406a-8cbf-504d4a3bac15" providerId="ADAL" clId="{ECD42228-5B96-4A72-B268-C46DF994E6B7}" dt="2024-01-14T20:26:10.929" v="732"/>
          <ac:spMkLst>
            <pc:docMk/>
            <pc:sldMk cId="3243448828" sldId="436"/>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1629786335" sldId="438"/>
        </pc:sldMkLst>
        <pc:spChg chg="mod">
          <ac:chgData name="Palit, Tapti" userId="dec6fbcd-7598-406a-8cbf-504d4a3bac15" providerId="ADAL" clId="{ECD42228-5B96-4A72-B268-C46DF994E6B7}" dt="2024-01-14T20:26:10.929" v="732"/>
          <ac:spMkLst>
            <pc:docMk/>
            <pc:sldMk cId="1629786335" sldId="438"/>
            <ac:spMk id="2" creationId="{803650A6-D090-4F49-89FC-6E7ECF8BED37}"/>
          </ac:spMkLst>
        </pc:spChg>
        <pc:spChg chg="mod">
          <ac:chgData name="Palit, Tapti" userId="dec6fbcd-7598-406a-8cbf-504d4a3bac15" providerId="ADAL" clId="{ECD42228-5B96-4A72-B268-C46DF994E6B7}" dt="2024-01-14T20:26:10.929" v="732"/>
          <ac:spMkLst>
            <pc:docMk/>
            <pc:sldMk cId="1629786335" sldId="438"/>
            <ac:spMk id="4" creationId="{3CFC0458-353F-49C6-A1F4-5BF22C6A25F4}"/>
          </ac:spMkLst>
        </pc:spChg>
      </pc:sldChg>
      <pc:sldChg chg="modSp add del">
        <pc:chgData name="Palit, Tapti" userId="dec6fbcd-7598-406a-8cbf-504d4a3bac15" providerId="ADAL" clId="{ECD42228-5B96-4A72-B268-C46DF994E6B7}" dt="2024-01-28T03:44:01.241" v="67437" actId="47"/>
        <pc:sldMkLst>
          <pc:docMk/>
          <pc:sldMk cId="1846097300" sldId="439"/>
        </pc:sldMkLst>
        <pc:spChg chg="mod">
          <ac:chgData name="Palit, Tapti" userId="dec6fbcd-7598-406a-8cbf-504d4a3bac15" providerId="ADAL" clId="{ECD42228-5B96-4A72-B268-C46DF994E6B7}" dt="2024-01-14T20:26:10.929" v="732"/>
          <ac:spMkLst>
            <pc:docMk/>
            <pc:sldMk cId="1846097300" sldId="439"/>
            <ac:spMk id="2" creationId="{6F234BCC-CA25-48DD-8F4D-92B29A846CDE}"/>
          </ac:spMkLst>
        </pc:spChg>
        <pc:spChg chg="mod">
          <ac:chgData name="Palit, Tapti" userId="dec6fbcd-7598-406a-8cbf-504d4a3bac15" providerId="ADAL" clId="{ECD42228-5B96-4A72-B268-C46DF994E6B7}" dt="2024-01-14T20:26:10.929" v="732"/>
          <ac:spMkLst>
            <pc:docMk/>
            <pc:sldMk cId="1846097300" sldId="439"/>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2634809030" sldId="441"/>
        </pc:sldMkLst>
        <pc:spChg chg="mod">
          <ac:chgData name="Palit, Tapti" userId="dec6fbcd-7598-406a-8cbf-504d4a3bac15" providerId="ADAL" clId="{ECD42228-5B96-4A72-B268-C46DF994E6B7}" dt="2024-01-14T20:26:10.929" v="732"/>
          <ac:spMkLst>
            <pc:docMk/>
            <pc:sldMk cId="2634809030" sldId="441"/>
            <ac:spMk id="2" creationId="{425E87FB-B572-48B7-94B5-353D246F291E}"/>
          </ac:spMkLst>
        </pc:spChg>
        <pc:spChg chg="mod">
          <ac:chgData name="Palit, Tapti" userId="dec6fbcd-7598-406a-8cbf-504d4a3bac15" providerId="ADAL" clId="{ECD42228-5B96-4A72-B268-C46DF994E6B7}" dt="2024-01-14T20:26:10.929" v="732"/>
          <ac:spMkLst>
            <pc:docMk/>
            <pc:sldMk cId="2634809030" sldId="441"/>
            <ac:spMk id="4" creationId="{F204AD96-A26D-4ABA-B668-3B9ECFA51DAE}"/>
          </ac:spMkLst>
        </pc:spChg>
      </pc:sldChg>
      <pc:sldChg chg="modSp add del">
        <pc:chgData name="Palit, Tapti" userId="dec6fbcd-7598-406a-8cbf-504d4a3bac15" providerId="ADAL" clId="{ECD42228-5B96-4A72-B268-C46DF994E6B7}" dt="2024-01-28T03:44:01.241" v="67437" actId="47"/>
        <pc:sldMkLst>
          <pc:docMk/>
          <pc:sldMk cId="2282512780" sldId="443"/>
        </pc:sldMkLst>
        <pc:spChg chg="mod">
          <ac:chgData name="Palit, Tapti" userId="dec6fbcd-7598-406a-8cbf-504d4a3bac15" providerId="ADAL" clId="{ECD42228-5B96-4A72-B268-C46DF994E6B7}" dt="2024-01-14T20:26:10.929" v="732"/>
          <ac:spMkLst>
            <pc:docMk/>
            <pc:sldMk cId="2282512780" sldId="443"/>
            <ac:spMk id="2" creationId="{BFFED526-F152-4925-A890-AD0A0E34D1F2}"/>
          </ac:spMkLst>
        </pc:spChg>
        <pc:spChg chg="mod">
          <ac:chgData name="Palit, Tapti" userId="dec6fbcd-7598-406a-8cbf-504d4a3bac15" providerId="ADAL" clId="{ECD42228-5B96-4A72-B268-C46DF994E6B7}" dt="2024-01-14T20:26:10.929" v="732"/>
          <ac:spMkLst>
            <pc:docMk/>
            <pc:sldMk cId="2282512780" sldId="443"/>
            <ac:spMk id="3" creationId="{26E176D0-0173-4029-AA09-5070FD6090E4}"/>
          </ac:spMkLst>
        </pc:spChg>
        <pc:spChg chg="mod">
          <ac:chgData name="Palit, Tapti" userId="dec6fbcd-7598-406a-8cbf-504d4a3bac15" providerId="ADAL" clId="{ECD42228-5B96-4A72-B268-C46DF994E6B7}" dt="2024-01-14T20:26:10.929" v="732"/>
          <ac:spMkLst>
            <pc:docMk/>
            <pc:sldMk cId="2282512780" sldId="443"/>
            <ac:spMk id="4" creationId="{56369981-831B-410E-B083-237D8D1053A5}"/>
          </ac:spMkLst>
        </pc:spChg>
      </pc:sldChg>
      <pc:sldChg chg="addSp delSp modSp add del mod modClrScheme chgLayout modNotesTx">
        <pc:chgData name="Palit, Tapti" userId="dec6fbcd-7598-406a-8cbf-504d4a3bac15" providerId="ADAL" clId="{ECD42228-5B96-4A72-B268-C46DF994E6B7}" dt="2024-01-30T15:32:24.925" v="91455" actId="20577"/>
        <pc:sldMkLst>
          <pc:docMk/>
          <pc:sldMk cId="4013294936" sldId="445"/>
        </pc:sldMkLst>
        <pc:spChg chg="mod ord">
          <ac:chgData name="Palit, Tapti" userId="dec6fbcd-7598-406a-8cbf-504d4a3bac15" providerId="ADAL" clId="{ECD42228-5B96-4A72-B268-C46DF994E6B7}" dt="2024-01-30T15:32:24.925" v="91455" actId="20577"/>
          <ac:spMkLst>
            <pc:docMk/>
            <pc:sldMk cId="4013294936" sldId="445"/>
            <ac:spMk id="2" creationId="{F8B8D02F-DFDB-4EB1-8C2E-1677EEE15BF7}"/>
          </ac:spMkLst>
        </pc:spChg>
        <pc:spChg chg="mod ord">
          <ac:chgData name="Palit, Tapti" userId="dec6fbcd-7598-406a-8cbf-504d4a3bac15" providerId="ADAL" clId="{ECD42228-5B96-4A72-B268-C46DF994E6B7}" dt="2024-01-14T19:18:49.734" v="374" actId="700"/>
          <ac:spMkLst>
            <pc:docMk/>
            <pc:sldMk cId="4013294936" sldId="445"/>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4013294936" sldId="445"/>
            <ac:spMk id="6" creationId="{CE30325D-E113-999A-0C6D-3474B0CAA83C}"/>
          </ac:spMkLst>
        </pc:spChg>
        <pc:spChg chg="add del mod ord">
          <ac:chgData name="Palit, Tapti" userId="dec6fbcd-7598-406a-8cbf-504d4a3bac15" providerId="ADAL" clId="{ECD42228-5B96-4A72-B268-C46DF994E6B7}" dt="2024-01-14T19:18:49.734" v="374" actId="700"/>
          <ac:spMkLst>
            <pc:docMk/>
            <pc:sldMk cId="4013294936" sldId="445"/>
            <ac:spMk id="8" creationId="{DA27578E-483D-C2BB-8C42-693D58738A49}"/>
          </ac:spMkLst>
        </pc:spChg>
        <pc:spChg chg="add del mod ord">
          <ac:chgData name="Palit, Tapti" userId="dec6fbcd-7598-406a-8cbf-504d4a3bac15" providerId="ADAL" clId="{ECD42228-5B96-4A72-B268-C46DF994E6B7}" dt="2024-01-14T19:20:13.801" v="378" actId="478"/>
          <ac:spMkLst>
            <pc:docMk/>
            <pc:sldMk cId="4013294936" sldId="445"/>
            <ac:spMk id="9" creationId="{4C252B19-7709-E401-3389-C26AD8C35725}"/>
          </ac:spMkLst>
        </pc:spChg>
        <pc:picChg chg="mod">
          <ac:chgData name="Palit, Tapti" userId="dec6fbcd-7598-406a-8cbf-504d4a3bac15" providerId="ADAL" clId="{ECD42228-5B96-4A72-B268-C46DF994E6B7}" dt="2024-01-16T01:27:01.905" v="4573" actId="1076"/>
          <ac:picMkLst>
            <pc:docMk/>
            <pc:sldMk cId="4013294936" sldId="445"/>
            <ac:picMk id="1030" creationId="{D55A59B2-81BE-93D0-BA3F-4606781FA961}"/>
          </ac:picMkLst>
        </pc:picChg>
      </pc:sldChg>
      <pc:sldChg chg="del">
        <pc:chgData name="Palit, Tapti" userId="dec6fbcd-7598-406a-8cbf-504d4a3bac15" providerId="ADAL" clId="{ECD42228-5B96-4A72-B268-C46DF994E6B7}" dt="2024-01-28T03:44:01.241" v="67437" actId="47"/>
        <pc:sldMkLst>
          <pc:docMk/>
          <pc:sldMk cId="960272863" sldId="446"/>
        </pc:sldMkLst>
      </pc:sldChg>
      <pc:sldChg chg="modSp add del">
        <pc:chgData name="Palit, Tapti" userId="dec6fbcd-7598-406a-8cbf-504d4a3bac15" providerId="ADAL" clId="{ECD42228-5B96-4A72-B268-C46DF994E6B7}" dt="2024-01-14T20:26:10.929" v="732"/>
        <pc:sldMkLst>
          <pc:docMk/>
          <pc:sldMk cId="2685013443" sldId="449"/>
        </pc:sldMkLst>
        <pc:spChg chg="mod">
          <ac:chgData name="Palit, Tapti" userId="dec6fbcd-7598-406a-8cbf-504d4a3bac15" providerId="ADAL" clId="{ECD42228-5B96-4A72-B268-C46DF994E6B7}" dt="2024-01-14T20:26:10.929" v="732"/>
          <ac:spMkLst>
            <pc:docMk/>
            <pc:sldMk cId="2685013443" sldId="449"/>
            <ac:spMk id="2" creationId="{8653E618-0051-4B34-BD6B-ABF00930E6FB}"/>
          </ac:spMkLst>
        </pc:spChg>
        <pc:spChg chg="mod">
          <ac:chgData name="Palit, Tapti" userId="dec6fbcd-7598-406a-8cbf-504d4a3bac15" providerId="ADAL" clId="{ECD42228-5B96-4A72-B268-C46DF994E6B7}" dt="2024-01-14T20:26:10.929" v="732"/>
          <ac:spMkLst>
            <pc:docMk/>
            <pc:sldMk cId="2685013443" sldId="449"/>
            <ac:spMk id="4" creationId="{1ED9869B-258E-443E-8202-75804D792548}"/>
          </ac:spMkLst>
        </pc:spChg>
      </pc:sldChg>
      <pc:sldChg chg="modSp add del">
        <pc:chgData name="Palit, Tapti" userId="dec6fbcd-7598-406a-8cbf-504d4a3bac15" providerId="ADAL" clId="{ECD42228-5B96-4A72-B268-C46DF994E6B7}" dt="2024-01-28T03:44:01.241" v="67437" actId="47"/>
        <pc:sldMkLst>
          <pc:docMk/>
          <pc:sldMk cId="3801508964" sldId="450"/>
        </pc:sldMkLst>
        <pc:spChg chg="mod">
          <ac:chgData name="Palit, Tapti" userId="dec6fbcd-7598-406a-8cbf-504d4a3bac15" providerId="ADAL" clId="{ECD42228-5B96-4A72-B268-C46DF994E6B7}" dt="2024-01-14T20:26:10.929" v="732"/>
          <ac:spMkLst>
            <pc:docMk/>
            <pc:sldMk cId="3801508964" sldId="450"/>
            <ac:spMk id="2" creationId="{4001C5F0-CFF4-4E14-88F9-693B33109599}"/>
          </ac:spMkLst>
        </pc:spChg>
        <pc:spChg chg="mod">
          <ac:chgData name="Palit, Tapti" userId="dec6fbcd-7598-406a-8cbf-504d4a3bac15" providerId="ADAL" clId="{ECD42228-5B96-4A72-B268-C46DF994E6B7}" dt="2024-01-14T20:26:10.929" v="732"/>
          <ac:spMkLst>
            <pc:docMk/>
            <pc:sldMk cId="3801508964" sldId="450"/>
            <ac:spMk id="4" creationId="{65D0F6AF-98D0-4C0D-8C05-E6538336E627}"/>
          </ac:spMkLst>
        </pc:spChg>
      </pc:sldChg>
      <pc:sldChg chg="modSp add del">
        <pc:chgData name="Palit, Tapti" userId="dec6fbcd-7598-406a-8cbf-504d4a3bac15" providerId="ADAL" clId="{ECD42228-5B96-4A72-B268-C46DF994E6B7}" dt="2024-01-28T03:44:01.241" v="67437" actId="47"/>
        <pc:sldMkLst>
          <pc:docMk/>
          <pc:sldMk cId="2537577581" sldId="451"/>
        </pc:sldMkLst>
        <pc:spChg chg="mod">
          <ac:chgData name="Palit, Tapti" userId="dec6fbcd-7598-406a-8cbf-504d4a3bac15" providerId="ADAL" clId="{ECD42228-5B96-4A72-B268-C46DF994E6B7}" dt="2024-01-14T20:26:10.929" v="732"/>
          <ac:spMkLst>
            <pc:docMk/>
            <pc:sldMk cId="2537577581" sldId="451"/>
            <ac:spMk id="2" creationId="{EEA8D687-1CF9-4EAE-817C-825E8B59B30E}"/>
          </ac:spMkLst>
        </pc:spChg>
        <pc:spChg chg="mod">
          <ac:chgData name="Palit, Tapti" userId="dec6fbcd-7598-406a-8cbf-504d4a3bac15" providerId="ADAL" clId="{ECD42228-5B96-4A72-B268-C46DF994E6B7}" dt="2024-01-14T20:26:10.929" v="732"/>
          <ac:spMkLst>
            <pc:docMk/>
            <pc:sldMk cId="2537577581" sldId="451"/>
            <ac:spMk id="4" creationId="{519BD9EE-DEC2-43F6-8F6F-81A06CC9228F}"/>
          </ac:spMkLst>
        </pc:spChg>
      </pc:sldChg>
      <pc:sldChg chg="modSp add del mod">
        <pc:chgData name="Palit, Tapti" userId="dec6fbcd-7598-406a-8cbf-504d4a3bac15" providerId="ADAL" clId="{ECD42228-5B96-4A72-B268-C46DF994E6B7}" dt="2024-01-14T22:38:09.131" v="2541" actId="2696"/>
        <pc:sldMkLst>
          <pc:docMk/>
          <pc:sldMk cId="2273339399" sldId="452"/>
        </pc:sldMkLst>
        <pc:spChg chg="mod">
          <ac:chgData name="Palit, Tapti" userId="dec6fbcd-7598-406a-8cbf-504d4a3bac15" providerId="ADAL" clId="{ECD42228-5B96-4A72-B268-C46DF994E6B7}" dt="2024-01-14T20:26:10.929" v="732"/>
          <ac:spMkLst>
            <pc:docMk/>
            <pc:sldMk cId="2273339399" sldId="452"/>
            <ac:spMk id="2" creationId="{A5E3232D-B87E-42BA-972C-632428946443}"/>
          </ac:spMkLst>
        </pc:spChg>
        <pc:spChg chg="mod">
          <ac:chgData name="Palit, Tapti" userId="dec6fbcd-7598-406a-8cbf-504d4a3bac15" providerId="ADAL" clId="{ECD42228-5B96-4A72-B268-C46DF994E6B7}" dt="2024-01-14T20:26:10.929" v="732"/>
          <ac:spMkLst>
            <pc:docMk/>
            <pc:sldMk cId="2273339399" sldId="452"/>
            <ac:spMk id="4" creationId="{0359AC02-F8AB-4379-AD04-D4963EA2C83C}"/>
          </ac:spMkLst>
        </pc:spChg>
        <pc:spChg chg="mod">
          <ac:chgData name="Palit, Tapti" userId="dec6fbcd-7598-406a-8cbf-504d4a3bac15" providerId="ADAL" clId="{ECD42228-5B96-4A72-B268-C46DF994E6B7}" dt="2024-01-14T19:15:44.548" v="347" actId="27636"/>
          <ac:spMkLst>
            <pc:docMk/>
            <pc:sldMk cId="2273339399" sldId="452"/>
            <ac:spMk id="10" creationId="{F528DC4F-82EB-D63E-F143-B7BDD03165B6}"/>
          </ac:spMkLst>
        </pc:spChg>
      </pc:sldChg>
      <pc:sldChg chg="add del mod modShow">
        <pc:chgData name="Palit, Tapti" userId="dec6fbcd-7598-406a-8cbf-504d4a3bac15" providerId="ADAL" clId="{ECD42228-5B96-4A72-B268-C46DF994E6B7}" dt="2024-01-28T03:44:01.241" v="67437" actId="47"/>
        <pc:sldMkLst>
          <pc:docMk/>
          <pc:sldMk cId="2646279784" sldId="452"/>
        </pc:sldMkLst>
      </pc:sldChg>
      <pc:sldChg chg="modSp add del">
        <pc:chgData name="Palit, Tapti" userId="dec6fbcd-7598-406a-8cbf-504d4a3bac15" providerId="ADAL" clId="{ECD42228-5B96-4A72-B268-C46DF994E6B7}" dt="2024-01-28T03:44:01.241" v="67437" actId="47"/>
        <pc:sldMkLst>
          <pc:docMk/>
          <pc:sldMk cId="1436942119" sldId="455"/>
        </pc:sldMkLst>
        <pc:spChg chg="mod">
          <ac:chgData name="Palit, Tapti" userId="dec6fbcd-7598-406a-8cbf-504d4a3bac15" providerId="ADAL" clId="{ECD42228-5B96-4A72-B268-C46DF994E6B7}" dt="2024-01-14T20:26:10.929" v="732"/>
          <ac:spMkLst>
            <pc:docMk/>
            <pc:sldMk cId="1436942119" sldId="455"/>
            <ac:spMk id="2" creationId="{A5E3232D-B87E-42BA-972C-632428946443}"/>
          </ac:spMkLst>
        </pc:spChg>
        <pc:spChg chg="mod">
          <ac:chgData name="Palit, Tapti" userId="dec6fbcd-7598-406a-8cbf-504d4a3bac15" providerId="ADAL" clId="{ECD42228-5B96-4A72-B268-C46DF994E6B7}" dt="2024-01-14T20:26:10.929" v="732"/>
          <ac:spMkLst>
            <pc:docMk/>
            <pc:sldMk cId="1436942119" sldId="455"/>
            <ac:spMk id="4" creationId="{0359AC02-F8AB-4379-AD04-D4963EA2C83C}"/>
          </ac:spMkLst>
        </pc:spChg>
      </pc:sldChg>
      <pc:sldChg chg="del">
        <pc:chgData name="Palit, Tapti" userId="dec6fbcd-7598-406a-8cbf-504d4a3bac15" providerId="ADAL" clId="{ECD42228-5B96-4A72-B268-C46DF994E6B7}" dt="2024-01-28T03:44:01.241" v="67437" actId="47"/>
        <pc:sldMkLst>
          <pc:docMk/>
          <pc:sldMk cId="511358887" sldId="458"/>
        </pc:sldMkLst>
      </pc:sldChg>
      <pc:sldChg chg="addSp delSp modSp add del mod ord modNotesTx">
        <pc:chgData name="Palit, Tapti" userId="dec6fbcd-7598-406a-8cbf-504d4a3bac15" providerId="ADAL" clId="{ECD42228-5B96-4A72-B268-C46DF994E6B7}" dt="2024-01-25T01:57:28.698" v="46450" actId="20577"/>
        <pc:sldMkLst>
          <pc:docMk/>
          <pc:sldMk cId="1924599243" sldId="459"/>
        </pc:sldMkLst>
        <pc:spChg chg="mod">
          <ac:chgData name="Palit, Tapti" userId="dec6fbcd-7598-406a-8cbf-504d4a3bac15" providerId="ADAL" clId="{ECD42228-5B96-4A72-B268-C46DF994E6B7}" dt="2024-01-14T20:26:10.929" v="732"/>
          <ac:spMkLst>
            <pc:docMk/>
            <pc:sldMk cId="1924599243" sldId="459"/>
            <ac:spMk id="2" creationId="{877E2EE8-1E6C-4594-B9EC-D6F21D8A6DC7}"/>
          </ac:spMkLst>
        </pc:spChg>
        <pc:spChg chg="del mod">
          <ac:chgData name="Palit, Tapti" userId="dec6fbcd-7598-406a-8cbf-504d4a3bac15" providerId="ADAL" clId="{ECD42228-5B96-4A72-B268-C46DF994E6B7}" dt="2024-01-23T02:19:44.566" v="14222" actId="478"/>
          <ac:spMkLst>
            <pc:docMk/>
            <pc:sldMk cId="1924599243" sldId="459"/>
            <ac:spMk id="3" creationId="{BBA986F9-43BF-4309-B15C-C707CCACFDCB}"/>
          </ac:spMkLst>
        </pc:spChg>
        <pc:spChg chg="mod">
          <ac:chgData name="Palit, Tapti" userId="dec6fbcd-7598-406a-8cbf-504d4a3bac15" providerId="ADAL" clId="{ECD42228-5B96-4A72-B268-C46DF994E6B7}" dt="2024-01-14T20:26:10.929" v="732"/>
          <ac:spMkLst>
            <pc:docMk/>
            <pc:sldMk cId="1924599243" sldId="459"/>
            <ac:spMk id="4" creationId="{E19477E5-01A7-47E6-A6AA-01A1FC4C5255}"/>
          </ac:spMkLst>
        </pc:spChg>
        <pc:spChg chg="add del mod">
          <ac:chgData name="Palit, Tapti" userId="dec6fbcd-7598-406a-8cbf-504d4a3bac15" providerId="ADAL" clId="{ECD42228-5B96-4A72-B268-C46DF994E6B7}" dt="2024-01-23T02:19:46.334" v="14223" actId="478"/>
          <ac:spMkLst>
            <pc:docMk/>
            <pc:sldMk cId="1924599243" sldId="459"/>
            <ac:spMk id="15" creationId="{E263FE3F-EDF7-44A6-F0C4-223F34981B8B}"/>
          </ac:spMkLst>
        </pc:spChg>
        <pc:spChg chg="add del mod">
          <ac:chgData name="Palit, Tapti" userId="dec6fbcd-7598-406a-8cbf-504d4a3bac15" providerId="ADAL" clId="{ECD42228-5B96-4A72-B268-C46DF994E6B7}" dt="2024-01-23T02:22:58.607" v="14248" actId="478"/>
          <ac:spMkLst>
            <pc:docMk/>
            <pc:sldMk cId="1924599243" sldId="459"/>
            <ac:spMk id="16" creationId="{98B714E1-BB69-4C95-C357-76F9E19DB30E}"/>
          </ac:spMkLst>
        </pc:spChg>
        <pc:spChg chg="add mod">
          <ac:chgData name="Palit, Tapti" userId="dec6fbcd-7598-406a-8cbf-504d4a3bac15" providerId="ADAL" clId="{ECD42228-5B96-4A72-B268-C46DF994E6B7}" dt="2024-01-23T04:11:42.615" v="19216" actId="1076"/>
          <ac:spMkLst>
            <pc:docMk/>
            <pc:sldMk cId="1924599243" sldId="459"/>
            <ac:spMk id="17" creationId="{672B7A45-8ADD-87E3-530E-579921B1F083}"/>
          </ac:spMkLst>
        </pc:spChg>
        <pc:spChg chg="add mod">
          <ac:chgData name="Palit, Tapti" userId="dec6fbcd-7598-406a-8cbf-504d4a3bac15" providerId="ADAL" clId="{ECD42228-5B96-4A72-B268-C46DF994E6B7}" dt="2024-01-23T04:11:42.615" v="19216" actId="1076"/>
          <ac:spMkLst>
            <pc:docMk/>
            <pc:sldMk cId="1924599243" sldId="459"/>
            <ac:spMk id="18" creationId="{2B32A5AB-31FF-631F-93FC-EFF36EF288E5}"/>
          </ac:spMkLst>
        </pc:spChg>
        <pc:graphicFrameChg chg="add mod modGraphic">
          <ac:chgData name="Palit, Tapti" userId="dec6fbcd-7598-406a-8cbf-504d4a3bac15" providerId="ADAL" clId="{ECD42228-5B96-4A72-B268-C46DF994E6B7}" dt="2024-01-25T01:29:40.793" v="45345" actId="20577"/>
          <ac:graphicFrameMkLst>
            <pc:docMk/>
            <pc:sldMk cId="1924599243" sldId="459"/>
            <ac:graphicFrameMk id="12" creationId="{DB5D6D3B-DD36-780D-832D-F4A0679EC072}"/>
          </ac:graphicFrameMkLst>
        </pc:graphicFrameChg>
        <pc:picChg chg="add mod">
          <ac:chgData name="Palit, Tapti" userId="dec6fbcd-7598-406a-8cbf-504d4a3bac15" providerId="ADAL" clId="{ECD42228-5B96-4A72-B268-C46DF994E6B7}" dt="2024-01-23T04:11:42.615" v="19216" actId="1076"/>
          <ac:picMkLst>
            <pc:docMk/>
            <pc:sldMk cId="1924599243" sldId="459"/>
            <ac:picMk id="13" creationId="{7238BD8F-B9E1-8121-BA5A-9636544E2E4F}"/>
          </ac:picMkLst>
        </pc:picChg>
        <pc:cxnChg chg="add del">
          <ac:chgData name="Palit, Tapti" userId="dec6fbcd-7598-406a-8cbf-504d4a3bac15" providerId="ADAL" clId="{ECD42228-5B96-4A72-B268-C46DF994E6B7}" dt="2024-01-23T02:14:17.361" v="14043" actId="478"/>
          <ac:cxnSpMkLst>
            <pc:docMk/>
            <pc:sldMk cId="1924599243" sldId="459"/>
            <ac:cxnSpMk id="6" creationId="{4D1A4824-E34E-8B6D-DF20-240607049DC2}"/>
          </ac:cxnSpMkLst>
        </pc:cxnChg>
        <pc:cxnChg chg="add del mod">
          <ac:chgData name="Palit, Tapti" userId="dec6fbcd-7598-406a-8cbf-504d4a3bac15" providerId="ADAL" clId="{ECD42228-5B96-4A72-B268-C46DF994E6B7}" dt="2024-01-23T02:14:17.361" v="14043" actId="478"/>
          <ac:cxnSpMkLst>
            <pc:docMk/>
            <pc:sldMk cId="1924599243" sldId="459"/>
            <ac:cxnSpMk id="7" creationId="{E62C4424-067F-F8E4-9610-8628EB8DF8CF}"/>
          </ac:cxnSpMkLst>
        </pc:cxnChg>
        <pc:cxnChg chg="add del mod">
          <ac:chgData name="Palit, Tapti" userId="dec6fbcd-7598-406a-8cbf-504d4a3bac15" providerId="ADAL" clId="{ECD42228-5B96-4A72-B268-C46DF994E6B7}" dt="2024-01-23T02:14:17.361" v="14043" actId="478"/>
          <ac:cxnSpMkLst>
            <pc:docMk/>
            <pc:sldMk cId="1924599243" sldId="459"/>
            <ac:cxnSpMk id="11" creationId="{8FD56B08-8329-5AB1-DBBD-7575F4972B2C}"/>
          </ac:cxnSpMkLst>
        </pc:cxnChg>
      </pc:sldChg>
      <pc:sldChg chg="del">
        <pc:chgData name="Palit, Tapti" userId="dec6fbcd-7598-406a-8cbf-504d4a3bac15" providerId="ADAL" clId="{ECD42228-5B96-4A72-B268-C46DF994E6B7}" dt="2024-01-28T03:44:01.241" v="67437" actId="47"/>
        <pc:sldMkLst>
          <pc:docMk/>
          <pc:sldMk cId="4190955360" sldId="459"/>
        </pc:sldMkLst>
      </pc:sldChg>
      <pc:sldChg chg="modSp add del">
        <pc:chgData name="Palit, Tapti" userId="dec6fbcd-7598-406a-8cbf-504d4a3bac15" providerId="ADAL" clId="{ECD42228-5B96-4A72-B268-C46DF994E6B7}" dt="2024-01-28T03:44:01.241" v="67437" actId="47"/>
        <pc:sldMkLst>
          <pc:docMk/>
          <pc:sldMk cId="3308567550" sldId="460"/>
        </pc:sldMkLst>
        <pc:spChg chg="mod">
          <ac:chgData name="Palit, Tapti" userId="dec6fbcd-7598-406a-8cbf-504d4a3bac15" providerId="ADAL" clId="{ECD42228-5B96-4A72-B268-C46DF994E6B7}" dt="2024-01-14T20:26:10.929" v="732"/>
          <ac:spMkLst>
            <pc:docMk/>
            <pc:sldMk cId="3308567550" sldId="460"/>
            <ac:spMk id="2" creationId="{F89C94A8-6FB5-4047-95FE-0F4D58125F82}"/>
          </ac:spMkLst>
        </pc:spChg>
        <pc:spChg chg="mod">
          <ac:chgData name="Palit, Tapti" userId="dec6fbcd-7598-406a-8cbf-504d4a3bac15" providerId="ADAL" clId="{ECD42228-5B96-4A72-B268-C46DF994E6B7}" dt="2024-01-14T20:26:10.929" v="732"/>
          <ac:spMkLst>
            <pc:docMk/>
            <pc:sldMk cId="3308567550" sldId="460"/>
            <ac:spMk id="4" creationId="{07F714E1-0865-4F58-9871-D2B41527A1E5}"/>
          </ac:spMkLst>
        </pc:spChg>
      </pc:sldChg>
      <pc:sldChg chg="modSp add del">
        <pc:chgData name="Palit, Tapti" userId="dec6fbcd-7598-406a-8cbf-504d4a3bac15" providerId="ADAL" clId="{ECD42228-5B96-4A72-B268-C46DF994E6B7}" dt="2024-01-16T01:34:43.354" v="4645" actId="47"/>
        <pc:sldMkLst>
          <pc:docMk/>
          <pc:sldMk cId="2480001843" sldId="462"/>
        </pc:sldMkLst>
        <pc:spChg chg="mod">
          <ac:chgData name="Palit, Tapti" userId="dec6fbcd-7598-406a-8cbf-504d4a3bac15" providerId="ADAL" clId="{ECD42228-5B96-4A72-B268-C46DF994E6B7}" dt="2024-01-14T20:26:10.929" v="732"/>
          <ac:spMkLst>
            <pc:docMk/>
            <pc:sldMk cId="2480001843" sldId="462"/>
            <ac:spMk id="2" creationId="{E31E00BF-C3D2-4CCB-A104-B8B6E70C7969}"/>
          </ac:spMkLst>
        </pc:spChg>
        <pc:spChg chg="mod">
          <ac:chgData name="Palit, Tapti" userId="dec6fbcd-7598-406a-8cbf-504d4a3bac15" providerId="ADAL" clId="{ECD42228-5B96-4A72-B268-C46DF994E6B7}" dt="2024-01-14T20:26:10.929" v="732"/>
          <ac:spMkLst>
            <pc:docMk/>
            <pc:sldMk cId="2480001843" sldId="462"/>
            <ac:spMk id="4" creationId="{1A7AC2C0-80DA-47AD-87A5-54ADD943E728}"/>
          </ac:spMkLst>
        </pc:spChg>
      </pc:sldChg>
      <pc:sldChg chg="modSp add del">
        <pc:chgData name="Palit, Tapti" userId="dec6fbcd-7598-406a-8cbf-504d4a3bac15" providerId="ADAL" clId="{ECD42228-5B96-4A72-B268-C46DF994E6B7}" dt="2024-01-28T03:44:01.241" v="67437" actId="47"/>
        <pc:sldMkLst>
          <pc:docMk/>
          <pc:sldMk cId="2204611569" sldId="466"/>
        </pc:sldMkLst>
        <pc:spChg chg="mod">
          <ac:chgData name="Palit, Tapti" userId="dec6fbcd-7598-406a-8cbf-504d4a3bac15" providerId="ADAL" clId="{ECD42228-5B96-4A72-B268-C46DF994E6B7}" dt="2024-01-14T20:26:10.929" v="732"/>
          <ac:spMkLst>
            <pc:docMk/>
            <pc:sldMk cId="2204611569" sldId="466"/>
            <ac:spMk id="2" creationId="{A1674A79-8B4A-4BA2-A1A1-C17AF09B8EDC}"/>
          </ac:spMkLst>
        </pc:spChg>
        <pc:spChg chg="mod">
          <ac:chgData name="Palit, Tapti" userId="dec6fbcd-7598-406a-8cbf-504d4a3bac15" providerId="ADAL" clId="{ECD42228-5B96-4A72-B268-C46DF994E6B7}" dt="2024-01-14T20:26:10.929" v="732"/>
          <ac:spMkLst>
            <pc:docMk/>
            <pc:sldMk cId="2204611569" sldId="466"/>
            <ac:spMk id="3" creationId="{924FAD14-BF4D-421A-8754-79705794FF62}"/>
          </ac:spMkLst>
        </pc:spChg>
        <pc:spChg chg="mod">
          <ac:chgData name="Palit, Tapti" userId="dec6fbcd-7598-406a-8cbf-504d4a3bac15" providerId="ADAL" clId="{ECD42228-5B96-4A72-B268-C46DF994E6B7}" dt="2024-01-14T20:26:10.929" v="732"/>
          <ac:spMkLst>
            <pc:docMk/>
            <pc:sldMk cId="2204611569" sldId="466"/>
            <ac:spMk id="4" creationId="{610234A8-C547-4303-9A41-3329264F3398}"/>
          </ac:spMkLst>
        </pc:spChg>
      </pc:sldChg>
      <pc:sldChg chg="modSp add del">
        <pc:chgData name="Palit, Tapti" userId="dec6fbcd-7598-406a-8cbf-504d4a3bac15" providerId="ADAL" clId="{ECD42228-5B96-4A72-B268-C46DF994E6B7}" dt="2024-01-28T03:44:01.241" v="67437" actId="47"/>
        <pc:sldMkLst>
          <pc:docMk/>
          <pc:sldMk cId="1780510094" sldId="467"/>
        </pc:sldMkLst>
        <pc:spChg chg="mod">
          <ac:chgData name="Palit, Tapti" userId="dec6fbcd-7598-406a-8cbf-504d4a3bac15" providerId="ADAL" clId="{ECD42228-5B96-4A72-B268-C46DF994E6B7}" dt="2024-01-14T20:26:10.929" v="732"/>
          <ac:spMkLst>
            <pc:docMk/>
            <pc:sldMk cId="1780510094" sldId="467"/>
            <ac:spMk id="4" creationId="{9C1E25DB-3F89-4B03-B0BE-1530F0AB9C2F}"/>
          </ac:spMkLst>
        </pc:spChg>
        <pc:spChg chg="mod">
          <ac:chgData name="Palit, Tapti" userId="dec6fbcd-7598-406a-8cbf-504d4a3bac15" providerId="ADAL" clId="{ECD42228-5B96-4A72-B268-C46DF994E6B7}" dt="2024-01-14T20:26:10.929" v="732"/>
          <ac:spMkLst>
            <pc:docMk/>
            <pc:sldMk cId="1780510094" sldId="467"/>
            <ac:spMk id="7" creationId="{A9BA5701-E71A-42F9-9940-8B4FABA9B516}"/>
          </ac:spMkLst>
        </pc:spChg>
      </pc:sldChg>
      <pc:sldChg chg="modSp add del mod chgLayout">
        <pc:chgData name="Palit, Tapti" userId="dec6fbcd-7598-406a-8cbf-504d4a3bac15" providerId="ADAL" clId="{ECD42228-5B96-4A72-B268-C46DF994E6B7}" dt="2024-01-16T01:34:43.354" v="4645" actId="47"/>
        <pc:sldMkLst>
          <pc:docMk/>
          <pc:sldMk cId="2696923916" sldId="468"/>
        </pc:sldMkLst>
        <pc:spChg chg="mod ord">
          <ac:chgData name="Palit, Tapti" userId="dec6fbcd-7598-406a-8cbf-504d4a3bac15" providerId="ADAL" clId="{ECD42228-5B96-4A72-B268-C46DF994E6B7}" dt="2024-01-14T20:26:10.929" v="732"/>
          <ac:spMkLst>
            <pc:docMk/>
            <pc:sldMk cId="2696923916" sldId="468"/>
            <ac:spMk id="2" creationId="{17FD01BE-4AF2-404F-A793-CDFC91073AAC}"/>
          </ac:spMkLst>
        </pc:spChg>
        <pc:spChg chg="mod ord">
          <ac:chgData name="Palit, Tapti" userId="dec6fbcd-7598-406a-8cbf-504d4a3bac15" providerId="ADAL" clId="{ECD42228-5B96-4A72-B268-C46DF994E6B7}" dt="2024-01-16T01:34:31.847" v="4644" actId="20577"/>
          <ac:spMkLst>
            <pc:docMk/>
            <pc:sldMk cId="2696923916" sldId="468"/>
            <ac:spMk id="3" creationId="{6F54ADAB-57FD-4309-9CA9-8DC92CD746A9}"/>
          </ac:spMkLst>
        </pc:spChg>
        <pc:spChg chg="mod ord">
          <ac:chgData name="Palit, Tapti" userId="dec6fbcd-7598-406a-8cbf-504d4a3bac15" providerId="ADAL" clId="{ECD42228-5B96-4A72-B268-C46DF994E6B7}" dt="2024-01-14T20:26:10.929" v="732"/>
          <ac:spMkLst>
            <pc:docMk/>
            <pc:sldMk cId="2696923916" sldId="468"/>
            <ac:spMk id="4" creationId="{C7E7126A-F87E-48EE-8CCA-D5916149171B}"/>
          </ac:spMkLst>
        </pc:spChg>
      </pc:sldChg>
      <pc:sldChg chg="add mod modShow">
        <pc:chgData name="Palit, Tapti" userId="dec6fbcd-7598-406a-8cbf-504d4a3bac15" providerId="ADAL" clId="{ECD42228-5B96-4A72-B268-C46DF994E6B7}" dt="2024-01-28T22:18:45.724" v="69729" actId="729"/>
        <pc:sldMkLst>
          <pc:docMk/>
          <pc:sldMk cId="3029555505" sldId="469"/>
        </pc:sldMkLst>
      </pc:sldChg>
      <pc:sldChg chg="modSp add del mod chgLayout modNotesTx">
        <pc:chgData name="Palit, Tapti" userId="dec6fbcd-7598-406a-8cbf-504d4a3bac15" providerId="ADAL" clId="{ECD42228-5B96-4A72-B268-C46DF994E6B7}" dt="2024-01-28T22:18:39.412" v="69727" actId="2696"/>
        <pc:sldMkLst>
          <pc:docMk/>
          <pc:sldMk cId="3334083422" sldId="469"/>
        </pc:sldMkLst>
        <pc:spChg chg="mod ord">
          <ac:chgData name="Palit, Tapti" userId="dec6fbcd-7598-406a-8cbf-504d4a3bac15" providerId="ADAL" clId="{ECD42228-5B96-4A72-B268-C46DF994E6B7}" dt="2024-01-14T20:26:10.929" v="732"/>
          <ac:spMkLst>
            <pc:docMk/>
            <pc:sldMk cId="3334083422" sldId="469"/>
            <ac:spMk id="2" creationId="{17FD01BE-4AF2-404F-A793-CDFC91073AAC}"/>
          </ac:spMkLst>
        </pc:spChg>
        <pc:spChg chg="mod ord">
          <ac:chgData name="Palit, Tapti" userId="dec6fbcd-7598-406a-8cbf-504d4a3bac15" providerId="ADAL" clId="{ECD42228-5B96-4A72-B268-C46DF994E6B7}" dt="2024-01-28T01:42:49.127" v="67388" actId="114"/>
          <ac:spMkLst>
            <pc:docMk/>
            <pc:sldMk cId="3334083422" sldId="469"/>
            <ac:spMk id="3" creationId="{6F54ADAB-57FD-4309-9CA9-8DC92CD746A9}"/>
          </ac:spMkLst>
        </pc:spChg>
        <pc:spChg chg="mod ord">
          <ac:chgData name="Palit, Tapti" userId="dec6fbcd-7598-406a-8cbf-504d4a3bac15" providerId="ADAL" clId="{ECD42228-5B96-4A72-B268-C46DF994E6B7}" dt="2024-01-14T20:26:10.929" v="732"/>
          <ac:spMkLst>
            <pc:docMk/>
            <pc:sldMk cId="3334083422" sldId="469"/>
            <ac:spMk id="4" creationId="{C7E7126A-F87E-48EE-8CCA-D5916149171B}"/>
          </ac:spMkLst>
        </pc:spChg>
      </pc:sldChg>
      <pc:sldChg chg="del">
        <pc:chgData name="Palit, Tapti" userId="dec6fbcd-7598-406a-8cbf-504d4a3bac15" providerId="ADAL" clId="{ECD42228-5B96-4A72-B268-C46DF994E6B7}" dt="2024-01-28T03:44:01.241" v="67437" actId="47"/>
        <pc:sldMkLst>
          <pc:docMk/>
          <pc:sldMk cId="85943737" sldId="470"/>
        </pc:sldMkLst>
      </pc:sldChg>
      <pc:sldChg chg="addSp delSp modSp add del mod modClrScheme chgLayout">
        <pc:chgData name="Palit, Tapti" userId="dec6fbcd-7598-406a-8cbf-504d4a3bac15" providerId="ADAL" clId="{ECD42228-5B96-4A72-B268-C46DF994E6B7}" dt="2024-01-23T04:26:13.249" v="19424" actId="113"/>
        <pc:sldMkLst>
          <pc:docMk/>
          <pc:sldMk cId="3002281292" sldId="470"/>
        </pc:sldMkLst>
        <pc:spChg chg="mod ord">
          <ac:chgData name="Palit, Tapti" userId="dec6fbcd-7598-406a-8cbf-504d4a3bac15" providerId="ADAL" clId="{ECD42228-5B96-4A72-B268-C46DF994E6B7}" dt="2024-01-14T20:26:10.929" v="732"/>
          <ac:spMkLst>
            <pc:docMk/>
            <pc:sldMk cId="3002281292" sldId="470"/>
            <ac:spMk id="2" creationId="{17FD01BE-4AF2-404F-A793-CDFC91073AAC}"/>
          </ac:spMkLst>
        </pc:spChg>
        <pc:spChg chg="mod">
          <ac:chgData name="Palit, Tapti" userId="dec6fbcd-7598-406a-8cbf-504d4a3bac15" providerId="ADAL" clId="{ECD42228-5B96-4A72-B268-C46DF994E6B7}" dt="2024-01-23T04:26:13.249" v="19424" actId="113"/>
          <ac:spMkLst>
            <pc:docMk/>
            <pc:sldMk cId="3002281292" sldId="470"/>
            <ac:spMk id="3" creationId="{6F54ADAB-57FD-4309-9CA9-8DC92CD746A9}"/>
          </ac:spMkLst>
        </pc:spChg>
        <pc:spChg chg="mod">
          <ac:chgData name="Palit, Tapti" userId="dec6fbcd-7598-406a-8cbf-504d4a3bac15" providerId="ADAL" clId="{ECD42228-5B96-4A72-B268-C46DF994E6B7}" dt="2024-01-14T20:26:10.929" v="732"/>
          <ac:spMkLst>
            <pc:docMk/>
            <pc:sldMk cId="3002281292" sldId="470"/>
            <ac:spMk id="4" creationId="{C7E7126A-F87E-48EE-8CCA-D5916149171B}"/>
          </ac:spMkLst>
        </pc:spChg>
        <pc:spChg chg="add del mod">
          <ac:chgData name="Palit, Tapti" userId="dec6fbcd-7598-406a-8cbf-504d4a3bac15" providerId="ADAL" clId="{ECD42228-5B96-4A72-B268-C46DF994E6B7}" dt="2024-01-14T19:07:39.931" v="321" actId="26606"/>
          <ac:spMkLst>
            <pc:docMk/>
            <pc:sldMk cId="3002281292" sldId="470"/>
            <ac:spMk id="9" creationId="{00DCF087-1DDB-85DD-A05E-133CC552B6BA}"/>
          </ac:spMkLst>
        </pc:spChg>
        <pc:spChg chg="add del mod">
          <ac:chgData name="Palit, Tapti" userId="dec6fbcd-7598-406a-8cbf-504d4a3bac15" providerId="ADAL" clId="{ECD42228-5B96-4A72-B268-C46DF994E6B7}" dt="2024-01-14T19:07:45.180" v="323" actId="26606"/>
          <ac:spMkLst>
            <pc:docMk/>
            <pc:sldMk cId="3002281292" sldId="470"/>
            <ac:spMk id="11" creationId="{AD941893-F625-B80D-86DF-77880A031A06}"/>
          </ac:spMkLst>
        </pc:spChg>
        <pc:spChg chg="add del mod">
          <ac:chgData name="Palit, Tapti" userId="dec6fbcd-7598-406a-8cbf-504d4a3bac15" providerId="ADAL" clId="{ECD42228-5B96-4A72-B268-C46DF994E6B7}" dt="2024-01-14T19:07:45.180" v="323" actId="26606"/>
          <ac:spMkLst>
            <pc:docMk/>
            <pc:sldMk cId="3002281292" sldId="470"/>
            <ac:spMk id="12" creationId="{DA063337-4A74-4794-903E-500372DB300C}"/>
          </ac:spMkLst>
        </pc:spChg>
        <pc:spChg chg="add del mod">
          <ac:chgData name="Palit, Tapti" userId="dec6fbcd-7598-406a-8cbf-504d4a3bac15" providerId="ADAL" clId="{ECD42228-5B96-4A72-B268-C46DF994E6B7}" dt="2024-01-14T19:07:46.269" v="325" actId="26606"/>
          <ac:spMkLst>
            <pc:docMk/>
            <pc:sldMk cId="3002281292" sldId="470"/>
            <ac:spMk id="14" creationId="{1C1C5609-7B46-D270-E786-744DDC8D9B2B}"/>
          </ac:spMkLst>
        </pc:spChg>
        <pc:spChg chg="add del mod">
          <ac:chgData name="Palit, Tapti" userId="dec6fbcd-7598-406a-8cbf-504d4a3bac15" providerId="ADAL" clId="{ECD42228-5B96-4A72-B268-C46DF994E6B7}" dt="2024-01-14T19:07:47.428" v="327" actId="26606"/>
          <ac:spMkLst>
            <pc:docMk/>
            <pc:sldMk cId="3002281292" sldId="470"/>
            <ac:spMk id="16" creationId="{2D7CDB6A-B919-C34D-B116-09787C1ADE70}"/>
          </ac:spMkLst>
        </pc:spChg>
        <pc:spChg chg="add del mod">
          <ac:chgData name="Palit, Tapti" userId="dec6fbcd-7598-406a-8cbf-504d4a3bac15" providerId="ADAL" clId="{ECD42228-5B96-4A72-B268-C46DF994E6B7}" dt="2024-01-14T19:07:51.736" v="329" actId="26606"/>
          <ac:spMkLst>
            <pc:docMk/>
            <pc:sldMk cId="3002281292" sldId="470"/>
            <ac:spMk id="18" creationId="{1C1C5609-7B46-D270-E786-744DDC8D9B2B}"/>
          </ac:spMkLst>
        </pc:spChg>
      </pc:sldChg>
      <pc:sldChg chg="add del mod modShow">
        <pc:chgData name="Palit, Tapti" userId="dec6fbcd-7598-406a-8cbf-504d4a3bac15" providerId="ADAL" clId="{ECD42228-5B96-4A72-B268-C46DF994E6B7}" dt="2024-01-28T03:44:01.241" v="67437" actId="47"/>
        <pc:sldMkLst>
          <pc:docMk/>
          <pc:sldMk cId="1686907213" sldId="475"/>
        </pc:sldMkLst>
      </pc:sldChg>
      <pc:sldChg chg="delSp modSp add del mod">
        <pc:chgData name="Palit, Tapti" userId="dec6fbcd-7598-406a-8cbf-504d4a3bac15" providerId="ADAL" clId="{ECD42228-5B96-4A72-B268-C46DF994E6B7}" dt="2024-01-16T19:22:12.355" v="7493" actId="2696"/>
        <pc:sldMkLst>
          <pc:docMk/>
          <pc:sldMk cId="2626438807" sldId="475"/>
        </pc:sldMkLst>
        <pc:spChg chg="mod">
          <ac:chgData name="Palit, Tapti" userId="dec6fbcd-7598-406a-8cbf-504d4a3bac15" providerId="ADAL" clId="{ECD42228-5B96-4A72-B268-C46DF994E6B7}" dt="2024-01-16T04:45:13.517" v="6484" actId="20577"/>
          <ac:spMkLst>
            <pc:docMk/>
            <pc:sldMk cId="2626438807" sldId="475"/>
            <ac:spMk id="2" creationId="{803650A6-D090-4F49-89FC-6E7ECF8BED37}"/>
          </ac:spMkLst>
        </pc:spChg>
        <pc:spChg chg="mod">
          <ac:chgData name="Palit, Tapti" userId="dec6fbcd-7598-406a-8cbf-504d4a3bac15" providerId="ADAL" clId="{ECD42228-5B96-4A72-B268-C46DF994E6B7}" dt="2024-01-16T17:18:14.395" v="7018" actId="20577"/>
          <ac:spMkLst>
            <pc:docMk/>
            <pc:sldMk cId="2626438807" sldId="475"/>
            <ac:spMk id="3" creationId="{9DF37E32-E849-43FD-AE75-95E334786AB7}"/>
          </ac:spMkLst>
        </pc:spChg>
        <pc:spChg chg="mod">
          <ac:chgData name="Palit, Tapti" userId="dec6fbcd-7598-406a-8cbf-504d4a3bac15" providerId="ADAL" clId="{ECD42228-5B96-4A72-B268-C46DF994E6B7}" dt="2024-01-14T20:26:10.929" v="732"/>
          <ac:spMkLst>
            <pc:docMk/>
            <pc:sldMk cId="2626438807" sldId="475"/>
            <ac:spMk id="4" creationId="{3CFC0458-353F-49C6-A1F4-5BF22C6A25F4}"/>
          </ac:spMkLst>
        </pc:spChg>
        <pc:spChg chg="mod">
          <ac:chgData name="Palit, Tapti" userId="dec6fbcd-7598-406a-8cbf-504d4a3bac15" providerId="ADAL" clId="{ECD42228-5B96-4A72-B268-C46DF994E6B7}" dt="2024-01-16T17:17:01.423" v="7011" actId="2711"/>
          <ac:spMkLst>
            <pc:docMk/>
            <pc:sldMk cId="2626438807" sldId="475"/>
            <ac:spMk id="21" creationId="{C002CB50-FFF4-441D-8367-A795E26CAACA}"/>
          </ac:spMkLst>
        </pc:spChg>
        <pc:spChg chg="mod">
          <ac:chgData name="Palit, Tapti" userId="dec6fbcd-7598-406a-8cbf-504d4a3bac15" providerId="ADAL" clId="{ECD42228-5B96-4A72-B268-C46DF994E6B7}" dt="2024-01-16T18:40:55.035" v="7062" actId="1076"/>
          <ac:spMkLst>
            <pc:docMk/>
            <pc:sldMk cId="2626438807" sldId="475"/>
            <ac:spMk id="24" creationId="{0C7431CC-9ABE-4770-B145-AC2766FD7A0E}"/>
          </ac:spMkLst>
        </pc:spChg>
        <pc:spChg chg="mod">
          <ac:chgData name="Palit, Tapti" userId="dec6fbcd-7598-406a-8cbf-504d4a3bac15" providerId="ADAL" clId="{ECD42228-5B96-4A72-B268-C46DF994E6B7}" dt="2024-01-16T18:40:52.420" v="7061" actId="1076"/>
          <ac:spMkLst>
            <pc:docMk/>
            <pc:sldMk cId="2626438807" sldId="475"/>
            <ac:spMk id="41" creationId="{21F97398-A0DE-4EC6-AEA5-1E87C05FE65B}"/>
          </ac:spMkLst>
        </pc:spChg>
        <pc:spChg chg="mod">
          <ac:chgData name="Palit, Tapti" userId="dec6fbcd-7598-406a-8cbf-504d4a3bac15" providerId="ADAL" clId="{ECD42228-5B96-4A72-B268-C46DF994E6B7}" dt="2024-01-16T17:17:09.550" v="7013" actId="2711"/>
          <ac:spMkLst>
            <pc:docMk/>
            <pc:sldMk cId="2626438807" sldId="475"/>
            <ac:spMk id="44" creationId="{1865E06F-4701-4A03-8F26-806EB926D33A}"/>
          </ac:spMkLst>
        </pc:spChg>
        <pc:spChg chg="mod">
          <ac:chgData name="Palit, Tapti" userId="dec6fbcd-7598-406a-8cbf-504d4a3bac15" providerId="ADAL" clId="{ECD42228-5B96-4A72-B268-C46DF994E6B7}" dt="2024-01-16T17:17:06.098" v="7012" actId="2711"/>
          <ac:spMkLst>
            <pc:docMk/>
            <pc:sldMk cId="2626438807" sldId="475"/>
            <ac:spMk id="45" creationId="{8CFDC509-7B4F-455B-9524-DEC143CA2728}"/>
          </ac:spMkLst>
        </pc:spChg>
        <pc:spChg chg="del mod">
          <ac:chgData name="Palit, Tapti" userId="dec6fbcd-7598-406a-8cbf-504d4a3bac15" providerId="ADAL" clId="{ECD42228-5B96-4A72-B268-C46DF994E6B7}" dt="2024-01-16T17:18:00.410" v="7015" actId="478"/>
          <ac:spMkLst>
            <pc:docMk/>
            <pc:sldMk cId="2626438807" sldId="475"/>
            <ac:spMk id="58" creationId="{D66BCB38-2C9F-434F-A99C-DED3B22A3274}"/>
          </ac:spMkLst>
        </pc:spChg>
      </pc:sldChg>
      <pc:sldChg chg="modSp add del mod">
        <pc:chgData name="Palit, Tapti" userId="dec6fbcd-7598-406a-8cbf-504d4a3bac15" providerId="ADAL" clId="{ECD42228-5B96-4A72-B268-C46DF994E6B7}" dt="2024-01-16T04:44:30.365" v="6414" actId="47"/>
        <pc:sldMkLst>
          <pc:docMk/>
          <pc:sldMk cId="4098474423" sldId="476"/>
        </pc:sldMkLst>
        <pc:spChg chg="mod">
          <ac:chgData name="Palit, Tapti" userId="dec6fbcd-7598-406a-8cbf-504d4a3bac15" providerId="ADAL" clId="{ECD42228-5B96-4A72-B268-C46DF994E6B7}" dt="2024-01-16T04:19:06.840" v="5856" actId="20577"/>
          <ac:spMkLst>
            <pc:docMk/>
            <pc:sldMk cId="4098474423" sldId="476"/>
            <ac:spMk id="2" creationId="{CA168A6A-A674-44A5-AC65-6B0362CD0AB6}"/>
          </ac:spMkLst>
        </pc:spChg>
        <pc:spChg chg="mod">
          <ac:chgData name="Palit, Tapti" userId="dec6fbcd-7598-406a-8cbf-504d4a3bac15" providerId="ADAL" clId="{ECD42228-5B96-4A72-B268-C46DF994E6B7}" dt="2024-01-14T20:26:10.929" v="732"/>
          <ac:spMkLst>
            <pc:docMk/>
            <pc:sldMk cId="4098474423" sldId="476"/>
            <ac:spMk id="4" creationId="{1984492D-5621-4DFF-A13F-7F893A2A116E}"/>
          </ac:spMkLst>
        </pc:spChg>
        <pc:picChg chg="mod">
          <ac:chgData name="Palit, Tapti" userId="dec6fbcd-7598-406a-8cbf-504d4a3bac15" providerId="ADAL" clId="{ECD42228-5B96-4A72-B268-C46DF994E6B7}" dt="2024-01-16T04:10:59.519" v="5754" actId="1076"/>
          <ac:picMkLst>
            <pc:docMk/>
            <pc:sldMk cId="4098474423" sldId="476"/>
            <ac:picMk id="2062" creationId="{D74946EE-A7AB-2BFA-FD58-9A4BB5162350}"/>
          </ac:picMkLst>
        </pc:picChg>
        <pc:picChg chg="mod">
          <ac:chgData name="Palit, Tapti" userId="dec6fbcd-7598-406a-8cbf-504d4a3bac15" providerId="ADAL" clId="{ECD42228-5B96-4A72-B268-C46DF994E6B7}" dt="2024-01-16T04:10:55.400" v="5752" actId="1076"/>
          <ac:picMkLst>
            <pc:docMk/>
            <pc:sldMk cId="4098474423" sldId="476"/>
            <ac:picMk id="7170" creationId="{CF67A0D9-BC49-488B-BC9E-A9F25693BBF1}"/>
          </ac:picMkLst>
        </pc:picChg>
      </pc:sldChg>
      <pc:sldChg chg="modSp add del">
        <pc:chgData name="Palit, Tapti" userId="dec6fbcd-7598-406a-8cbf-504d4a3bac15" providerId="ADAL" clId="{ECD42228-5B96-4A72-B268-C46DF994E6B7}" dt="2024-01-28T03:44:01.241" v="67437" actId="47"/>
        <pc:sldMkLst>
          <pc:docMk/>
          <pc:sldMk cId="1115464288" sldId="477"/>
        </pc:sldMkLst>
        <pc:spChg chg="mod">
          <ac:chgData name="Palit, Tapti" userId="dec6fbcd-7598-406a-8cbf-504d4a3bac15" providerId="ADAL" clId="{ECD42228-5B96-4A72-B268-C46DF994E6B7}" dt="2024-01-14T20:26:10.929" v="732"/>
          <ac:spMkLst>
            <pc:docMk/>
            <pc:sldMk cId="1115464288" sldId="477"/>
            <ac:spMk id="2" creationId="{803650A6-D090-4F49-89FC-6E7ECF8BED37}"/>
          </ac:spMkLst>
        </pc:spChg>
        <pc:spChg chg="mod">
          <ac:chgData name="Palit, Tapti" userId="dec6fbcd-7598-406a-8cbf-504d4a3bac15" providerId="ADAL" clId="{ECD42228-5B96-4A72-B268-C46DF994E6B7}" dt="2024-01-14T20:26:10.929" v="732"/>
          <ac:spMkLst>
            <pc:docMk/>
            <pc:sldMk cId="1115464288" sldId="477"/>
            <ac:spMk id="4" creationId="{3CFC0458-353F-49C6-A1F4-5BF22C6A25F4}"/>
          </ac:spMkLst>
        </pc:spChg>
      </pc:sldChg>
      <pc:sldChg chg="modSp add del mod">
        <pc:chgData name="Palit, Tapti" userId="dec6fbcd-7598-406a-8cbf-504d4a3bac15" providerId="ADAL" clId="{ECD42228-5B96-4A72-B268-C46DF994E6B7}" dt="2024-01-28T03:44:01.241" v="67437" actId="47"/>
        <pc:sldMkLst>
          <pc:docMk/>
          <pc:sldMk cId="3509378371" sldId="753"/>
        </pc:sldMkLst>
        <pc:spChg chg="mod">
          <ac:chgData name="Palit, Tapti" userId="dec6fbcd-7598-406a-8cbf-504d4a3bac15" providerId="ADAL" clId="{ECD42228-5B96-4A72-B268-C46DF994E6B7}" dt="2024-01-14T20:26:10.929" v="732"/>
          <ac:spMkLst>
            <pc:docMk/>
            <pc:sldMk cId="3509378371" sldId="753"/>
            <ac:spMk id="2" creationId="{5510985D-2477-455A-A3CB-96DAE9FDD982}"/>
          </ac:spMkLst>
        </pc:spChg>
        <pc:spChg chg="mod">
          <ac:chgData name="Palit, Tapti" userId="dec6fbcd-7598-406a-8cbf-504d4a3bac15" providerId="ADAL" clId="{ECD42228-5B96-4A72-B268-C46DF994E6B7}" dt="2024-01-14T20:26:10.929" v="732"/>
          <ac:spMkLst>
            <pc:docMk/>
            <pc:sldMk cId="3509378371" sldId="753"/>
            <ac:spMk id="3" creationId="{2DED0A3C-2800-4695-A0F2-7E7D4FF6FB80}"/>
          </ac:spMkLst>
        </pc:spChg>
        <pc:spChg chg="mod">
          <ac:chgData name="Palit, Tapti" userId="dec6fbcd-7598-406a-8cbf-504d4a3bac15" providerId="ADAL" clId="{ECD42228-5B96-4A72-B268-C46DF994E6B7}" dt="2024-01-14T20:26:10.929" v="732"/>
          <ac:spMkLst>
            <pc:docMk/>
            <pc:sldMk cId="3509378371" sldId="753"/>
            <ac:spMk id="4" creationId="{52C5D24A-7BA7-4124-9EA5-F0C4372FD74C}"/>
          </ac:spMkLst>
        </pc:spChg>
      </pc:sldChg>
      <pc:sldChg chg="modSp add del">
        <pc:chgData name="Palit, Tapti" userId="dec6fbcd-7598-406a-8cbf-504d4a3bac15" providerId="ADAL" clId="{ECD42228-5B96-4A72-B268-C46DF994E6B7}" dt="2024-01-28T01:02:34.032" v="67222" actId="47"/>
        <pc:sldMkLst>
          <pc:docMk/>
          <pc:sldMk cId="3152190271" sldId="754"/>
        </pc:sldMkLst>
        <pc:spChg chg="mod">
          <ac:chgData name="Palit, Tapti" userId="dec6fbcd-7598-406a-8cbf-504d4a3bac15" providerId="ADAL" clId="{ECD42228-5B96-4A72-B268-C46DF994E6B7}" dt="2024-01-14T20:26:10.929" v="732"/>
          <ac:spMkLst>
            <pc:docMk/>
            <pc:sldMk cId="3152190271" sldId="754"/>
            <ac:spMk id="2" creationId="{2A9BF5D1-B61D-461B-A6E7-6AC87AFE724D}"/>
          </ac:spMkLst>
        </pc:spChg>
        <pc:spChg chg="mod">
          <ac:chgData name="Palit, Tapti" userId="dec6fbcd-7598-406a-8cbf-504d4a3bac15" providerId="ADAL" clId="{ECD42228-5B96-4A72-B268-C46DF994E6B7}" dt="2024-01-14T20:26:10.929" v="732"/>
          <ac:spMkLst>
            <pc:docMk/>
            <pc:sldMk cId="3152190271" sldId="754"/>
            <ac:spMk id="4" creationId="{8915FFE3-A260-4192-84A4-F4A3539C2558}"/>
          </ac:spMkLst>
        </pc:spChg>
      </pc:sldChg>
      <pc:sldChg chg="add del mod modShow">
        <pc:chgData name="Palit, Tapti" userId="dec6fbcd-7598-406a-8cbf-504d4a3bac15" providerId="ADAL" clId="{ECD42228-5B96-4A72-B268-C46DF994E6B7}" dt="2024-01-28T03:44:01.241" v="67437" actId="47"/>
        <pc:sldMkLst>
          <pc:docMk/>
          <pc:sldMk cId="87148380" sldId="755"/>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475089128" sldId="755"/>
        </pc:sldMkLst>
        <pc:spChg chg="add del mod ord">
          <ac:chgData name="Palit, Tapti" userId="dec6fbcd-7598-406a-8cbf-504d4a3bac15" providerId="ADAL" clId="{ECD42228-5B96-4A72-B268-C46DF994E6B7}" dt="2024-01-14T19:18:49.734" v="374" actId="700"/>
          <ac:spMkLst>
            <pc:docMk/>
            <pc:sldMk cId="475089128" sldId="755"/>
            <ac:spMk id="2" creationId="{C0E39A21-97CE-B888-4147-29260C393CA8}"/>
          </ac:spMkLst>
        </pc:spChg>
        <pc:spChg chg="mod ord">
          <ac:chgData name="Palit, Tapti" userId="dec6fbcd-7598-406a-8cbf-504d4a3bac15" providerId="ADAL" clId="{ECD42228-5B96-4A72-B268-C46DF994E6B7}" dt="2024-01-16T01:39:47.867" v="4734" actId="255"/>
          <ac:spMkLst>
            <pc:docMk/>
            <pc:sldMk cId="475089128" sldId="755"/>
            <ac:spMk id="3" creationId="{447D293D-7127-C791-DD9C-F2890664744A}"/>
          </ac:spMkLst>
        </pc:spChg>
        <pc:spChg chg="mod ord">
          <ac:chgData name="Palit, Tapti" userId="dec6fbcd-7598-406a-8cbf-504d4a3bac15" providerId="ADAL" clId="{ECD42228-5B96-4A72-B268-C46DF994E6B7}" dt="2024-01-14T19:18:49.734" v="374" actId="700"/>
          <ac:spMkLst>
            <pc:docMk/>
            <pc:sldMk cId="475089128" sldId="755"/>
            <ac:spMk id="4" creationId="{CCDABEDB-ED5F-FE78-A359-9E6D6A5291CB}"/>
          </ac:spMkLst>
        </pc:spChg>
        <pc:spChg chg="add del mod ord">
          <ac:chgData name="Palit, Tapti" userId="dec6fbcd-7598-406a-8cbf-504d4a3bac15" providerId="ADAL" clId="{ECD42228-5B96-4A72-B268-C46DF994E6B7}" dt="2024-01-14T19:18:49.734" v="374" actId="700"/>
          <ac:spMkLst>
            <pc:docMk/>
            <pc:sldMk cId="475089128" sldId="755"/>
            <ac:spMk id="5" creationId="{FC431B1C-63D5-18F9-C998-282E824D9B48}"/>
          </ac:spMkLst>
        </pc:spChg>
        <pc:spChg chg="add mod ord">
          <ac:chgData name="Palit, Tapti" userId="dec6fbcd-7598-406a-8cbf-504d4a3bac15" providerId="ADAL" clId="{ECD42228-5B96-4A72-B268-C46DF994E6B7}" dt="2024-01-14T19:18:49.852" v="375" actId="27636"/>
          <ac:spMkLst>
            <pc:docMk/>
            <pc:sldMk cId="475089128" sldId="755"/>
            <ac:spMk id="6" creationId="{9AA2D1C0-D085-DE7A-4858-C83A9B4988B7}"/>
          </ac:spMkLst>
        </pc:spChg>
      </pc:sldChg>
      <pc:sldChg chg="del">
        <pc:chgData name="Palit, Tapti" userId="dec6fbcd-7598-406a-8cbf-504d4a3bac15" providerId="ADAL" clId="{ECD42228-5B96-4A72-B268-C46DF994E6B7}" dt="2024-01-28T03:44:01.241" v="67437" actId="47"/>
        <pc:sldMkLst>
          <pc:docMk/>
          <pc:sldMk cId="86442301" sldId="756"/>
        </pc:sldMkLst>
      </pc:sldChg>
      <pc:sldChg chg="del">
        <pc:chgData name="Palit, Tapti" userId="dec6fbcd-7598-406a-8cbf-504d4a3bac15" providerId="ADAL" clId="{ECD42228-5B96-4A72-B268-C46DF994E6B7}" dt="2024-01-28T03:44:01.241" v="67437" actId="47"/>
        <pc:sldMkLst>
          <pc:docMk/>
          <pc:sldMk cId="1919170591" sldId="757"/>
        </pc:sldMkLst>
      </pc:sldChg>
      <pc:sldChg chg="addSp delSp modSp add del mod modClrScheme chgLayout">
        <pc:chgData name="Palit, Tapti" userId="dec6fbcd-7598-406a-8cbf-504d4a3bac15" providerId="ADAL" clId="{ECD42228-5B96-4A72-B268-C46DF994E6B7}" dt="2024-01-23T01:55:17.227" v="13414" actId="2696"/>
        <pc:sldMkLst>
          <pc:docMk/>
          <pc:sldMk cId="695655142" sldId="758"/>
        </pc:sldMkLst>
        <pc:spChg chg="mod ord">
          <ac:chgData name="Palit, Tapti" userId="dec6fbcd-7598-406a-8cbf-504d4a3bac15" providerId="ADAL" clId="{ECD42228-5B96-4A72-B268-C46DF994E6B7}" dt="2024-01-14T19:18:49.734" v="374" actId="700"/>
          <ac:spMkLst>
            <pc:docMk/>
            <pc:sldMk cId="695655142" sldId="758"/>
            <ac:spMk id="2" creationId="{8229BDFF-E1CE-F57B-F8D8-308A800B8A01}"/>
          </ac:spMkLst>
        </pc:spChg>
        <pc:spChg chg="add del mod ord">
          <ac:chgData name="Palit, Tapti" userId="dec6fbcd-7598-406a-8cbf-504d4a3bac15" providerId="ADAL" clId="{ECD42228-5B96-4A72-B268-C46DF994E6B7}" dt="2024-01-14T19:18:49.734" v="374" actId="700"/>
          <ac:spMkLst>
            <pc:docMk/>
            <pc:sldMk cId="695655142" sldId="758"/>
            <ac:spMk id="3" creationId="{8809A2E1-2C5A-FC3E-AAFC-6F949BB33D4B}"/>
          </ac:spMkLst>
        </pc:spChg>
        <pc:spChg chg="mod ord">
          <ac:chgData name="Palit, Tapti" userId="dec6fbcd-7598-406a-8cbf-504d4a3bac15" providerId="ADAL" clId="{ECD42228-5B96-4A72-B268-C46DF994E6B7}" dt="2024-01-14T19:18:49.734" v="374" actId="700"/>
          <ac:spMkLst>
            <pc:docMk/>
            <pc:sldMk cId="695655142" sldId="758"/>
            <ac:spMk id="4" creationId="{2EA4B841-1774-F5A0-07E2-86E26A512403}"/>
          </ac:spMkLst>
        </pc:spChg>
        <pc:spChg chg="add del mod ord">
          <ac:chgData name="Palit, Tapti" userId="dec6fbcd-7598-406a-8cbf-504d4a3bac15" providerId="ADAL" clId="{ECD42228-5B96-4A72-B268-C46DF994E6B7}" dt="2024-01-14T19:18:49.734" v="374" actId="700"/>
          <ac:spMkLst>
            <pc:docMk/>
            <pc:sldMk cId="695655142" sldId="758"/>
            <ac:spMk id="5" creationId="{F382B7B8-3E87-1091-9E29-D1A765F96125}"/>
          </ac:spMkLst>
        </pc:spChg>
        <pc:spChg chg="add del mod ord">
          <ac:chgData name="Palit, Tapti" userId="dec6fbcd-7598-406a-8cbf-504d4a3bac15" providerId="ADAL" clId="{ECD42228-5B96-4A72-B268-C46DF994E6B7}" dt="2024-01-14T19:20:23.362" v="380" actId="478"/>
          <ac:spMkLst>
            <pc:docMk/>
            <pc:sldMk cId="695655142" sldId="758"/>
            <ac:spMk id="7" creationId="{B9356BAA-5357-F6CB-37EE-EBB2F178237D}"/>
          </ac:spMkLst>
        </pc:spChg>
        <pc:spChg chg="mod">
          <ac:chgData name="Palit, Tapti" userId="dec6fbcd-7598-406a-8cbf-504d4a3bac15" providerId="ADAL" clId="{ECD42228-5B96-4A72-B268-C46DF994E6B7}" dt="2024-01-14T19:00:31.206" v="263" actId="207"/>
          <ac:spMkLst>
            <pc:docMk/>
            <pc:sldMk cId="695655142" sldId="758"/>
            <ac:spMk id="21" creationId="{56844122-7D25-7E0A-BD4C-410A5FA3C81F}"/>
          </ac:spMkLst>
        </pc:spChg>
      </pc:sldChg>
      <pc:sldChg chg="add del mod modShow">
        <pc:chgData name="Palit, Tapti" userId="dec6fbcd-7598-406a-8cbf-504d4a3bac15" providerId="ADAL" clId="{ECD42228-5B96-4A72-B268-C46DF994E6B7}" dt="2024-01-28T03:44:01.241" v="67437" actId="47"/>
        <pc:sldMkLst>
          <pc:docMk/>
          <pc:sldMk cId="2819835898" sldId="758"/>
        </pc:sldMkLst>
      </pc:sldChg>
      <pc:sldChg chg="modSp add del mod ord modNotesTx">
        <pc:chgData name="Palit, Tapti" userId="dec6fbcd-7598-406a-8cbf-504d4a3bac15" providerId="ADAL" clId="{ECD42228-5B96-4A72-B268-C46DF994E6B7}" dt="2024-01-25T01:41:51.841" v="46103" actId="20577"/>
        <pc:sldMkLst>
          <pc:docMk/>
          <pc:sldMk cId="985481160" sldId="759"/>
        </pc:sldMkLst>
        <pc:spChg chg="mod">
          <ac:chgData name="Palit, Tapti" userId="dec6fbcd-7598-406a-8cbf-504d4a3bac15" providerId="ADAL" clId="{ECD42228-5B96-4A72-B268-C46DF994E6B7}" dt="2024-01-14T19:15:44.382" v="346"/>
          <ac:spMkLst>
            <pc:docMk/>
            <pc:sldMk cId="985481160" sldId="759"/>
            <ac:spMk id="2" creationId="{9172D11A-0F01-2059-B19E-0DB3157F9A74}"/>
          </ac:spMkLst>
        </pc:spChg>
        <pc:spChg chg="mod">
          <ac:chgData name="Palit, Tapti" userId="dec6fbcd-7598-406a-8cbf-504d4a3bac15" providerId="ADAL" clId="{ECD42228-5B96-4A72-B268-C46DF994E6B7}" dt="2024-01-25T01:41:51.841" v="46103" actId="20577"/>
          <ac:spMkLst>
            <pc:docMk/>
            <pc:sldMk cId="985481160" sldId="759"/>
            <ac:spMk id="3" creationId="{1DE32838-0EFD-ED43-CD51-D5E95C26D3D4}"/>
          </ac:spMkLst>
        </pc:spChg>
        <pc:spChg chg="mod">
          <ac:chgData name="Palit, Tapti" userId="dec6fbcd-7598-406a-8cbf-504d4a3bac15" providerId="ADAL" clId="{ECD42228-5B96-4A72-B268-C46DF994E6B7}" dt="2024-01-14T19:15:44.382" v="346"/>
          <ac:spMkLst>
            <pc:docMk/>
            <pc:sldMk cId="985481160" sldId="759"/>
            <ac:spMk id="4" creationId="{56815426-21FE-8B6F-A5B1-995FFEEA61BD}"/>
          </ac:spMkLst>
        </pc:spChg>
      </pc:sldChg>
      <pc:sldChg chg="addSp delSp modSp del mod ord modClrScheme addCm delCm chgLayout modNotesTx">
        <pc:chgData name="Palit, Tapti" userId="dec6fbcd-7598-406a-8cbf-504d4a3bac15" providerId="ADAL" clId="{ECD42228-5B96-4A72-B268-C46DF994E6B7}" dt="2024-01-29T16:57:05.224" v="82394" actId="47"/>
        <pc:sldMkLst>
          <pc:docMk/>
          <pc:sldMk cId="899327028" sldId="760"/>
        </pc:sldMkLst>
        <pc:spChg chg="mod ord">
          <ac:chgData name="Palit, Tapti" userId="dec6fbcd-7598-406a-8cbf-504d4a3bac15" providerId="ADAL" clId="{ECD42228-5B96-4A72-B268-C46DF994E6B7}" dt="2024-01-25T14:35:59.484" v="60608" actId="700"/>
          <ac:spMkLst>
            <pc:docMk/>
            <pc:sldMk cId="899327028" sldId="760"/>
            <ac:spMk id="2" creationId="{DF81ABB8-1B14-A1DB-FEB4-C89048CF950D}"/>
          </ac:spMkLst>
        </pc:spChg>
        <pc:spChg chg="add del mod">
          <ac:chgData name="Palit, Tapti" userId="dec6fbcd-7598-406a-8cbf-504d4a3bac15" providerId="ADAL" clId="{ECD42228-5B96-4A72-B268-C46DF994E6B7}" dt="2024-01-29T16:55:47.928" v="82372" actId="478"/>
          <ac:spMkLst>
            <pc:docMk/>
            <pc:sldMk cId="899327028" sldId="760"/>
            <ac:spMk id="3" creationId="{ABCC9868-ACBC-2D49-45C6-89FAE7BCAEFC}"/>
          </ac:spMkLst>
        </pc:spChg>
        <pc:spChg chg="mod ord">
          <ac:chgData name="Palit, Tapti" userId="dec6fbcd-7598-406a-8cbf-504d4a3bac15" providerId="ADAL" clId="{ECD42228-5B96-4A72-B268-C46DF994E6B7}" dt="2024-01-25T14:35:59.484" v="60608" actId="700"/>
          <ac:spMkLst>
            <pc:docMk/>
            <pc:sldMk cId="899327028" sldId="760"/>
            <ac:spMk id="4" creationId="{B4D0B73C-77E4-ECD1-49A1-4EB846159D8F}"/>
          </ac:spMkLst>
        </pc:spChg>
        <pc:spChg chg="mod">
          <ac:chgData name="Palit, Tapti" userId="dec6fbcd-7598-406a-8cbf-504d4a3bac15" providerId="ADAL" clId="{ECD42228-5B96-4A72-B268-C46DF994E6B7}" dt="2024-01-28T23:20:35.748" v="70632" actId="20577"/>
          <ac:spMkLst>
            <pc:docMk/>
            <pc:sldMk cId="899327028" sldId="760"/>
            <ac:spMk id="8" creationId="{4C34F45F-C406-B79A-70E5-77FF2A2CEE10}"/>
          </ac:spMkLst>
        </pc:spChg>
        <pc:spChg chg="add del mod">
          <ac:chgData name="Palit, Tapti" userId="dec6fbcd-7598-406a-8cbf-504d4a3bac15" providerId="ADAL" clId="{ECD42228-5B96-4A72-B268-C46DF994E6B7}" dt="2024-01-25T14:35:47.270" v="60606" actId="478"/>
          <ac:spMkLst>
            <pc:docMk/>
            <pc:sldMk cId="899327028" sldId="760"/>
            <ac:spMk id="11" creationId="{F8879F3A-DB25-4D7A-9FA1-29B86713E749}"/>
          </ac:spMkLst>
        </pc:spChg>
        <pc:spChg chg="add del mod ord">
          <ac:chgData name="Palit, Tapti" userId="dec6fbcd-7598-406a-8cbf-504d4a3bac15" providerId="ADAL" clId="{ECD42228-5B96-4A72-B268-C46DF994E6B7}" dt="2024-01-25T14:35:59.484" v="60608" actId="700"/>
          <ac:spMkLst>
            <pc:docMk/>
            <pc:sldMk cId="899327028" sldId="760"/>
            <ac:spMk id="13" creationId="{B182921F-F3BF-AAAD-360F-C22F1D17F214}"/>
          </ac:spMkLst>
        </pc:spChg>
        <pc:spChg chg="add mod">
          <ac:chgData name="Palit, Tapti" userId="dec6fbcd-7598-406a-8cbf-504d4a3bac15" providerId="ADAL" clId="{ECD42228-5B96-4A72-B268-C46DF994E6B7}" dt="2024-01-25T14:36:59.386" v="60639" actId="255"/>
          <ac:spMkLst>
            <pc:docMk/>
            <pc:sldMk cId="899327028" sldId="760"/>
            <ac:spMk id="14" creationId="{0BF84F92-DAAC-13DB-2477-37524B5AD0D5}"/>
          </ac:spMkLst>
        </pc:spChg>
        <pc:spChg chg="mod">
          <ac:chgData name="Palit, Tapti" userId="dec6fbcd-7598-406a-8cbf-504d4a3bac15" providerId="ADAL" clId="{ECD42228-5B96-4A72-B268-C46DF994E6B7}" dt="2024-01-28T23:20:26.976" v="70595" actId="1076"/>
          <ac:spMkLst>
            <pc:docMk/>
            <pc:sldMk cId="899327028" sldId="760"/>
            <ac:spMk id="27" creationId="{9D8244E9-5278-3F65-B6C3-9F1D20EE80C4}"/>
          </ac:spMkLst>
        </pc:spChg>
        <pc:spChg chg="mod">
          <ac:chgData name="Palit, Tapti" userId="dec6fbcd-7598-406a-8cbf-504d4a3bac15" providerId="ADAL" clId="{ECD42228-5B96-4A72-B268-C46DF994E6B7}" dt="2024-01-29T01:45:19.582" v="72582" actId="5793"/>
          <ac:spMkLst>
            <pc:docMk/>
            <pc:sldMk cId="899327028" sldId="760"/>
            <ac:spMk id="28" creationId="{89EFB966-D926-FE1D-3A0F-09593BBA96B6}"/>
          </ac:spMkLst>
        </pc:spChg>
        <pc:spChg chg="mod">
          <ac:chgData name="Palit, Tapti" userId="dec6fbcd-7598-406a-8cbf-504d4a3bac15" providerId="ADAL" clId="{ECD42228-5B96-4A72-B268-C46DF994E6B7}" dt="2024-01-28T23:20:58.617" v="70661" actId="20577"/>
          <ac:spMkLst>
            <pc:docMk/>
            <pc:sldMk cId="899327028" sldId="760"/>
            <ac:spMk id="37" creationId="{AED8CC3B-88CA-91AD-E51F-3A59BEE7580F}"/>
          </ac:spMkLst>
        </pc:spChg>
        <pc:picChg chg="mod ord">
          <ac:chgData name="Palit, Tapti" userId="dec6fbcd-7598-406a-8cbf-504d4a3bac15" providerId="ADAL" clId="{ECD42228-5B96-4A72-B268-C46DF994E6B7}" dt="2024-01-25T14:35:59.484" v="60608" actId="700"/>
          <ac:picMkLst>
            <pc:docMk/>
            <pc:sldMk cId="899327028" sldId="760"/>
            <ac:picMk id="12" creationId="{0304CBC5-D55E-2AF1-B56F-89A61AB208E9}"/>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4:37:19.635" v="60641"/>
              <pc2:cmMkLst xmlns:pc2="http://schemas.microsoft.com/office/powerpoint/2019/9/main/command">
                <pc:docMk/>
                <pc:sldMk cId="899327028" sldId="760"/>
                <pc2:cmMk id="{F4B4EB15-E843-49A0-99D3-5AB3326F26E0}"/>
              </pc2:cmMkLst>
            </pc226:cmChg>
            <pc226:cmChg xmlns:pc226="http://schemas.microsoft.com/office/powerpoint/2022/06/main/command" chg="del">
              <pc226:chgData name="Palit, Tapti" userId="dec6fbcd-7598-406a-8cbf-504d4a3bac15" providerId="ADAL" clId="{ECD42228-5B96-4A72-B268-C46DF994E6B7}" dt="2024-01-25T14:37:16.740" v="60640"/>
              <pc2:cmMkLst xmlns:pc2="http://schemas.microsoft.com/office/powerpoint/2019/9/main/command">
                <pc:docMk/>
                <pc:sldMk cId="899327028" sldId="760"/>
                <pc2:cmMk id="{AB286D7F-60E3-4DAF-AFD5-909AF29ACF30}"/>
              </pc2:cmMkLst>
            </pc226:cmChg>
            <pc226:cmChg xmlns:pc226="http://schemas.microsoft.com/office/powerpoint/2022/06/main/command" chg="add">
              <pc226:chgData name="Palit, Tapti" userId="dec6fbcd-7598-406a-8cbf-504d4a3bac15" providerId="ADAL" clId="{ECD42228-5B96-4A72-B268-C46DF994E6B7}" dt="2024-01-25T14:37:35.124" v="60642"/>
              <pc2:cmMkLst xmlns:pc2="http://schemas.microsoft.com/office/powerpoint/2019/9/main/command">
                <pc:docMk/>
                <pc:sldMk cId="899327028" sldId="760"/>
                <pc2:cmMk id="{A9B2FCA1-5781-4BD3-BF74-4E8181609CCC}"/>
              </pc2:cmMkLst>
            </pc226:cmChg>
          </p:ext>
        </pc:extLst>
      </pc:sldChg>
      <pc:sldChg chg="addSp delSp modSp add del mod modClrScheme modAnim chgLayout modNotesTx">
        <pc:chgData name="Palit, Tapti" userId="dec6fbcd-7598-406a-8cbf-504d4a3bac15" providerId="ADAL" clId="{ECD42228-5B96-4A72-B268-C46DF994E6B7}" dt="2024-01-24T02:14:05.735" v="35022" actId="1076"/>
        <pc:sldMkLst>
          <pc:docMk/>
          <pc:sldMk cId="2315818862" sldId="760"/>
        </pc:sldMkLst>
        <pc:spChg chg="mod ord">
          <ac:chgData name="Palit, Tapti" userId="dec6fbcd-7598-406a-8cbf-504d4a3bac15" providerId="ADAL" clId="{ECD42228-5B96-4A72-B268-C46DF994E6B7}" dt="2024-01-14T23:45:59.625" v="3739" actId="20577"/>
          <ac:spMkLst>
            <pc:docMk/>
            <pc:sldMk cId="2315818862" sldId="760"/>
            <ac:spMk id="2" creationId="{DF81ABB8-1B14-A1DB-FEB4-C89048CF950D}"/>
          </ac:spMkLst>
        </pc:spChg>
        <pc:spChg chg="mod ord">
          <ac:chgData name="Palit, Tapti" userId="dec6fbcd-7598-406a-8cbf-504d4a3bac15" providerId="ADAL" clId="{ECD42228-5B96-4A72-B268-C46DF994E6B7}" dt="2024-01-14T19:18:49.734" v="374" actId="700"/>
          <ac:spMkLst>
            <pc:docMk/>
            <pc:sldMk cId="2315818862" sldId="760"/>
            <ac:spMk id="4" creationId="{B4D0B73C-77E4-ECD1-49A1-4EB846159D8F}"/>
          </ac:spMkLst>
        </pc:spChg>
        <pc:spChg chg="mod">
          <ac:chgData name="Palit, Tapti" userId="dec6fbcd-7598-406a-8cbf-504d4a3bac15" providerId="ADAL" clId="{ECD42228-5B96-4A72-B268-C46DF994E6B7}" dt="2024-01-14T19:25:03.585" v="440" actId="208"/>
          <ac:spMkLst>
            <pc:docMk/>
            <pc:sldMk cId="2315818862" sldId="760"/>
            <ac:spMk id="5" creationId="{F5325E51-9A03-34B3-70C8-A9DD4DCF2733}"/>
          </ac:spMkLst>
        </pc:spChg>
        <pc:spChg chg="mod">
          <ac:chgData name="Palit, Tapti" userId="dec6fbcd-7598-406a-8cbf-504d4a3bac15" providerId="ADAL" clId="{ECD42228-5B96-4A72-B268-C46DF994E6B7}" dt="2024-01-16T04:15:08.010" v="5773" actId="114"/>
          <ac:spMkLst>
            <pc:docMk/>
            <pc:sldMk cId="2315818862" sldId="760"/>
            <ac:spMk id="7" creationId="{B0D5B52E-F89C-1B4E-FFC2-FC6C57CC7218}"/>
          </ac:spMkLst>
        </pc:spChg>
        <pc:spChg chg="mod">
          <ac:chgData name="Palit, Tapti" userId="dec6fbcd-7598-406a-8cbf-504d4a3bac15" providerId="ADAL" clId="{ECD42228-5B96-4A72-B268-C46DF994E6B7}" dt="2024-01-16T04:14:59.400" v="5771" actId="114"/>
          <ac:spMkLst>
            <pc:docMk/>
            <pc:sldMk cId="2315818862" sldId="760"/>
            <ac:spMk id="8" creationId="{4C34F45F-C406-B79A-70E5-77FF2A2CEE10}"/>
          </ac:spMkLst>
        </pc:spChg>
        <pc:spChg chg="add del mod ord">
          <ac:chgData name="Palit, Tapti" userId="dec6fbcd-7598-406a-8cbf-504d4a3bac15" providerId="ADAL" clId="{ECD42228-5B96-4A72-B268-C46DF994E6B7}" dt="2024-01-14T19:18:49.734" v="374" actId="700"/>
          <ac:spMkLst>
            <pc:docMk/>
            <pc:sldMk cId="2315818862" sldId="760"/>
            <ac:spMk id="11" creationId="{4DCCAC0D-257C-9181-C8BC-B9EBCD1E8593}"/>
          </ac:spMkLst>
        </pc:spChg>
        <pc:spChg chg="add del mod ord">
          <ac:chgData name="Palit, Tapti" userId="dec6fbcd-7598-406a-8cbf-504d4a3bac15" providerId="ADAL" clId="{ECD42228-5B96-4A72-B268-C46DF994E6B7}" dt="2024-01-14T19:18:49.734" v="374" actId="700"/>
          <ac:spMkLst>
            <pc:docMk/>
            <pc:sldMk cId="2315818862" sldId="760"/>
            <ac:spMk id="12" creationId="{966A5BDD-1EB5-30CA-5AB6-5666E694DA2E}"/>
          </ac:spMkLst>
        </pc:spChg>
        <pc:spChg chg="add del mod ord">
          <ac:chgData name="Palit, Tapti" userId="dec6fbcd-7598-406a-8cbf-504d4a3bac15" providerId="ADAL" clId="{ECD42228-5B96-4A72-B268-C46DF994E6B7}" dt="2024-01-14T19:24:57.621" v="439" actId="478"/>
          <ac:spMkLst>
            <pc:docMk/>
            <pc:sldMk cId="2315818862" sldId="760"/>
            <ac:spMk id="13" creationId="{23B61198-920D-CB8A-CA68-359FED8632AE}"/>
          </ac:spMkLst>
        </pc:spChg>
        <pc:spChg chg="del">
          <ac:chgData name="Palit, Tapti" userId="dec6fbcd-7598-406a-8cbf-504d4a3bac15" providerId="ADAL" clId="{ECD42228-5B96-4A72-B268-C46DF994E6B7}" dt="2024-01-24T02:13:52.578" v="35018"/>
          <ac:spMkLst>
            <pc:docMk/>
            <pc:sldMk cId="2315818862" sldId="760"/>
            <ac:spMk id="13" creationId="{3065B9F1-621B-B69E-8706-238DBCB4D508}"/>
          </ac:spMkLst>
        </pc:spChg>
        <pc:spChg chg="mod">
          <ac:chgData name="Palit, Tapti" userId="dec6fbcd-7598-406a-8cbf-504d4a3bac15" providerId="ADAL" clId="{ECD42228-5B96-4A72-B268-C46DF994E6B7}" dt="2024-01-23T14:29:48.274" v="24159" actId="20577"/>
          <ac:spMkLst>
            <pc:docMk/>
            <pc:sldMk cId="2315818862" sldId="760"/>
            <ac:spMk id="27" creationId="{9D8244E9-5278-3F65-B6C3-9F1D20EE80C4}"/>
          </ac:spMkLst>
        </pc:spChg>
        <pc:spChg chg="mod">
          <ac:chgData name="Palit, Tapti" userId="dec6fbcd-7598-406a-8cbf-504d4a3bac15" providerId="ADAL" clId="{ECD42228-5B96-4A72-B268-C46DF994E6B7}" dt="2024-01-14T20:45:57.449" v="1297" actId="14100"/>
          <ac:spMkLst>
            <pc:docMk/>
            <pc:sldMk cId="2315818862" sldId="760"/>
            <ac:spMk id="28" creationId="{89EFB966-D926-FE1D-3A0F-09593BBA96B6}"/>
          </ac:spMkLst>
        </pc:spChg>
        <pc:spChg chg="mod">
          <ac:chgData name="Palit, Tapti" userId="dec6fbcd-7598-406a-8cbf-504d4a3bac15" providerId="ADAL" clId="{ECD42228-5B96-4A72-B268-C46DF994E6B7}" dt="2024-01-16T04:15:14.220" v="5774" actId="114"/>
          <ac:spMkLst>
            <pc:docMk/>
            <pc:sldMk cId="2315818862" sldId="760"/>
            <ac:spMk id="37" creationId="{AED8CC3B-88CA-91AD-E51F-3A59BEE7580F}"/>
          </ac:spMkLst>
        </pc:spChg>
        <pc:spChg chg="mod">
          <ac:chgData name="Palit, Tapti" userId="dec6fbcd-7598-406a-8cbf-504d4a3bac15" providerId="ADAL" clId="{ECD42228-5B96-4A72-B268-C46DF994E6B7}" dt="2024-01-14T20:46:21.821" v="1306" actId="20577"/>
          <ac:spMkLst>
            <pc:docMk/>
            <pc:sldMk cId="2315818862" sldId="760"/>
            <ac:spMk id="38" creationId="{7FA65119-623F-C126-BFD8-2CC8C9B5746C}"/>
          </ac:spMkLst>
        </pc:spChg>
        <pc:spChg chg="mod">
          <ac:chgData name="Palit, Tapti" userId="dec6fbcd-7598-406a-8cbf-504d4a3bac15" providerId="ADAL" clId="{ECD42228-5B96-4A72-B268-C46DF994E6B7}" dt="2024-01-14T20:47:02.713" v="1343" actId="14100"/>
          <ac:spMkLst>
            <pc:docMk/>
            <pc:sldMk cId="2315818862" sldId="760"/>
            <ac:spMk id="45" creationId="{16BAF015-D4A6-06D0-ED1E-D4E1704538DD}"/>
          </ac:spMkLst>
        </pc:spChg>
        <pc:spChg chg="mod">
          <ac:chgData name="Palit, Tapti" userId="dec6fbcd-7598-406a-8cbf-504d4a3bac15" providerId="ADAL" clId="{ECD42228-5B96-4A72-B268-C46DF994E6B7}" dt="2024-01-16T04:15:16.788" v="5775" actId="114"/>
          <ac:spMkLst>
            <pc:docMk/>
            <pc:sldMk cId="2315818862" sldId="760"/>
            <ac:spMk id="50" creationId="{6D7BADB0-6F43-63E7-FDFB-9C131041A0F2}"/>
          </ac:spMkLst>
        </pc:spChg>
        <pc:spChg chg="del">
          <ac:chgData name="Palit, Tapti" userId="dec6fbcd-7598-406a-8cbf-504d4a3bac15" providerId="ADAL" clId="{ECD42228-5B96-4A72-B268-C46DF994E6B7}" dt="2024-01-14T20:46:49.593" v="1333" actId="478"/>
          <ac:spMkLst>
            <pc:docMk/>
            <pc:sldMk cId="2315818862" sldId="760"/>
            <ac:spMk id="68" creationId="{4D723328-A711-0E42-047E-1DA5D7B328E2}"/>
          </ac:spMkLst>
        </pc:spChg>
        <pc:spChg chg="mod">
          <ac:chgData name="Palit, Tapti" userId="dec6fbcd-7598-406a-8cbf-504d4a3bac15" providerId="ADAL" clId="{ECD42228-5B96-4A72-B268-C46DF994E6B7}" dt="2024-01-16T04:15:21.008" v="5776" actId="114"/>
          <ac:spMkLst>
            <pc:docMk/>
            <pc:sldMk cId="2315818862" sldId="760"/>
            <ac:spMk id="73" creationId="{800523CF-AF1D-AB7F-A449-2D1CAD9DAC14}"/>
          </ac:spMkLst>
        </pc:spChg>
        <pc:spChg chg="mod">
          <ac:chgData name="Palit, Tapti" userId="dec6fbcd-7598-406a-8cbf-504d4a3bac15" providerId="ADAL" clId="{ECD42228-5B96-4A72-B268-C46DF994E6B7}" dt="2024-01-16T04:15:23.779" v="5777" actId="114"/>
          <ac:spMkLst>
            <pc:docMk/>
            <pc:sldMk cId="2315818862" sldId="760"/>
            <ac:spMk id="74" creationId="{DA1B70A0-1179-BDDA-CDA2-F6A2F2662A5C}"/>
          </ac:spMkLst>
        </pc:spChg>
        <pc:picChg chg="add mod">
          <ac:chgData name="Palit, Tapti" userId="dec6fbcd-7598-406a-8cbf-504d4a3bac15" providerId="ADAL" clId="{ECD42228-5B96-4A72-B268-C46DF994E6B7}" dt="2024-01-24T02:14:05.735" v="35022" actId="1076"/>
          <ac:picMkLst>
            <pc:docMk/>
            <pc:sldMk cId="2315818862" sldId="760"/>
            <ac:picMk id="12" creationId="{0304CBC5-D55E-2AF1-B56F-89A61AB208E9}"/>
          </ac:picMkLst>
        </pc:picChg>
        <pc:picChg chg="del">
          <ac:chgData name="Palit, Tapti" userId="dec6fbcd-7598-406a-8cbf-504d4a3bac15" providerId="ADAL" clId="{ECD42228-5B96-4A72-B268-C46DF994E6B7}" dt="2024-01-24T02:13:47.693" v="35017" actId="478"/>
          <ac:picMkLst>
            <pc:docMk/>
            <pc:sldMk cId="2315818862" sldId="760"/>
            <ac:picMk id="1052" creationId="{A54801A9-C387-5404-734F-5006832888A4}"/>
          </ac:picMkLst>
        </pc:picChg>
      </pc:sldChg>
      <pc:sldChg chg="addSp delSp modSp add del mod modClrScheme modAnim addCm chgLayout modNotesTx">
        <pc:chgData name="Palit, Tapti" userId="dec6fbcd-7598-406a-8cbf-504d4a3bac15" providerId="ADAL" clId="{ECD42228-5B96-4A72-B268-C46DF994E6B7}" dt="2024-01-25T01:11:02.200" v="44571" actId="20577"/>
        <pc:sldMkLst>
          <pc:docMk/>
          <pc:sldMk cId="2217327378" sldId="761"/>
        </pc:sldMkLst>
        <pc:spChg chg="mod ord">
          <ac:chgData name="Palit, Tapti" userId="dec6fbcd-7598-406a-8cbf-504d4a3bac15" providerId="ADAL" clId="{ECD42228-5B96-4A72-B268-C46DF994E6B7}" dt="2024-01-25T01:07:16.806" v="44339" actId="20577"/>
          <ac:spMkLst>
            <pc:docMk/>
            <pc:sldMk cId="2217327378" sldId="761"/>
            <ac:spMk id="2" creationId="{F8B8D02F-DFDB-4EB1-8C2E-1677EEE15BF7}"/>
          </ac:spMkLst>
        </pc:spChg>
        <pc:spChg chg="add del mod ord">
          <ac:chgData name="Palit, Tapti" userId="dec6fbcd-7598-406a-8cbf-504d4a3bac15" providerId="ADAL" clId="{ECD42228-5B96-4A72-B268-C46DF994E6B7}" dt="2024-01-14T19:18:49.734" v="374" actId="700"/>
          <ac:spMkLst>
            <pc:docMk/>
            <pc:sldMk cId="2217327378" sldId="761"/>
            <ac:spMk id="3" creationId="{B1CD0213-9C00-59E1-F22C-7DB7DF31C398}"/>
          </ac:spMkLst>
        </pc:spChg>
        <pc:spChg chg="mod ord">
          <ac:chgData name="Palit, Tapti" userId="dec6fbcd-7598-406a-8cbf-504d4a3bac15" providerId="ADAL" clId="{ECD42228-5B96-4A72-B268-C46DF994E6B7}" dt="2024-01-14T19:18:49.734" v="374" actId="700"/>
          <ac:spMkLst>
            <pc:docMk/>
            <pc:sldMk cId="2217327378" sldId="761"/>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2217327378" sldId="761"/>
            <ac:spMk id="6" creationId="{204C657A-7FFA-0A4C-FF68-C13FD4A45ACB}"/>
          </ac:spMkLst>
        </pc:spChg>
        <pc:spChg chg="add del mod ord">
          <ac:chgData name="Palit, Tapti" userId="dec6fbcd-7598-406a-8cbf-504d4a3bac15" providerId="ADAL" clId="{ECD42228-5B96-4A72-B268-C46DF994E6B7}" dt="2024-01-14T19:20:19.996" v="379" actId="478"/>
          <ac:spMkLst>
            <pc:docMk/>
            <pc:sldMk cId="2217327378" sldId="761"/>
            <ac:spMk id="7" creationId="{33024E36-45E1-A683-79CB-6D6A8E8042A2}"/>
          </ac:spMkLst>
        </pc:spChg>
        <pc:picChg chg="del">
          <ac:chgData name="Palit, Tapti" userId="dec6fbcd-7598-406a-8cbf-504d4a3bac15" providerId="ADAL" clId="{ECD42228-5B96-4A72-B268-C46DF994E6B7}" dt="2024-01-25T00:59:03.860" v="44000" actId="478"/>
          <ac:picMkLst>
            <pc:docMk/>
            <pc:sldMk cId="2217327378" sldId="761"/>
            <ac:picMk id="5" creationId="{E7EFBCF8-F744-C343-982D-CD5ABBA5AA05}"/>
          </ac:picMkLst>
        </pc:picChg>
        <pc:picChg chg="add mod">
          <ac:chgData name="Palit, Tapti" userId="dec6fbcd-7598-406a-8cbf-504d4a3bac15" providerId="ADAL" clId="{ECD42228-5B96-4A72-B268-C46DF994E6B7}" dt="2024-01-25T01:04:00.734" v="44173" actId="1076"/>
          <ac:picMkLst>
            <pc:docMk/>
            <pc:sldMk cId="2217327378" sldId="761"/>
            <ac:picMk id="6" creationId="{0DA0E592-3C4A-98F4-9A16-DC69B1C15589}"/>
          </ac:picMkLst>
        </pc:picChg>
        <pc:picChg chg="add mod">
          <ac:chgData name="Palit, Tapti" userId="dec6fbcd-7598-406a-8cbf-504d4a3bac15" providerId="ADAL" clId="{ECD42228-5B96-4A72-B268-C46DF994E6B7}" dt="2024-01-25T01:04:17.677" v="44176" actId="1076"/>
          <ac:picMkLst>
            <pc:docMk/>
            <pc:sldMk cId="2217327378" sldId="761"/>
            <ac:picMk id="8" creationId="{F0D0E824-6AB1-A1A4-2B41-47BCBBBA8CE2}"/>
          </ac:picMkLst>
        </pc:picChg>
        <pc:picChg chg="add ord">
          <ac:chgData name="Palit, Tapti" userId="dec6fbcd-7598-406a-8cbf-504d4a3bac15" providerId="ADAL" clId="{ECD42228-5B96-4A72-B268-C46DF994E6B7}" dt="2024-01-25T01:05:50.166" v="44264" actId="166"/>
          <ac:picMkLst>
            <pc:docMk/>
            <pc:sldMk cId="2217327378" sldId="761"/>
            <ac:picMk id="10" creationId="{4D39C989-E4B6-AD3B-240F-C940D84C4B51}"/>
          </ac:picMkLst>
        </pc:picChg>
        <pc:picChg chg="add">
          <ac:chgData name="Palit, Tapti" userId="dec6fbcd-7598-406a-8cbf-504d4a3bac15" providerId="ADAL" clId="{ECD42228-5B96-4A72-B268-C46DF994E6B7}" dt="2024-01-25T01:05:22.472" v="44210" actId="22"/>
          <ac:picMkLst>
            <pc:docMk/>
            <pc:sldMk cId="2217327378" sldId="761"/>
            <ac:picMk id="12" creationId="{E8994956-F618-DABF-870D-F545F4305622}"/>
          </ac:picMkLst>
        </pc:picChg>
        <pc:picChg chg="mod">
          <ac:chgData name="Palit, Tapti" userId="dec6fbcd-7598-406a-8cbf-504d4a3bac15" providerId="ADAL" clId="{ECD42228-5B96-4A72-B268-C46DF994E6B7}" dt="2024-01-25T00:59:17.909" v="44006" actId="14100"/>
          <ac:picMkLst>
            <pc:docMk/>
            <pc:sldMk cId="2217327378" sldId="761"/>
            <ac:picMk id="21" creationId="{3F5574EC-286F-0BB7-785E-404D4E94595C}"/>
          </ac:picMkLst>
        </pc:picChg>
        <pc:picChg chg="del">
          <ac:chgData name="Palit, Tapti" userId="dec6fbcd-7598-406a-8cbf-504d4a3bac15" providerId="ADAL" clId="{ECD42228-5B96-4A72-B268-C46DF994E6B7}" dt="2024-01-25T00:59:10.564" v="44003" actId="478"/>
          <ac:picMkLst>
            <pc:docMk/>
            <pc:sldMk cId="2217327378" sldId="761"/>
            <ac:picMk id="22" creationId="{7BA78636-FF8E-8AEA-564C-F3DF77C9862F}"/>
          </ac:picMkLst>
        </pc:picChg>
        <pc:picChg chg="del">
          <ac:chgData name="Palit, Tapti" userId="dec6fbcd-7598-406a-8cbf-504d4a3bac15" providerId="ADAL" clId="{ECD42228-5B96-4A72-B268-C46DF994E6B7}" dt="2024-01-25T00:59:09.187" v="44002" actId="478"/>
          <ac:picMkLst>
            <pc:docMk/>
            <pc:sldMk cId="2217327378" sldId="761"/>
            <ac:picMk id="25" creationId="{54E41EB9-824F-43BF-5B26-1F1A1BF58566}"/>
          </ac:picMkLst>
        </pc:picChg>
        <pc:picChg chg="del">
          <ac:chgData name="Palit, Tapti" userId="dec6fbcd-7598-406a-8cbf-504d4a3bac15" providerId="ADAL" clId="{ECD42228-5B96-4A72-B268-C46DF994E6B7}" dt="2024-01-25T00:59:12.170" v="44004" actId="478"/>
          <ac:picMkLst>
            <pc:docMk/>
            <pc:sldMk cId="2217327378" sldId="761"/>
            <ac:picMk id="26" creationId="{906D6E89-F5EF-E8D5-6973-DC050AE919B2}"/>
          </ac:picMkLst>
        </pc:picChg>
        <pc:picChg chg="del">
          <ac:chgData name="Palit, Tapti" userId="dec6fbcd-7598-406a-8cbf-504d4a3bac15" providerId="ADAL" clId="{ECD42228-5B96-4A72-B268-C46DF994E6B7}" dt="2024-01-25T00:59:07.583" v="44001" actId="478"/>
          <ac:picMkLst>
            <pc:docMk/>
            <pc:sldMk cId="2217327378" sldId="761"/>
            <ac:picMk id="28" creationId="{E35A60AD-EF0B-6851-B808-A97DF30A909C}"/>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01:44:23.492" v="13011"/>
              <pc2:cmMkLst xmlns:pc2="http://schemas.microsoft.com/office/powerpoint/2019/9/main/command">
                <pc:docMk/>
                <pc:sldMk cId="2217327378" sldId="761"/>
                <pc2:cmMk id="{6D748C84-E3F3-4AB4-8F8F-A7C6EF1D2E55}"/>
              </pc2:cmMkLst>
            </pc226:cmChg>
          </p:ext>
        </pc:extLst>
      </pc:sldChg>
      <pc:sldChg chg="modSp add del mod">
        <pc:chgData name="Palit, Tapti" userId="dec6fbcd-7598-406a-8cbf-504d4a3bac15" providerId="ADAL" clId="{ECD42228-5B96-4A72-B268-C46DF994E6B7}" dt="2024-01-28T03:44:01.241" v="67437" actId="47"/>
        <pc:sldMkLst>
          <pc:docMk/>
          <pc:sldMk cId="512239654" sldId="763"/>
        </pc:sldMkLst>
        <pc:spChg chg="mod">
          <ac:chgData name="Palit, Tapti" userId="dec6fbcd-7598-406a-8cbf-504d4a3bac15" providerId="ADAL" clId="{ECD42228-5B96-4A72-B268-C46DF994E6B7}" dt="2024-01-14T20:26:10.929" v="732"/>
          <ac:spMkLst>
            <pc:docMk/>
            <pc:sldMk cId="512239654" sldId="763"/>
            <ac:spMk id="2" creationId="{5510985D-2477-455A-A3CB-96DAE9FDD982}"/>
          </ac:spMkLst>
        </pc:spChg>
        <pc:spChg chg="mod">
          <ac:chgData name="Palit, Tapti" userId="dec6fbcd-7598-406a-8cbf-504d4a3bac15" providerId="ADAL" clId="{ECD42228-5B96-4A72-B268-C46DF994E6B7}" dt="2024-01-14T20:26:10.929" v="732"/>
          <ac:spMkLst>
            <pc:docMk/>
            <pc:sldMk cId="512239654" sldId="763"/>
            <ac:spMk id="4" creationId="{52C5D24A-7BA7-4124-9EA5-F0C4372FD74C}"/>
          </ac:spMkLst>
        </pc:spChg>
      </pc:sldChg>
      <pc:sldChg chg="modSp add del">
        <pc:chgData name="Palit, Tapti" userId="dec6fbcd-7598-406a-8cbf-504d4a3bac15" providerId="ADAL" clId="{ECD42228-5B96-4A72-B268-C46DF994E6B7}" dt="2024-01-28T03:44:01.241" v="67437" actId="47"/>
        <pc:sldMkLst>
          <pc:docMk/>
          <pc:sldMk cId="73856874" sldId="764"/>
        </pc:sldMkLst>
        <pc:spChg chg="mod">
          <ac:chgData name="Palit, Tapti" userId="dec6fbcd-7598-406a-8cbf-504d4a3bac15" providerId="ADAL" clId="{ECD42228-5B96-4A72-B268-C46DF994E6B7}" dt="2024-01-14T20:26:10.929" v="732"/>
          <ac:spMkLst>
            <pc:docMk/>
            <pc:sldMk cId="73856874" sldId="764"/>
            <ac:spMk id="2" creationId="{5A5DD8AF-62EA-CF2A-7851-701065D27799}"/>
          </ac:spMkLst>
        </pc:spChg>
        <pc:spChg chg="mod">
          <ac:chgData name="Palit, Tapti" userId="dec6fbcd-7598-406a-8cbf-504d4a3bac15" providerId="ADAL" clId="{ECD42228-5B96-4A72-B268-C46DF994E6B7}" dt="2024-01-14T20:26:10.929" v="732"/>
          <ac:spMkLst>
            <pc:docMk/>
            <pc:sldMk cId="73856874" sldId="764"/>
            <ac:spMk id="4" creationId="{7AE7F40A-9DC6-75F6-B3AF-60B69EB53A94}"/>
          </ac:spMkLst>
        </pc:spChg>
      </pc:sldChg>
      <pc:sldChg chg="del">
        <pc:chgData name="Palit, Tapti" userId="dec6fbcd-7598-406a-8cbf-504d4a3bac15" providerId="ADAL" clId="{ECD42228-5B96-4A72-B268-C46DF994E6B7}" dt="2024-01-28T03:44:01.241" v="67437" actId="47"/>
        <pc:sldMkLst>
          <pc:docMk/>
          <pc:sldMk cId="503459869" sldId="765"/>
        </pc:sldMkLst>
      </pc:sldChg>
      <pc:sldChg chg="modSp add del mod modNotesTx">
        <pc:chgData name="Palit, Tapti" userId="dec6fbcd-7598-406a-8cbf-504d4a3bac15" providerId="ADAL" clId="{ECD42228-5B96-4A72-B268-C46DF994E6B7}" dt="2024-01-28T22:35:08.045" v="70044" actId="2696"/>
        <pc:sldMkLst>
          <pc:docMk/>
          <pc:sldMk cId="1489884793" sldId="766"/>
        </pc:sldMkLst>
        <pc:spChg chg="mod">
          <ac:chgData name="Palit, Tapti" userId="dec6fbcd-7598-406a-8cbf-504d4a3bac15" providerId="ADAL" clId="{ECD42228-5B96-4A72-B268-C46DF994E6B7}" dt="2024-01-14T20:26:10.929" v="732"/>
          <ac:spMkLst>
            <pc:docMk/>
            <pc:sldMk cId="1489884793" sldId="766"/>
            <ac:spMk id="2" creationId="{9172D11A-0F01-2059-B19E-0DB3157F9A74}"/>
          </ac:spMkLst>
        </pc:spChg>
        <pc:spChg chg="mod">
          <ac:chgData name="Palit, Tapti" userId="dec6fbcd-7598-406a-8cbf-504d4a3bac15" providerId="ADAL" clId="{ECD42228-5B96-4A72-B268-C46DF994E6B7}" dt="2024-01-23T04:26:18.907" v="19425" actId="113"/>
          <ac:spMkLst>
            <pc:docMk/>
            <pc:sldMk cId="1489884793" sldId="766"/>
            <ac:spMk id="3" creationId="{1DE32838-0EFD-ED43-CD51-D5E95C26D3D4}"/>
          </ac:spMkLst>
        </pc:spChg>
        <pc:spChg chg="mod">
          <ac:chgData name="Palit, Tapti" userId="dec6fbcd-7598-406a-8cbf-504d4a3bac15" providerId="ADAL" clId="{ECD42228-5B96-4A72-B268-C46DF994E6B7}" dt="2024-01-14T20:26:10.929" v="732"/>
          <ac:spMkLst>
            <pc:docMk/>
            <pc:sldMk cId="1489884793" sldId="766"/>
            <ac:spMk id="4" creationId="{56815426-21FE-8B6F-A5B1-995FFEEA61BD}"/>
          </ac:spMkLst>
        </pc:spChg>
      </pc:sldChg>
      <pc:sldChg chg="add mod modShow">
        <pc:chgData name="Palit, Tapti" userId="dec6fbcd-7598-406a-8cbf-504d4a3bac15" providerId="ADAL" clId="{ECD42228-5B96-4A72-B268-C46DF994E6B7}" dt="2024-01-28T22:35:13.077" v="70046" actId="729"/>
        <pc:sldMkLst>
          <pc:docMk/>
          <pc:sldMk cId="2331925342" sldId="766"/>
        </pc:sldMkLst>
      </pc:sldChg>
      <pc:sldChg chg="addSp delSp modSp add del mod ord modAnim modNotesTx">
        <pc:chgData name="Palit, Tapti" userId="dec6fbcd-7598-406a-8cbf-504d4a3bac15" providerId="ADAL" clId="{ECD42228-5B96-4A72-B268-C46DF994E6B7}" dt="2024-01-30T02:29:32.682" v="84086" actId="20577"/>
        <pc:sldMkLst>
          <pc:docMk/>
          <pc:sldMk cId="3143179597" sldId="767"/>
        </pc:sldMkLst>
        <pc:spChg chg="mod">
          <ac:chgData name="Palit, Tapti" userId="dec6fbcd-7598-406a-8cbf-504d4a3bac15" providerId="ADAL" clId="{ECD42228-5B96-4A72-B268-C46DF994E6B7}" dt="2024-01-29T01:09:02.520" v="72048" actId="20577"/>
          <ac:spMkLst>
            <pc:docMk/>
            <pc:sldMk cId="3143179597" sldId="767"/>
            <ac:spMk id="2" creationId="{DF11CC87-4AAD-3012-5E40-5FE127F284B9}"/>
          </ac:spMkLst>
        </pc:spChg>
        <pc:spChg chg="mod">
          <ac:chgData name="Palit, Tapti" userId="dec6fbcd-7598-406a-8cbf-504d4a3bac15" providerId="ADAL" clId="{ECD42228-5B96-4A72-B268-C46DF994E6B7}" dt="2024-01-29T00:49:24.609" v="71828" actId="21"/>
          <ac:spMkLst>
            <pc:docMk/>
            <pc:sldMk cId="3143179597" sldId="767"/>
            <ac:spMk id="3" creationId="{F864FEFB-02CD-3530-1407-456878CB7C5C}"/>
          </ac:spMkLst>
        </pc:spChg>
        <pc:spChg chg="mod">
          <ac:chgData name="Palit, Tapti" userId="dec6fbcd-7598-406a-8cbf-504d4a3bac15" providerId="ADAL" clId="{ECD42228-5B96-4A72-B268-C46DF994E6B7}" dt="2024-01-14T20:26:10.929" v="732"/>
          <ac:spMkLst>
            <pc:docMk/>
            <pc:sldMk cId="3143179597" sldId="767"/>
            <ac:spMk id="4" creationId="{85DDFC63-3BFC-EF3C-25BC-59FD0C0FB368}"/>
          </ac:spMkLst>
        </pc:spChg>
        <pc:spChg chg="del mod">
          <ac:chgData name="Palit, Tapti" userId="dec6fbcd-7598-406a-8cbf-504d4a3bac15" providerId="ADAL" clId="{ECD42228-5B96-4A72-B268-C46DF994E6B7}" dt="2024-01-28T02:47:01.353" v="67409" actId="478"/>
          <ac:spMkLst>
            <pc:docMk/>
            <pc:sldMk cId="3143179597" sldId="767"/>
            <ac:spMk id="5" creationId="{08CC6931-3A58-16B2-8D27-FF71E944FF0A}"/>
          </ac:spMkLst>
        </pc:spChg>
        <pc:spChg chg="add mod">
          <ac:chgData name="Palit, Tapti" userId="dec6fbcd-7598-406a-8cbf-504d4a3bac15" providerId="ADAL" clId="{ECD42228-5B96-4A72-B268-C46DF994E6B7}" dt="2024-01-29T02:23:46.026" v="74307" actId="1076"/>
          <ac:spMkLst>
            <pc:docMk/>
            <pc:sldMk cId="3143179597" sldId="767"/>
            <ac:spMk id="5" creationId="{C5093DFA-0D1D-D5EF-5BC7-A52F3689FA96}"/>
          </ac:spMkLst>
        </pc:spChg>
        <pc:spChg chg="del mod">
          <ac:chgData name="Palit, Tapti" userId="dec6fbcd-7598-406a-8cbf-504d4a3bac15" providerId="ADAL" clId="{ECD42228-5B96-4A72-B268-C46DF994E6B7}" dt="2024-01-29T01:29:48.472" v="72224" actId="478"/>
          <ac:spMkLst>
            <pc:docMk/>
            <pc:sldMk cId="3143179597" sldId="767"/>
            <ac:spMk id="7" creationId="{B3B0A36C-3E16-9C19-79CA-1ED4F1B7D97A}"/>
          </ac:spMkLst>
        </pc:spChg>
        <pc:spChg chg="del mod">
          <ac:chgData name="Palit, Tapti" userId="dec6fbcd-7598-406a-8cbf-504d4a3bac15" providerId="ADAL" clId="{ECD42228-5B96-4A72-B268-C46DF994E6B7}" dt="2024-01-29T01:29:54.202" v="72225" actId="478"/>
          <ac:spMkLst>
            <pc:docMk/>
            <pc:sldMk cId="3143179597" sldId="767"/>
            <ac:spMk id="8" creationId="{FEE9A8B3-EC1C-C93F-321B-2431AB56C88A}"/>
          </ac:spMkLst>
        </pc:spChg>
        <pc:spChg chg="del mod">
          <ac:chgData name="Palit, Tapti" userId="dec6fbcd-7598-406a-8cbf-504d4a3bac15" providerId="ADAL" clId="{ECD42228-5B96-4A72-B268-C46DF994E6B7}" dt="2024-01-29T01:30:01.315" v="72226" actId="478"/>
          <ac:spMkLst>
            <pc:docMk/>
            <pc:sldMk cId="3143179597" sldId="767"/>
            <ac:spMk id="9" creationId="{5BDC5A0C-1760-6E31-3EE8-83E42BABA1ED}"/>
          </ac:spMkLst>
        </pc:spChg>
        <pc:spChg chg="del mod">
          <ac:chgData name="Palit, Tapti" userId="dec6fbcd-7598-406a-8cbf-504d4a3bac15" providerId="ADAL" clId="{ECD42228-5B96-4A72-B268-C46DF994E6B7}" dt="2024-01-29T01:30:05.463" v="72227" actId="478"/>
          <ac:spMkLst>
            <pc:docMk/>
            <pc:sldMk cId="3143179597" sldId="767"/>
            <ac:spMk id="10" creationId="{FB094938-1935-AB92-21A0-9F81025EFC38}"/>
          </ac:spMkLst>
        </pc:spChg>
        <pc:spChg chg="mod">
          <ac:chgData name="Palit, Tapti" userId="dec6fbcd-7598-406a-8cbf-504d4a3bac15" providerId="ADAL" clId="{ECD42228-5B96-4A72-B268-C46DF994E6B7}" dt="2024-01-29T01:30:07.980" v="72228" actId="6549"/>
          <ac:spMkLst>
            <pc:docMk/>
            <pc:sldMk cId="3143179597" sldId="767"/>
            <ac:spMk id="12" creationId="{A0DDA5C8-50FB-DC2A-DD9C-8C03D4B036D6}"/>
          </ac:spMkLst>
        </pc:spChg>
        <pc:spChg chg="add mod">
          <ac:chgData name="Palit, Tapti" userId="dec6fbcd-7598-406a-8cbf-504d4a3bac15" providerId="ADAL" clId="{ECD42228-5B96-4A72-B268-C46DF994E6B7}" dt="2024-01-30T02:29:32.682" v="84086" actId="20577"/>
          <ac:spMkLst>
            <pc:docMk/>
            <pc:sldMk cId="3143179597" sldId="767"/>
            <ac:spMk id="17" creationId="{44BF2813-A3B5-B3E7-51DF-4243D38A3C57}"/>
          </ac:spMkLst>
        </pc:spChg>
        <pc:spChg chg="add mod">
          <ac:chgData name="Palit, Tapti" userId="dec6fbcd-7598-406a-8cbf-504d4a3bac15" providerId="ADAL" clId="{ECD42228-5B96-4A72-B268-C46DF994E6B7}" dt="2024-01-29T01:30:32.896" v="72261" actId="1076"/>
          <ac:spMkLst>
            <pc:docMk/>
            <pc:sldMk cId="3143179597" sldId="767"/>
            <ac:spMk id="18" creationId="{CA2CF09F-EB8C-FDDA-8966-A0890DAEDF65}"/>
          </ac:spMkLst>
        </pc:spChg>
        <pc:grpChg chg="del">
          <ac:chgData name="Palit, Tapti" userId="dec6fbcd-7598-406a-8cbf-504d4a3bac15" providerId="ADAL" clId="{ECD42228-5B96-4A72-B268-C46DF994E6B7}" dt="2024-01-29T01:30:01.315" v="72226" actId="478"/>
          <ac:grpSpMkLst>
            <pc:docMk/>
            <pc:sldMk cId="3143179597" sldId="767"/>
            <ac:grpSpMk id="11" creationId="{090561B4-08BE-D9D9-C676-890896DE911B}"/>
          </ac:grpSpMkLst>
        </pc:grpChg>
        <pc:grpChg chg="del">
          <ac:chgData name="Palit, Tapti" userId="dec6fbcd-7598-406a-8cbf-504d4a3bac15" providerId="ADAL" clId="{ECD42228-5B96-4A72-B268-C46DF994E6B7}" dt="2024-01-29T01:30:13.033" v="72229" actId="478"/>
          <ac:grpSpMkLst>
            <pc:docMk/>
            <pc:sldMk cId="3143179597" sldId="767"/>
            <ac:grpSpMk id="16" creationId="{B9862B4B-6F6D-42F6-65DD-02EFECEDC0AD}"/>
          </ac:grpSpMkLst>
        </pc:grpChg>
        <pc:picChg chg="add mod">
          <ac:chgData name="Palit, Tapti" userId="dec6fbcd-7598-406a-8cbf-504d4a3bac15" providerId="ADAL" clId="{ECD42228-5B96-4A72-B268-C46DF994E6B7}" dt="2024-01-29T00:49:33.663" v="71831" actId="1076"/>
          <ac:picMkLst>
            <pc:docMk/>
            <pc:sldMk cId="3143179597" sldId="767"/>
            <ac:picMk id="6" creationId="{2C64309F-5B6E-D150-ED3C-F4D779E48D86}"/>
          </ac:picMkLst>
        </pc:picChg>
        <pc:picChg chg="mod">
          <ac:chgData name="Palit, Tapti" userId="dec6fbcd-7598-406a-8cbf-504d4a3bac15" providerId="ADAL" clId="{ECD42228-5B96-4A72-B268-C46DF994E6B7}" dt="2024-01-29T02:23:46.026" v="74307" actId="1076"/>
          <ac:picMkLst>
            <pc:docMk/>
            <pc:sldMk cId="3143179597" sldId="767"/>
            <ac:picMk id="4098" creationId="{92C4798C-820F-CB9D-95B7-B09FFE4F0500}"/>
          </ac:picMkLst>
        </pc:picChg>
      </pc:sldChg>
      <pc:sldChg chg="delSp modSp add del mod">
        <pc:chgData name="Palit, Tapti" userId="dec6fbcd-7598-406a-8cbf-504d4a3bac15" providerId="ADAL" clId="{ECD42228-5B96-4A72-B268-C46DF994E6B7}" dt="2024-01-25T07:48:50.594" v="57263" actId="47"/>
        <pc:sldMkLst>
          <pc:docMk/>
          <pc:sldMk cId="918079519" sldId="769"/>
        </pc:sldMkLst>
        <pc:spChg chg="mod">
          <ac:chgData name="Palit, Tapti" userId="dec6fbcd-7598-406a-8cbf-504d4a3bac15" providerId="ADAL" clId="{ECD42228-5B96-4A72-B268-C46DF994E6B7}" dt="2024-01-24T04:30:15.318" v="40192" actId="20577"/>
          <ac:spMkLst>
            <pc:docMk/>
            <pc:sldMk cId="918079519" sldId="769"/>
            <ac:spMk id="2" creationId="{59240995-ED89-086D-83DF-F01344A66D93}"/>
          </ac:spMkLst>
        </pc:spChg>
        <pc:spChg chg="mod">
          <ac:chgData name="Palit, Tapti" userId="dec6fbcd-7598-406a-8cbf-504d4a3bac15" providerId="ADAL" clId="{ECD42228-5B96-4A72-B268-C46DF994E6B7}" dt="2024-01-14T20:26:10.929" v="732"/>
          <ac:spMkLst>
            <pc:docMk/>
            <pc:sldMk cId="918079519" sldId="769"/>
            <ac:spMk id="3" creationId="{8CD75A24-A922-707C-FFA9-97286CC05500}"/>
          </ac:spMkLst>
        </pc:spChg>
        <pc:spChg chg="mod">
          <ac:chgData name="Palit, Tapti" userId="dec6fbcd-7598-406a-8cbf-504d4a3bac15" providerId="ADAL" clId="{ECD42228-5B96-4A72-B268-C46DF994E6B7}" dt="2024-01-14T20:26:10.929" v="732"/>
          <ac:spMkLst>
            <pc:docMk/>
            <pc:sldMk cId="918079519" sldId="769"/>
            <ac:spMk id="4" creationId="{70ACB5D1-10EA-7E1E-6469-346D0A3410BD}"/>
          </ac:spMkLst>
        </pc:spChg>
        <pc:spChg chg="mod">
          <ac:chgData name="Palit, Tapti" userId="dec6fbcd-7598-406a-8cbf-504d4a3bac15" providerId="ADAL" clId="{ECD42228-5B96-4A72-B268-C46DF994E6B7}" dt="2024-01-24T04:30:45.146" v="40195" actId="1076"/>
          <ac:spMkLst>
            <pc:docMk/>
            <pc:sldMk cId="918079519" sldId="769"/>
            <ac:spMk id="7" creationId="{06294042-E080-E725-DC90-F949D77726A1}"/>
          </ac:spMkLst>
        </pc:spChg>
        <pc:spChg chg="mod">
          <ac:chgData name="Palit, Tapti" userId="dec6fbcd-7598-406a-8cbf-504d4a3bac15" providerId="ADAL" clId="{ECD42228-5B96-4A72-B268-C46DF994E6B7}" dt="2024-01-24T04:30:45.146" v="40195" actId="1076"/>
          <ac:spMkLst>
            <pc:docMk/>
            <pc:sldMk cId="918079519" sldId="769"/>
            <ac:spMk id="8" creationId="{D55B951E-D8A5-5744-5EFC-96ECBBE58AC3}"/>
          </ac:spMkLst>
        </pc:spChg>
        <pc:spChg chg="del">
          <ac:chgData name="Palit, Tapti" userId="dec6fbcd-7598-406a-8cbf-504d4a3bac15" providerId="ADAL" clId="{ECD42228-5B96-4A72-B268-C46DF994E6B7}" dt="2024-01-24T04:30:22.022" v="40193" actId="478"/>
          <ac:spMkLst>
            <pc:docMk/>
            <pc:sldMk cId="918079519" sldId="769"/>
            <ac:spMk id="12" creationId="{8F70D1EC-CE0A-5548-9ACA-2EEB04A064E7}"/>
          </ac:spMkLst>
        </pc:spChg>
        <pc:spChg chg="mod">
          <ac:chgData name="Palit, Tapti" userId="dec6fbcd-7598-406a-8cbf-504d4a3bac15" providerId="ADAL" clId="{ECD42228-5B96-4A72-B268-C46DF994E6B7}" dt="2024-01-24T04:30:45.146" v="40195" actId="1076"/>
          <ac:spMkLst>
            <pc:docMk/>
            <pc:sldMk cId="918079519" sldId="769"/>
            <ac:spMk id="14" creationId="{6107D9E6-3E32-17F6-9CB3-A309D970FA3A}"/>
          </ac:spMkLst>
        </pc:spChg>
        <pc:grpChg chg="del">
          <ac:chgData name="Palit, Tapti" userId="dec6fbcd-7598-406a-8cbf-504d4a3bac15" providerId="ADAL" clId="{ECD42228-5B96-4A72-B268-C46DF994E6B7}" dt="2024-01-24T04:30:22.022" v="40193" actId="478"/>
          <ac:grpSpMkLst>
            <pc:docMk/>
            <pc:sldMk cId="918079519" sldId="769"/>
            <ac:grpSpMk id="9" creationId="{EA851D63-46BE-BF83-A7FE-ED7D7DAD0DBF}"/>
          </ac:grpSpMkLst>
        </pc:grpChg>
        <pc:picChg chg="mod">
          <ac:chgData name="Palit, Tapti" userId="dec6fbcd-7598-406a-8cbf-504d4a3bac15" providerId="ADAL" clId="{ECD42228-5B96-4A72-B268-C46DF994E6B7}" dt="2024-01-24T04:30:45.146" v="40195" actId="1076"/>
          <ac:picMkLst>
            <pc:docMk/>
            <pc:sldMk cId="918079519" sldId="769"/>
            <ac:picMk id="11" creationId="{437F56BC-06BE-9E6A-5E2B-DC8A73616836}"/>
          </ac:picMkLst>
        </pc:picChg>
        <pc:picChg chg="mod">
          <ac:chgData name="Palit, Tapti" userId="dec6fbcd-7598-406a-8cbf-504d4a3bac15" providerId="ADAL" clId="{ECD42228-5B96-4A72-B268-C46DF994E6B7}" dt="2024-01-24T04:30:45.146" v="40195" actId="1076"/>
          <ac:picMkLst>
            <pc:docMk/>
            <pc:sldMk cId="918079519" sldId="769"/>
            <ac:picMk id="17" creationId="{666CC23E-EB01-7C27-C9E7-CD09B5B84263}"/>
          </ac:picMkLst>
        </pc:picChg>
        <pc:picChg chg="del">
          <ac:chgData name="Palit, Tapti" userId="dec6fbcd-7598-406a-8cbf-504d4a3bac15" providerId="ADAL" clId="{ECD42228-5B96-4A72-B268-C46DF994E6B7}" dt="2024-01-24T04:30:25.551" v="40194" actId="478"/>
          <ac:picMkLst>
            <pc:docMk/>
            <pc:sldMk cId="918079519" sldId="769"/>
            <ac:picMk id="6146" creationId="{BE4F5D25-9F41-734D-D085-18295ADF51F6}"/>
          </ac:picMkLst>
        </pc:picChg>
        <pc:picChg chg="del">
          <ac:chgData name="Palit, Tapti" userId="dec6fbcd-7598-406a-8cbf-504d4a3bac15" providerId="ADAL" clId="{ECD42228-5B96-4A72-B268-C46DF994E6B7}" dt="2024-01-24T04:30:25.551" v="40194" actId="478"/>
          <ac:picMkLst>
            <pc:docMk/>
            <pc:sldMk cId="918079519" sldId="769"/>
            <ac:picMk id="6148" creationId="{B273D833-F333-B121-8098-15E039EE6299}"/>
          </ac:picMkLst>
        </pc:picChg>
        <pc:picChg chg="del">
          <ac:chgData name="Palit, Tapti" userId="dec6fbcd-7598-406a-8cbf-504d4a3bac15" providerId="ADAL" clId="{ECD42228-5B96-4A72-B268-C46DF994E6B7}" dt="2024-01-24T04:30:25.551" v="40194" actId="478"/>
          <ac:picMkLst>
            <pc:docMk/>
            <pc:sldMk cId="918079519" sldId="769"/>
            <ac:picMk id="6150" creationId="{A2158BCE-C15A-B840-79AD-38FB8E7CDA61}"/>
          </ac:picMkLst>
        </pc:picChg>
      </pc:sldChg>
      <pc:sldChg chg="add del mod modShow">
        <pc:chgData name="Palit, Tapti" userId="dec6fbcd-7598-406a-8cbf-504d4a3bac15" providerId="ADAL" clId="{ECD42228-5B96-4A72-B268-C46DF994E6B7}" dt="2024-01-28T03:44:01.241" v="67437" actId="47"/>
        <pc:sldMkLst>
          <pc:docMk/>
          <pc:sldMk cId="2452157973" sldId="770"/>
        </pc:sldMkLst>
      </pc:sldChg>
      <pc:sldChg chg="modSp add del">
        <pc:chgData name="Palit, Tapti" userId="dec6fbcd-7598-406a-8cbf-504d4a3bac15" providerId="ADAL" clId="{ECD42228-5B96-4A72-B268-C46DF994E6B7}" dt="2024-01-14T22:38:09.131" v="2541" actId="2696"/>
        <pc:sldMkLst>
          <pc:docMk/>
          <pc:sldMk cId="3312629593" sldId="770"/>
        </pc:sldMkLst>
        <pc:spChg chg="mod">
          <ac:chgData name="Palit, Tapti" userId="dec6fbcd-7598-406a-8cbf-504d4a3bac15" providerId="ADAL" clId="{ECD42228-5B96-4A72-B268-C46DF994E6B7}" dt="2024-01-14T20:26:10.929" v="732"/>
          <ac:spMkLst>
            <pc:docMk/>
            <pc:sldMk cId="3312629593" sldId="770"/>
            <ac:spMk id="2" creationId="{A5E3232D-B87E-42BA-972C-632428946443}"/>
          </ac:spMkLst>
        </pc:spChg>
        <pc:spChg chg="mod">
          <ac:chgData name="Palit, Tapti" userId="dec6fbcd-7598-406a-8cbf-504d4a3bac15" providerId="ADAL" clId="{ECD42228-5B96-4A72-B268-C46DF994E6B7}" dt="2024-01-14T20:26:10.929" v="732"/>
          <ac:spMkLst>
            <pc:docMk/>
            <pc:sldMk cId="3312629593" sldId="770"/>
            <ac:spMk id="4" creationId="{0359AC02-F8AB-4379-AD04-D4963EA2C83C}"/>
          </ac:spMkLst>
        </pc:spChg>
      </pc:sldChg>
      <pc:sldChg chg="addSp delSp modSp add del mod">
        <pc:chgData name="Palit, Tapti" userId="dec6fbcd-7598-406a-8cbf-504d4a3bac15" providerId="ADAL" clId="{ECD42228-5B96-4A72-B268-C46DF994E6B7}" dt="2024-01-29T00:24:51.947" v="71268" actId="47"/>
        <pc:sldMkLst>
          <pc:docMk/>
          <pc:sldMk cId="682247849" sldId="771"/>
        </pc:sldMkLst>
        <pc:spChg chg="mod">
          <ac:chgData name="Palit, Tapti" userId="dec6fbcd-7598-406a-8cbf-504d4a3bac15" providerId="ADAL" clId="{ECD42228-5B96-4A72-B268-C46DF994E6B7}" dt="2024-01-28T22:34:43.573" v="70042" actId="692"/>
          <ac:spMkLst>
            <pc:docMk/>
            <pc:sldMk cId="682247849" sldId="771"/>
            <ac:spMk id="5" creationId="{E451955A-0717-9166-7D47-D1E8173C41B7}"/>
          </ac:spMkLst>
        </pc:spChg>
        <pc:spChg chg="mod">
          <ac:chgData name="Palit, Tapti" userId="dec6fbcd-7598-406a-8cbf-504d4a3bac15" providerId="ADAL" clId="{ECD42228-5B96-4A72-B268-C46DF994E6B7}" dt="2024-01-28T22:34:49.091" v="70043" actId="692"/>
          <ac:spMkLst>
            <pc:docMk/>
            <pc:sldMk cId="682247849" sldId="771"/>
            <ac:spMk id="6" creationId="{DC30104C-789A-53F4-00E9-67A6EA3E8739}"/>
          </ac:spMkLst>
        </pc:spChg>
        <pc:spChg chg="mod">
          <ac:chgData name="Palit, Tapti" userId="dec6fbcd-7598-406a-8cbf-504d4a3bac15" providerId="ADAL" clId="{ECD42228-5B96-4A72-B268-C46DF994E6B7}" dt="2024-01-28T01:43:14.756" v="67391" actId="1076"/>
          <ac:spMkLst>
            <pc:docMk/>
            <pc:sldMk cId="682247849" sldId="771"/>
            <ac:spMk id="8" creationId="{80A834F8-C962-BF9B-A9D7-23D573AE78CC}"/>
          </ac:spMkLst>
        </pc:spChg>
        <pc:spChg chg="mod">
          <ac:chgData name="Palit, Tapti" userId="dec6fbcd-7598-406a-8cbf-504d4a3bac15" providerId="ADAL" clId="{ECD42228-5B96-4A72-B268-C46DF994E6B7}" dt="2024-01-29T00:10:42.263" v="71077" actId="6549"/>
          <ac:spMkLst>
            <pc:docMk/>
            <pc:sldMk cId="682247849" sldId="771"/>
            <ac:spMk id="9" creationId="{0B46DE98-8621-AF1F-932F-2C30881736D4}"/>
          </ac:spMkLst>
        </pc:spChg>
        <pc:grpChg chg="add del mod">
          <ac:chgData name="Palit, Tapti" userId="dec6fbcd-7598-406a-8cbf-504d4a3bac15" providerId="ADAL" clId="{ECD42228-5B96-4A72-B268-C46DF994E6B7}" dt="2024-01-29T00:10:42.622" v="71078" actId="478"/>
          <ac:grpSpMkLst>
            <pc:docMk/>
            <pc:sldMk cId="682247849" sldId="771"/>
            <ac:grpSpMk id="11" creationId="{282CDDE8-2320-BBD9-875B-467A0B79D246}"/>
          </ac:grpSpMkLst>
        </pc:grpChg>
        <pc:grpChg chg="mod">
          <ac:chgData name="Palit, Tapti" userId="dec6fbcd-7598-406a-8cbf-504d4a3bac15" providerId="ADAL" clId="{ECD42228-5B96-4A72-B268-C46DF994E6B7}" dt="2024-01-28T01:43:14.756" v="67391" actId="1076"/>
          <ac:grpSpMkLst>
            <pc:docMk/>
            <pc:sldMk cId="682247849" sldId="771"/>
            <ac:grpSpMk id="12" creationId="{F29978C7-54D1-AAEE-0202-5825C4995A2E}"/>
          </ac:grpSpMkLst>
        </pc:grpChg>
        <pc:grpChg chg="del">
          <ac:chgData name="Palit, Tapti" userId="dec6fbcd-7598-406a-8cbf-504d4a3bac15" providerId="ADAL" clId="{ECD42228-5B96-4A72-B268-C46DF994E6B7}" dt="2024-01-28T01:42:58.784" v="67389" actId="478"/>
          <ac:grpSpMkLst>
            <pc:docMk/>
            <pc:sldMk cId="682247849" sldId="771"/>
            <ac:grpSpMk id="16" creationId="{15B23F7C-E209-4A63-810D-5557FEC65EAE}"/>
          </ac:grpSpMkLst>
        </pc:grpChg>
        <pc:picChg chg="mod">
          <ac:chgData name="Palit, Tapti" userId="dec6fbcd-7598-406a-8cbf-504d4a3bac15" providerId="ADAL" clId="{ECD42228-5B96-4A72-B268-C46DF994E6B7}" dt="2024-01-28T01:43:14.756" v="67391" actId="1076"/>
          <ac:picMkLst>
            <pc:docMk/>
            <pc:sldMk cId="682247849" sldId="771"/>
            <ac:picMk id="5122" creationId="{4B80AC27-2BED-1E1A-2E17-2D62E4258F6D}"/>
          </ac:picMkLst>
        </pc:picChg>
        <pc:picChg chg="mod">
          <ac:chgData name="Palit, Tapti" userId="dec6fbcd-7598-406a-8cbf-504d4a3bac15" providerId="ADAL" clId="{ECD42228-5B96-4A72-B268-C46DF994E6B7}" dt="2024-01-28T01:43:14.756" v="67391" actId="1076"/>
          <ac:picMkLst>
            <pc:docMk/>
            <pc:sldMk cId="682247849" sldId="771"/>
            <ac:picMk id="5124" creationId="{4DB7ABC0-EF34-0454-7B15-540C9C69A0A3}"/>
          </ac:picMkLst>
        </pc:picChg>
      </pc:sldChg>
      <pc:sldChg chg="addSp delSp modSp add del mod modNotesTx">
        <pc:chgData name="Palit, Tapti" userId="dec6fbcd-7598-406a-8cbf-504d4a3bac15" providerId="ADAL" clId="{ECD42228-5B96-4A72-B268-C46DF994E6B7}" dt="2024-01-25T07:53:35.350" v="57856" actId="2696"/>
        <pc:sldMkLst>
          <pc:docMk/>
          <pc:sldMk cId="2114364364" sldId="771"/>
        </pc:sldMkLst>
        <pc:spChg chg="mod">
          <ac:chgData name="Palit, Tapti" userId="dec6fbcd-7598-406a-8cbf-504d4a3bac15" providerId="ADAL" clId="{ECD42228-5B96-4A72-B268-C46DF994E6B7}" dt="2024-01-24T04:28:45.379" v="40151" actId="20577"/>
          <ac:spMkLst>
            <pc:docMk/>
            <pc:sldMk cId="2114364364" sldId="771"/>
            <ac:spMk id="2" creationId="{67913D4B-D159-348D-2DEC-0782AB049833}"/>
          </ac:spMkLst>
        </pc:spChg>
        <pc:spChg chg="mod">
          <ac:chgData name="Palit, Tapti" userId="dec6fbcd-7598-406a-8cbf-504d4a3bac15" providerId="ADAL" clId="{ECD42228-5B96-4A72-B268-C46DF994E6B7}" dt="2024-01-14T20:26:10.929" v="732"/>
          <ac:spMkLst>
            <pc:docMk/>
            <pc:sldMk cId="2114364364" sldId="771"/>
            <ac:spMk id="4" creationId="{02B82448-FF17-28F4-8BEC-0D94A1686C22}"/>
          </ac:spMkLst>
        </pc:spChg>
        <pc:spChg chg="mod">
          <ac:chgData name="Palit, Tapti" userId="dec6fbcd-7598-406a-8cbf-504d4a3bac15" providerId="ADAL" clId="{ECD42228-5B96-4A72-B268-C46DF994E6B7}" dt="2024-01-25T07:35:28.293" v="56418" actId="1076"/>
          <ac:spMkLst>
            <pc:docMk/>
            <pc:sldMk cId="2114364364" sldId="771"/>
            <ac:spMk id="5" creationId="{E451955A-0717-9166-7D47-D1E8173C41B7}"/>
          </ac:spMkLst>
        </pc:spChg>
        <pc:spChg chg="mod">
          <ac:chgData name="Palit, Tapti" userId="dec6fbcd-7598-406a-8cbf-504d4a3bac15" providerId="ADAL" clId="{ECD42228-5B96-4A72-B268-C46DF994E6B7}" dt="2024-01-25T07:35:30.319" v="56419" actId="1076"/>
          <ac:spMkLst>
            <pc:docMk/>
            <pc:sldMk cId="2114364364" sldId="771"/>
            <ac:spMk id="6" creationId="{DC30104C-789A-53F4-00E9-67A6EA3E8739}"/>
          </ac:spMkLst>
        </pc:spChg>
        <pc:spChg chg="mod">
          <ac:chgData name="Palit, Tapti" userId="dec6fbcd-7598-406a-8cbf-504d4a3bac15" providerId="ADAL" clId="{ECD42228-5B96-4A72-B268-C46DF994E6B7}" dt="2024-01-25T07:32:11.803" v="56331" actId="478"/>
          <ac:spMkLst>
            <pc:docMk/>
            <pc:sldMk cId="2114364364" sldId="771"/>
            <ac:spMk id="7" creationId="{2C8E66AC-7B56-6F9D-9841-2B9E4EC65080}"/>
          </ac:spMkLst>
        </pc:spChg>
        <pc:spChg chg="mod">
          <ac:chgData name="Palit, Tapti" userId="dec6fbcd-7598-406a-8cbf-504d4a3bac15" providerId="ADAL" clId="{ECD42228-5B96-4A72-B268-C46DF994E6B7}" dt="2024-01-25T07:35:28.293" v="56418" actId="1076"/>
          <ac:spMkLst>
            <pc:docMk/>
            <pc:sldMk cId="2114364364" sldId="771"/>
            <ac:spMk id="8" creationId="{80A834F8-C962-BF9B-A9D7-23D573AE78CC}"/>
          </ac:spMkLst>
        </pc:spChg>
        <pc:spChg chg="mod">
          <ac:chgData name="Palit, Tapti" userId="dec6fbcd-7598-406a-8cbf-504d4a3bac15" providerId="ADAL" clId="{ECD42228-5B96-4A72-B268-C46DF994E6B7}" dt="2024-01-25T07:35:30.319" v="56419" actId="1076"/>
          <ac:spMkLst>
            <pc:docMk/>
            <pc:sldMk cId="2114364364" sldId="771"/>
            <ac:spMk id="9" creationId="{0B46DE98-8621-AF1F-932F-2C30881736D4}"/>
          </ac:spMkLst>
        </pc:spChg>
        <pc:spChg chg="add del">
          <ac:chgData name="Palit, Tapti" userId="dec6fbcd-7598-406a-8cbf-504d4a3bac15" providerId="ADAL" clId="{ECD42228-5B96-4A72-B268-C46DF994E6B7}" dt="2024-01-24T04:28:00.256" v="40122" actId="478"/>
          <ac:spMkLst>
            <pc:docMk/>
            <pc:sldMk cId="2114364364" sldId="771"/>
            <ac:spMk id="10" creationId="{5C58C0A4-4370-37FD-000A-26A1A4A92D17}"/>
          </ac:spMkLst>
        </pc:spChg>
        <pc:spChg chg="mod">
          <ac:chgData name="Palit, Tapti" userId="dec6fbcd-7598-406a-8cbf-504d4a3bac15" providerId="ADAL" clId="{ECD42228-5B96-4A72-B268-C46DF994E6B7}" dt="2024-01-25T07:32:38.132" v="56356" actId="20577"/>
          <ac:spMkLst>
            <pc:docMk/>
            <pc:sldMk cId="2114364364" sldId="771"/>
            <ac:spMk id="10" creationId="{F3AEAC26-20AD-FF13-DC8D-B7DEE71A2B95}"/>
          </ac:spMkLst>
        </pc:spChg>
        <pc:spChg chg="add mod">
          <ac:chgData name="Palit, Tapti" userId="dec6fbcd-7598-406a-8cbf-504d4a3bac15" providerId="ADAL" clId="{ECD42228-5B96-4A72-B268-C46DF994E6B7}" dt="2024-01-24T04:29:21" v="40163" actId="478"/>
          <ac:spMkLst>
            <pc:docMk/>
            <pc:sldMk cId="2114364364" sldId="771"/>
            <ac:spMk id="13" creationId="{67ACCB79-5364-AB01-4873-778AA8CBB1B6}"/>
          </ac:spMkLst>
        </pc:spChg>
        <pc:spChg chg="add mod">
          <ac:chgData name="Palit, Tapti" userId="dec6fbcd-7598-406a-8cbf-504d4a3bac15" providerId="ADAL" clId="{ECD42228-5B96-4A72-B268-C46DF994E6B7}" dt="2024-01-24T04:29:21" v="40163" actId="478"/>
          <ac:spMkLst>
            <pc:docMk/>
            <pc:sldMk cId="2114364364" sldId="771"/>
            <ac:spMk id="14" creationId="{2774A442-CD52-B753-FECD-2229470BF713}"/>
          </ac:spMkLst>
        </pc:spChg>
        <pc:grpChg chg="add mod">
          <ac:chgData name="Palit, Tapti" userId="dec6fbcd-7598-406a-8cbf-504d4a3bac15" providerId="ADAL" clId="{ECD42228-5B96-4A72-B268-C46DF994E6B7}" dt="2024-01-25T07:32:57.024" v="56378" actId="164"/>
          <ac:grpSpMkLst>
            <pc:docMk/>
            <pc:sldMk cId="2114364364" sldId="771"/>
            <ac:grpSpMk id="3" creationId="{71065A38-AA55-7424-E984-0CF40D75383E}"/>
          </ac:grpSpMkLst>
        </pc:grpChg>
        <pc:grpChg chg="add mod">
          <ac:chgData name="Palit, Tapti" userId="dec6fbcd-7598-406a-8cbf-504d4a3bac15" providerId="ADAL" clId="{ECD42228-5B96-4A72-B268-C46DF994E6B7}" dt="2024-01-24T04:28:24.533" v="40131" actId="164"/>
          <ac:grpSpMkLst>
            <pc:docMk/>
            <pc:sldMk cId="2114364364" sldId="771"/>
            <ac:grpSpMk id="3" creationId="{BE5D1EBD-3C6B-6BD4-DC3E-548956160D36}"/>
          </ac:grpSpMkLst>
        </pc:grpChg>
        <pc:grpChg chg="add mod">
          <ac:chgData name="Palit, Tapti" userId="dec6fbcd-7598-406a-8cbf-504d4a3bac15" providerId="ADAL" clId="{ECD42228-5B96-4A72-B268-C46DF994E6B7}" dt="2024-01-24T04:28:24.009" v="40130" actId="164"/>
          <ac:grpSpMkLst>
            <pc:docMk/>
            <pc:sldMk cId="2114364364" sldId="771"/>
            <ac:grpSpMk id="7" creationId="{4B17BCE1-EA26-CFA6-1EDC-B3CE34C0BD4B}"/>
          </ac:grpSpMkLst>
        </pc:grpChg>
        <pc:grpChg chg="add mod">
          <ac:chgData name="Palit, Tapti" userId="dec6fbcd-7598-406a-8cbf-504d4a3bac15" providerId="ADAL" clId="{ECD42228-5B96-4A72-B268-C46DF994E6B7}" dt="2024-01-25T07:35:28.293" v="56418" actId="1076"/>
          <ac:grpSpMkLst>
            <pc:docMk/>
            <pc:sldMk cId="2114364364" sldId="771"/>
            <ac:grpSpMk id="11" creationId="{282CDDE8-2320-BBD9-875B-467A0B79D246}"/>
          </ac:grpSpMkLst>
        </pc:grpChg>
        <pc:grpChg chg="add mod">
          <ac:chgData name="Palit, Tapti" userId="dec6fbcd-7598-406a-8cbf-504d4a3bac15" providerId="ADAL" clId="{ECD42228-5B96-4A72-B268-C46DF994E6B7}" dt="2024-01-25T07:35:30.319" v="56419" actId="1076"/>
          <ac:grpSpMkLst>
            <pc:docMk/>
            <pc:sldMk cId="2114364364" sldId="771"/>
            <ac:grpSpMk id="12" creationId="{F29978C7-54D1-AAEE-0202-5825C4995A2E}"/>
          </ac:grpSpMkLst>
        </pc:grpChg>
        <pc:grpChg chg="add mod">
          <ac:chgData name="Palit, Tapti" userId="dec6fbcd-7598-406a-8cbf-504d4a3bac15" providerId="ADAL" clId="{ECD42228-5B96-4A72-B268-C46DF994E6B7}" dt="2024-01-25T07:35:35.665" v="56420" actId="1076"/>
          <ac:grpSpMkLst>
            <pc:docMk/>
            <pc:sldMk cId="2114364364" sldId="771"/>
            <ac:grpSpMk id="16" creationId="{15B23F7C-E209-4A63-810D-5557FEC65EAE}"/>
          </ac:grpSpMkLst>
        </pc:grpChg>
        <pc:grpChg chg="add mod">
          <ac:chgData name="Palit, Tapti" userId="dec6fbcd-7598-406a-8cbf-504d4a3bac15" providerId="ADAL" clId="{ECD42228-5B96-4A72-B268-C46DF994E6B7}" dt="2024-01-24T04:29:42.212" v="40167" actId="164"/>
          <ac:grpSpMkLst>
            <pc:docMk/>
            <pc:sldMk cId="2114364364" sldId="771"/>
            <ac:grpSpMk id="16" creationId="{C40C089A-AF3E-E9B9-66CA-618FAE45E2CA}"/>
          </ac:grpSpMkLst>
        </pc:grpChg>
        <pc:grpChg chg="add mod">
          <ac:chgData name="Palit, Tapti" userId="dec6fbcd-7598-406a-8cbf-504d4a3bac15" providerId="ADAL" clId="{ECD42228-5B96-4A72-B268-C46DF994E6B7}" dt="2024-01-24T04:29:42.212" v="40167" actId="164"/>
          <ac:grpSpMkLst>
            <pc:docMk/>
            <pc:sldMk cId="2114364364" sldId="771"/>
            <ac:grpSpMk id="18" creationId="{31AE9A55-CE7A-23EA-3DFA-C629B745ACBB}"/>
          </ac:grpSpMkLst>
        </pc:grpChg>
        <pc:picChg chg="del mod">
          <ac:chgData name="Palit, Tapti" userId="dec6fbcd-7598-406a-8cbf-504d4a3bac15" providerId="ADAL" clId="{ECD42228-5B96-4A72-B268-C46DF994E6B7}" dt="2024-01-25T07:32:11.803" v="56331" actId="478"/>
          <ac:picMkLst>
            <pc:docMk/>
            <pc:sldMk cId="2114364364" sldId="771"/>
            <ac:picMk id="13" creationId="{C66164BC-EB5F-A3BA-1A1C-6CC67B945316}"/>
          </ac:picMkLst>
        </pc:picChg>
        <pc:picChg chg="add mod">
          <ac:chgData name="Palit, Tapti" userId="dec6fbcd-7598-406a-8cbf-504d4a3bac15" providerId="ADAL" clId="{ECD42228-5B96-4A72-B268-C46DF994E6B7}" dt="2024-01-25T07:32:57.024" v="56378" actId="164"/>
          <ac:picMkLst>
            <pc:docMk/>
            <pc:sldMk cId="2114364364" sldId="771"/>
            <ac:picMk id="15" creationId="{23998C2A-6472-2203-6D0D-02505FCBE800}"/>
          </ac:picMkLst>
        </pc:picChg>
        <pc:picChg chg="add del mod">
          <ac:chgData name="Palit, Tapti" userId="dec6fbcd-7598-406a-8cbf-504d4a3bac15" providerId="ADAL" clId="{ECD42228-5B96-4A72-B268-C46DF994E6B7}" dt="2024-01-24T04:29:21" v="40163" actId="478"/>
          <ac:picMkLst>
            <pc:docMk/>
            <pc:sldMk cId="2114364364" sldId="771"/>
            <ac:picMk id="15" creationId="{75D67895-183F-77E9-A709-66443AAA999E}"/>
          </ac:picMkLst>
        </pc:picChg>
        <pc:picChg chg="add mod">
          <ac:chgData name="Palit, Tapti" userId="dec6fbcd-7598-406a-8cbf-504d4a3bac15" providerId="ADAL" clId="{ECD42228-5B96-4A72-B268-C46DF994E6B7}" dt="2024-01-24T04:29:42.212" v="40167" actId="164"/>
          <ac:picMkLst>
            <pc:docMk/>
            <pc:sldMk cId="2114364364" sldId="771"/>
            <ac:picMk id="17" creationId="{4B199D59-1741-F3D3-EF45-DE147D8B9A41}"/>
          </ac:picMkLst>
        </pc:picChg>
        <pc:picChg chg="mod">
          <ac:chgData name="Palit, Tapti" userId="dec6fbcd-7598-406a-8cbf-504d4a3bac15" providerId="ADAL" clId="{ECD42228-5B96-4A72-B268-C46DF994E6B7}" dt="2024-01-25T07:35:28.293" v="56418" actId="1076"/>
          <ac:picMkLst>
            <pc:docMk/>
            <pc:sldMk cId="2114364364" sldId="771"/>
            <ac:picMk id="5122" creationId="{4B80AC27-2BED-1E1A-2E17-2D62E4258F6D}"/>
          </ac:picMkLst>
        </pc:picChg>
        <pc:picChg chg="add del mod">
          <ac:chgData name="Palit, Tapti" userId="dec6fbcd-7598-406a-8cbf-504d4a3bac15" providerId="ADAL" clId="{ECD42228-5B96-4A72-B268-C46DF994E6B7}" dt="2024-01-25T07:35:30.319" v="56419" actId="1076"/>
          <ac:picMkLst>
            <pc:docMk/>
            <pc:sldMk cId="2114364364" sldId="771"/>
            <ac:picMk id="5124" creationId="{4DB7ABC0-EF34-0454-7B15-540C9C69A0A3}"/>
          </ac:picMkLst>
        </pc:picChg>
      </pc:sldChg>
      <pc:sldChg chg="addSp delSp modSp add del mod ord modAnim chgLayout modNotesTx">
        <pc:chgData name="Palit, Tapti" userId="dec6fbcd-7598-406a-8cbf-504d4a3bac15" providerId="ADAL" clId="{ECD42228-5B96-4A72-B268-C46DF994E6B7}" dt="2024-01-30T19:26:32.330" v="94284" actId="20577"/>
        <pc:sldMkLst>
          <pc:docMk/>
          <pc:sldMk cId="1723918552" sldId="773"/>
        </pc:sldMkLst>
        <pc:spChg chg="mod ord">
          <ac:chgData name="Palit, Tapti" userId="dec6fbcd-7598-406a-8cbf-504d4a3bac15" providerId="ADAL" clId="{ECD42228-5B96-4A72-B268-C46DF994E6B7}" dt="2024-01-30T19:25:05.060" v="94078" actId="20577"/>
          <ac:spMkLst>
            <pc:docMk/>
            <pc:sldMk cId="1723918552" sldId="773"/>
            <ac:spMk id="2" creationId="{DF11CC87-4AAD-3012-5E40-5FE127F284B9}"/>
          </ac:spMkLst>
        </pc:spChg>
        <pc:spChg chg="mod ord">
          <ac:chgData name="Palit, Tapti" userId="dec6fbcd-7598-406a-8cbf-504d4a3bac15" providerId="ADAL" clId="{ECD42228-5B96-4A72-B268-C46DF994E6B7}" dt="2024-01-30T19:25:50.170" v="94135" actId="15"/>
          <ac:spMkLst>
            <pc:docMk/>
            <pc:sldMk cId="1723918552" sldId="773"/>
            <ac:spMk id="3" creationId="{F864FEFB-02CD-3530-1407-456878CB7C5C}"/>
          </ac:spMkLst>
        </pc:spChg>
        <pc:spChg chg="mod ord">
          <ac:chgData name="Palit, Tapti" userId="dec6fbcd-7598-406a-8cbf-504d4a3bac15" providerId="ADAL" clId="{ECD42228-5B96-4A72-B268-C46DF994E6B7}" dt="2024-01-29T00:50:02.274" v="71832" actId="6264"/>
          <ac:spMkLst>
            <pc:docMk/>
            <pc:sldMk cId="1723918552" sldId="773"/>
            <ac:spMk id="4" creationId="{85DDFC63-3BFC-EF3C-25BC-59FD0C0FB368}"/>
          </ac:spMkLst>
        </pc:spChg>
        <pc:spChg chg="add mod">
          <ac:chgData name="Palit, Tapti" userId="dec6fbcd-7598-406a-8cbf-504d4a3bac15" providerId="ADAL" clId="{ECD42228-5B96-4A72-B268-C46DF994E6B7}" dt="2024-01-30T19:25:32.638" v="94085" actId="1076"/>
          <ac:spMkLst>
            <pc:docMk/>
            <pc:sldMk cId="1723918552" sldId="773"/>
            <ac:spMk id="5" creationId="{A61C3FE3-285E-8F0E-44EE-E0D2B328609E}"/>
          </ac:spMkLst>
        </pc:spChg>
        <pc:spChg chg="add mod">
          <ac:chgData name="Palit, Tapti" userId="dec6fbcd-7598-406a-8cbf-504d4a3bac15" providerId="ADAL" clId="{ECD42228-5B96-4A72-B268-C46DF994E6B7}" dt="2024-01-30T19:25:32.638" v="94085" actId="1076"/>
          <ac:spMkLst>
            <pc:docMk/>
            <pc:sldMk cId="1723918552" sldId="773"/>
            <ac:spMk id="6" creationId="{2613F417-C59F-A7C9-B7C9-60371BB7FAED}"/>
          </ac:spMkLst>
        </pc:spChg>
        <pc:spChg chg="add del mod">
          <ac:chgData name="Palit, Tapti" userId="dec6fbcd-7598-406a-8cbf-504d4a3bac15" providerId="ADAL" clId="{ECD42228-5B96-4A72-B268-C46DF994E6B7}" dt="2024-01-29T00:32:28.627" v="71302" actId="6264"/>
          <ac:spMkLst>
            <pc:docMk/>
            <pc:sldMk cId="1723918552" sldId="773"/>
            <ac:spMk id="6" creationId="{823AA720-90F5-921B-7DD4-77B897483059}"/>
          </ac:spMkLst>
        </pc:spChg>
        <pc:spChg chg="add mod">
          <ac:chgData name="Palit, Tapti" userId="dec6fbcd-7598-406a-8cbf-504d4a3bac15" providerId="ADAL" clId="{ECD42228-5B96-4A72-B268-C46DF994E6B7}" dt="2024-01-30T19:25:32.638" v="94085" actId="1076"/>
          <ac:spMkLst>
            <pc:docMk/>
            <pc:sldMk cId="1723918552" sldId="773"/>
            <ac:spMk id="9" creationId="{B31B76A9-5CFD-6363-39E4-74690AD7D78F}"/>
          </ac:spMkLst>
        </pc:spChg>
        <pc:spChg chg="add del">
          <ac:chgData name="Palit, Tapti" userId="dec6fbcd-7598-406a-8cbf-504d4a3bac15" providerId="ADAL" clId="{ECD42228-5B96-4A72-B268-C46DF994E6B7}" dt="2024-01-29T00:47:10.411" v="71714" actId="478"/>
          <ac:spMkLst>
            <pc:docMk/>
            <pc:sldMk cId="1723918552" sldId="773"/>
            <ac:spMk id="10" creationId="{792881DB-4A56-27C4-0ED3-D64A941D454F}"/>
          </ac:spMkLst>
        </pc:spChg>
        <pc:spChg chg="add mod">
          <ac:chgData name="Palit, Tapti" userId="dec6fbcd-7598-406a-8cbf-504d4a3bac15" providerId="ADAL" clId="{ECD42228-5B96-4A72-B268-C46DF994E6B7}" dt="2024-01-30T19:25:32.638" v="94085" actId="1076"/>
          <ac:spMkLst>
            <pc:docMk/>
            <pc:sldMk cId="1723918552" sldId="773"/>
            <ac:spMk id="10" creationId="{FE0DFABC-C4BB-05BE-0C62-03CF2120A189}"/>
          </ac:spMkLst>
        </pc:spChg>
        <pc:spChg chg="add del mod">
          <ac:chgData name="Palit, Tapti" userId="dec6fbcd-7598-406a-8cbf-504d4a3bac15" providerId="ADAL" clId="{ECD42228-5B96-4A72-B268-C46DF994E6B7}" dt="2024-01-29T00:32:28.627" v="71302" actId="6264"/>
          <ac:spMkLst>
            <pc:docMk/>
            <pc:sldMk cId="1723918552" sldId="773"/>
            <ac:spMk id="11" creationId="{A31E78E5-B361-45A6-419E-19617B8764F3}"/>
          </ac:spMkLst>
        </pc:spChg>
        <pc:spChg chg="add del mod">
          <ac:chgData name="Palit, Tapti" userId="dec6fbcd-7598-406a-8cbf-504d4a3bac15" providerId="ADAL" clId="{ECD42228-5B96-4A72-B268-C46DF994E6B7}" dt="2024-01-29T00:32:28.627" v="71302" actId="6264"/>
          <ac:spMkLst>
            <pc:docMk/>
            <pc:sldMk cId="1723918552" sldId="773"/>
            <ac:spMk id="12" creationId="{943B53D8-BAF2-2C08-D83C-46136C718C82}"/>
          </ac:spMkLst>
        </pc:spChg>
        <pc:spChg chg="add mod">
          <ac:chgData name="Palit, Tapti" userId="dec6fbcd-7598-406a-8cbf-504d4a3bac15" providerId="ADAL" clId="{ECD42228-5B96-4A72-B268-C46DF994E6B7}" dt="2024-01-29T00:46:38.977" v="71707" actId="1076"/>
          <ac:spMkLst>
            <pc:docMk/>
            <pc:sldMk cId="1723918552" sldId="773"/>
            <ac:spMk id="13" creationId="{00F398B7-91F8-36F3-BCFE-B3398B3493BA}"/>
          </ac:spMkLst>
        </pc:spChg>
        <pc:spChg chg="add mod">
          <ac:chgData name="Palit, Tapti" userId="dec6fbcd-7598-406a-8cbf-504d4a3bac15" providerId="ADAL" clId="{ECD42228-5B96-4A72-B268-C46DF994E6B7}" dt="2024-01-30T19:25:32.638" v="94085" actId="1076"/>
          <ac:spMkLst>
            <pc:docMk/>
            <pc:sldMk cId="1723918552" sldId="773"/>
            <ac:spMk id="14" creationId="{8E4DC323-1B43-8301-7FE5-5FBB8A92A8C7}"/>
          </ac:spMkLst>
        </pc:spChg>
        <pc:spChg chg="add mod">
          <ac:chgData name="Palit, Tapti" userId="dec6fbcd-7598-406a-8cbf-504d4a3bac15" providerId="ADAL" clId="{ECD42228-5B96-4A72-B268-C46DF994E6B7}" dt="2024-01-30T19:25:32.638" v="94085" actId="1076"/>
          <ac:spMkLst>
            <pc:docMk/>
            <pc:sldMk cId="1723918552" sldId="773"/>
            <ac:spMk id="22" creationId="{705C09A5-BAED-95CB-419B-1F85A90D19B8}"/>
          </ac:spMkLst>
        </pc:spChg>
        <pc:spChg chg="add mod">
          <ac:chgData name="Palit, Tapti" userId="dec6fbcd-7598-406a-8cbf-504d4a3bac15" providerId="ADAL" clId="{ECD42228-5B96-4A72-B268-C46DF994E6B7}" dt="2024-01-29T00:46:27.746" v="71706" actId="164"/>
          <ac:spMkLst>
            <pc:docMk/>
            <pc:sldMk cId="1723918552" sldId="773"/>
            <ac:spMk id="23" creationId="{9FE48002-45C2-6E8D-1CF4-3E51EF3AC1DC}"/>
          </ac:spMkLst>
        </pc:spChg>
        <pc:spChg chg="add mod">
          <ac:chgData name="Palit, Tapti" userId="dec6fbcd-7598-406a-8cbf-504d4a3bac15" providerId="ADAL" clId="{ECD42228-5B96-4A72-B268-C46DF994E6B7}" dt="2024-01-29T00:46:48.448" v="71708" actId="1076"/>
          <ac:spMkLst>
            <pc:docMk/>
            <pc:sldMk cId="1723918552" sldId="773"/>
            <ac:spMk id="24" creationId="{FA30C0FD-BB45-6B0E-DC02-04F705E0AE56}"/>
          </ac:spMkLst>
        </pc:spChg>
        <pc:spChg chg="add mod">
          <ac:chgData name="Palit, Tapti" userId="dec6fbcd-7598-406a-8cbf-504d4a3bac15" providerId="ADAL" clId="{ECD42228-5B96-4A72-B268-C46DF994E6B7}" dt="2024-01-29T00:46:27.746" v="71706" actId="164"/>
          <ac:spMkLst>
            <pc:docMk/>
            <pc:sldMk cId="1723918552" sldId="773"/>
            <ac:spMk id="26" creationId="{BFEA53C8-CCFD-3571-AE27-641000348530}"/>
          </ac:spMkLst>
        </pc:spChg>
        <pc:spChg chg="add mod">
          <ac:chgData name="Palit, Tapti" userId="dec6fbcd-7598-406a-8cbf-504d4a3bac15" providerId="ADAL" clId="{ECD42228-5B96-4A72-B268-C46DF994E6B7}" dt="2024-01-29T00:46:27.746" v="71706" actId="164"/>
          <ac:spMkLst>
            <pc:docMk/>
            <pc:sldMk cId="1723918552" sldId="773"/>
            <ac:spMk id="27" creationId="{B4CD3C3F-F3B4-BD38-C028-87DEADA3874F}"/>
          </ac:spMkLst>
        </pc:spChg>
        <pc:spChg chg="add mod">
          <ac:chgData name="Palit, Tapti" userId="dec6fbcd-7598-406a-8cbf-504d4a3bac15" providerId="ADAL" clId="{ECD42228-5B96-4A72-B268-C46DF994E6B7}" dt="2024-01-29T00:46:27.746" v="71706" actId="164"/>
          <ac:spMkLst>
            <pc:docMk/>
            <pc:sldMk cId="1723918552" sldId="773"/>
            <ac:spMk id="28" creationId="{C96CF11F-778D-5D11-9D95-7401DF9313BD}"/>
          </ac:spMkLst>
        </pc:spChg>
        <pc:spChg chg="add mod">
          <ac:chgData name="Palit, Tapti" userId="dec6fbcd-7598-406a-8cbf-504d4a3bac15" providerId="ADAL" clId="{ECD42228-5B96-4A72-B268-C46DF994E6B7}" dt="2024-01-29T00:46:27.746" v="71706" actId="164"/>
          <ac:spMkLst>
            <pc:docMk/>
            <pc:sldMk cId="1723918552" sldId="773"/>
            <ac:spMk id="29" creationId="{30CBDDBD-688C-662D-E3AA-9415393A90EB}"/>
          </ac:spMkLst>
        </pc:spChg>
        <pc:spChg chg="add mod">
          <ac:chgData name="Palit, Tapti" userId="dec6fbcd-7598-406a-8cbf-504d4a3bac15" providerId="ADAL" clId="{ECD42228-5B96-4A72-B268-C46DF994E6B7}" dt="2024-01-30T19:25:32.638" v="94085" actId="1076"/>
          <ac:spMkLst>
            <pc:docMk/>
            <pc:sldMk cId="1723918552" sldId="773"/>
            <ac:spMk id="38" creationId="{E7F2694F-9BE7-6DCB-9894-15228A9E5BD9}"/>
          </ac:spMkLst>
        </pc:spChg>
        <pc:spChg chg="add del mod">
          <ac:chgData name="Palit, Tapti" userId="dec6fbcd-7598-406a-8cbf-504d4a3bac15" providerId="ADAL" clId="{ECD42228-5B96-4A72-B268-C46DF994E6B7}" dt="2024-01-29T00:48:51.115" v="71800" actId="478"/>
          <ac:spMkLst>
            <pc:docMk/>
            <pc:sldMk cId="1723918552" sldId="773"/>
            <ac:spMk id="39" creationId="{34226F30-2BDB-F1B6-7EC4-4F1D67C5A382}"/>
          </ac:spMkLst>
        </pc:spChg>
        <pc:spChg chg="add mod">
          <ac:chgData name="Palit, Tapti" userId="dec6fbcd-7598-406a-8cbf-504d4a3bac15" providerId="ADAL" clId="{ECD42228-5B96-4A72-B268-C46DF994E6B7}" dt="2024-01-30T19:25:32.638" v="94085" actId="1076"/>
          <ac:spMkLst>
            <pc:docMk/>
            <pc:sldMk cId="1723918552" sldId="773"/>
            <ac:spMk id="42" creationId="{97FD2558-CC99-B330-D4EB-9AA01AB3D2DF}"/>
          </ac:spMkLst>
        </pc:spChg>
        <pc:spChg chg="add del mod">
          <ac:chgData name="Palit, Tapti" userId="dec6fbcd-7598-406a-8cbf-504d4a3bac15" providerId="ADAL" clId="{ECD42228-5B96-4A72-B268-C46DF994E6B7}" dt="2024-01-29T00:50:02.274" v="71832" actId="6264"/>
          <ac:spMkLst>
            <pc:docMk/>
            <pc:sldMk cId="1723918552" sldId="773"/>
            <ac:spMk id="43" creationId="{4956E2E8-5293-BFAC-D5D1-86DA62E752CA}"/>
          </ac:spMkLst>
        </pc:spChg>
        <pc:spChg chg="add del mod">
          <ac:chgData name="Palit, Tapti" userId="dec6fbcd-7598-406a-8cbf-504d4a3bac15" providerId="ADAL" clId="{ECD42228-5B96-4A72-B268-C46DF994E6B7}" dt="2024-01-29T00:50:02.274" v="71832" actId="6264"/>
          <ac:spMkLst>
            <pc:docMk/>
            <pc:sldMk cId="1723918552" sldId="773"/>
            <ac:spMk id="44" creationId="{EF52FF88-2988-7A1B-B74B-03D3D261E606}"/>
          </ac:spMkLst>
        </pc:spChg>
        <pc:spChg chg="add del mod">
          <ac:chgData name="Palit, Tapti" userId="dec6fbcd-7598-406a-8cbf-504d4a3bac15" providerId="ADAL" clId="{ECD42228-5B96-4A72-B268-C46DF994E6B7}" dt="2024-01-29T00:50:02.274" v="71832" actId="6264"/>
          <ac:spMkLst>
            <pc:docMk/>
            <pc:sldMk cId="1723918552" sldId="773"/>
            <ac:spMk id="45" creationId="{68ABCD65-D4DE-E272-659D-58BA51B78143}"/>
          </ac:spMkLst>
        </pc:spChg>
        <pc:grpChg chg="add mod">
          <ac:chgData name="Palit, Tapti" userId="dec6fbcd-7598-406a-8cbf-504d4a3bac15" providerId="ADAL" clId="{ECD42228-5B96-4A72-B268-C46DF994E6B7}" dt="2024-01-30T19:25:32.638" v="94085" actId="1076"/>
          <ac:grpSpMkLst>
            <pc:docMk/>
            <pc:sldMk cId="1723918552" sldId="773"/>
            <ac:grpSpMk id="25" creationId="{85ED7969-67AC-2A1B-D0BB-EA5B99FE9F2A}"/>
          </ac:grpSpMkLst>
        </pc:grpChg>
        <pc:grpChg chg="add mod">
          <ac:chgData name="Palit, Tapti" userId="dec6fbcd-7598-406a-8cbf-504d4a3bac15" providerId="ADAL" clId="{ECD42228-5B96-4A72-B268-C46DF994E6B7}" dt="2024-01-30T19:25:32.638" v="94085" actId="1076"/>
          <ac:grpSpMkLst>
            <pc:docMk/>
            <pc:sldMk cId="1723918552" sldId="773"/>
            <ac:grpSpMk id="30" creationId="{64DE4497-896A-4EE4-B15E-F8CC448BD296}"/>
          </ac:grpSpMkLst>
        </pc:grpChg>
        <pc:grpChg chg="add mod">
          <ac:chgData name="Palit, Tapti" userId="dec6fbcd-7598-406a-8cbf-504d4a3bac15" providerId="ADAL" clId="{ECD42228-5B96-4A72-B268-C46DF994E6B7}" dt="2024-01-29T00:46:22.719" v="71704" actId="164"/>
          <ac:grpSpMkLst>
            <pc:docMk/>
            <pc:sldMk cId="1723918552" sldId="773"/>
            <ac:grpSpMk id="35" creationId="{8917952C-1431-E895-9E26-266C53AC2B4E}"/>
          </ac:grpSpMkLst>
        </pc:grpChg>
        <pc:grpChg chg="add mod">
          <ac:chgData name="Palit, Tapti" userId="dec6fbcd-7598-406a-8cbf-504d4a3bac15" providerId="ADAL" clId="{ECD42228-5B96-4A72-B268-C46DF994E6B7}" dt="2024-01-29T00:46:27.746" v="71706" actId="164"/>
          <ac:grpSpMkLst>
            <pc:docMk/>
            <pc:sldMk cId="1723918552" sldId="773"/>
            <ac:grpSpMk id="36" creationId="{3640CB7D-2EE2-1C3A-02F0-CF44DFFC7A55}"/>
          </ac:grpSpMkLst>
        </pc:grpChg>
        <pc:picChg chg="add del mod">
          <ac:chgData name="Palit, Tapti" userId="dec6fbcd-7598-406a-8cbf-504d4a3bac15" providerId="ADAL" clId="{ECD42228-5B96-4A72-B268-C46DF994E6B7}" dt="2024-01-29T00:39:48.920" v="71530" actId="478"/>
          <ac:picMkLst>
            <pc:docMk/>
            <pc:sldMk cId="1723918552" sldId="773"/>
            <ac:picMk id="5" creationId="{F938A302-08C2-9072-93C0-332561E1015A}"/>
          </ac:picMkLst>
        </pc:picChg>
        <pc:picChg chg="add del mod">
          <ac:chgData name="Palit, Tapti" userId="dec6fbcd-7598-406a-8cbf-504d4a3bac15" providerId="ADAL" clId="{ECD42228-5B96-4A72-B268-C46DF994E6B7}" dt="2024-01-29T18:26:29.199" v="82906" actId="1076"/>
          <ac:picMkLst>
            <pc:docMk/>
            <pc:sldMk cId="1723918552" sldId="773"/>
            <ac:picMk id="7" creationId="{CDD8E7AA-787C-DD11-23DC-9A8907C39792}"/>
          </ac:picMkLst>
        </pc:picChg>
        <pc:picChg chg="add del mod">
          <ac:chgData name="Palit, Tapti" userId="dec6fbcd-7598-406a-8cbf-504d4a3bac15" providerId="ADAL" clId="{ECD42228-5B96-4A72-B268-C46DF994E6B7}" dt="2024-01-29T18:26:32.609" v="82907" actId="1076"/>
          <ac:picMkLst>
            <pc:docMk/>
            <pc:sldMk cId="1723918552" sldId="773"/>
            <ac:picMk id="8" creationId="{86B4FD76-72E2-9AA1-869D-0F421DF9D71A}"/>
          </ac:picMkLst>
        </pc:picChg>
        <pc:picChg chg="del mod">
          <ac:chgData name="Palit, Tapti" userId="dec6fbcd-7598-406a-8cbf-504d4a3bac15" providerId="ADAL" clId="{ECD42228-5B96-4A72-B268-C46DF994E6B7}" dt="2024-01-29T00:46:52.277" v="71709" actId="478"/>
          <ac:picMkLst>
            <pc:docMk/>
            <pc:sldMk cId="1723918552" sldId="773"/>
            <ac:picMk id="9" creationId="{B8E6C8DA-6BAC-A02A-797C-63A837538A09}"/>
          </ac:picMkLst>
        </pc:picChg>
        <pc:cxnChg chg="add del mod">
          <ac:chgData name="Palit, Tapti" userId="dec6fbcd-7598-406a-8cbf-504d4a3bac15" providerId="ADAL" clId="{ECD42228-5B96-4A72-B268-C46DF994E6B7}" dt="2024-01-29T00:40:59.323" v="71561" actId="478"/>
          <ac:cxnSpMkLst>
            <pc:docMk/>
            <pc:sldMk cId="1723918552" sldId="773"/>
            <ac:cxnSpMk id="16" creationId="{04C1E413-AE31-0299-D5E6-F60B849D3A39}"/>
          </ac:cxnSpMkLst>
        </pc:cxnChg>
        <pc:cxnChg chg="add del mod">
          <ac:chgData name="Palit, Tapti" userId="dec6fbcd-7598-406a-8cbf-504d4a3bac15" providerId="ADAL" clId="{ECD42228-5B96-4A72-B268-C46DF994E6B7}" dt="2024-01-29T00:41:01.301" v="71562" actId="478"/>
          <ac:cxnSpMkLst>
            <pc:docMk/>
            <pc:sldMk cId="1723918552" sldId="773"/>
            <ac:cxnSpMk id="19" creationId="{D0AA375D-7713-AEBA-98CB-00325FF2334B}"/>
          </ac:cxnSpMkLst>
        </pc:cxnChg>
        <pc:cxnChg chg="add mod">
          <ac:chgData name="Palit, Tapti" userId="dec6fbcd-7598-406a-8cbf-504d4a3bac15" providerId="ADAL" clId="{ECD42228-5B96-4A72-B268-C46DF994E6B7}" dt="2024-01-30T19:25:32.638" v="94085" actId="1076"/>
          <ac:cxnSpMkLst>
            <pc:docMk/>
            <pc:sldMk cId="1723918552" sldId="773"/>
            <ac:cxnSpMk id="32" creationId="{E689139A-09DB-E044-843E-046E3E0EDF0F}"/>
          </ac:cxnSpMkLst>
        </pc:cxnChg>
        <pc:cxnChg chg="add del">
          <ac:chgData name="Palit, Tapti" userId="dec6fbcd-7598-406a-8cbf-504d4a3bac15" providerId="ADAL" clId="{ECD42228-5B96-4A72-B268-C46DF994E6B7}" dt="2024-01-29T00:48:52.830" v="71801" actId="478"/>
          <ac:cxnSpMkLst>
            <pc:docMk/>
            <pc:sldMk cId="1723918552" sldId="773"/>
            <ac:cxnSpMk id="41" creationId="{C05C6483-74F9-9F29-A219-21E19ECADD6B}"/>
          </ac:cxnSpMkLst>
        </pc:cxnChg>
      </pc:sldChg>
      <pc:sldChg chg="addSp delSp modSp add del mod chgLayout modNotesTx">
        <pc:chgData name="Palit, Tapti" userId="dec6fbcd-7598-406a-8cbf-504d4a3bac15" providerId="ADAL" clId="{ECD42228-5B96-4A72-B268-C46DF994E6B7}" dt="2024-01-29T01:24:30.941" v="72162" actId="47"/>
        <pc:sldMkLst>
          <pc:docMk/>
          <pc:sldMk cId="3812040559" sldId="774"/>
        </pc:sldMkLst>
        <pc:spChg chg="mod ord">
          <ac:chgData name="Palit, Tapti" userId="dec6fbcd-7598-406a-8cbf-504d4a3bac15" providerId="ADAL" clId="{ECD42228-5B96-4A72-B268-C46DF994E6B7}" dt="2024-01-29T01:24:20.562" v="72161" actId="20577"/>
          <ac:spMkLst>
            <pc:docMk/>
            <pc:sldMk cId="3812040559" sldId="774"/>
            <ac:spMk id="2" creationId="{DF11CC87-4AAD-3012-5E40-5FE127F284B9}"/>
          </ac:spMkLst>
        </pc:spChg>
        <pc:spChg chg="mod ord">
          <ac:chgData name="Palit, Tapti" userId="dec6fbcd-7598-406a-8cbf-504d4a3bac15" providerId="ADAL" clId="{ECD42228-5B96-4A72-B268-C46DF994E6B7}" dt="2024-01-25T14:30:59.492" v="60457" actId="20577"/>
          <ac:spMkLst>
            <pc:docMk/>
            <pc:sldMk cId="3812040559" sldId="774"/>
            <ac:spMk id="3" creationId="{F864FEFB-02CD-3530-1407-456878CB7C5C}"/>
          </ac:spMkLst>
        </pc:spChg>
        <pc:spChg chg="mod ord">
          <ac:chgData name="Palit, Tapti" userId="dec6fbcd-7598-406a-8cbf-504d4a3bac15" providerId="ADAL" clId="{ECD42228-5B96-4A72-B268-C46DF994E6B7}" dt="2024-01-25T14:30:30.569" v="60365" actId="6264"/>
          <ac:spMkLst>
            <pc:docMk/>
            <pc:sldMk cId="3812040559" sldId="774"/>
            <ac:spMk id="4" creationId="{85DDFC63-3BFC-EF3C-25BC-59FD0C0FB368}"/>
          </ac:spMkLst>
        </pc:spChg>
        <pc:spChg chg="add del mod">
          <ac:chgData name="Palit, Tapti" userId="dec6fbcd-7598-406a-8cbf-504d4a3bac15" providerId="ADAL" clId="{ECD42228-5B96-4A72-B268-C46DF994E6B7}" dt="2024-01-25T14:30:30.569" v="60365" actId="6264"/>
          <ac:spMkLst>
            <pc:docMk/>
            <pc:sldMk cId="3812040559" sldId="774"/>
            <ac:spMk id="5" creationId="{FD91B193-DC1D-3481-86BC-329FC183B826}"/>
          </ac:spMkLst>
        </pc:spChg>
        <pc:spChg chg="add del mod">
          <ac:chgData name="Palit, Tapti" userId="dec6fbcd-7598-406a-8cbf-504d4a3bac15" providerId="ADAL" clId="{ECD42228-5B96-4A72-B268-C46DF994E6B7}" dt="2024-01-25T14:30:30.569" v="60365" actId="6264"/>
          <ac:spMkLst>
            <pc:docMk/>
            <pc:sldMk cId="3812040559" sldId="774"/>
            <ac:spMk id="6" creationId="{26C09E23-8F71-EDA1-9463-3A01E4CE0B9F}"/>
          </ac:spMkLst>
        </pc:spChg>
        <pc:spChg chg="add del mod">
          <ac:chgData name="Palit, Tapti" userId="dec6fbcd-7598-406a-8cbf-504d4a3bac15" providerId="ADAL" clId="{ECD42228-5B96-4A72-B268-C46DF994E6B7}" dt="2024-01-25T14:30:30.569" v="60365" actId="6264"/>
          <ac:spMkLst>
            <pc:docMk/>
            <pc:sldMk cId="3812040559" sldId="774"/>
            <ac:spMk id="7" creationId="{E137A2B5-E0C7-935B-0330-B35245B0E421}"/>
          </ac:spMkLst>
        </pc:spChg>
        <pc:spChg chg="del">
          <ac:chgData name="Palit, Tapti" userId="dec6fbcd-7598-406a-8cbf-504d4a3bac15" providerId="ADAL" clId="{ECD42228-5B96-4A72-B268-C46DF994E6B7}" dt="2024-01-25T07:58:24.469" v="58187" actId="478"/>
          <ac:spMkLst>
            <pc:docMk/>
            <pc:sldMk cId="3812040559" sldId="774"/>
            <ac:spMk id="12" creationId="{A20256F3-1377-AE8C-9DA5-31C9A7CFEA4F}"/>
          </ac:spMkLst>
        </pc:spChg>
        <pc:spChg chg="del">
          <ac:chgData name="Palit, Tapti" userId="dec6fbcd-7598-406a-8cbf-504d4a3bac15" providerId="ADAL" clId="{ECD42228-5B96-4A72-B268-C46DF994E6B7}" dt="2024-01-25T07:56:13.821" v="58059" actId="478"/>
          <ac:spMkLst>
            <pc:docMk/>
            <pc:sldMk cId="3812040559" sldId="774"/>
            <ac:spMk id="22" creationId="{F3180991-593A-90A4-F9B9-9668A6621EB6}"/>
          </ac:spMkLst>
        </pc:spChg>
        <pc:spChg chg="del">
          <ac:chgData name="Palit, Tapti" userId="dec6fbcd-7598-406a-8cbf-504d4a3bac15" providerId="ADAL" clId="{ECD42228-5B96-4A72-B268-C46DF994E6B7}" dt="2024-01-25T07:56:13.821" v="58059" actId="478"/>
          <ac:spMkLst>
            <pc:docMk/>
            <pc:sldMk cId="3812040559" sldId="774"/>
            <ac:spMk id="23" creationId="{8197B3C9-2D87-D8ED-4D60-452A10B689D5}"/>
          </ac:spMkLst>
        </pc:spChg>
        <pc:picChg chg="del">
          <ac:chgData name="Palit, Tapti" userId="dec6fbcd-7598-406a-8cbf-504d4a3bac15" providerId="ADAL" clId="{ECD42228-5B96-4A72-B268-C46DF994E6B7}" dt="2024-01-25T07:59:02.525" v="58233" actId="478"/>
          <ac:picMkLst>
            <pc:docMk/>
            <pc:sldMk cId="3812040559" sldId="774"/>
            <ac:picMk id="10" creationId="{62C6DD38-475A-01B2-1C04-6BD340FA8685}"/>
          </ac:picMkLst>
        </pc:picChg>
        <pc:picChg chg="del">
          <ac:chgData name="Palit, Tapti" userId="dec6fbcd-7598-406a-8cbf-504d4a3bac15" providerId="ADAL" clId="{ECD42228-5B96-4A72-B268-C46DF994E6B7}" dt="2024-01-25T07:59:06.214" v="58236" actId="478"/>
          <ac:picMkLst>
            <pc:docMk/>
            <pc:sldMk cId="3812040559" sldId="774"/>
            <ac:picMk id="11" creationId="{9FAD1B04-D43E-4DED-5945-EF75990BB144}"/>
          </ac:picMkLst>
        </pc:picChg>
        <pc:picChg chg="del">
          <ac:chgData name="Palit, Tapti" userId="dec6fbcd-7598-406a-8cbf-504d4a3bac15" providerId="ADAL" clId="{ECD42228-5B96-4A72-B268-C46DF994E6B7}" dt="2024-01-25T07:56:13.821" v="58059" actId="478"/>
          <ac:picMkLst>
            <pc:docMk/>
            <pc:sldMk cId="3812040559" sldId="774"/>
            <ac:picMk id="19" creationId="{8FC5162E-0E93-F705-A801-581CF1BE64A8}"/>
          </ac:picMkLst>
        </pc:picChg>
        <pc:picChg chg="del">
          <ac:chgData name="Palit, Tapti" userId="dec6fbcd-7598-406a-8cbf-504d4a3bac15" providerId="ADAL" clId="{ECD42228-5B96-4A72-B268-C46DF994E6B7}" dt="2024-01-25T07:56:13.821" v="58059" actId="478"/>
          <ac:picMkLst>
            <pc:docMk/>
            <pc:sldMk cId="3812040559" sldId="774"/>
            <ac:picMk id="25" creationId="{A3FB4304-67B5-522C-F605-96C89755AA4C}"/>
          </ac:picMkLst>
        </pc:picChg>
        <pc:picChg chg="add mod">
          <ac:chgData name="Palit, Tapti" userId="dec6fbcd-7598-406a-8cbf-504d4a3bac15" providerId="ADAL" clId="{ECD42228-5B96-4A72-B268-C46DF994E6B7}" dt="2024-01-25T14:30:56.097" v="60455" actId="1076"/>
          <ac:picMkLst>
            <pc:docMk/>
            <pc:sldMk cId="3812040559" sldId="774"/>
            <ac:picMk id="5122" creationId="{C0B69BCA-D207-3064-ADF0-AD1167996493}"/>
          </ac:picMkLst>
        </pc:picChg>
        <pc:picChg chg="add mod">
          <ac:chgData name="Palit, Tapti" userId="dec6fbcd-7598-406a-8cbf-504d4a3bac15" providerId="ADAL" clId="{ECD42228-5B96-4A72-B268-C46DF994E6B7}" dt="2024-01-25T14:30:56.097" v="60455" actId="1076"/>
          <ac:picMkLst>
            <pc:docMk/>
            <pc:sldMk cId="3812040559" sldId="774"/>
            <ac:picMk id="5124" creationId="{ED7680F6-B279-031F-7A5E-1B03B481F626}"/>
          </ac:picMkLst>
        </pc:picChg>
        <pc:cxnChg chg="del">
          <ac:chgData name="Palit, Tapti" userId="dec6fbcd-7598-406a-8cbf-504d4a3bac15" providerId="ADAL" clId="{ECD42228-5B96-4A72-B268-C46DF994E6B7}" dt="2024-01-25T07:56:13.821" v="58059" actId="478"/>
          <ac:cxnSpMkLst>
            <pc:docMk/>
            <pc:sldMk cId="3812040559" sldId="774"/>
            <ac:cxnSpMk id="20" creationId="{F7D4B551-657E-4F01-51E1-20A82D5E1314}"/>
          </ac:cxnSpMkLst>
        </pc:cxnChg>
        <pc:cxnChg chg="del">
          <ac:chgData name="Palit, Tapti" userId="dec6fbcd-7598-406a-8cbf-504d4a3bac15" providerId="ADAL" clId="{ECD42228-5B96-4A72-B268-C46DF994E6B7}" dt="2024-01-25T07:56:13.821" v="58059" actId="478"/>
          <ac:cxnSpMkLst>
            <pc:docMk/>
            <pc:sldMk cId="3812040559" sldId="774"/>
            <ac:cxnSpMk id="21" creationId="{D2705CFE-B5BD-FAEC-FDA6-2E9347CF3F4A}"/>
          </ac:cxnSpMkLst>
        </pc:cxnChg>
      </pc:sldChg>
      <pc:sldChg chg="modSp add del mod">
        <pc:chgData name="Palit, Tapti" userId="dec6fbcd-7598-406a-8cbf-504d4a3bac15" providerId="ADAL" clId="{ECD42228-5B96-4A72-B268-C46DF994E6B7}" dt="2024-01-14T23:11:36.809" v="3067" actId="47"/>
        <pc:sldMkLst>
          <pc:docMk/>
          <pc:sldMk cId="3624346367" sldId="777"/>
        </pc:sldMkLst>
        <pc:spChg chg="mod">
          <ac:chgData name="Palit, Tapti" userId="dec6fbcd-7598-406a-8cbf-504d4a3bac15" providerId="ADAL" clId="{ECD42228-5B96-4A72-B268-C46DF994E6B7}" dt="2024-01-14T20:26:10.929" v="732"/>
          <ac:spMkLst>
            <pc:docMk/>
            <pc:sldMk cId="3624346367" sldId="777"/>
            <ac:spMk id="2" creationId="{7180D887-12AA-5340-7060-BE3F6022E9F8}"/>
          </ac:spMkLst>
        </pc:spChg>
        <pc:spChg chg="mod">
          <ac:chgData name="Palit, Tapti" userId="dec6fbcd-7598-406a-8cbf-504d4a3bac15" providerId="ADAL" clId="{ECD42228-5B96-4A72-B268-C46DF994E6B7}" dt="2024-01-14T20:26:10.929" v="732"/>
          <ac:spMkLst>
            <pc:docMk/>
            <pc:sldMk cId="3624346367" sldId="777"/>
            <ac:spMk id="4" creationId="{F3311A65-1D65-9C66-8A93-74D19F8EAC94}"/>
          </ac:spMkLst>
        </pc:spChg>
        <pc:spChg chg="mod">
          <ac:chgData name="Palit, Tapti" userId="dec6fbcd-7598-406a-8cbf-504d4a3bac15" providerId="ADAL" clId="{ECD42228-5B96-4A72-B268-C46DF994E6B7}" dt="2024-01-14T20:06:30.484" v="503" actId="207"/>
          <ac:spMkLst>
            <pc:docMk/>
            <pc:sldMk cId="3624346367" sldId="777"/>
            <ac:spMk id="11" creationId="{2D050FB0-E177-ECD3-9061-F755CC1C8D70}"/>
          </ac:spMkLst>
        </pc:spChg>
        <pc:spChg chg="mod">
          <ac:chgData name="Palit, Tapti" userId="dec6fbcd-7598-406a-8cbf-504d4a3bac15" providerId="ADAL" clId="{ECD42228-5B96-4A72-B268-C46DF994E6B7}" dt="2024-01-14T20:06:48.488" v="505" actId="207"/>
          <ac:spMkLst>
            <pc:docMk/>
            <pc:sldMk cId="3624346367" sldId="777"/>
            <ac:spMk id="12" creationId="{845B8440-F5F2-6542-9D9F-757431D7F7CA}"/>
          </ac:spMkLst>
        </pc:spChg>
        <pc:spChg chg="mod">
          <ac:chgData name="Palit, Tapti" userId="dec6fbcd-7598-406a-8cbf-504d4a3bac15" providerId="ADAL" clId="{ECD42228-5B96-4A72-B268-C46DF994E6B7}" dt="2024-01-14T20:06:48.488" v="505" actId="207"/>
          <ac:spMkLst>
            <pc:docMk/>
            <pc:sldMk cId="3624346367" sldId="777"/>
            <ac:spMk id="13" creationId="{AFFDC091-072E-4FDC-1D46-8829A855FD0F}"/>
          </ac:spMkLst>
        </pc:spChg>
        <pc:spChg chg="mod">
          <ac:chgData name="Palit, Tapti" userId="dec6fbcd-7598-406a-8cbf-504d4a3bac15" providerId="ADAL" clId="{ECD42228-5B96-4A72-B268-C46DF994E6B7}" dt="2024-01-14T20:06:59.944" v="506" actId="207"/>
          <ac:spMkLst>
            <pc:docMk/>
            <pc:sldMk cId="3624346367" sldId="777"/>
            <ac:spMk id="14" creationId="{84E4F104-BE9B-6BF7-6D43-84A13352DFFB}"/>
          </ac:spMkLst>
        </pc:spChg>
      </pc:sldChg>
      <pc:sldChg chg="modSp add del mod">
        <pc:chgData name="Palit, Tapti" userId="dec6fbcd-7598-406a-8cbf-504d4a3bac15" providerId="ADAL" clId="{ECD42228-5B96-4A72-B268-C46DF994E6B7}" dt="2024-01-14T21:45:05.590" v="2184" actId="47"/>
        <pc:sldMkLst>
          <pc:docMk/>
          <pc:sldMk cId="3504242053" sldId="778"/>
        </pc:sldMkLst>
        <pc:spChg chg="mod">
          <ac:chgData name="Palit, Tapti" userId="dec6fbcd-7598-406a-8cbf-504d4a3bac15" providerId="ADAL" clId="{ECD42228-5B96-4A72-B268-C46DF994E6B7}" dt="2024-01-14T20:26:10.929" v="732"/>
          <ac:spMkLst>
            <pc:docMk/>
            <pc:sldMk cId="3504242053" sldId="778"/>
            <ac:spMk id="2" creationId="{E7870D38-D772-E8D1-4F66-DDAF42A4BDCB}"/>
          </ac:spMkLst>
        </pc:spChg>
        <pc:spChg chg="mod">
          <ac:chgData name="Palit, Tapti" userId="dec6fbcd-7598-406a-8cbf-504d4a3bac15" providerId="ADAL" clId="{ECD42228-5B96-4A72-B268-C46DF994E6B7}" dt="2024-01-14T20:26:10.929" v="732"/>
          <ac:spMkLst>
            <pc:docMk/>
            <pc:sldMk cId="3504242053" sldId="778"/>
            <ac:spMk id="4" creationId="{720B344E-25BF-6ED3-8839-7FEF943125F2}"/>
          </ac:spMkLst>
        </pc:spChg>
        <pc:spChg chg="mod">
          <ac:chgData name="Palit, Tapti" userId="dec6fbcd-7598-406a-8cbf-504d4a3bac15" providerId="ADAL" clId="{ECD42228-5B96-4A72-B268-C46DF994E6B7}" dt="2024-01-14T20:07:34.619" v="508" actId="207"/>
          <ac:spMkLst>
            <pc:docMk/>
            <pc:sldMk cId="3504242053" sldId="778"/>
            <ac:spMk id="6" creationId="{24EF1FBE-886F-B2D1-7C0D-1E2CC2388DA7}"/>
          </ac:spMkLst>
        </pc:spChg>
        <pc:spChg chg="mod">
          <ac:chgData name="Palit, Tapti" userId="dec6fbcd-7598-406a-8cbf-504d4a3bac15" providerId="ADAL" clId="{ECD42228-5B96-4A72-B268-C46DF994E6B7}" dt="2024-01-14T20:07:34.619" v="508" actId="207"/>
          <ac:spMkLst>
            <pc:docMk/>
            <pc:sldMk cId="3504242053" sldId="778"/>
            <ac:spMk id="7" creationId="{F9DE63BF-88C6-E920-D578-4C1A74855C53}"/>
          </ac:spMkLst>
        </pc:spChg>
        <pc:spChg chg="mod">
          <ac:chgData name="Palit, Tapti" userId="dec6fbcd-7598-406a-8cbf-504d4a3bac15" providerId="ADAL" clId="{ECD42228-5B96-4A72-B268-C46DF994E6B7}" dt="2024-01-14T20:07:34.619" v="508" actId="207"/>
          <ac:spMkLst>
            <pc:docMk/>
            <pc:sldMk cId="3504242053" sldId="778"/>
            <ac:spMk id="8" creationId="{B55BCB6D-219A-E78E-9CAF-167AF31A181E}"/>
          </ac:spMkLst>
        </pc:spChg>
        <pc:spChg chg="mod">
          <ac:chgData name="Palit, Tapti" userId="dec6fbcd-7598-406a-8cbf-504d4a3bac15" providerId="ADAL" clId="{ECD42228-5B96-4A72-B268-C46DF994E6B7}" dt="2024-01-14T20:07:34.619" v="508" actId="207"/>
          <ac:spMkLst>
            <pc:docMk/>
            <pc:sldMk cId="3504242053" sldId="778"/>
            <ac:spMk id="9" creationId="{EA57D602-03E2-9CA7-5EA7-8796F45F7DB2}"/>
          </ac:spMkLst>
        </pc:spChg>
        <pc:spChg chg="mod">
          <ac:chgData name="Palit, Tapti" userId="dec6fbcd-7598-406a-8cbf-504d4a3bac15" providerId="ADAL" clId="{ECD42228-5B96-4A72-B268-C46DF994E6B7}" dt="2024-01-14T20:07:25.740" v="507" actId="207"/>
          <ac:spMkLst>
            <pc:docMk/>
            <pc:sldMk cId="3504242053" sldId="778"/>
            <ac:spMk id="10" creationId="{9A97B126-2637-292B-E277-9AF4E76B3E7F}"/>
          </ac:spMkLst>
        </pc:spChg>
        <pc:spChg chg="mod">
          <ac:chgData name="Palit, Tapti" userId="dec6fbcd-7598-406a-8cbf-504d4a3bac15" providerId="ADAL" clId="{ECD42228-5B96-4A72-B268-C46DF994E6B7}" dt="2024-01-14T20:07:42.066" v="509" actId="14100"/>
          <ac:spMkLst>
            <pc:docMk/>
            <pc:sldMk cId="3504242053" sldId="778"/>
            <ac:spMk id="40" creationId="{0DE17A28-24AB-67EC-A471-080960404531}"/>
          </ac:spMkLst>
        </pc:spChg>
        <pc:spChg chg="mod">
          <ac:chgData name="Palit, Tapti" userId="dec6fbcd-7598-406a-8cbf-504d4a3bac15" providerId="ADAL" clId="{ECD42228-5B96-4A72-B268-C46DF994E6B7}" dt="2024-01-14T20:07:45.267" v="510" actId="14100"/>
          <ac:spMkLst>
            <pc:docMk/>
            <pc:sldMk cId="3504242053" sldId="778"/>
            <ac:spMk id="41" creationId="{FCABC1AA-1721-B70D-2A17-3A825804F6F4}"/>
          </ac:spMkLst>
        </pc:spChg>
        <pc:spChg chg="mod">
          <ac:chgData name="Palit, Tapti" userId="dec6fbcd-7598-406a-8cbf-504d4a3bac15" providerId="ADAL" clId="{ECD42228-5B96-4A72-B268-C46DF994E6B7}" dt="2024-01-14T20:08:00.738" v="515" actId="207"/>
          <ac:spMkLst>
            <pc:docMk/>
            <pc:sldMk cId="3504242053" sldId="778"/>
            <ac:spMk id="42" creationId="{9BC5C95B-F402-301A-E84D-8F4FFB58D82B}"/>
          </ac:spMkLst>
        </pc:spChg>
        <pc:spChg chg="mod">
          <ac:chgData name="Palit, Tapti" userId="dec6fbcd-7598-406a-8cbf-504d4a3bac15" providerId="ADAL" clId="{ECD42228-5B96-4A72-B268-C46DF994E6B7}" dt="2024-01-14T20:07:53.760" v="512" actId="207"/>
          <ac:spMkLst>
            <pc:docMk/>
            <pc:sldMk cId="3504242053" sldId="778"/>
            <ac:spMk id="43" creationId="{6E6B602B-EED3-84C1-7BFD-2716524A25C7}"/>
          </ac:spMkLst>
        </pc:spChg>
        <pc:spChg chg="mod">
          <ac:chgData name="Palit, Tapti" userId="dec6fbcd-7598-406a-8cbf-504d4a3bac15" providerId="ADAL" clId="{ECD42228-5B96-4A72-B268-C46DF994E6B7}" dt="2024-01-14T20:07:51.504" v="511" actId="207"/>
          <ac:spMkLst>
            <pc:docMk/>
            <pc:sldMk cId="3504242053" sldId="778"/>
            <ac:spMk id="44" creationId="{A18E3392-C2F8-846C-101D-782DC7B3FAC9}"/>
          </ac:spMkLst>
        </pc:spChg>
        <pc:spChg chg="mod">
          <ac:chgData name="Palit, Tapti" userId="dec6fbcd-7598-406a-8cbf-504d4a3bac15" providerId="ADAL" clId="{ECD42228-5B96-4A72-B268-C46DF994E6B7}" dt="2024-01-14T20:07:56.386" v="513" actId="207"/>
          <ac:spMkLst>
            <pc:docMk/>
            <pc:sldMk cId="3504242053" sldId="778"/>
            <ac:spMk id="45" creationId="{C6691857-02B4-3AA5-C833-27E3A6438781}"/>
          </ac:spMkLst>
        </pc:spChg>
        <pc:spChg chg="mod">
          <ac:chgData name="Palit, Tapti" userId="dec6fbcd-7598-406a-8cbf-504d4a3bac15" providerId="ADAL" clId="{ECD42228-5B96-4A72-B268-C46DF994E6B7}" dt="2024-01-14T20:07:58.530" v="514" actId="207"/>
          <ac:spMkLst>
            <pc:docMk/>
            <pc:sldMk cId="3504242053" sldId="778"/>
            <ac:spMk id="46" creationId="{675FE948-15A8-0A9D-C6BC-32AEDD850CA5}"/>
          </ac:spMkLst>
        </pc:spChg>
      </pc:sldChg>
      <pc:sldChg chg="del">
        <pc:chgData name="Palit, Tapti" userId="dec6fbcd-7598-406a-8cbf-504d4a3bac15" providerId="ADAL" clId="{ECD42228-5B96-4A72-B268-C46DF994E6B7}" dt="2024-01-28T03:44:01.241" v="67437" actId="47"/>
        <pc:sldMkLst>
          <pc:docMk/>
          <pc:sldMk cId="3115519098" sldId="780"/>
        </pc:sldMkLst>
      </pc:sldChg>
      <pc:sldChg chg="modSp add del addCm">
        <pc:chgData name="Palit, Tapti" userId="dec6fbcd-7598-406a-8cbf-504d4a3bac15" providerId="ADAL" clId="{ECD42228-5B96-4A72-B268-C46DF994E6B7}" dt="2024-01-14T21:45:26.113" v="2185"/>
        <pc:sldMkLst>
          <pc:docMk/>
          <pc:sldMk cId="3960177231" sldId="781"/>
        </pc:sldMkLst>
        <pc:spChg chg="mod">
          <ac:chgData name="Palit, Tapti" userId="dec6fbcd-7598-406a-8cbf-504d4a3bac15" providerId="ADAL" clId="{ECD42228-5B96-4A72-B268-C46DF994E6B7}" dt="2024-01-14T20:26:10.929" v="732"/>
          <ac:spMkLst>
            <pc:docMk/>
            <pc:sldMk cId="3960177231" sldId="781"/>
            <ac:spMk id="2" creationId="{0E56523D-E620-C3B9-37B8-C28EC8778124}"/>
          </ac:spMkLst>
        </pc:spChg>
        <pc:spChg chg="mod">
          <ac:chgData name="Palit, Tapti" userId="dec6fbcd-7598-406a-8cbf-504d4a3bac15" providerId="ADAL" clId="{ECD42228-5B96-4A72-B268-C46DF994E6B7}" dt="2024-01-14T20:26:10.929" v="732"/>
          <ac:spMkLst>
            <pc:docMk/>
            <pc:sldMk cId="3960177231" sldId="781"/>
            <ac:spMk id="4" creationId="{1CB6394E-5666-733F-B4AE-68E42A12D23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45:26.113" v="2185"/>
              <pc2:cmMkLst xmlns:pc2="http://schemas.microsoft.com/office/powerpoint/2019/9/main/command">
                <pc:docMk/>
                <pc:sldMk cId="3960177231" sldId="781"/>
                <pc2:cmMk id="{02F8B481-73B8-40C0-A8F2-6E916E3EBF5E}"/>
              </pc2:cmMkLst>
            </pc226:cmChg>
          </p:ext>
        </pc:extLst>
      </pc:sldChg>
      <pc:sldChg chg="addSp delSp modSp add del mod delAnim modAnim addCm chgLayout">
        <pc:chgData name="Palit, Tapti" userId="dec6fbcd-7598-406a-8cbf-504d4a3bac15" providerId="ADAL" clId="{ECD42228-5B96-4A72-B268-C46DF994E6B7}" dt="2024-01-14T20:34:39.729" v="913" actId="47"/>
        <pc:sldMkLst>
          <pc:docMk/>
          <pc:sldMk cId="1002511156" sldId="782"/>
        </pc:sldMkLst>
        <pc:spChg chg="mod ord">
          <ac:chgData name="Palit, Tapti" userId="dec6fbcd-7598-406a-8cbf-504d4a3bac15" providerId="ADAL" clId="{ECD42228-5B96-4A72-B268-C46DF994E6B7}" dt="2024-01-14T20:34:07.641" v="909" actId="20577"/>
          <ac:spMkLst>
            <pc:docMk/>
            <pc:sldMk cId="1002511156" sldId="782"/>
            <ac:spMk id="2" creationId="{803650A6-D090-4F49-89FC-6E7ECF8BED37}"/>
          </ac:spMkLst>
        </pc:spChg>
        <pc:spChg chg="mod ord">
          <ac:chgData name="Palit, Tapti" userId="dec6fbcd-7598-406a-8cbf-504d4a3bac15" providerId="ADAL" clId="{ECD42228-5B96-4A72-B268-C46DF994E6B7}" dt="2024-01-14T20:26:10.929" v="732"/>
          <ac:spMkLst>
            <pc:docMk/>
            <pc:sldMk cId="1002511156" sldId="782"/>
            <ac:spMk id="3" creationId="{9DF37E32-E849-43FD-AE75-95E334786AB7}"/>
          </ac:spMkLst>
        </pc:spChg>
        <pc:spChg chg="mod ord">
          <ac:chgData name="Palit, Tapti" userId="dec6fbcd-7598-406a-8cbf-504d4a3bac15" providerId="ADAL" clId="{ECD42228-5B96-4A72-B268-C46DF994E6B7}" dt="2024-01-14T20:26:10.929" v="732"/>
          <ac:spMkLst>
            <pc:docMk/>
            <pc:sldMk cId="1002511156" sldId="782"/>
            <ac:spMk id="4" creationId="{3CFC0458-353F-49C6-A1F4-5BF22C6A25F4}"/>
          </ac:spMkLst>
        </pc:spChg>
        <pc:spChg chg="del mod">
          <ac:chgData name="Palit, Tapti" userId="dec6fbcd-7598-406a-8cbf-504d4a3bac15" providerId="ADAL" clId="{ECD42228-5B96-4A72-B268-C46DF994E6B7}" dt="2024-01-14T18:30:08.344" v="89" actId="478"/>
          <ac:spMkLst>
            <pc:docMk/>
            <pc:sldMk cId="1002511156" sldId="782"/>
            <ac:spMk id="5" creationId="{3BD545A7-2B82-4CCD-BB25-B0D8B99223C8}"/>
          </ac:spMkLst>
        </pc:spChg>
        <pc:spChg chg="mod">
          <ac:chgData name="Palit, Tapti" userId="dec6fbcd-7598-406a-8cbf-504d4a3bac15" providerId="ADAL" clId="{ECD42228-5B96-4A72-B268-C46DF994E6B7}" dt="2024-01-14T20:09:03.148" v="517" actId="207"/>
          <ac:spMkLst>
            <pc:docMk/>
            <pc:sldMk cId="1002511156" sldId="782"/>
            <ac:spMk id="6" creationId="{D6E7A7AB-D626-4FD5-AB23-3EBF346B90C3}"/>
          </ac:spMkLst>
        </pc:spChg>
        <pc:spChg chg="add del mod">
          <ac:chgData name="Palit, Tapti" userId="dec6fbcd-7598-406a-8cbf-504d4a3bac15" providerId="ADAL" clId="{ECD42228-5B96-4A72-B268-C46DF994E6B7}" dt="2024-01-14T18:43:29.118" v="239" actId="478"/>
          <ac:spMkLst>
            <pc:docMk/>
            <pc:sldMk cId="1002511156" sldId="782"/>
            <ac:spMk id="16" creationId="{788A6155-259C-74FF-B1C5-03CD3AC4F7D4}"/>
          </ac:spMkLst>
        </pc:spChg>
        <pc:spChg chg="add del mod">
          <ac:chgData name="Palit, Tapti" userId="dec6fbcd-7598-406a-8cbf-504d4a3bac15" providerId="ADAL" clId="{ECD42228-5B96-4A72-B268-C46DF994E6B7}" dt="2024-01-14T19:01:22.605" v="268" actId="6264"/>
          <ac:spMkLst>
            <pc:docMk/>
            <pc:sldMk cId="1002511156" sldId="782"/>
            <ac:spMk id="17" creationId="{4256AC41-EAD5-15BC-31C5-55294A53A8B0}"/>
          </ac:spMkLst>
        </pc:spChg>
        <pc:spChg chg="add del mod">
          <ac:chgData name="Palit, Tapti" userId="dec6fbcd-7598-406a-8cbf-504d4a3bac15" providerId="ADAL" clId="{ECD42228-5B96-4A72-B268-C46DF994E6B7}" dt="2024-01-14T19:01:22.605" v="268" actId="6264"/>
          <ac:spMkLst>
            <pc:docMk/>
            <pc:sldMk cId="1002511156" sldId="782"/>
            <ac:spMk id="18" creationId="{7324D006-284B-677D-5D37-F924674E2A11}"/>
          </ac:spMkLst>
        </pc:spChg>
        <pc:spChg chg="add del mod">
          <ac:chgData name="Palit, Tapti" userId="dec6fbcd-7598-406a-8cbf-504d4a3bac15" providerId="ADAL" clId="{ECD42228-5B96-4A72-B268-C46DF994E6B7}" dt="2024-01-14T19:01:22.605" v="268" actId="6264"/>
          <ac:spMkLst>
            <pc:docMk/>
            <pc:sldMk cId="1002511156" sldId="782"/>
            <ac:spMk id="19" creationId="{4C811AC0-5E7E-138D-F450-2B5BD2195D67}"/>
          </ac:spMkLst>
        </pc:spChg>
        <pc:spChg chg="del mod">
          <ac:chgData name="Palit, Tapti" userId="dec6fbcd-7598-406a-8cbf-504d4a3bac15" providerId="ADAL" clId="{ECD42228-5B96-4A72-B268-C46DF994E6B7}" dt="2024-01-14T18:43:29.118" v="239" actId="478"/>
          <ac:spMkLst>
            <pc:docMk/>
            <pc:sldMk cId="1002511156" sldId="782"/>
            <ac:spMk id="21" creationId="{C002CB50-FFF4-441D-8367-A795E26CAACA}"/>
          </ac:spMkLst>
        </pc:spChg>
        <pc:spChg chg="del mod">
          <ac:chgData name="Palit, Tapti" userId="dec6fbcd-7598-406a-8cbf-504d4a3bac15" providerId="ADAL" clId="{ECD42228-5B96-4A72-B268-C46DF994E6B7}" dt="2024-01-14T18:30:12.684" v="90" actId="478"/>
          <ac:spMkLst>
            <pc:docMk/>
            <pc:sldMk cId="1002511156" sldId="782"/>
            <ac:spMk id="24" creationId="{0C7431CC-9ABE-4770-B145-AC2766FD7A0E}"/>
          </ac:spMkLst>
        </pc:spChg>
        <pc:spChg chg="del mod">
          <ac:chgData name="Palit, Tapti" userId="dec6fbcd-7598-406a-8cbf-504d4a3bac15" providerId="ADAL" clId="{ECD42228-5B96-4A72-B268-C46DF994E6B7}" dt="2024-01-14T18:31:54.314" v="187" actId="478"/>
          <ac:spMkLst>
            <pc:docMk/>
            <pc:sldMk cId="1002511156" sldId="782"/>
            <ac:spMk id="41" creationId="{21F97398-A0DE-4EC6-AEA5-1E87C05FE65B}"/>
          </ac:spMkLst>
        </pc:spChg>
        <pc:spChg chg="del">
          <ac:chgData name="Palit, Tapti" userId="dec6fbcd-7598-406a-8cbf-504d4a3bac15" providerId="ADAL" clId="{ECD42228-5B96-4A72-B268-C46DF994E6B7}" dt="2024-01-14T18:43:43.911" v="241" actId="478"/>
          <ac:spMkLst>
            <pc:docMk/>
            <pc:sldMk cId="1002511156" sldId="782"/>
            <ac:spMk id="44" creationId="{1865E06F-4701-4A03-8F26-806EB926D33A}"/>
          </ac:spMkLst>
        </pc:spChg>
        <pc:spChg chg="del">
          <ac:chgData name="Palit, Tapti" userId="dec6fbcd-7598-406a-8cbf-504d4a3bac15" providerId="ADAL" clId="{ECD42228-5B96-4A72-B268-C46DF994E6B7}" dt="2024-01-14T18:43:29.118" v="239" actId="478"/>
          <ac:spMkLst>
            <pc:docMk/>
            <pc:sldMk cId="1002511156" sldId="782"/>
            <ac:spMk id="45" creationId="{8CFDC509-7B4F-455B-9524-DEC143CA2728}"/>
          </ac:spMkLst>
        </pc:spChg>
        <pc:cxnChg chg="add del mod">
          <ac:chgData name="Palit, Tapti" userId="dec6fbcd-7598-406a-8cbf-504d4a3bac15" providerId="ADAL" clId="{ECD42228-5B96-4A72-B268-C46DF994E6B7}" dt="2024-01-14T18:43:29.118" v="239" actId="478"/>
          <ac:cxnSpMkLst>
            <pc:docMk/>
            <pc:sldMk cId="1002511156" sldId="782"/>
            <ac:cxnSpMk id="13" creationId="{5EF0B09C-AD15-0BBA-2A17-95D6377723EF}"/>
          </ac:cxnSpMkLst>
        </pc:cxnChg>
        <pc:cxnChg chg="del mod">
          <ac:chgData name="Palit, Tapti" userId="dec6fbcd-7598-406a-8cbf-504d4a3bac15" providerId="ADAL" clId="{ECD42228-5B96-4A72-B268-C46DF994E6B7}" dt="2024-01-14T18:43:29.118" v="239" actId="478"/>
          <ac:cxnSpMkLst>
            <pc:docMk/>
            <pc:sldMk cId="1002511156" sldId="782"/>
            <ac:cxnSpMk id="14" creationId="{4E2D8B7B-DADD-4291-986A-A38DA91B70B9}"/>
          </ac:cxnSpMkLst>
        </pc:cxnChg>
        <pc:cxnChg chg="del mod">
          <ac:chgData name="Palit, Tapti" userId="dec6fbcd-7598-406a-8cbf-504d4a3bac15" providerId="ADAL" clId="{ECD42228-5B96-4A72-B268-C46DF994E6B7}" dt="2024-01-14T18:43:43.911" v="241" actId="478"/>
          <ac:cxnSpMkLst>
            <pc:docMk/>
            <pc:sldMk cId="1002511156" sldId="782"/>
            <ac:cxnSpMk id="39" creationId="{E21A7DA2-06E1-4960-8F3F-A0E5D95C018A}"/>
          </ac:cxnSpMkLst>
        </pc:cxnChg>
        <pc:cxnChg chg="del mod">
          <ac:chgData name="Palit, Tapti" userId="dec6fbcd-7598-406a-8cbf-504d4a3bac15" providerId="ADAL" clId="{ECD42228-5B96-4A72-B268-C46DF994E6B7}" dt="2024-01-14T18:43:43.911" v="241" actId="478"/>
          <ac:cxnSpMkLst>
            <pc:docMk/>
            <pc:sldMk cId="1002511156" sldId="782"/>
            <ac:cxnSpMk id="43" creationId="{B25A535B-FC0A-4F63-B819-40C5C0749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33:29.763" v="878"/>
              <pc2:cmMkLst xmlns:pc2="http://schemas.microsoft.com/office/powerpoint/2019/9/main/command">
                <pc:docMk/>
                <pc:sldMk cId="1002511156" sldId="782"/>
                <pc2:cmMk id="{15E90795-ACA1-48C9-B8EA-1B967B4E7CDB}"/>
              </pc2:cmMkLst>
            </pc226:cmChg>
            <pc226:cmChg xmlns:pc226="http://schemas.microsoft.com/office/powerpoint/2022/06/main/command" chg="add">
              <pc226:chgData name="Palit, Tapti" userId="dec6fbcd-7598-406a-8cbf-504d4a3bac15" providerId="ADAL" clId="{ECD42228-5B96-4A72-B268-C46DF994E6B7}" dt="2024-01-14T18:28:08.395" v="27"/>
              <pc2:cmMkLst xmlns:pc2="http://schemas.microsoft.com/office/powerpoint/2019/9/main/command">
                <pc:docMk/>
                <pc:sldMk cId="1002511156" sldId="782"/>
                <pc2:cmMk id="{437057AB-0E23-48B8-8948-79D7982F9C0C}"/>
              </pc2:cmMkLst>
            </pc226:cmChg>
          </p:ext>
        </pc:extLst>
      </pc:sldChg>
      <pc:sldChg chg="addSp delSp modSp add del mod delAnim">
        <pc:chgData name="Palit, Tapti" userId="dec6fbcd-7598-406a-8cbf-504d4a3bac15" providerId="ADAL" clId="{ECD42228-5B96-4A72-B268-C46DF994E6B7}" dt="2024-01-14T22:27:36.080" v="2535" actId="207"/>
        <pc:sldMkLst>
          <pc:docMk/>
          <pc:sldMk cId="4285834830" sldId="783"/>
        </pc:sldMkLst>
        <pc:spChg chg="mod">
          <ac:chgData name="Palit, Tapti" userId="dec6fbcd-7598-406a-8cbf-504d4a3bac15" providerId="ADAL" clId="{ECD42228-5B96-4A72-B268-C46DF994E6B7}" dt="2024-01-14T20:32:33.138" v="877" actId="20577"/>
          <ac:spMkLst>
            <pc:docMk/>
            <pc:sldMk cId="4285834830" sldId="783"/>
            <ac:spMk id="2" creationId="{019DE008-EBB0-079A-3BD4-52F072D452E0}"/>
          </ac:spMkLst>
        </pc:spChg>
        <pc:spChg chg="del mod">
          <ac:chgData name="Palit, Tapti" userId="dec6fbcd-7598-406a-8cbf-504d4a3bac15" providerId="ADAL" clId="{ECD42228-5B96-4A72-B268-C46DF994E6B7}" dt="2024-01-14T21:51:09.753" v="2246" actId="478"/>
          <ac:spMkLst>
            <pc:docMk/>
            <pc:sldMk cId="4285834830" sldId="783"/>
            <ac:spMk id="3" creationId="{43B2D4FE-73F1-7F5A-2D45-CCB70791E2A3}"/>
          </ac:spMkLst>
        </pc:spChg>
        <pc:spChg chg="mod">
          <ac:chgData name="Palit, Tapti" userId="dec6fbcd-7598-406a-8cbf-504d4a3bac15" providerId="ADAL" clId="{ECD42228-5B96-4A72-B268-C46DF994E6B7}" dt="2024-01-14T20:26:10.929" v="732"/>
          <ac:spMkLst>
            <pc:docMk/>
            <pc:sldMk cId="4285834830" sldId="783"/>
            <ac:spMk id="4" creationId="{CEDBD7CD-9EFB-B029-941A-DF92AA6157EC}"/>
          </ac:spMkLst>
        </pc:spChg>
        <pc:spChg chg="add mod">
          <ac:chgData name="Palit, Tapti" userId="dec6fbcd-7598-406a-8cbf-504d4a3bac15" providerId="ADAL" clId="{ECD42228-5B96-4A72-B268-C46DF994E6B7}" dt="2024-01-14T22:27:36.080" v="2535" actId="207"/>
          <ac:spMkLst>
            <pc:docMk/>
            <pc:sldMk cId="4285834830" sldId="783"/>
            <ac:spMk id="5" creationId="{2CCED1FF-82D3-309E-5693-F4D52241147B}"/>
          </ac:spMkLst>
        </pc:spChg>
        <pc:spChg chg="mod">
          <ac:chgData name="Palit, Tapti" userId="dec6fbcd-7598-406a-8cbf-504d4a3bac15" providerId="ADAL" clId="{ECD42228-5B96-4A72-B268-C46DF994E6B7}" dt="2024-01-14T21:58:31.881" v="2392" actId="1076"/>
          <ac:spMkLst>
            <pc:docMk/>
            <pc:sldMk cId="4285834830" sldId="783"/>
            <ac:spMk id="6" creationId="{CADC212B-9B94-082B-5ED9-355DA518B3A7}"/>
          </ac:spMkLst>
        </pc:spChg>
        <pc:spChg chg="mod">
          <ac:chgData name="Palit, Tapti" userId="dec6fbcd-7598-406a-8cbf-504d4a3bac15" providerId="ADAL" clId="{ECD42228-5B96-4A72-B268-C46DF994E6B7}" dt="2024-01-14T21:58:38.217" v="2395" actId="1035"/>
          <ac:spMkLst>
            <pc:docMk/>
            <pc:sldMk cId="4285834830" sldId="783"/>
            <ac:spMk id="8" creationId="{7164932E-8346-57ED-393D-E20CA9AC5693}"/>
          </ac:spMkLst>
        </pc:spChg>
        <pc:spChg chg="add mod">
          <ac:chgData name="Palit, Tapti" userId="dec6fbcd-7598-406a-8cbf-504d4a3bac15" providerId="ADAL" clId="{ECD42228-5B96-4A72-B268-C46DF994E6B7}" dt="2024-01-14T21:58:30.005" v="2391" actId="1076"/>
          <ac:spMkLst>
            <pc:docMk/>
            <pc:sldMk cId="4285834830" sldId="783"/>
            <ac:spMk id="10" creationId="{1AC8ADDE-29EF-3E16-0DBD-74234F46C23A}"/>
          </ac:spMkLst>
        </pc:spChg>
        <pc:spChg chg="add mod">
          <ac:chgData name="Palit, Tapti" userId="dec6fbcd-7598-406a-8cbf-504d4a3bac15" providerId="ADAL" clId="{ECD42228-5B96-4A72-B268-C46DF994E6B7}" dt="2024-01-14T21:58:30.005" v="2391" actId="1076"/>
          <ac:spMkLst>
            <pc:docMk/>
            <pc:sldMk cId="4285834830" sldId="783"/>
            <ac:spMk id="13" creationId="{0735C402-BF4F-DB31-164D-90F0F2479AA3}"/>
          </ac:spMkLst>
        </pc:spChg>
        <pc:spChg chg="add mod">
          <ac:chgData name="Palit, Tapti" userId="dec6fbcd-7598-406a-8cbf-504d4a3bac15" providerId="ADAL" clId="{ECD42228-5B96-4A72-B268-C46DF994E6B7}" dt="2024-01-14T21:58:30.005" v="2391" actId="1076"/>
          <ac:spMkLst>
            <pc:docMk/>
            <pc:sldMk cId="4285834830" sldId="783"/>
            <ac:spMk id="14" creationId="{67BDA2A2-930E-DC56-49A3-7FD8D37FCA2B}"/>
          </ac:spMkLst>
        </pc:spChg>
        <pc:spChg chg="add mod">
          <ac:chgData name="Palit, Tapti" userId="dec6fbcd-7598-406a-8cbf-504d4a3bac15" providerId="ADAL" clId="{ECD42228-5B96-4A72-B268-C46DF994E6B7}" dt="2024-01-14T21:58:30.005" v="2391" actId="1076"/>
          <ac:spMkLst>
            <pc:docMk/>
            <pc:sldMk cId="4285834830" sldId="783"/>
            <ac:spMk id="16" creationId="{23A1FD6C-9842-F964-73C0-B388685159A3}"/>
          </ac:spMkLst>
        </pc:spChg>
        <pc:spChg chg="del mod">
          <ac:chgData name="Palit, Tapti" userId="dec6fbcd-7598-406a-8cbf-504d4a3bac15" providerId="ADAL" clId="{ECD42228-5B96-4A72-B268-C46DF994E6B7}" dt="2024-01-14T21:57:14.062" v="2350" actId="478"/>
          <ac:spMkLst>
            <pc:docMk/>
            <pc:sldMk cId="4285834830" sldId="783"/>
            <ac:spMk id="114" creationId="{387FC39C-C551-769F-0796-D2FC839A203E}"/>
          </ac:spMkLst>
        </pc:spChg>
        <pc:spChg chg="del">
          <ac:chgData name="Palit, Tapti" userId="dec6fbcd-7598-406a-8cbf-504d4a3bac15" providerId="ADAL" clId="{ECD42228-5B96-4A72-B268-C46DF994E6B7}" dt="2024-01-14T21:57:14.062" v="2350" actId="478"/>
          <ac:spMkLst>
            <pc:docMk/>
            <pc:sldMk cId="4285834830" sldId="783"/>
            <ac:spMk id="123" creationId="{832D3722-CFA5-A270-B621-B664D8EFCA87}"/>
          </ac:spMkLst>
        </pc:spChg>
        <pc:spChg chg="del">
          <ac:chgData name="Palit, Tapti" userId="dec6fbcd-7598-406a-8cbf-504d4a3bac15" providerId="ADAL" clId="{ECD42228-5B96-4A72-B268-C46DF994E6B7}" dt="2024-01-14T21:57:14.062" v="2350" actId="478"/>
          <ac:spMkLst>
            <pc:docMk/>
            <pc:sldMk cId="4285834830" sldId="783"/>
            <ac:spMk id="124" creationId="{7FE438B4-11CA-B5D5-AB78-C2B106BAEF20}"/>
          </ac:spMkLst>
        </pc:spChg>
        <pc:cxnChg chg="del">
          <ac:chgData name="Palit, Tapti" userId="dec6fbcd-7598-406a-8cbf-504d4a3bac15" providerId="ADAL" clId="{ECD42228-5B96-4A72-B268-C46DF994E6B7}" dt="2024-01-14T21:56:00.255" v="2345" actId="478"/>
          <ac:cxnSpMkLst>
            <pc:docMk/>
            <pc:sldMk cId="4285834830" sldId="783"/>
            <ac:cxnSpMk id="11" creationId="{B1F7C84C-6A03-C53D-CDCD-4C662F0A0E47}"/>
          </ac:cxnSpMkLst>
        </pc:cxnChg>
        <pc:cxnChg chg="del">
          <ac:chgData name="Palit, Tapti" userId="dec6fbcd-7598-406a-8cbf-504d4a3bac15" providerId="ADAL" clId="{ECD42228-5B96-4A72-B268-C46DF994E6B7}" dt="2024-01-14T21:56:02.351" v="2346" actId="478"/>
          <ac:cxnSpMkLst>
            <pc:docMk/>
            <pc:sldMk cId="4285834830" sldId="783"/>
            <ac:cxnSpMk id="12" creationId="{D3AEA8EA-99EE-7E4A-6B0A-ECC4609BB630}"/>
          </ac:cxnSpMkLst>
        </pc:cxnChg>
        <pc:cxnChg chg="del">
          <ac:chgData name="Palit, Tapti" userId="dec6fbcd-7598-406a-8cbf-504d4a3bac15" providerId="ADAL" clId="{ECD42228-5B96-4A72-B268-C46DF994E6B7}" dt="2024-01-14T21:56:00.255" v="2345" actId="478"/>
          <ac:cxnSpMkLst>
            <pc:docMk/>
            <pc:sldMk cId="4285834830" sldId="783"/>
            <ac:cxnSpMk id="15" creationId="{C3B09138-5B76-1C73-FB5B-3201CCDCF01C}"/>
          </ac:cxnSpMkLst>
        </pc:cxnChg>
        <pc:cxnChg chg="add mod">
          <ac:chgData name="Palit, Tapti" userId="dec6fbcd-7598-406a-8cbf-504d4a3bac15" providerId="ADAL" clId="{ECD42228-5B96-4A72-B268-C46DF994E6B7}" dt="2024-01-14T21:58:51.631" v="2398" actId="14100"/>
          <ac:cxnSpMkLst>
            <pc:docMk/>
            <pc:sldMk cId="4285834830" sldId="783"/>
            <ac:cxnSpMk id="17" creationId="{6D3A727D-AF5D-1BBA-999B-255A74215ACA}"/>
          </ac:cxnSpMkLst>
        </pc:cxnChg>
        <pc:cxnChg chg="del mod">
          <ac:chgData name="Palit, Tapti" userId="dec6fbcd-7598-406a-8cbf-504d4a3bac15" providerId="ADAL" clId="{ECD42228-5B96-4A72-B268-C46DF994E6B7}" dt="2024-01-14T21:56:00.255" v="2345" actId="478"/>
          <ac:cxnSpMkLst>
            <pc:docMk/>
            <pc:sldMk cId="4285834830" sldId="783"/>
            <ac:cxnSpMk id="18" creationId="{3F3D787F-5407-9AC9-D553-5B72CDEBDF11}"/>
          </ac:cxnSpMkLst>
        </pc:cxnChg>
        <pc:cxnChg chg="add mod">
          <ac:chgData name="Palit, Tapti" userId="dec6fbcd-7598-406a-8cbf-504d4a3bac15" providerId="ADAL" clId="{ECD42228-5B96-4A72-B268-C46DF994E6B7}" dt="2024-01-14T21:58:56.797" v="2401" actId="14100"/>
          <ac:cxnSpMkLst>
            <pc:docMk/>
            <pc:sldMk cId="4285834830" sldId="783"/>
            <ac:cxnSpMk id="21" creationId="{F1FCFD6B-3958-10A0-F09A-5E5D2A7A12AA}"/>
          </ac:cxnSpMkLst>
        </pc:cxnChg>
        <pc:cxnChg chg="del">
          <ac:chgData name="Palit, Tapti" userId="dec6fbcd-7598-406a-8cbf-504d4a3bac15" providerId="ADAL" clId="{ECD42228-5B96-4A72-B268-C46DF994E6B7}" dt="2024-01-14T21:56:00.255" v="2345" actId="478"/>
          <ac:cxnSpMkLst>
            <pc:docMk/>
            <pc:sldMk cId="4285834830" sldId="783"/>
            <ac:cxnSpMk id="24" creationId="{FDF3F2A3-D069-AD88-E265-571B4D3F3519}"/>
          </ac:cxnSpMkLst>
        </pc:cxnChg>
        <pc:cxnChg chg="add mod">
          <ac:chgData name="Palit, Tapti" userId="dec6fbcd-7598-406a-8cbf-504d4a3bac15" providerId="ADAL" clId="{ECD42228-5B96-4A72-B268-C46DF994E6B7}" dt="2024-01-14T21:59:02.605" v="2404" actId="14100"/>
          <ac:cxnSpMkLst>
            <pc:docMk/>
            <pc:sldMk cId="4285834830" sldId="783"/>
            <ac:cxnSpMk id="25" creationId="{3CCE7DA4-C334-4B7A-9818-77F87A9A85CF}"/>
          </ac:cxnSpMkLst>
        </pc:cxnChg>
        <pc:cxnChg chg="del mod">
          <ac:chgData name="Palit, Tapti" userId="dec6fbcd-7598-406a-8cbf-504d4a3bac15" providerId="ADAL" clId="{ECD42228-5B96-4A72-B268-C46DF994E6B7}" dt="2024-01-14T21:56:00.255" v="2345" actId="478"/>
          <ac:cxnSpMkLst>
            <pc:docMk/>
            <pc:sldMk cId="4285834830" sldId="783"/>
            <ac:cxnSpMk id="27" creationId="{8A8DC76D-E03E-4EB3-B6B6-CCCB3760E57C}"/>
          </ac:cxnSpMkLst>
        </pc:cxnChg>
        <pc:cxnChg chg="add mod">
          <ac:chgData name="Palit, Tapti" userId="dec6fbcd-7598-406a-8cbf-504d4a3bac15" providerId="ADAL" clId="{ECD42228-5B96-4A72-B268-C46DF994E6B7}" dt="2024-01-14T21:59:07.183" v="2407" actId="14100"/>
          <ac:cxnSpMkLst>
            <pc:docMk/>
            <pc:sldMk cId="4285834830" sldId="783"/>
            <ac:cxnSpMk id="29" creationId="{EA7F6C77-15F5-AC08-7420-6C7A17B68258}"/>
          </ac:cxnSpMkLst>
        </pc:cxnChg>
        <pc:cxnChg chg="del">
          <ac:chgData name="Palit, Tapti" userId="dec6fbcd-7598-406a-8cbf-504d4a3bac15" providerId="ADAL" clId="{ECD42228-5B96-4A72-B268-C46DF994E6B7}" dt="2024-01-14T21:55:41.370" v="2342" actId="478"/>
          <ac:cxnSpMkLst>
            <pc:docMk/>
            <pc:sldMk cId="4285834830" sldId="783"/>
            <ac:cxnSpMk id="43" creationId="{49330068-5CDC-63A3-A5CB-277FE3A93944}"/>
          </ac:cxnSpMkLst>
        </pc:cxnChg>
        <pc:cxnChg chg="del">
          <ac:chgData name="Palit, Tapti" userId="dec6fbcd-7598-406a-8cbf-504d4a3bac15" providerId="ADAL" clId="{ECD42228-5B96-4A72-B268-C46DF994E6B7}" dt="2024-01-14T21:55:39.360" v="2341" actId="478"/>
          <ac:cxnSpMkLst>
            <pc:docMk/>
            <pc:sldMk cId="4285834830" sldId="783"/>
            <ac:cxnSpMk id="57" creationId="{E2F75ED7-DB6E-0EC6-26B2-8EB5B0AA5978}"/>
          </ac:cxnSpMkLst>
        </pc:cxnChg>
        <pc:cxnChg chg="del">
          <ac:chgData name="Palit, Tapti" userId="dec6fbcd-7598-406a-8cbf-504d4a3bac15" providerId="ADAL" clId="{ECD42228-5B96-4A72-B268-C46DF994E6B7}" dt="2024-01-14T21:55:44.729" v="2344" actId="478"/>
          <ac:cxnSpMkLst>
            <pc:docMk/>
            <pc:sldMk cId="4285834830" sldId="783"/>
            <ac:cxnSpMk id="80" creationId="{CD57CC75-3EF6-4E87-B7EC-05B2C53F7B06}"/>
          </ac:cxnSpMkLst>
        </pc:cxnChg>
        <pc:cxnChg chg="del">
          <ac:chgData name="Palit, Tapti" userId="dec6fbcd-7598-406a-8cbf-504d4a3bac15" providerId="ADAL" clId="{ECD42228-5B96-4A72-B268-C46DF994E6B7}" dt="2024-01-14T21:55:43.099" v="2343" actId="478"/>
          <ac:cxnSpMkLst>
            <pc:docMk/>
            <pc:sldMk cId="4285834830" sldId="783"/>
            <ac:cxnSpMk id="101" creationId="{3F8F69B2-C867-D947-7BD9-1B1509DCDDC1}"/>
          </ac:cxnSpMkLst>
        </pc:cxnChg>
        <pc:cxnChg chg="del">
          <ac:chgData name="Palit, Tapti" userId="dec6fbcd-7598-406a-8cbf-504d4a3bac15" providerId="ADAL" clId="{ECD42228-5B96-4A72-B268-C46DF994E6B7}" dt="2024-01-14T21:57:14.062" v="2350" actId="478"/>
          <ac:cxnSpMkLst>
            <pc:docMk/>
            <pc:sldMk cId="4285834830" sldId="783"/>
            <ac:cxnSpMk id="104" creationId="{06A0880A-F800-0BB7-E472-E2F271DC968B}"/>
          </ac:cxnSpMkLst>
        </pc:cxnChg>
        <pc:cxnChg chg="del">
          <ac:chgData name="Palit, Tapti" userId="dec6fbcd-7598-406a-8cbf-504d4a3bac15" providerId="ADAL" clId="{ECD42228-5B96-4A72-B268-C46DF994E6B7}" dt="2024-01-14T21:57:14.062" v="2350" actId="478"/>
          <ac:cxnSpMkLst>
            <pc:docMk/>
            <pc:sldMk cId="4285834830" sldId="783"/>
            <ac:cxnSpMk id="106" creationId="{692B74FA-209A-59D8-EF7A-BA9F9395D9D3}"/>
          </ac:cxnSpMkLst>
        </pc:cxnChg>
        <pc:cxnChg chg="del">
          <ac:chgData name="Palit, Tapti" userId="dec6fbcd-7598-406a-8cbf-504d4a3bac15" providerId="ADAL" clId="{ECD42228-5B96-4A72-B268-C46DF994E6B7}" dt="2024-01-14T21:57:14.062" v="2350" actId="478"/>
          <ac:cxnSpMkLst>
            <pc:docMk/>
            <pc:sldMk cId="4285834830" sldId="783"/>
            <ac:cxnSpMk id="113" creationId="{E694666E-8523-03E0-7BC1-09B8904E3062}"/>
          </ac:cxnSpMkLst>
        </pc:cxnChg>
      </pc:sldChg>
      <pc:sldChg chg="modSp add del mod modClrScheme chgLayout">
        <pc:chgData name="Palit, Tapti" userId="dec6fbcd-7598-406a-8cbf-504d4a3bac15" providerId="ADAL" clId="{ECD42228-5B96-4A72-B268-C46DF994E6B7}" dt="2024-01-14T20:14:22.374" v="553" actId="47"/>
        <pc:sldMkLst>
          <pc:docMk/>
          <pc:sldMk cId="2845747894" sldId="784"/>
        </pc:sldMkLst>
        <pc:spChg chg="mod ord">
          <ac:chgData name="Palit, Tapti" userId="dec6fbcd-7598-406a-8cbf-504d4a3bac15" providerId="ADAL" clId="{ECD42228-5B96-4A72-B268-C46DF994E6B7}" dt="2024-01-14T19:33:54.722" v="487" actId="700"/>
          <ac:spMkLst>
            <pc:docMk/>
            <pc:sldMk cId="2845747894" sldId="784"/>
            <ac:spMk id="2" creationId="{43307816-7BFB-322B-7DF4-0CFEEE31BD9E}"/>
          </ac:spMkLst>
        </pc:spChg>
        <pc:spChg chg="mod ord">
          <ac:chgData name="Palit, Tapti" userId="dec6fbcd-7598-406a-8cbf-504d4a3bac15" providerId="ADAL" clId="{ECD42228-5B96-4A72-B268-C46DF994E6B7}" dt="2024-01-14T19:33:54.722" v="487" actId="700"/>
          <ac:spMkLst>
            <pc:docMk/>
            <pc:sldMk cId="2845747894" sldId="784"/>
            <ac:spMk id="4" creationId="{6227F2ED-404E-7843-3C5A-1A723AFD086C}"/>
          </ac:spMkLst>
        </pc:spChg>
        <pc:spChg chg="mod">
          <ac:chgData name="Palit, Tapti" userId="dec6fbcd-7598-406a-8cbf-504d4a3bac15" providerId="ADAL" clId="{ECD42228-5B96-4A72-B268-C46DF994E6B7}" dt="2024-01-14T20:12:53.857" v="539" actId="1076"/>
          <ac:spMkLst>
            <pc:docMk/>
            <pc:sldMk cId="2845747894" sldId="784"/>
            <ac:spMk id="7" creationId="{B3118DC6-8D31-BB2B-F7E7-8F14A04E4759}"/>
          </ac:spMkLst>
        </pc:spChg>
        <pc:spChg chg="mod">
          <ac:chgData name="Palit, Tapti" userId="dec6fbcd-7598-406a-8cbf-504d4a3bac15" providerId="ADAL" clId="{ECD42228-5B96-4A72-B268-C46DF994E6B7}" dt="2024-01-14T20:13:03.320" v="541" actId="1076"/>
          <ac:spMkLst>
            <pc:docMk/>
            <pc:sldMk cId="2845747894" sldId="784"/>
            <ac:spMk id="8" creationId="{2C4D375D-3E29-0DB5-68EF-64CCE376569C}"/>
          </ac:spMkLst>
        </pc:spChg>
        <pc:spChg chg="mod">
          <ac:chgData name="Palit, Tapti" userId="dec6fbcd-7598-406a-8cbf-504d4a3bac15" providerId="ADAL" clId="{ECD42228-5B96-4A72-B268-C46DF994E6B7}" dt="2024-01-14T20:13:08.113" v="542" actId="1076"/>
          <ac:spMkLst>
            <pc:docMk/>
            <pc:sldMk cId="2845747894" sldId="784"/>
            <ac:spMk id="9" creationId="{BFA6F52C-0219-E685-DB28-87A1A69F4C30}"/>
          </ac:spMkLst>
        </pc:spChg>
        <pc:spChg chg="mod">
          <ac:chgData name="Palit, Tapti" userId="dec6fbcd-7598-406a-8cbf-504d4a3bac15" providerId="ADAL" clId="{ECD42228-5B96-4A72-B268-C46DF994E6B7}" dt="2024-01-14T20:13:10.784" v="543" actId="1076"/>
          <ac:spMkLst>
            <pc:docMk/>
            <pc:sldMk cId="2845747894" sldId="784"/>
            <ac:spMk id="10" creationId="{F33C5856-D54D-7847-C899-B8C45FC2C80E}"/>
          </ac:spMkLst>
        </pc:spChg>
        <pc:spChg chg="mod">
          <ac:chgData name="Palit, Tapti" userId="dec6fbcd-7598-406a-8cbf-504d4a3bac15" providerId="ADAL" clId="{ECD42228-5B96-4A72-B268-C46DF994E6B7}" dt="2024-01-14T20:13:24.802" v="547" actId="14100"/>
          <ac:spMkLst>
            <pc:docMk/>
            <pc:sldMk cId="2845747894" sldId="784"/>
            <ac:spMk id="11" creationId="{7325C5C9-25DA-D42D-4776-3A8282C386CD}"/>
          </ac:spMkLst>
        </pc:spChg>
        <pc:spChg chg="mod">
          <ac:chgData name="Palit, Tapti" userId="dec6fbcd-7598-406a-8cbf-504d4a3bac15" providerId="ADAL" clId="{ECD42228-5B96-4A72-B268-C46DF994E6B7}" dt="2024-01-14T20:13:21.468" v="546" actId="1076"/>
          <ac:spMkLst>
            <pc:docMk/>
            <pc:sldMk cId="2845747894" sldId="784"/>
            <ac:spMk id="12" creationId="{872B8558-E42F-8D8C-7E34-39D57AED5BEC}"/>
          </ac:spMkLst>
        </pc:spChg>
        <pc:spChg chg="mod">
          <ac:chgData name="Palit, Tapti" userId="dec6fbcd-7598-406a-8cbf-504d4a3bac15" providerId="ADAL" clId="{ECD42228-5B96-4A72-B268-C46DF994E6B7}" dt="2024-01-14T20:13:41.755" v="551" actId="14100"/>
          <ac:spMkLst>
            <pc:docMk/>
            <pc:sldMk cId="2845747894" sldId="784"/>
            <ac:spMk id="14" creationId="{6F866D0F-1452-D02C-7949-C95EC7C93DD5}"/>
          </ac:spMkLst>
        </pc:spChg>
        <pc:spChg chg="mod">
          <ac:chgData name="Palit, Tapti" userId="dec6fbcd-7598-406a-8cbf-504d4a3bac15" providerId="ADAL" clId="{ECD42228-5B96-4A72-B268-C46DF994E6B7}" dt="2024-01-14T20:13:38.408" v="550" actId="1076"/>
          <ac:spMkLst>
            <pc:docMk/>
            <pc:sldMk cId="2845747894" sldId="784"/>
            <ac:spMk id="15" creationId="{333811DD-A797-786E-8BA4-B695AF563655}"/>
          </ac:spMkLst>
        </pc:spChg>
        <pc:spChg chg="mod">
          <ac:chgData name="Palit, Tapti" userId="dec6fbcd-7598-406a-8cbf-504d4a3bac15" providerId="ADAL" clId="{ECD42228-5B96-4A72-B268-C46DF994E6B7}" dt="2024-01-14T20:12:58.488" v="540" actId="1076"/>
          <ac:spMkLst>
            <pc:docMk/>
            <pc:sldMk cId="2845747894" sldId="784"/>
            <ac:spMk id="18" creationId="{8D802BA6-0B8A-B10B-54E5-9FF6FB5E4BD3}"/>
          </ac:spMkLst>
        </pc:spChg>
        <pc:spChg chg="mod">
          <ac:chgData name="Palit, Tapti" userId="dec6fbcd-7598-406a-8cbf-504d4a3bac15" providerId="ADAL" clId="{ECD42228-5B96-4A72-B268-C46DF994E6B7}" dt="2024-01-14T20:13:13.743" v="544" actId="1076"/>
          <ac:spMkLst>
            <pc:docMk/>
            <pc:sldMk cId="2845747894" sldId="784"/>
            <ac:spMk id="19" creationId="{13899F3A-FF26-D649-6588-9ABAB627E77C}"/>
          </ac:spMkLst>
        </pc:spChg>
        <pc:spChg chg="mod">
          <ac:chgData name="Palit, Tapti" userId="dec6fbcd-7598-406a-8cbf-504d4a3bac15" providerId="ADAL" clId="{ECD42228-5B96-4A72-B268-C46DF994E6B7}" dt="2024-01-14T20:13:17.802" v="545" actId="1076"/>
          <ac:spMkLst>
            <pc:docMk/>
            <pc:sldMk cId="2845747894" sldId="784"/>
            <ac:spMk id="20" creationId="{821A3CD9-3827-7FA8-6537-12D73768D3A2}"/>
          </ac:spMkLst>
        </pc:spChg>
        <pc:graphicFrameChg chg="mod ord modGraphic">
          <ac:chgData name="Palit, Tapti" userId="dec6fbcd-7598-406a-8cbf-504d4a3bac15" providerId="ADAL" clId="{ECD42228-5B96-4A72-B268-C46DF994E6B7}" dt="2024-01-14T19:33:54.722" v="487" actId="700"/>
          <ac:graphicFrameMkLst>
            <pc:docMk/>
            <pc:sldMk cId="2845747894" sldId="784"/>
            <ac:graphicFrameMk id="5" creationId="{3A575547-83BE-2DB9-68F9-3B02678257AA}"/>
          </ac:graphicFrameMkLst>
        </pc:graphicFrameChg>
      </pc:sldChg>
      <pc:sldChg chg="addSp delSp modSp add del mod addCm">
        <pc:chgData name="Palit, Tapti" userId="dec6fbcd-7598-406a-8cbf-504d4a3bac15" providerId="ADAL" clId="{ECD42228-5B96-4A72-B268-C46DF994E6B7}" dt="2024-01-14T23:49:14.900" v="3784" actId="1076"/>
        <pc:sldMkLst>
          <pc:docMk/>
          <pc:sldMk cId="546818983" sldId="785"/>
        </pc:sldMkLst>
        <pc:spChg chg="mod">
          <ac:chgData name="Palit, Tapti" userId="dec6fbcd-7598-406a-8cbf-504d4a3bac15" providerId="ADAL" clId="{ECD42228-5B96-4A72-B268-C46DF994E6B7}" dt="2024-01-14T20:26:10.929" v="732"/>
          <ac:spMkLst>
            <pc:docMk/>
            <pc:sldMk cId="546818983" sldId="785"/>
            <ac:spMk id="2" creationId="{2E03E387-85FC-1C57-1069-3BDE2A1725A9}"/>
          </ac:spMkLst>
        </pc:spChg>
        <pc:spChg chg="del mod">
          <ac:chgData name="Palit, Tapti" userId="dec6fbcd-7598-406a-8cbf-504d4a3bac15" providerId="ADAL" clId="{ECD42228-5B96-4A72-B268-C46DF994E6B7}" dt="2024-01-14T21:32:32.843" v="1807" actId="478"/>
          <ac:spMkLst>
            <pc:docMk/>
            <pc:sldMk cId="546818983" sldId="785"/>
            <ac:spMk id="3" creationId="{77ED4799-638B-F20E-CCD5-F50C94CD3B9E}"/>
          </ac:spMkLst>
        </pc:spChg>
        <pc:spChg chg="mod">
          <ac:chgData name="Palit, Tapti" userId="dec6fbcd-7598-406a-8cbf-504d4a3bac15" providerId="ADAL" clId="{ECD42228-5B96-4A72-B268-C46DF994E6B7}" dt="2024-01-14T20:26:10.929" v="732"/>
          <ac:spMkLst>
            <pc:docMk/>
            <pc:sldMk cId="546818983" sldId="785"/>
            <ac:spMk id="4" creationId="{210075F3-86EF-D9A2-96FD-472D7AB0B687}"/>
          </ac:spMkLst>
        </pc:spChg>
        <pc:spChg chg="add mod">
          <ac:chgData name="Palit, Tapti" userId="dec6fbcd-7598-406a-8cbf-504d4a3bac15" providerId="ADAL" clId="{ECD42228-5B96-4A72-B268-C46DF994E6B7}" dt="2024-01-14T21:29:12.463" v="1759" actId="21"/>
          <ac:spMkLst>
            <pc:docMk/>
            <pc:sldMk cId="546818983" sldId="785"/>
            <ac:spMk id="5" creationId="{796A5EB1-6B12-72E9-5240-7550D8F20B04}"/>
          </ac:spMkLst>
        </pc:spChg>
        <pc:spChg chg="add del mod">
          <ac:chgData name="Palit, Tapti" userId="dec6fbcd-7598-406a-8cbf-504d4a3bac15" providerId="ADAL" clId="{ECD42228-5B96-4A72-B268-C46DF994E6B7}" dt="2024-01-14T21:32:38.892" v="1808" actId="478"/>
          <ac:spMkLst>
            <pc:docMk/>
            <pc:sldMk cId="546818983" sldId="785"/>
            <ac:spMk id="6" creationId="{1FE5DAC0-47A8-77A6-3164-AC7AD4E03020}"/>
          </ac:spMkLst>
        </pc:spChg>
        <pc:spChg chg="add del mod">
          <ac:chgData name="Palit, Tapti" userId="dec6fbcd-7598-406a-8cbf-504d4a3bac15" providerId="ADAL" clId="{ECD42228-5B96-4A72-B268-C46DF994E6B7}" dt="2024-01-14T21:32:38.892" v="1808" actId="478"/>
          <ac:spMkLst>
            <pc:docMk/>
            <pc:sldMk cId="546818983" sldId="785"/>
            <ac:spMk id="7" creationId="{0B94641A-9700-79D5-9107-90F15D463644}"/>
          </ac:spMkLst>
        </pc:spChg>
        <pc:spChg chg="add del mod">
          <ac:chgData name="Palit, Tapti" userId="dec6fbcd-7598-406a-8cbf-504d4a3bac15" providerId="ADAL" clId="{ECD42228-5B96-4A72-B268-C46DF994E6B7}" dt="2024-01-14T21:32:38.892" v="1808" actId="478"/>
          <ac:spMkLst>
            <pc:docMk/>
            <pc:sldMk cId="546818983" sldId="785"/>
            <ac:spMk id="8" creationId="{D66EF178-BE79-3C1D-0CB8-761E29262D4E}"/>
          </ac:spMkLst>
        </pc:spChg>
        <pc:spChg chg="add del mod">
          <ac:chgData name="Palit, Tapti" userId="dec6fbcd-7598-406a-8cbf-504d4a3bac15" providerId="ADAL" clId="{ECD42228-5B96-4A72-B268-C46DF994E6B7}" dt="2024-01-14T21:32:38.892" v="1808" actId="478"/>
          <ac:spMkLst>
            <pc:docMk/>
            <pc:sldMk cId="546818983" sldId="785"/>
            <ac:spMk id="9" creationId="{DC566193-3BF0-911C-EEBE-0A2C235657B3}"/>
          </ac:spMkLst>
        </pc:spChg>
        <pc:spChg chg="add del mod">
          <ac:chgData name="Palit, Tapti" userId="dec6fbcd-7598-406a-8cbf-504d4a3bac15" providerId="ADAL" clId="{ECD42228-5B96-4A72-B268-C46DF994E6B7}" dt="2024-01-14T21:32:38.892" v="1808" actId="478"/>
          <ac:spMkLst>
            <pc:docMk/>
            <pc:sldMk cId="546818983" sldId="785"/>
            <ac:spMk id="10" creationId="{BE38ED83-1ACF-E3C1-B5FE-67D1D629A8EC}"/>
          </ac:spMkLst>
        </pc:spChg>
        <pc:spChg chg="add del mod">
          <ac:chgData name="Palit, Tapti" userId="dec6fbcd-7598-406a-8cbf-504d4a3bac15" providerId="ADAL" clId="{ECD42228-5B96-4A72-B268-C46DF994E6B7}" dt="2024-01-14T21:32:38.892" v="1808" actId="478"/>
          <ac:spMkLst>
            <pc:docMk/>
            <pc:sldMk cId="546818983" sldId="785"/>
            <ac:spMk id="11" creationId="{A61A418C-598A-2789-D0D9-887944A70DC5}"/>
          </ac:spMkLst>
        </pc:spChg>
        <pc:spChg chg="add del mod">
          <ac:chgData name="Palit, Tapti" userId="dec6fbcd-7598-406a-8cbf-504d4a3bac15" providerId="ADAL" clId="{ECD42228-5B96-4A72-B268-C46DF994E6B7}" dt="2024-01-14T21:32:38.892" v="1808" actId="478"/>
          <ac:spMkLst>
            <pc:docMk/>
            <pc:sldMk cId="546818983" sldId="785"/>
            <ac:spMk id="12" creationId="{5E9E07E8-CBAF-810F-342A-02E937C0F585}"/>
          </ac:spMkLst>
        </pc:spChg>
        <pc:spChg chg="add del mod">
          <ac:chgData name="Palit, Tapti" userId="dec6fbcd-7598-406a-8cbf-504d4a3bac15" providerId="ADAL" clId="{ECD42228-5B96-4A72-B268-C46DF994E6B7}" dt="2024-01-14T21:32:38.892" v="1808" actId="478"/>
          <ac:spMkLst>
            <pc:docMk/>
            <pc:sldMk cId="546818983" sldId="785"/>
            <ac:spMk id="13" creationId="{D416EDCB-0B14-5F9C-DBBC-81FE6BA2816B}"/>
          </ac:spMkLst>
        </pc:spChg>
        <pc:spChg chg="add del mod">
          <ac:chgData name="Palit, Tapti" userId="dec6fbcd-7598-406a-8cbf-504d4a3bac15" providerId="ADAL" clId="{ECD42228-5B96-4A72-B268-C46DF994E6B7}" dt="2024-01-14T21:32:38.892" v="1808" actId="478"/>
          <ac:spMkLst>
            <pc:docMk/>
            <pc:sldMk cId="546818983" sldId="785"/>
            <ac:spMk id="14" creationId="{1BFF32E7-753C-E403-6F56-1A99BA583826}"/>
          </ac:spMkLst>
        </pc:spChg>
        <pc:spChg chg="add del mod">
          <ac:chgData name="Palit, Tapti" userId="dec6fbcd-7598-406a-8cbf-504d4a3bac15" providerId="ADAL" clId="{ECD42228-5B96-4A72-B268-C46DF994E6B7}" dt="2024-01-14T21:32:38.892" v="1808" actId="478"/>
          <ac:spMkLst>
            <pc:docMk/>
            <pc:sldMk cId="546818983" sldId="785"/>
            <ac:spMk id="15" creationId="{4985DD96-24CA-A47E-490B-1E0D4FF988B5}"/>
          </ac:spMkLst>
        </pc:spChg>
        <pc:spChg chg="add del mod">
          <ac:chgData name="Palit, Tapti" userId="dec6fbcd-7598-406a-8cbf-504d4a3bac15" providerId="ADAL" clId="{ECD42228-5B96-4A72-B268-C46DF994E6B7}" dt="2024-01-14T21:32:38.892" v="1808" actId="478"/>
          <ac:spMkLst>
            <pc:docMk/>
            <pc:sldMk cId="546818983" sldId="785"/>
            <ac:spMk id="16" creationId="{C34981CF-1C25-4C2C-EE6B-6365EC042B74}"/>
          </ac:spMkLst>
        </pc:spChg>
        <pc:spChg chg="add del mod">
          <ac:chgData name="Palit, Tapti" userId="dec6fbcd-7598-406a-8cbf-504d4a3bac15" providerId="ADAL" clId="{ECD42228-5B96-4A72-B268-C46DF994E6B7}" dt="2024-01-14T21:32:38.892" v="1808" actId="478"/>
          <ac:spMkLst>
            <pc:docMk/>
            <pc:sldMk cId="546818983" sldId="785"/>
            <ac:spMk id="17" creationId="{41AFEFA9-9E7F-AF64-0994-27EA482B0A35}"/>
          </ac:spMkLst>
        </pc:spChg>
        <pc:spChg chg="add del mod">
          <ac:chgData name="Palit, Tapti" userId="dec6fbcd-7598-406a-8cbf-504d4a3bac15" providerId="ADAL" clId="{ECD42228-5B96-4A72-B268-C46DF994E6B7}" dt="2024-01-14T21:32:38.892" v="1808" actId="478"/>
          <ac:spMkLst>
            <pc:docMk/>
            <pc:sldMk cId="546818983" sldId="785"/>
            <ac:spMk id="18" creationId="{F8EF4FAE-7A96-B252-41D4-EE5C8D00E74C}"/>
          </ac:spMkLst>
        </pc:spChg>
        <pc:spChg chg="add del mod">
          <ac:chgData name="Palit, Tapti" userId="dec6fbcd-7598-406a-8cbf-504d4a3bac15" providerId="ADAL" clId="{ECD42228-5B96-4A72-B268-C46DF994E6B7}" dt="2024-01-14T21:32:38.892" v="1808" actId="478"/>
          <ac:spMkLst>
            <pc:docMk/>
            <pc:sldMk cId="546818983" sldId="785"/>
            <ac:spMk id="19" creationId="{39DCE3E0-8E78-E688-5FE9-25132C3656E6}"/>
          </ac:spMkLst>
        </pc:spChg>
        <pc:spChg chg="add del mod">
          <ac:chgData name="Palit, Tapti" userId="dec6fbcd-7598-406a-8cbf-504d4a3bac15" providerId="ADAL" clId="{ECD42228-5B96-4A72-B268-C46DF994E6B7}" dt="2024-01-14T21:42:12.416" v="2170" actId="478"/>
          <ac:spMkLst>
            <pc:docMk/>
            <pc:sldMk cId="546818983" sldId="785"/>
            <ac:spMk id="26" creationId="{575621BB-809F-9C84-36D7-3D877F921386}"/>
          </ac:spMkLst>
        </pc:spChg>
        <pc:spChg chg="add mod">
          <ac:chgData name="Palit, Tapti" userId="dec6fbcd-7598-406a-8cbf-504d4a3bac15" providerId="ADAL" clId="{ECD42228-5B96-4A72-B268-C46DF994E6B7}" dt="2024-01-14T23:49:10.740" v="3783" actId="14100"/>
          <ac:spMkLst>
            <pc:docMk/>
            <pc:sldMk cId="546818983" sldId="785"/>
            <ac:spMk id="27" creationId="{9922EC33-5AAF-3693-217D-7DF74A9CF2B8}"/>
          </ac:spMkLst>
        </pc:spChg>
        <pc:spChg chg="add mod">
          <ac:chgData name="Palit, Tapti" userId="dec6fbcd-7598-406a-8cbf-504d4a3bac15" providerId="ADAL" clId="{ECD42228-5B96-4A72-B268-C46DF994E6B7}" dt="2024-01-14T23:49:14.900" v="3784" actId="1076"/>
          <ac:spMkLst>
            <pc:docMk/>
            <pc:sldMk cId="546818983" sldId="785"/>
            <ac:spMk id="28" creationId="{0FBDA0F7-7F84-1FAC-46CE-9C7C7924136E}"/>
          </ac:spMkLst>
        </pc:spChg>
        <pc:spChg chg="add mod">
          <ac:chgData name="Palit, Tapti" userId="dec6fbcd-7598-406a-8cbf-504d4a3bac15" providerId="ADAL" clId="{ECD42228-5B96-4A72-B268-C46DF994E6B7}" dt="2024-01-14T21:55:09.093" v="2335" actId="255"/>
          <ac:spMkLst>
            <pc:docMk/>
            <pc:sldMk cId="546818983" sldId="785"/>
            <ac:spMk id="29" creationId="{0ACEB3C4-E182-F42A-FD82-C7E1340DD161}"/>
          </ac:spMkLst>
        </pc:spChg>
        <pc:cxnChg chg="add del mod">
          <ac:chgData name="Palit, Tapti" userId="dec6fbcd-7598-406a-8cbf-504d4a3bac15" providerId="ADAL" clId="{ECD42228-5B96-4A72-B268-C46DF994E6B7}" dt="2024-01-14T21:32:38.892" v="1808" actId="478"/>
          <ac:cxnSpMkLst>
            <pc:docMk/>
            <pc:sldMk cId="546818983" sldId="785"/>
            <ac:cxnSpMk id="20" creationId="{E4ED77A7-479A-3877-7F5D-133BEF4039CE}"/>
          </ac:cxnSpMkLst>
        </pc:cxnChg>
        <pc:cxnChg chg="add del mod">
          <ac:chgData name="Palit, Tapti" userId="dec6fbcd-7598-406a-8cbf-504d4a3bac15" providerId="ADAL" clId="{ECD42228-5B96-4A72-B268-C46DF994E6B7}" dt="2024-01-14T21:32:38.892" v="1808" actId="478"/>
          <ac:cxnSpMkLst>
            <pc:docMk/>
            <pc:sldMk cId="546818983" sldId="785"/>
            <ac:cxnSpMk id="21" creationId="{4C5E8B4E-AF74-AD0C-48B5-B0A5F9642933}"/>
          </ac:cxnSpMkLst>
        </pc:cxnChg>
        <pc:cxnChg chg="add del mod">
          <ac:chgData name="Palit, Tapti" userId="dec6fbcd-7598-406a-8cbf-504d4a3bac15" providerId="ADAL" clId="{ECD42228-5B96-4A72-B268-C46DF994E6B7}" dt="2024-01-14T21:32:38.892" v="1808" actId="478"/>
          <ac:cxnSpMkLst>
            <pc:docMk/>
            <pc:sldMk cId="546818983" sldId="785"/>
            <ac:cxnSpMk id="22" creationId="{6ADEDA0A-85D2-A38C-B68E-BE92D4061B07}"/>
          </ac:cxnSpMkLst>
        </pc:cxnChg>
        <pc:cxnChg chg="add del mod">
          <ac:chgData name="Palit, Tapti" userId="dec6fbcd-7598-406a-8cbf-504d4a3bac15" providerId="ADAL" clId="{ECD42228-5B96-4A72-B268-C46DF994E6B7}" dt="2024-01-14T21:32:38.892" v="1808" actId="478"/>
          <ac:cxnSpMkLst>
            <pc:docMk/>
            <pc:sldMk cId="546818983" sldId="785"/>
            <ac:cxnSpMk id="23" creationId="{CC63BAAE-DBA1-CB68-054E-3D64BABFA4EF}"/>
          </ac:cxnSpMkLst>
        </pc:cxnChg>
        <pc:cxnChg chg="add del mod">
          <ac:chgData name="Palit, Tapti" userId="dec6fbcd-7598-406a-8cbf-504d4a3bac15" providerId="ADAL" clId="{ECD42228-5B96-4A72-B268-C46DF994E6B7}" dt="2024-01-14T21:32:38.892" v="1808" actId="478"/>
          <ac:cxnSpMkLst>
            <pc:docMk/>
            <pc:sldMk cId="546818983" sldId="785"/>
            <ac:cxnSpMk id="24" creationId="{9BC29CBA-9B2D-E435-D762-3B771882C093}"/>
          </ac:cxnSpMkLst>
        </pc:cxnChg>
        <pc:cxnChg chg="add del mod">
          <ac:chgData name="Palit, Tapti" userId="dec6fbcd-7598-406a-8cbf-504d4a3bac15" providerId="ADAL" clId="{ECD42228-5B96-4A72-B268-C46DF994E6B7}" dt="2024-01-14T21:32:38.892" v="1808" actId="478"/>
          <ac:cxnSpMkLst>
            <pc:docMk/>
            <pc:sldMk cId="546818983" sldId="785"/>
            <ac:cxnSpMk id="25" creationId="{FBD13CD6-A3C4-7FDA-6EC4-F0E28A9A7A42}"/>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35:46.568" v="1818"/>
              <pc2:cmMkLst xmlns:pc2="http://schemas.microsoft.com/office/powerpoint/2019/9/main/command">
                <pc:docMk/>
                <pc:sldMk cId="546818983" sldId="785"/>
                <pc2:cmMk id="{760B0F64-E541-4389-A501-C401A0C2EAEA}"/>
              </pc2:cmMkLst>
            </pc226:cmChg>
          </p:ext>
        </pc:extLst>
      </pc:sldChg>
      <pc:sldChg chg="modSp add del">
        <pc:chgData name="Palit, Tapti" userId="dec6fbcd-7598-406a-8cbf-504d4a3bac15" providerId="ADAL" clId="{ECD42228-5B96-4A72-B268-C46DF994E6B7}" dt="2024-01-14T20:49:50.299" v="1345" actId="47"/>
        <pc:sldMkLst>
          <pc:docMk/>
          <pc:sldMk cId="1902375427" sldId="786"/>
        </pc:sldMkLst>
        <pc:spChg chg="mod">
          <ac:chgData name="Palit, Tapti" userId="dec6fbcd-7598-406a-8cbf-504d4a3bac15" providerId="ADAL" clId="{ECD42228-5B96-4A72-B268-C46DF994E6B7}" dt="2024-01-14T20:26:10.929" v="732"/>
          <ac:spMkLst>
            <pc:docMk/>
            <pc:sldMk cId="1902375427" sldId="786"/>
            <ac:spMk id="2" creationId="{B0220BC7-5BAF-BDA2-FFD9-D369C4E41F22}"/>
          </ac:spMkLst>
        </pc:spChg>
        <pc:spChg chg="mod">
          <ac:chgData name="Palit, Tapti" userId="dec6fbcd-7598-406a-8cbf-504d4a3bac15" providerId="ADAL" clId="{ECD42228-5B96-4A72-B268-C46DF994E6B7}" dt="2024-01-14T20:26:10.929" v="732"/>
          <ac:spMkLst>
            <pc:docMk/>
            <pc:sldMk cId="1902375427" sldId="786"/>
            <ac:spMk id="3" creationId="{20EC6A85-3DD1-C95B-2523-4AD8325C2AF2}"/>
          </ac:spMkLst>
        </pc:spChg>
        <pc:spChg chg="mod">
          <ac:chgData name="Palit, Tapti" userId="dec6fbcd-7598-406a-8cbf-504d4a3bac15" providerId="ADAL" clId="{ECD42228-5B96-4A72-B268-C46DF994E6B7}" dt="2024-01-14T20:26:10.929" v="732"/>
          <ac:spMkLst>
            <pc:docMk/>
            <pc:sldMk cId="1902375427" sldId="786"/>
            <ac:spMk id="4" creationId="{0CE59B36-29FD-21E2-620B-B9510B6A50EE}"/>
          </ac:spMkLst>
        </pc:spChg>
      </pc:sldChg>
      <pc:sldChg chg="addSp delSp modSp add del mod">
        <pc:chgData name="Palit, Tapti" userId="dec6fbcd-7598-406a-8cbf-504d4a3bac15" providerId="ADAL" clId="{ECD42228-5B96-4A72-B268-C46DF994E6B7}" dt="2024-01-14T23:32:18.487" v="3256" actId="47"/>
        <pc:sldMkLst>
          <pc:docMk/>
          <pc:sldMk cId="988983915" sldId="787"/>
        </pc:sldMkLst>
        <pc:spChg chg="mod">
          <ac:chgData name="Palit, Tapti" userId="dec6fbcd-7598-406a-8cbf-504d4a3bac15" providerId="ADAL" clId="{ECD42228-5B96-4A72-B268-C46DF994E6B7}" dt="2024-01-14T20:26:10.929" v="732"/>
          <ac:spMkLst>
            <pc:docMk/>
            <pc:sldMk cId="988983915" sldId="787"/>
            <ac:spMk id="2" creationId="{80ACFC51-CA2B-1477-DFCF-8A384F61F51C}"/>
          </ac:spMkLst>
        </pc:spChg>
        <pc:spChg chg="del mod">
          <ac:chgData name="Palit, Tapti" userId="dec6fbcd-7598-406a-8cbf-504d4a3bac15" providerId="ADAL" clId="{ECD42228-5B96-4A72-B268-C46DF994E6B7}" dt="2024-01-14T23:16:23.055" v="3249" actId="478"/>
          <ac:spMkLst>
            <pc:docMk/>
            <pc:sldMk cId="988983915" sldId="787"/>
            <ac:spMk id="3" creationId="{8D1C862C-042B-A7A5-8E88-1EBEA7AF6498}"/>
          </ac:spMkLst>
        </pc:spChg>
        <pc:spChg chg="mod">
          <ac:chgData name="Palit, Tapti" userId="dec6fbcd-7598-406a-8cbf-504d4a3bac15" providerId="ADAL" clId="{ECD42228-5B96-4A72-B268-C46DF994E6B7}" dt="2024-01-14T20:26:10.929" v="732"/>
          <ac:spMkLst>
            <pc:docMk/>
            <pc:sldMk cId="988983915" sldId="787"/>
            <ac:spMk id="4" creationId="{82D601BB-FEA5-65C1-40EB-B181A1A5BE9A}"/>
          </ac:spMkLst>
        </pc:spChg>
        <pc:spChg chg="del mod">
          <ac:chgData name="Palit, Tapti" userId="dec6fbcd-7598-406a-8cbf-504d4a3bac15" providerId="ADAL" clId="{ECD42228-5B96-4A72-B268-C46DF994E6B7}" dt="2024-01-14T22:42:37.833" v="2544" actId="478"/>
          <ac:spMkLst>
            <pc:docMk/>
            <pc:sldMk cId="988983915" sldId="787"/>
            <ac:spMk id="5" creationId="{F527A236-83E1-F42B-F54D-6600F83F25FD}"/>
          </ac:spMkLst>
        </pc:spChg>
        <pc:spChg chg="del mod">
          <ac:chgData name="Palit, Tapti" userId="dec6fbcd-7598-406a-8cbf-504d4a3bac15" providerId="ADAL" clId="{ECD42228-5B96-4A72-B268-C46DF994E6B7}" dt="2024-01-14T22:42:37.833" v="2544" actId="478"/>
          <ac:spMkLst>
            <pc:docMk/>
            <pc:sldMk cId="988983915" sldId="787"/>
            <ac:spMk id="6" creationId="{234656E3-9087-8771-0E1B-86CAC5A44C60}"/>
          </ac:spMkLst>
        </pc:spChg>
        <pc:spChg chg="add mod">
          <ac:chgData name="Palit, Tapti" userId="dec6fbcd-7598-406a-8cbf-504d4a3bac15" providerId="ADAL" clId="{ECD42228-5B96-4A72-B268-C46DF994E6B7}" dt="2024-01-14T22:45:28.943" v="2701" actId="14100"/>
          <ac:spMkLst>
            <pc:docMk/>
            <pc:sldMk cId="988983915" sldId="787"/>
            <ac:spMk id="7" creationId="{81525AB4-4819-3FA8-6040-4CA5D749B0A0}"/>
          </ac:spMkLst>
        </pc:spChg>
        <pc:spChg chg="add del mod">
          <ac:chgData name="Palit, Tapti" userId="dec6fbcd-7598-406a-8cbf-504d4a3bac15" providerId="ADAL" clId="{ECD42228-5B96-4A72-B268-C46DF994E6B7}" dt="2024-01-14T23:16:19.629" v="3248" actId="478"/>
          <ac:spMkLst>
            <pc:docMk/>
            <pc:sldMk cId="988983915" sldId="787"/>
            <ac:spMk id="8" creationId="{D956560E-6111-1564-D74D-164714684491}"/>
          </ac:spMkLst>
        </pc:spChg>
        <pc:spChg chg="del mod">
          <ac:chgData name="Palit, Tapti" userId="dec6fbcd-7598-406a-8cbf-504d4a3bac15" providerId="ADAL" clId="{ECD42228-5B96-4A72-B268-C46DF994E6B7}" dt="2024-01-14T22:42:37.833" v="2544" actId="478"/>
          <ac:spMkLst>
            <pc:docMk/>
            <pc:sldMk cId="988983915" sldId="787"/>
            <ac:spMk id="12" creationId="{9AF8EAC8-CC13-2B0F-83F9-164AAB11BB54}"/>
          </ac:spMkLst>
        </pc:spChg>
        <pc:spChg chg="del mod">
          <ac:chgData name="Palit, Tapti" userId="dec6fbcd-7598-406a-8cbf-504d4a3bac15" providerId="ADAL" clId="{ECD42228-5B96-4A72-B268-C46DF994E6B7}" dt="2024-01-14T22:42:37.833" v="2544" actId="478"/>
          <ac:spMkLst>
            <pc:docMk/>
            <pc:sldMk cId="988983915" sldId="787"/>
            <ac:spMk id="13" creationId="{067D7771-D965-6A51-B64B-D59052FDB570}"/>
          </ac:spMkLst>
        </pc:spChg>
        <pc:spChg chg="add del mod">
          <ac:chgData name="Palit, Tapti" userId="dec6fbcd-7598-406a-8cbf-504d4a3bac15" providerId="ADAL" clId="{ECD42228-5B96-4A72-B268-C46DF994E6B7}" dt="2024-01-14T23:01:59.134" v="2935" actId="478"/>
          <ac:spMkLst>
            <pc:docMk/>
            <pc:sldMk cId="988983915" sldId="787"/>
            <ac:spMk id="16" creationId="{273FDC44-F8B6-D34D-0015-FA14BCD37E0C}"/>
          </ac:spMkLst>
        </pc:spChg>
        <pc:spChg chg="del mod">
          <ac:chgData name="Palit, Tapti" userId="dec6fbcd-7598-406a-8cbf-504d4a3bac15" providerId="ADAL" clId="{ECD42228-5B96-4A72-B268-C46DF994E6B7}" dt="2024-01-14T22:42:37.833" v="2544" actId="478"/>
          <ac:spMkLst>
            <pc:docMk/>
            <pc:sldMk cId="988983915" sldId="787"/>
            <ac:spMk id="19" creationId="{3C27A491-E440-5533-E46C-1C01161FDB9C}"/>
          </ac:spMkLst>
        </pc:spChg>
        <pc:spChg chg="add mod">
          <ac:chgData name="Palit, Tapti" userId="dec6fbcd-7598-406a-8cbf-504d4a3bac15" providerId="ADAL" clId="{ECD42228-5B96-4A72-B268-C46DF994E6B7}" dt="2024-01-14T23:16:23.055" v="3249" actId="478"/>
          <ac:spMkLst>
            <pc:docMk/>
            <pc:sldMk cId="988983915" sldId="787"/>
            <ac:spMk id="20" creationId="{3BD51B2E-401A-A99C-4119-3209452199A5}"/>
          </ac:spMkLst>
        </pc:spChg>
        <pc:spChg chg="add mod">
          <ac:chgData name="Palit, Tapti" userId="dec6fbcd-7598-406a-8cbf-504d4a3bac15" providerId="ADAL" clId="{ECD42228-5B96-4A72-B268-C46DF994E6B7}" dt="2024-01-14T23:30:23.339" v="3252" actId="14100"/>
          <ac:spMkLst>
            <pc:docMk/>
            <pc:sldMk cId="988983915" sldId="787"/>
            <ac:spMk id="21" creationId="{142B5E27-9E4F-D037-60A5-CF4A84DCB097}"/>
          </ac:spMkLst>
        </pc:spChg>
        <pc:cxnChg chg="add del mod">
          <ac:chgData name="Palit, Tapti" userId="dec6fbcd-7598-406a-8cbf-504d4a3bac15" providerId="ADAL" clId="{ECD42228-5B96-4A72-B268-C46DF994E6B7}" dt="2024-01-14T23:01:59.134" v="2935" actId="478"/>
          <ac:cxnSpMkLst>
            <pc:docMk/>
            <pc:sldMk cId="988983915" sldId="787"/>
            <ac:cxnSpMk id="10" creationId="{BF40016E-C41A-C84F-F125-FA1EA4D7C4BB}"/>
          </ac:cxnSpMkLst>
        </pc:cxnChg>
        <pc:cxnChg chg="del mod">
          <ac:chgData name="Palit, Tapti" userId="dec6fbcd-7598-406a-8cbf-504d4a3bac15" providerId="ADAL" clId="{ECD42228-5B96-4A72-B268-C46DF994E6B7}" dt="2024-01-14T22:42:37.833" v="2544" actId="478"/>
          <ac:cxnSpMkLst>
            <pc:docMk/>
            <pc:sldMk cId="988983915" sldId="787"/>
            <ac:cxnSpMk id="11" creationId="{B2027648-5175-74ED-CD3F-0085252AE154}"/>
          </ac:cxnSpMkLst>
        </pc:cxnChg>
        <pc:cxnChg chg="del mod">
          <ac:chgData name="Palit, Tapti" userId="dec6fbcd-7598-406a-8cbf-504d4a3bac15" providerId="ADAL" clId="{ECD42228-5B96-4A72-B268-C46DF994E6B7}" dt="2024-01-14T22:42:37.833" v="2544" actId="478"/>
          <ac:cxnSpMkLst>
            <pc:docMk/>
            <pc:sldMk cId="988983915" sldId="787"/>
            <ac:cxnSpMk id="14" creationId="{E858E899-6A36-B255-6D51-6EAABDA05A47}"/>
          </ac:cxnSpMkLst>
        </pc:cxnChg>
        <pc:cxnChg chg="del mod">
          <ac:chgData name="Palit, Tapti" userId="dec6fbcd-7598-406a-8cbf-504d4a3bac15" providerId="ADAL" clId="{ECD42228-5B96-4A72-B268-C46DF994E6B7}" dt="2024-01-14T22:42:37.833" v="2544" actId="478"/>
          <ac:cxnSpMkLst>
            <pc:docMk/>
            <pc:sldMk cId="988983915" sldId="787"/>
            <ac:cxnSpMk id="23" creationId="{09D9FF2D-319C-7791-96ED-5152151DB5B3}"/>
          </ac:cxnSpMkLst>
        </pc:cxnChg>
      </pc:sldChg>
      <pc:sldChg chg="addSp delSp modSp add del mod addCm">
        <pc:chgData name="Palit, Tapti" userId="dec6fbcd-7598-406a-8cbf-504d4a3bac15" providerId="ADAL" clId="{ECD42228-5B96-4A72-B268-C46DF994E6B7}" dt="2024-01-14T23:34:39.321" v="3301"/>
        <pc:sldMkLst>
          <pc:docMk/>
          <pc:sldMk cId="4219876786" sldId="788"/>
        </pc:sldMkLst>
        <pc:spChg chg="mod">
          <ac:chgData name="Palit, Tapti" userId="dec6fbcd-7598-406a-8cbf-504d4a3bac15" providerId="ADAL" clId="{ECD42228-5B96-4A72-B268-C46DF994E6B7}" dt="2024-01-14T23:15:46.316" v="3247" actId="20577"/>
          <ac:spMkLst>
            <pc:docMk/>
            <pc:sldMk cId="4219876786" sldId="788"/>
            <ac:spMk id="2" creationId="{80ACFC51-CA2B-1477-DFCF-8A384F61F51C}"/>
          </ac:spMkLst>
        </pc:spChg>
        <pc:spChg chg="mod">
          <ac:chgData name="Palit, Tapti" userId="dec6fbcd-7598-406a-8cbf-504d4a3bac15" providerId="ADAL" clId="{ECD42228-5B96-4A72-B268-C46DF994E6B7}" dt="2024-01-14T23:07:25.358" v="3013" actId="14100"/>
          <ac:spMkLst>
            <pc:docMk/>
            <pc:sldMk cId="4219876786" sldId="788"/>
            <ac:spMk id="3" creationId="{8D1C862C-042B-A7A5-8E88-1EBEA7AF6498}"/>
          </ac:spMkLst>
        </pc:spChg>
        <pc:spChg chg="mod">
          <ac:chgData name="Palit, Tapti" userId="dec6fbcd-7598-406a-8cbf-504d4a3bac15" providerId="ADAL" clId="{ECD42228-5B96-4A72-B268-C46DF994E6B7}" dt="2024-01-14T20:26:10.929" v="732"/>
          <ac:spMkLst>
            <pc:docMk/>
            <pc:sldMk cId="4219876786" sldId="788"/>
            <ac:spMk id="4" creationId="{82D601BB-FEA5-65C1-40EB-B181A1A5BE9A}"/>
          </ac:spMkLst>
        </pc:spChg>
        <pc:spChg chg="add del mod">
          <ac:chgData name="Palit, Tapti" userId="dec6fbcd-7598-406a-8cbf-504d4a3bac15" providerId="ADAL" clId="{ECD42228-5B96-4A72-B268-C46DF994E6B7}" dt="2024-01-14T23:00:16.416" v="2919" actId="478"/>
          <ac:spMkLst>
            <pc:docMk/>
            <pc:sldMk cId="4219876786" sldId="788"/>
            <ac:spMk id="5" creationId="{F527A236-83E1-F42B-F54D-6600F83F25FD}"/>
          </ac:spMkLst>
        </pc:spChg>
        <pc:spChg chg="add del mod">
          <ac:chgData name="Palit, Tapti" userId="dec6fbcd-7598-406a-8cbf-504d4a3bac15" providerId="ADAL" clId="{ECD42228-5B96-4A72-B268-C46DF994E6B7}" dt="2024-01-14T23:00:10.050" v="2918" actId="478"/>
          <ac:spMkLst>
            <pc:docMk/>
            <pc:sldMk cId="4219876786" sldId="788"/>
            <ac:spMk id="6" creationId="{234656E3-9087-8771-0E1B-86CAC5A44C60}"/>
          </ac:spMkLst>
        </pc:spChg>
        <pc:spChg chg="add del mod">
          <ac:chgData name="Palit, Tapti" userId="dec6fbcd-7598-406a-8cbf-504d4a3bac15" providerId="ADAL" clId="{ECD42228-5B96-4A72-B268-C46DF994E6B7}" dt="2024-01-14T23:07:12.708" v="3011" actId="1076"/>
          <ac:spMkLst>
            <pc:docMk/>
            <pc:sldMk cId="4219876786" sldId="788"/>
            <ac:spMk id="7" creationId="{1E393241-9CDB-C4F4-3107-FE8F989A26B8}"/>
          </ac:spMkLst>
        </pc:spChg>
        <pc:spChg chg="add mod">
          <ac:chgData name="Palit, Tapti" userId="dec6fbcd-7598-406a-8cbf-504d4a3bac15" providerId="ADAL" clId="{ECD42228-5B96-4A72-B268-C46DF994E6B7}" dt="2024-01-14T23:07:12.708" v="3011" actId="1076"/>
          <ac:spMkLst>
            <pc:docMk/>
            <pc:sldMk cId="4219876786" sldId="788"/>
            <ac:spMk id="8" creationId="{DFFA5300-D193-6D45-7879-4F1DFC257D93}"/>
          </ac:spMkLst>
        </pc:spChg>
        <pc:spChg chg="add mod">
          <ac:chgData name="Palit, Tapti" userId="dec6fbcd-7598-406a-8cbf-504d4a3bac15" providerId="ADAL" clId="{ECD42228-5B96-4A72-B268-C46DF994E6B7}" dt="2024-01-14T23:07:12.708" v="3011" actId="1076"/>
          <ac:spMkLst>
            <pc:docMk/>
            <pc:sldMk cId="4219876786" sldId="788"/>
            <ac:spMk id="9" creationId="{D8C205B5-CF64-312E-C645-45C267ABBEAC}"/>
          </ac:spMkLst>
        </pc:spChg>
        <pc:spChg chg="add del mod">
          <ac:chgData name="Palit, Tapti" userId="dec6fbcd-7598-406a-8cbf-504d4a3bac15" providerId="ADAL" clId="{ECD42228-5B96-4A72-B268-C46DF994E6B7}" dt="2024-01-14T23:00:16.416" v="2919" actId="478"/>
          <ac:spMkLst>
            <pc:docMk/>
            <pc:sldMk cId="4219876786" sldId="788"/>
            <ac:spMk id="12" creationId="{9AF8EAC8-CC13-2B0F-83F9-164AAB11BB54}"/>
          </ac:spMkLst>
        </pc:spChg>
        <pc:spChg chg="add del mod">
          <ac:chgData name="Palit, Tapti" userId="dec6fbcd-7598-406a-8cbf-504d4a3bac15" providerId="ADAL" clId="{ECD42228-5B96-4A72-B268-C46DF994E6B7}" dt="2024-01-14T23:00:16.416" v="2919" actId="478"/>
          <ac:spMkLst>
            <pc:docMk/>
            <pc:sldMk cId="4219876786" sldId="788"/>
            <ac:spMk id="13" creationId="{067D7771-D965-6A51-B64B-D59052FDB570}"/>
          </ac:spMkLst>
        </pc:spChg>
        <pc:spChg chg="add mod">
          <ac:chgData name="Palit, Tapti" userId="dec6fbcd-7598-406a-8cbf-504d4a3bac15" providerId="ADAL" clId="{ECD42228-5B96-4A72-B268-C46DF994E6B7}" dt="2024-01-14T23:07:12.708" v="3011" actId="1076"/>
          <ac:spMkLst>
            <pc:docMk/>
            <pc:sldMk cId="4219876786" sldId="788"/>
            <ac:spMk id="16" creationId="{00CA1014-E383-10C3-DD00-DA36A29D6AAA}"/>
          </ac:spMkLst>
        </pc:spChg>
        <pc:spChg chg="add mod">
          <ac:chgData name="Palit, Tapti" userId="dec6fbcd-7598-406a-8cbf-504d4a3bac15" providerId="ADAL" clId="{ECD42228-5B96-4A72-B268-C46DF994E6B7}" dt="2024-01-14T23:07:12.708" v="3011" actId="1076"/>
          <ac:spMkLst>
            <pc:docMk/>
            <pc:sldMk cId="4219876786" sldId="788"/>
            <ac:spMk id="18" creationId="{7AC0B150-1DC3-616E-28BF-EC98ACA52291}"/>
          </ac:spMkLst>
        </pc:spChg>
        <pc:spChg chg="add del mod">
          <ac:chgData name="Palit, Tapti" userId="dec6fbcd-7598-406a-8cbf-504d4a3bac15" providerId="ADAL" clId="{ECD42228-5B96-4A72-B268-C46DF994E6B7}" dt="2024-01-14T23:00:16.416" v="2919" actId="478"/>
          <ac:spMkLst>
            <pc:docMk/>
            <pc:sldMk cId="4219876786" sldId="788"/>
            <ac:spMk id="19" creationId="{3C27A491-E440-5533-E46C-1C01161FDB9C}"/>
          </ac:spMkLst>
        </pc:spChg>
        <pc:spChg chg="add del mod">
          <ac:chgData name="Palit, Tapti" userId="dec6fbcd-7598-406a-8cbf-504d4a3bac15" providerId="ADAL" clId="{ECD42228-5B96-4A72-B268-C46DF994E6B7}" dt="2024-01-14T23:07:12.708" v="3011" actId="1076"/>
          <ac:spMkLst>
            <pc:docMk/>
            <pc:sldMk cId="4219876786" sldId="788"/>
            <ac:spMk id="20" creationId="{2C4729B2-F50E-609D-338D-EB1EE8C30061}"/>
          </ac:spMkLst>
        </pc:spChg>
        <pc:spChg chg="add mod">
          <ac:chgData name="Palit, Tapti" userId="dec6fbcd-7598-406a-8cbf-504d4a3bac15" providerId="ADAL" clId="{ECD42228-5B96-4A72-B268-C46DF994E6B7}" dt="2024-01-14T23:07:12.708" v="3011" actId="1076"/>
          <ac:spMkLst>
            <pc:docMk/>
            <pc:sldMk cId="4219876786" sldId="788"/>
            <ac:spMk id="23" creationId="{8FC8BBF6-943B-D3C0-EFD9-99E7E67E746B}"/>
          </ac:spMkLst>
        </pc:spChg>
        <pc:spChg chg="add mod">
          <ac:chgData name="Palit, Tapti" userId="dec6fbcd-7598-406a-8cbf-504d4a3bac15" providerId="ADAL" clId="{ECD42228-5B96-4A72-B268-C46DF994E6B7}" dt="2024-01-14T23:09:46.978" v="3065" actId="20577"/>
          <ac:spMkLst>
            <pc:docMk/>
            <pc:sldMk cId="4219876786" sldId="788"/>
            <ac:spMk id="28" creationId="{BE62F6C0-EF8E-BC66-038A-E6E4F462098F}"/>
          </ac:spMkLst>
        </pc:spChg>
        <pc:cxnChg chg="add mod">
          <ac:chgData name="Palit, Tapti" userId="dec6fbcd-7598-406a-8cbf-504d4a3bac15" providerId="ADAL" clId="{ECD42228-5B96-4A72-B268-C46DF994E6B7}" dt="2024-01-14T23:07:12.708" v="3011" actId="1076"/>
          <ac:cxnSpMkLst>
            <pc:docMk/>
            <pc:sldMk cId="4219876786" sldId="788"/>
            <ac:cxnSpMk id="10" creationId="{8F563292-EEBA-1619-9C6D-9AAE00F49A9B}"/>
          </ac:cxnSpMkLst>
        </pc:cxnChg>
        <pc:cxnChg chg="add del mod">
          <ac:chgData name="Palit, Tapti" userId="dec6fbcd-7598-406a-8cbf-504d4a3bac15" providerId="ADAL" clId="{ECD42228-5B96-4A72-B268-C46DF994E6B7}" dt="2024-01-14T23:00:16.416" v="2919" actId="478"/>
          <ac:cxnSpMkLst>
            <pc:docMk/>
            <pc:sldMk cId="4219876786" sldId="788"/>
            <ac:cxnSpMk id="11" creationId="{B2027648-5175-74ED-CD3F-0085252AE154}"/>
          </ac:cxnSpMkLst>
        </pc:cxnChg>
        <pc:cxnChg chg="add del mod">
          <ac:chgData name="Palit, Tapti" userId="dec6fbcd-7598-406a-8cbf-504d4a3bac15" providerId="ADAL" clId="{ECD42228-5B96-4A72-B268-C46DF994E6B7}" dt="2024-01-14T23:00:16.416" v="2919" actId="478"/>
          <ac:cxnSpMkLst>
            <pc:docMk/>
            <pc:sldMk cId="4219876786" sldId="788"/>
            <ac:cxnSpMk id="14" creationId="{E858E899-6A36-B255-6D51-6EAABDA05A47}"/>
          </ac:cxnSpMkLst>
        </pc:cxnChg>
        <pc:cxnChg chg="add del mod">
          <ac:chgData name="Palit, Tapti" userId="dec6fbcd-7598-406a-8cbf-504d4a3bac15" providerId="ADAL" clId="{ECD42228-5B96-4A72-B268-C46DF994E6B7}" dt="2024-01-14T23:07:12.708" v="3011" actId="1076"/>
          <ac:cxnSpMkLst>
            <pc:docMk/>
            <pc:sldMk cId="4219876786" sldId="788"/>
            <ac:cxnSpMk id="15" creationId="{A3E3BCD1-E16D-F383-0CA7-C4B5B114041B}"/>
          </ac:cxnSpMkLst>
        </pc:cxnChg>
        <pc:cxnChg chg="add del mod">
          <ac:chgData name="Palit, Tapti" userId="dec6fbcd-7598-406a-8cbf-504d4a3bac15" providerId="ADAL" clId="{ECD42228-5B96-4A72-B268-C46DF994E6B7}" dt="2024-01-14T23:00:10.050" v="2918" actId="478"/>
          <ac:cxnSpMkLst>
            <pc:docMk/>
            <pc:sldMk cId="4219876786" sldId="788"/>
            <ac:cxnSpMk id="17" creationId="{00472DBB-6215-36AD-44DE-4C774061DAF0}"/>
          </ac:cxnSpMkLst>
        </pc:cxnChg>
        <pc:cxnChg chg="add del mod">
          <ac:chgData name="Palit, Tapti" userId="dec6fbcd-7598-406a-8cbf-504d4a3bac15" providerId="ADAL" clId="{ECD42228-5B96-4A72-B268-C46DF994E6B7}" dt="2024-01-14T23:00:10.050" v="2918" actId="478"/>
          <ac:cxnSpMkLst>
            <pc:docMk/>
            <pc:sldMk cId="4219876786" sldId="788"/>
            <ac:cxnSpMk id="21" creationId="{100AECFA-EA51-72A2-9A48-6E885C42B8DC}"/>
          </ac:cxnSpMkLst>
        </pc:cxnChg>
        <pc:cxnChg chg="add mod">
          <ac:chgData name="Palit, Tapti" userId="dec6fbcd-7598-406a-8cbf-504d4a3bac15" providerId="ADAL" clId="{ECD42228-5B96-4A72-B268-C46DF994E6B7}" dt="2024-01-14T23:07:12.708" v="3011" actId="1076"/>
          <ac:cxnSpMkLst>
            <pc:docMk/>
            <pc:sldMk cId="4219876786" sldId="788"/>
            <ac:cxnSpMk id="22" creationId="{6C77FD39-8269-55F9-00B5-556079DE2A37}"/>
          </ac:cxnSpMkLst>
        </pc:cxnChg>
        <pc:cxnChg chg="add mod">
          <ac:chgData name="Palit, Tapti" userId="dec6fbcd-7598-406a-8cbf-504d4a3bac15" providerId="ADAL" clId="{ECD42228-5B96-4A72-B268-C46DF994E6B7}" dt="2024-01-14T23:07:12.708" v="3011" actId="1076"/>
          <ac:cxnSpMkLst>
            <pc:docMk/>
            <pc:sldMk cId="4219876786" sldId="788"/>
            <ac:cxnSpMk id="24" creationId="{E97D85EA-9ADC-5F01-71D5-505E8F06A97A}"/>
          </ac:cxnSpMkLst>
        </pc:cxnChg>
        <pc:cxnChg chg="add mod">
          <ac:chgData name="Palit, Tapti" userId="dec6fbcd-7598-406a-8cbf-504d4a3bac15" providerId="ADAL" clId="{ECD42228-5B96-4A72-B268-C46DF994E6B7}" dt="2024-01-14T23:07:12.708" v="3011" actId="1076"/>
          <ac:cxnSpMkLst>
            <pc:docMk/>
            <pc:sldMk cId="4219876786" sldId="788"/>
            <ac:cxnSpMk id="25" creationId="{C971B628-ABBC-1E3C-A5A4-4DEC0C79A77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3:34:39.321" v="3301"/>
              <pc2:cmMkLst xmlns:pc2="http://schemas.microsoft.com/office/powerpoint/2019/9/main/command">
                <pc:docMk/>
                <pc:sldMk cId="4219876786" sldId="788"/>
                <pc2:cmMk id="{CE68B333-8753-4F7C-969F-4859CC87A15B}"/>
              </pc2:cmMkLst>
            </pc226:cmChg>
          </p:ext>
        </pc:extLst>
      </pc:sldChg>
      <pc:sldChg chg="addSp delSp modSp add del mod addAnim delAnim">
        <pc:chgData name="Palit, Tapti" userId="dec6fbcd-7598-406a-8cbf-504d4a3bac15" providerId="ADAL" clId="{ECD42228-5B96-4A72-B268-C46DF994E6B7}" dt="2024-01-14T20:40:47.778" v="1166" actId="47"/>
        <pc:sldMkLst>
          <pc:docMk/>
          <pc:sldMk cId="1032428011" sldId="789"/>
        </pc:sldMkLst>
        <pc:spChg chg="mod">
          <ac:chgData name="Palit, Tapti" userId="dec6fbcd-7598-406a-8cbf-504d4a3bac15" providerId="ADAL" clId="{ECD42228-5B96-4A72-B268-C46DF994E6B7}" dt="2024-01-14T20:26:10.929" v="732"/>
          <ac:spMkLst>
            <pc:docMk/>
            <pc:sldMk cId="1032428011" sldId="789"/>
            <ac:spMk id="2" creationId="{803650A6-D090-4F49-89FC-6E7ECF8BED37}"/>
          </ac:spMkLst>
        </pc:spChg>
        <pc:spChg chg="mod">
          <ac:chgData name="Palit, Tapti" userId="dec6fbcd-7598-406a-8cbf-504d4a3bac15" providerId="ADAL" clId="{ECD42228-5B96-4A72-B268-C46DF994E6B7}" dt="2024-01-14T20:26:10.929" v="732"/>
          <ac:spMkLst>
            <pc:docMk/>
            <pc:sldMk cId="1032428011" sldId="789"/>
            <ac:spMk id="3" creationId="{9DF37E32-E849-43FD-AE75-95E334786AB7}"/>
          </ac:spMkLst>
        </pc:spChg>
        <pc:spChg chg="mod">
          <ac:chgData name="Palit, Tapti" userId="dec6fbcd-7598-406a-8cbf-504d4a3bac15" providerId="ADAL" clId="{ECD42228-5B96-4A72-B268-C46DF994E6B7}" dt="2024-01-14T20:26:10.929" v="732"/>
          <ac:spMkLst>
            <pc:docMk/>
            <pc:sldMk cId="1032428011" sldId="789"/>
            <ac:spMk id="4" creationId="{3CFC0458-353F-49C6-A1F4-5BF22C6A25F4}"/>
          </ac:spMkLst>
        </pc:spChg>
        <pc:spChg chg="mod">
          <ac:chgData name="Palit, Tapti" userId="dec6fbcd-7598-406a-8cbf-504d4a3bac15" providerId="ADAL" clId="{ECD42228-5B96-4A72-B268-C46DF994E6B7}" dt="2024-01-14T20:09:31.505" v="522" actId="207"/>
          <ac:spMkLst>
            <pc:docMk/>
            <pc:sldMk cId="1032428011" sldId="789"/>
            <ac:spMk id="6" creationId="{D6E7A7AB-D626-4FD5-AB23-3EBF346B90C3}"/>
          </ac:spMkLst>
        </pc:spChg>
        <pc:spChg chg="add del">
          <ac:chgData name="Palit, Tapti" userId="dec6fbcd-7598-406a-8cbf-504d4a3bac15" providerId="ADAL" clId="{ECD42228-5B96-4A72-B268-C46DF994E6B7}" dt="2024-01-14T18:45:20.190" v="262" actId="478"/>
          <ac:spMkLst>
            <pc:docMk/>
            <pc:sldMk cId="1032428011" sldId="789"/>
            <ac:spMk id="16" creationId="{788A6155-259C-74FF-B1C5-03CD3AC4F7D4}"/>
          </ac:spMkLst>
        </pc:spChg>
        <pc:spChg chg="del">
          <ac:chgData name="Palit, Tapti" userId="dec6fbcd-7598-406a-8cbf-504d4a3bac15" providerId="ADAL" clId="{ECD42228-5B96-4A72-B268-C46DF994E6B7}" dt="2024-01-14T18:44:44.118" v="251" actId="478"/>
          <ac:spMkLst>
            <pc:docMk/>
            <pc:sldMk cId="1032428011" sldId="789"/>
            <ac:spMk id="44" creationId="{1865E06F-4701-4A03-8F26-806EB926D33A}"/>
          </ac:spMkLst>
        </pc:spChg>
        <pc:spChg chg="add del">
          <ac:chgData name="Palit, Tapti" userId="dec6fbcd-7598-406a-8cbf-504d4a3bac15" providerId="ADAL" clId="{ECD42228-5B96-4A72-B268-C46DF994E6B7}" dt="2024-01-14T18:45:15.239" v="260" actId="478"/>
          <ac:spMkLst>
            <pc:docMk/>
            <pc:sldMk cId="1032428011" sldId="789"/>
            <ac:spMk id="45" creationId="{8CFDC509-7B4F-455B-9524-DEC143CA2728}"/>
          </ac:spMkLst>
        </pc:spChg>
        <pc:cxnChg chg="add del">
          <ac:chgData name="Palit, Tapti" userId="dec6fbcd-7598-406a-8cbf-504d4a3bac15" providerId="ADAL" clId="{ECD42228-5B96-4A72-B268-C46DF994E6B7}" dt="2024-01-14T18:45:17.513" v="261" actId="478"/>
          <ac:cxnSpMkLst>
            <pc:docMk/>
            <pc:sldMk cId="1032428011" sldId="789"/>
            <ac:cxnSpMk id="13" creationId="{5EF0B09C-AD15-0BBA-2A17-95D6377723EF}"/>
          </ac:cxnSpMkLst>
        </pc:cxnChg>
        <pc:cxnChg chg="del">
          <ac:chgData name="Palit, Tapti" userId="dec6fbcd-7598-406a-8cbf-504d4a3bac15" providerId="ADAL" clId="{ECD42228-5B96-4A72-B268-C46DF994E6B7}" dt="2024-01-14T18:44:44.118" v="251" actId="478"/>
          <ac:cxnSpMkLst>
            <pc:docMk/>
            <pc:sldMk cId="1032428011" sldId="789"/>
            <ac:cxnSpMk id="39" creationId="{E21A7DA2-06E1-4960-8F3F-A0E5D95C018A}"/>
          </ac:cxnSpMkLst>
        </pc:cxnChg>
        <pc:cxnChg chg="del">
          <ac:chgData name="Palit, Tapti" userId="dec6fbcd-7598-406a-8cbf-504d4a3bac15" providerId="ADAL" clId="{ECD42228-5B96-4A72-B268-C46DF994E6B7}" dt="2024-01-14T18:44:46.678" v="252" actId="478"/>
          <ac:cxnSpMkLst>
            <pc:docMk/>
            <pc:sldMk cId="1032428011" sldId="789"/>
            <ac:cxnSpMk id="43" creationId="{B25A535B-FC0A-4F63-B819-40C5C07495B3}"/>
          </ac:cxnSpMkLst>
        </pc:cxnChg>
      </pc:sldChg>
      <pc:sldChg chg="add del">
        <pc:chgData name="Palit, Tapti" userId="dec6fbcd-7598-406a-8cbf-504d4a3bac15" providerId="ADAL" clId="{ECD42228-5B96-4A72-B268-C46DF994E6B7}" dt="2024-01-14T18:38:49.475" v="197" actId="47"/>
        <pc:sldMkLst>
          <pc:docMk/>
          <pc:sldMk cId="1432508518" sldId="789"/>
        </pc:sldMkLst>
      </pc:sldChg>
      <pc:sldChg chg="addSp delSp modSp add del mod delAnim">
        <pc:chgData name="Palit, Tapti" userId="dec6fbcd-7598-406a-8cbf-504d4a3bac15" providerId="ADAL" clId="{ECD42228-5B96-4A72-B268-C46DF994E6B7}" dt="2024-01-22T23:36:03.977" v="10295" actId="2696"/>
        <pc:sldMkLst>
          <pc:docMk/>
          <pc:sldMk cId="1090611007" sldId="790"/>
        </pc:sldMkLst>
        <pc:spChg chg="mod">
          <ac:chgData name="Palit, Tapti" userId="dec6fbcd-7598-406a-8cbf-504d4a3bac15" providerId="ADAL" clId="{ECD42228-5B96-4A72-B268-C46DF994E6B7}" dt="2024-01-16T23:05:17.572" v="7933" actId="20577"/>
          <ac:spMkLst>
            <pc:docMk/>
            <pc:sldMk cId="1090611007" sldId="790"/>
            <ac:spMk id="2" creationId="{803650A6-D090-4F49-89FC-6E7ECF8BED37}"/>
          </ac:spMkLst>
        </pc:spChg>
        <pc:spChg chg="del mod">
          <ac:chgData name="Palit, Tapti" userId="dec6fbcd-7598-406a-8cbf-504d4a3bac15" providerId="ADAL" clId="{ECD42228-5B96-4A72-B268-C46DF994E6B7}" dt="2024-01-14T20:39:19.998" v="1121" actId="478"/>
          <ac:spMkLst>
            <pc:docMk/>
            <pc:sldMk cId="1090611007" sldId="790"/>
            <ac:spMk id="3" creationId="{9DF37E32-E849-43FD-AE75-95E334786AB7}"/>
          </ac:spMkLst>
        </pc:spChg>
        <pc:spChg chg="mod">
          <ac:chgData name="Palit, Tapti" userId="dec6fbcd-7598-406a-8cbf-504d4a3bac15" providerId="ADAL" clId="{ECD42228-5B96-4A72-B268-C46DF994E6B7}" dt="2024-01-14T20:26:10.929" v="732"/>
          <ac:spMkLst>
            <pc:docMk/>
            <pc:sldMk cId="1090611007" sldId="790"/>
            <ac:spMk id="4" creationId="{3CFC0458-353F-49C6-A1F4-5BF22C6A25F4}"/>
          </ac:spMkLst>
        </pc:spChg>
        <pc:spChg chg="mod">
          <ac:chgData name="Palit, Tapti" userId="dec6fbcd-7598-406a-8cbf-504d4a3bac15" providerId="ADAL" clId="{ECD42228-5B96-4A72-B268-C46DF994E6B7}" dt="2024-01-17T01:17:01.978" v="7936" actId="1076"/>
          <ac:spMkLst>
            <pc:docMk/>
            <pc:sldMk cId="1090611007" sldId="790"/>
            <ac:spMk id="6" creationId="{D6E7A7AB-D626-4FD5-AB23-3EBF346B90C3}"/>
          </ac:spMkLst>
        </pc:spChg>
        <pc:spChg chg="add del mod">
          <ac:chgData name="Palit, Tapti" userId="dec6fbcd-7598-406a-8cbf-504d4a3bac15" providerId="ADAL" clId="{ECD42228-5B96-4A72-B268-C46DF994E6B7}" dt="2024-01-14T20:40:23.424" v="1161" actId="478"/>
          <ac:spMkLst>
            <pc:docMk/>
            <pc:sldMk cId="1090611007" sldId="790"/>
            <ac:spMk id="7" creationId="{D9BD7908-96E8-CDFE-D940-7EE1AE6D87DA}"/>
          </ac:spMkLst>
        </pc:spChg>
        <pc:spChg chg="add del mod">
          <ac:chgData name="Palit, Tapti" userId="dec6fbcd-7598-406a-8cbf-504d4a3bac15" providerId="ADAL" clId="{ECD42228-5B96-4A72-B268-C46DF994E6B7}" dt="2024-01-14T21:27:23.202" v="1678" actId="478"/>
          <ac:spMkLst>
            <pc:docMk/>
            <pc:sldMk cId="1090611007" sldId="790"/>
            <ac:spMk id="9" creationId="{B04B04B3-A565-FC14-9957-C4C708F42E08}"/>
          </ac:spMkLst>
        </pc:spChg>
        <pc:spChg chg="add del mod">
          <ac:chgData name="Palit, Tapti" userId="dec6fbcd-7598-406a-8cbf-504d4a3bac15" providerId="ADAL" clId="{ECD42228-5B96-4A72-B268-C46DF994E6B7}" dt="2024-01-14T21:27:23.202" v="1678" actId="478"/>
          <ac:spMkLst>
            <pc:docMk/>
            <pc:sldMk cId="1090611007" sldId="790"/>
            <ac:spMk id="10" creationId="{346BAEE8-93C3-78D1-E3EA-B266B7674DAB}"/>
          </ac:spMkLst>
        </pc:spChg>
        <pc:spChg chg="add del mod">
          <ac:chgData name="Palit, Tapti" userId="dec6fbcd-7598-406a-8cbf-504d4a3bac15" providerId="ADAL" clId="{ECD42228-5B96-4A72-B268-C46DF994E6B7}" dt="2024-01-14T21:27:23.202" v="1678" actId="478"/>
          <ac:spMkLst>
            <pc:docMk/>
            <pc:sldMk cId="1090611007" sldId="790"/>
            <ac:spMk id="11" creationId="{21D5B34B-D2EE-ED0E-7D6F-69BA6C1B983C}"/>
          </ac:spMkLst>
        </pc:spChg>
        <pc:spChg chg="add del mod">
          <ac:chgData name="Palit, Tapti" userId="dec6fbcd-7598-406a-8cbf-504d4a3bac15" providerId="ADAL" clId="{ECD42228-5B96-4A72-B268-C46DF994E6B7}" dt="2024-01-14T21:01:50.577" v="1537" actId="478"/>
          <ac:spMkLst>
            <pc:docMk/>
            <pc:sldMk cId="1090611007" sldId="790"/>
            <ac:spMk id="12" creationId="{937D4B7E-9107-1D73-C546-F2382B76CAAF}"/>
          </ac:spMkLst>
        </pc:spChg>
        <pc:spChg chg="add del mod">
          <ac:chgData name="Palit, Tapti" userId="dec6fbcd-7598-406a-8cbf-504d4a3bac15" providerId="ADAL" clId="{ECD42228-5B96-4A72-B268-C46DF994E6B7}" dt="2024-01-14T21:00:54.513" v="1520" actId="478"/>
          <ac:spMkLst>
            <pc:docMk/>
            <pc:sldMk cId="1090611007" sldId="790"/>
            <ac:spMk id="13" creationId="{E6EF45EA-C6A3-202A-A7D5-321FBD4BC48E}"/>
          </ac:spMkLst>
        </pc:spChg>
        <pc:spChg chg="add del mod">
          <ac:chgData name="Palit, Tapti" userId="dec6fbcd-7598-406a-8cbf-504d4a3bac15" providerId="ADAL" clId="{ECD42228-5B96-4A72-B268-C46DF994E6B7}" dt="2024-01-14T21:00:56.133" v="1521" actId="478"/>
          <ac:spMkLst>
            <pc:docMk/>
            <pc:sldMk cId="1090611007" sldId="790"/>
            <ac:spMk id="14" creationId="{4F724E10-7761-7B96-724E-524CB6F6138D}"/>
          </ac:spMkLst>
        </pc:spChg>
        <pc:spChg chg="add del mod">
          <ac:chgData name="Palit, Tapti" userId="dec6fbcd-7598-406a-8cbf-504d4a3bac15" providerId="ADAL" clId="{ECD42228-5B96-4A72-B268-C46DF994E6B7}" dt="2024-01-14T21:01:50.577" v="1537" actId="478"/>
          <ac:spMkLst>
            <pc:docMk/>
            <pc:sldMk cId="1090611007" sldId="790"/>
            <ac:spMk id="15" creationId="{B76FD390-0718-B82B-881D-06A5C8AA3487}"/>
          </ac:spMkLst>
        </pc:spChg>
        <pc:spChg chg="add del mod">
          <ac:chgData name="Palit, Tapti" userId="dec6fbcd-7598-406a-8cbf-504d4a3bac15" providerId="ADAL" clId="{ECD42228-5B96-4A72-B268-C46DF994E6B7}" dt="2024-01-14T21:01:50.577" v="1537" actId="478"/>
          <ac:spMkLst>
            <pc:docMk/>
            <pc:sldMk cId="1090611007" sldId="790"/>
            <ac:spMk id="16" creationId="{AD021C8B-A619-D808-37C1-B8ED7C1F6EB0}"/>
          </ac:spMkLst>
        </pc:spChg>
        <pc:spChg chg="add del mod">
          <ac:chgData name="Palit, Tapti" userId="dec6fbcd-7598-406a-8cbf-504d4a3bac15" providerId="ADAL" clId="{ECD42228-5B96-4A72-B268-C46DF994E6B7}" dt="2024-01-14T21:27:23.202" v="1678" actId="478"/>
          <ac:spMkLst>
            <pc:docMk/>
            <pc:sldMk cId="1090611007" sldId="790"/>
            <ac:spMk id="28" creationId="{3E76CAF2-6F55-F107-31E2-2AB7DA8FBDC4}"/>
          </ac:spMkLst>
        </pc:spChg>
        <pc:spChg chg="add del mod">
          <ac:chgData name="Palit, Tapti" userId="dec6fbcd-7598-406a-8cbf-504d4a3bac15" providerId="ADAL" clId="{ECD42228-5B96-4A72-B268-C46DF994E6B7}" dt="2024-01-14T21:27:23.202" v="1678" actId="478"/>
          <ac:spMkLst>
            <pc:docMk/>
            <pc:sldMk cId="1090611007" sldId="790"/>
            <ac:spMk id="29" creationId="{33ACDD08-835C-4AB2-3360-236BBC2AB2EB}"/>
          </ac:spMkLst>
        </pc:spChg>
        <pc:spChg chg="add del mod">
          <ac:chgData name="Palit, Tapti" userId="dec6fbcd-7598-406a-8cbf-504d4a3bac15" providerId="ADAL" clId="{ECD42228-5B96-4A72-B268-C46DF994E6B7}" dt="2024-01-14T21:27:23.202" v="1678" actId="478"/>
          <ac:spMkLst>
            <pc:docMk/>
            <pc:sldMk cId="1090611007" sldId="790"/>
            <ac:spMk id="30" creationId="{FD6AD017-918B-DD11-D403-0623D7AEEA75}"/>
          </ac:spMkLst>
        </pc:spChg>
        <pc:spChg chg="add del mod">
          <ac:chgData name="Palit, Tapti" userId="dec6fbcd-7598-406a-8cbf-504d4a3bac15" providerId="ADAL" clId="{ECD42228-5B96-4A72-B268-C46DF994E6B7}" dt="2024-01-14T21:27:23.202" v="1678" actId="478"/>
          <ac:spMkLst>
            <pc:docMk/>
            <pc:sldMk cId="1090611007" sldId="790"/>
            <ac:spMk id="31" creationId="{C2C21988-58AC-CFD9-A704-A3A999BF7AED}"/>
          </ac:spMkLst>
        </pc:spChg>
        <pc:spChg chg="add del mod">
          <ac:chgData name="Palit, Tapti" userId="dec6fbcd-7598-406a-8cbf-504d4a3bac15" providerId="ADAL" clId="{ECD42228-5B96-4A72-B268-C46DF994E6B7}" dt="2024-01-14T21:27:23.202" v="1678" actId="478"/>
          <ac:spMkLst>
            <pc:docMk/>
            <pc:sldMk cId="1090611007" sldId="790"/>
            <ac:spMk id="32" creationId="{0370735D-D43A-DD92-E89A-68059038BC63}"/>
          </ac:spMkLst>
        </pc:spChg>
        <pc:spChg chg="add del mod">
          <ac:chgData name="Palit, Tapti" userId="dec6fbcd-7598-406a-8cbf-504d4a3bac15" providerId="ADAL" clId="{ECD42228-5B96-4A72-B268-C46DF994E6B7}" dt="2024-01-14T21:27:23.202" v="1678" actId="478"/>
          <ac:spMkLst>
            <pc:docMk/>
            <pc:sldMk cId="1090611007" sldId="790"/>
            <ac:spMk id="33" creationId="{803454B6-97F1-5FBE-5397-66B165C26C58}"/>
          </ac:spMkLst>
        </pc:spChg>
        <pc:spChg chg="add del mod">
          <ac:chgData name="Palit, Tapti" userId="dec6fbcd-7598-406a-8cbf-504d4a3bac15" providerId="ADAL" clId="{ECD42228-5B96-4A72-B268-C46DF994E6B7}" dt="2024-01-14T21:27:23.202" v="1678" actId="478"/>
          <ac:spMkLst>
            <pc:docMk/>
            <pc:sldMk cId="1090611007" sldId="790"/>
            <ac:spMk id="34" creationId="{37ED4BE1-975D-80CF-E029-4D705440FA5B}"/>
          </ac:spMkLst>
        </pc:spChg>
        <pc:spChg chg="add del mod">
          <ac:chgData name="Palit, Tapti" userId="dec6fbcd-7598-406a-8cbf-504d4a3bac15" providerId="ADAL" clId="{ECD42228-5B96-4A72-B268-C46DF994E6B7}" dt="2024-01-14T21:27:23.202" v="1678" actId="478"/>
          <ac:spMkLst>
            <pc:docMk/>
            <pc:sldMk cId="1090611007" sldId="790"/>
            <ac:spMk id="35" creationId="{08BECB40-843E-DBCB-F182-936D668F5821}"/>
          </ac:spMkLst>
        </pc:spChg>
        <pc:spChg chg="add del mod">
          <ac:chgData name="Palit, Tapti" userId="dec6fbcd-7598-406a-8cbf-504d4a3bac15" providerId="ADAL" clId="{ECD42228-5B96-4A72-B268-C46DF994E6B7}" dt="2024-01-14T21:27:23.202" v="1678" actId="478"/>
          <ac:spMkLst>
            <pc:docMk/>
            <pc:sldMk cId="1090611007" sldId="790"/>
            <ac:spMk id="36" creationId="{93C395DD-0DD5-DE0C-5D23-F060AFCB932D}"/>
          </ac:spMkLst>
        </pc:spChg>
        <pc:spChg chg="add del mod">
          <ac:chgData name="Palit, Tapti" userId="dec6fbcd-7598-406a-8cbf-504d4a3bac15" providerId="ADAL" clId="{ECD42228-5B96-4A72-B268-C46DF994E6B7}" dt="2024-01-14T21:27:23.202" v="1678" actId="478"/>
          <ac:spMkLst>
            <pc:docMk/>
            <pc:sldMk cId="1090611007" sldId="790"/>
            <ac:spMk id="37" creationId="{144DB3D1-9DDF-DF57-A505-EA14427AF5F1}"/>
          </ac:spMkLst>
        </pc:spChg>
        <pc:spChg chg="add del mod">
          <ac:chgData name="Palit, Tapti" userId="dec6fbcd-7598-406a-8cbf-504d4a3bac15" providerId="ADAL" clId="{ECD42228-5B96-4A72-B268-C46DF994E6B7}" dt="2024-01-14T21:27:23.202" v="1678" actId="478"/>
          <ac:spMkLst>
            <pc:docMk/>
            <pc:sldMk cId="1090611007" sldId="790"/>
            <ac:spMk id="38" creationId="{1DAC759D-6A66-6112-76A7-25EAADC6E908}"/>
          </ac:spMkLst>
        </pc:spChg>
        <pc:spChg chg="del">
          <ac:chgData name="Palit, Tapti" userId="dec6fbcd-7598-406a-8cbf-504d4a3bac15" providerId="ADAL" clId="{ECD42228-5B96-4A72-B268-C46DF994E6B7}" dt="2024-01-14T20:36:12.719" v="1081" actId="478"/>
          <ac:spMkLst>
            <pc:docMk/>
            <pc:sldMk cId="1090611007" sldId="790"/>
            <ac:spMk id="44" creationId="{1865E06F-4701-4A03-8F26-806EB926D33A}"/>
          </ac:spMkLst>
        </pc:spChg>
        <pc:spChg chg="add mod">
          <ac:chgData name="Palit, Tapti" userId="dec6fbcd-7598-406a-8cbf-504d4a3bac15" providerId="ADAL" clId="{ECD42228-5B96-4A72-B268-C46DF994E6B7}" dt="2024-01-14T21:27:23.639" v="1679"/>
          <ac:spMkLst>
            <pc:docMk/>
            <pc:sldMk cId="1090611007" sldId="790"/>
            <ac:spMk id="61" creationId="{75C0C358-6E74-1AEA-BDD8-2991CB957D20}"/>
          </ac:spMkLst>
        </pc:spChg>
        <pc:spChg chg="add del mod">
          <ac:chgData name="Palit, Tapti" userId="dec6fbcd-7598-406a-8cbf-504d4a3bac15" providerId="ADAL" clId="{ECD42228-5B96-4A72-B268-C46DF994E6B7}" dt="2024-01-16T23:05:50.797" v="7934" actId="478"/>
          <ac:spMkLst>
            <pc:docMk/>
            <pc:sldMk cId="1090611007" sldId="790"/>
            <ac:spMk id="62" creationId="{25B7CB0F-80F6-3BA2-BBF3-0ADAB8F6BE20}"/>
          </ac:spMkLst>
        </pc:spChg>
        <pc:spChg chg="add mod">
          <ac:chgData name="Palit, Tapti" userId="dec6fbcd-7598-406a-8cbf-504d4a3bac15" providerId="ADAL" clId="{ECD42228-5B96-4A72-B268-C46DF994E6B7}" dt="2024-01-14T21:27:23.639" v="1679"/>
          <ac:spMkLst>
            <pc:docMk/>
            <pc:sldMk cId="1090611007" sldId="790"/>
            <ac:spMk id="63" creationId="{E7F40127-45C8-A77F-507E-B52F703A9E5B}"/>
          </ac:spMkLst>
        </pc:spChg>
        <pc:spChg chg="add mod">
          <ac:chgData name="Palit, Tapti" userId="dec6fbcd-7598-406a-8cbf-504d4a3bac15" providerId="ADAL" clId="{ECD42228-5B96-4A72-B268-C46DF994E6B7}" dt="2024-01-14T21:27:23.639" v="1679"/>
          <ac:spMkLst>
            <pc:docMk/>
            <pc:sldMk cId="1090611007" sldId="790"/>
            <ac:spMk id="64" creationId="{C7ED91EC-F12E-920E-C829-6F2D1705FD42}"/>
          </ac:spMkLst>
        </pc:spChg>
        <pc:spChg chg="add mod">
          <ac:chgData name="Palit, Tapti" userId="dec6fbcd-7598-406a-8cbf-504d4a3bac15" providerId="ADAL" clId="{ECD42228-5B96-4A72-B268-C46DF994E6B7}" dt="2024-01-14T21:27:23.639" v="1679"/>
          <ac:spMkLst>
            <pc:docMk/>
            <pc:sldMk cId="1090611007" sldId="790"/>
            <ac:spMk id="65" creationId="{B11B2F7F-01AC-C490-3400-1CCA2506FFC4}"/>
          </ac:spMkLst>
        </pc:spChg>
        <pc:spChg chg="add mod">
          <ac:chgData name="Palit, Tapti" userId="dec6fbcd-7598-406a-8cbf-504d4a3bac15" providerId="ADAL" clId="{ECD42228-5B96-4A72-B268-C46DF994E6B7}" dt="2024-01-14T21:41:20.285" v="2158" actId="20577"/>
          <ac:spMkLst>
            <pc:docMk/>
            <pc:sldMk cId="1090611007" sldId="790"/>
            <ac:spMk id="66" creationId="{4EFB2F03-D596-9D25-05CD-7C0D7876D5B1}"/>
          </ac:spMkLst>
        </pc:spChg>
        <pc:spChg chg="add del mod">
          <ac:chgData name="Palit, Tapti" userId="dec6fbcd-7598-406a-8cbf-504d4a3bac15" providerId="ADAL" clId="{ECD42228-5B96-4A72-B268-C46DF994E6B7}" dt="2024-01-16T23:05:50.797" v="7934" actId="478"/>
          <ac:spMkLst>
            <pc:docMk/>
            <pc:sldMk cId="1090611007" sldId="790"/>
            <ac:spMk id="67" creationId="{0B73BF5B-BAFA-F7CB-72EA-32E909F5B292}"/>
          </ac:spMkLst>
        </pc:spChg>
        <pc:spChg chg="add del mod">
          <ac:chgData name="Palit, Tapti" userId="dec6fbcd-7598-406a-8cbf-504d4a3bac15" providerId="ADAL" clId="{ECD42228-5B96-4A72-B268-C46DF994E6B7}" dt="2024-01-16T23:05:50.797" v="7934" actId="478"/>
          <ac:spMkLst>
            <pc:docMk/>
            <pc:sldMk cId="1090611007" sldId="790"/>
            <ac:spMk id="68" creationId="{7204EB6A-13E9-3420-6E3C-53E8B129C932}"/>
          </ac:spMkLst>
        </pc:spChg>
        <pc:spChg chg="add del mod">
          <ac:chgData name="Palit, Tapti" userId="dec6fbcd-7598-406a-8cbf-504d4a3bac15" providerId="ADAL" clId="{ECD42228-5B96-4A72-B268-C46DF994E6B7}" dt="2024-01-16T23:05:50.797" v="7934" actId="478"/>
          <ac:spMkLst>
            <pc:docMk/>
            <pc:sldMk cId="1090611007" sldId="790"/>
            <ac:spMk id="69" creationId="{3F766146-AE6A-4386-EAA5-BC4D47FAF46E}"/>
          </ac:spMkLst>
        </pc:spChg>
        <pc:spChg chg="add del mod">
          <ac:chgData name="Palit, Tapti" userId="dec6fbcd-7598-406a-8cbf-504d4a3bac15" providerId="ADAL" clId="{ECD42228-5B96-4A72-B268-C46DF994E6B7}" dt="2024-01-16T23:05:50.797" v="7934" actId="478"/>
          <ac:spMkLst>
            <pc:docMk/>
            <pc:sldMk cId="1090611007" sldId="790"/>
            <ac:spMk id="70" creationId="{5346C038-A8AD-2D2D-C00C-868B4270F218}"/>
          </ac:spMkLst>
        </pc:spChg>
        <pc:spChg chg="add mod">
          <ac:chgData name="Palit, Tapti" userId="dec6fbcd-7598-406a-8cbf-504d4a3bac15" providerId="ADAL" clId="{ECD42228-5B96-4A72-B268-C46DF994E6B7}" dt="2024-01-14T21:27:23.639" v="1679"/>
          <ac:spMkLst>
            <pc:docMk/>
            <pc:sldMk cId="1090611007" sldId="790"/>
            <ac:spMk id="71" creationId="{D2F9BBDC-BE9D-99BC-DBE2-478EB310DEC0}"/>
          </ac:spMkLst>
        </pc:spChg>
        <pc:spChg chg="add mod">
          <ac:chgData name="Palit, Tapti" userId="dec6fbcd-7598-406a-8cbf-504d4a3bac15" providerId="ADAL" clId="{ECD42228-5B96-4A72-B268-C46DF994E6B7}" dt="2024-01-14T21:27:23.639" v="1679"/>
          <ac:spMkLst>
            <pc:docMk/>
            <pc:sldMk cId="1090611007" sldId="790"/>
            <ac:spMk id="72" creationId="{D26D2EB4-51B6-A307-33DF-221E23F07142}"/>
          </ac:spMkLst>
        </pc:spChg>
        <pc:spChg chg="add del mod">
          <ac:chgData name="Palit, Tapti" userId="dec6fbcd-7598-406a-8cbf-504d4a3bac15" providerId="ADAL" clId="{ECD42228-5B96-4A72-B268-C46DF994E6B7}" dt="2024-01-16T23:05:50.797" v="7934" actId="478"/>
          <ac:spMkLst>
            <pc:docMk/>
            <pc:sldMk cId="1090611007" sldId="790"/>
            <ac:spMk id="73" creationId="{A7292461-AC51-F349-885D-B0626A531815}"/>
          </ac:spMkLst>
        </pc:spChg>
        <pc:spChg chg="add del mod">
          <ac:chgData name="Palit, Tapti" userId="dec6fbcd-7598-406a-8cbf-504d4a3bac15" providerId="ADAL" clId="{ECD42228-5B96-4A72-B268-C46DF994E6B7}" dt="2024-01-16T23:05:50.797" v="7934" actId="478"/>
          <ac:spMkLst>
            <pc:docMk/>
            <pc:sldMk cId="1090611007" sldId="790"/>
            <ac:spMk id="74" creationId="{1716C256-A73A-C320-96CE-66AA4BB35889}"/>
          </ac:spMkLst>
        </pc:spChg>
        <pc:cxnChg chg="add del mod">
          <ac:chgData name="Palit, Tapti" userId="dec6fbcd-7598-406a-8cbf-504d4a3bac15" providerId="ADAL" clId="{ECD42228-5B96-4A72-B268-C46DF994E6B7}" dt="2024-01-14T21:00:58.224" v="1522" actId="478"/>
          <ac:cxnSpMkLst>
            <pc:docMk/>
            <pc:sldMk cId="1090611007" sldId="790"/>
            <ac:cxnSpMk id="18" creationId="{E6AC5898-EA61-8AD0-E36B-5666C2BBD20A}"/>
          </ac:cxnSpMkLst>
        </pc:cxnChg>
        <pc:cxnChg chg="add del mod">
          <ac:chgData name="Palit, Tapti" userId="dec6fbcd-7598-406a-8cbf-504d4a3bac15" providerId="ADAL" clId="{ECD42228-5B96-4A72-B268-C46DF994E6B7}" dt="2024-01-14T21:01:00.175" v="1523" actId="478"/>
          <ac:cxnSpMkLst>
            <pc:docMk/>
            <pc:sldMk cId="1090611007" sldId="790"/>
            <ac:cxnSpMk id="19" creationId="{D58DF821-9839-9C66-AAB3-4DADC6864A92}"/>
          </ac:cxnSpMkLst>
        </pc:cxnChg>
        <pc:cxnChg chg="add del mod">
          <ac:chgData name="Palit, Tapti" userId="dec6fbcd-7598-406a-8cbf-504d4a3bac15" providerId="ADAL" clId="{ECD42228-5B96-4A72-B268-C46DF994E6B7}" dt="2024-01-14T21:01:50.577" v="1537" actId="478"/>
          <ac:cxnSpMkLst>
            <pc:docMk/>
            <pc:sldMk cId="1090611007" sldId="790"/>
            <ac:cxnSpMk id="22" creationId="{DB56827B-CF5A-0CF6-BDD2-5B3CC6C8BC3C}"/>
          </ac:cxnSpMkLst>
        </pc:cxnChg>
        <pc:cxnChg chg="add del mod">
          <ac:chgData name="Palit, Tapti" userId="dec6fbcd-7598-406a-8cbf-504d4a3bac15" providerId="ADAL" clId="{ECD42228-5B96-4A72-B268-C46DF994E6B7}" dt="2024-01-14T21:01:50.577" v="1537" actId="478"/>
          <ac:cxnSpMkLst>
            <pc:docMk/>
            <pc:sldMk cId="1090611007" sldId="790"/>
            <ac:cxnSpMk id="25" creationId="{C0946AA6-E252-5D6B-E7B7-4CED7D107E8D}"/>
          </ac:cxnSpMkLst>
        </pc:cxnChg>
        <pc:cxnChg chg="del">
          <ac:chgData name="Palit, Tapti" userId="dec6fbcd-7598-406a-8cbf-504d4a3bac15" providerId="ADAL" clId="{ECD42228-5B96-4A72-B268-C46DF994E6B7}" dt="2024-01-14T20:36:12.719" v="1081" actId="478"/>
          <ac:cxnSpMkLst>
            <pc:docMk/>
            <pc:sldMk cId="1090611007" sldId="790"/>
            <ac:cxnSpMk id="39" creationId="{E21A7DA2-06E1-4960-8F3F-A0E5D95C018A}"/>
          </ac:cxnSpMkLst>
        </pc:cxnChg>
        <pc:cxnChg chg="add del mod">
          <ac:chgData name="Palit, Tapti" userId="dec6fbcd-7598-406a-8cbf-504d4a3bac15" providerId="ADAL" clId="{ECD42228-5B96-4A72-B268-C46DF994E6B7}" dt="2024-01-14T21:27:23.202" v="1678" actId="478"/>
          <ac:cxnSpMkLst>
            <pc:docMk/>
            <pc:sldMk cId="1090611007" sldId="790"/>
            <ac:cxnSpMk id="41" creationId="{4A3640FF-FF60-A72F-B6F7-63029DD13702}"/>
          </ac:cxnSpMkLst>
        </pc:cxnChg>
        <pc:cxnChg chg="add del mod">
          <ac:chgData name="Palit, Tapti" userId="dec6fbcd-7598-406a-8cbf-504d4a3bac15" providerId="ADAL" clId="{ECD42228-5B96-4A72-B268-C46DF994E6B7}" dt="2024-01-14T21:27:23.202" v="1678" actId="478"/>
          <ac:cxnSpMkLst>
            <pc:docMk/>
            <pc:sldMk cId="1090611007" sldId="790"/>
            <ac:cxnSpMk id="42" creationId="{8B71E04F-E2AC-ABA5-0224-88B34007DA20}"/>
          </ac:cxnSpMkLst>
        </pc:cxnChg>
        <pc:cxnChg chg="del">
          <ac:chgData name="Palit, Tapti" userId="dec6fbcd-7598-406a-8cbf-504d4a3bac15" providerId="ADAL" clId="{ECD42228-5B96-4A72-B268-C46DF994E6B7}" dt="2024-01-14T20:36:12.719" v="1081" actId="478"/>
          <ac:cxnSpMkLst>
            <pc:docMk/>
            <pc:sldMk cId="1090611007" sldId="790"/>
            <ac:cxnSpMk id="43" creationId="{B25A535B-FC0A-4F63-B819-40C5C07495B3}"/>
          </ac:cxnSpMkLst>
        </pc:cxnChg>
        <pc:cxnChg chg="add del mod">
          <ac:chgData name="Palit, Tapti" userId="dec6fbcd-7598-406a-8cbf-504d4a3bac15" providerId="ADAL" clId="{ECD42228-5B96-4A72-B268-C46DF994E6B7}" dt="2024-01-14T21:27:23.202" v="1678" actId="478"/>
          <ac:cxnSpMkLst>
            <pc:docMk/>
            <pc:sldMk cId="1090611007" sldId="790"/>
            <ac:cxnSpMk id="49" creationId="{BE9FF3C1-720E-09C3-F853-01B9F700C7C2}"/>
          </ac:cxnSpMkLst>
        </pc:cxnChg>
        <pc:cxnChg chg="add del mod">
          <ac:chgData name="Palit, Tapti" userId="dec6fbcd-7598-406a-8cbf-504d4a3bac15" providerId="ADAL" clId="{ECD42228-5B96-4A72-B268-C46DF994E6B7}" dt="2024-01-14T21:27:23.202" v="1678" actId="478"/>
          <ac:cxnSpMkLst>
            <pc:docMk/>
            <pc:sldMk cId="1090611007" sldId="790"/>
            <ac:cxnSpMk id="52" creationId="{E132BDB0-C9B0-94B7-3A3F-13947A81BFF5}"/>
          </ac:cxnSpMkLst>
        </pc:cxnChg>
        <pc:cxnChg chg="add del mod">
          <ac:chgData name="Palit, Tapti" userId="dec6fbcd-7598-406a-8cbf-504d4a3bac15" providerId="ADAL" clId="{ECD42228-5B96-4A72-B268-C46DF994E6B7}" dt="2024-01-14T21:27:23.202" v="1678" actId="478"/>
          <ac:cxnSpMkLst>
            <pc:docMk/>
            <pc:sldMk cId="1090611007" sldId="790"/>
            <ac:cxnSpMk id="55" creationId="{2EF9C8A9-FA38-99D3-CDB0-438168F3220A}"/>
          </ac:cxnSpMkLst>
        </pc:cxnChg>
        <pc:cxnChg chg="add del mod">
          <ac:chgData name="Palit, Tapti" userId="dec6fbcd-7598-406a-8cbf-504d4a3bac15" providerId="ADAL" clId="{ECD42228-5B96-4A72-B268-C46DF994E6B7}" dt="2024-01-14T21:27:23.202" v="1678" actId="478"/>
          <ac:cxnSpMkLst>
            <pc:docMk/>
            <pc:sldMk cId="1090611007" sldId="790"/>
            <ac:cxnSpMk id="58" creationId="{140A94B1-2DDF-8499-DEEC-30CFE5891CA8}"/>
          </ac:cxnSpMkLst>
        </pc:cxnChg>
        <pc:cxnChg chg="add mod">
          <ac:chgData name="Palit, Tapti" userId="dec6fbcd-7598-406a-8cbf-504d4a3bac15" providerId="ADAL" clId="{ECD42228-5B96-4A72-B268-C46DF994E6B7}" dt="2024-01-14T21:27:23.639" v="1679"/>
          <ac:cxnSpMkLst>
            <pc:docMk/>
            <pc:sldMk cId="1090611007" sldId="790"/>
            <ac:cxnSpMk id="75" creationId="{8F14B816-BB14-8463-6222-BB228BC4919E}"/>
          </ac:cxnSpMkLst>
        </pc:cxnChg>
        <pc:cxnChg chg="add mod">
          <ac:chgData name="Palit, Tapti" userId="dec6fbcd-7598-406a-8cbf-504d4a3bac15" providerId="ADAL" clId="{ECD42228-5B96-4A72-B268-C46DF994E6B7}" dt="2024-01-14T21:27:23.639" v="1679"/>
          <ac:cxnSpMkLst>
            <pc:docMk/>
            <pc:sldMk cId="1090611007" sldId="790"/>
            <ac:cxnSpMk id="76" creationId="{BE10850E-538E-4647-E0A2-C58872A5BC9E}"/>
          </ac:cxnSpMkLst>
        </pc:cxnChg>
        <pc:cxnChg chg="add del mod">
          <ac:chgData name="Palit, Tapti" userId="dec6fbcd-7598-406a-8cbf-504d4a3bac15" providerId="ADAL" clId="{ECD42228-5B96-4A72-B268-C46DF994E6B7}" dt="2024-01-16T23:05:50.797" v="7934" actId="478"/>
          <ac:cxnSpMkLst>
            <pc:docMk/>
            <pc:sldMk cId="1090611007" sldId="790"/>
            <ac:cxnSpMk id="77" creationId="{FC1792DD-E746-3D9E-0D2F-3BC2795106FA}"/>
          </ac:cxnSpMkLst>
        </pc:cxnChg>
        <pc:cxnChg chg="add del mod">
          <ac:chgData name="Palit, Tapti" userId="dec6fbcd-7598-406a-8cbf-504d4a3bac15" providerId="ADAL" clId="{ECD42228-5B96-4A72-B268-C46DF994E6B7}" dt="2024-01-16T23:24:15.679" v="7935" actId="478"/>
          <ac:cxnSpMkLst>
            <pc:docMk/>
            <pc:sldMk cId="1090611007" sldId="790"/>
            <ac:cxnSpMk id="78" creationId="{F5401CB8-3809-3A06-4EA1-25E1F0D473B5}"/>
          </ac:cxnSpMkLst>
        </pc:cxnChg>
        <pc:cxnChg chg="add del mod">
          <ac:chgData name="Palit, Tapti" userId="dec6fbcd-7598-406a-8cbf-504d4a3bac15" providerId="ADAL" clId="{ECD42228-5B96-4A72-B268-C46DF994E6B7}" dt="2024-01-16T23:05:50.797" v="7934" actId="478"/>
          <ac:cxnSpMkLst>
            <pc:docMk/>
            <pc:sldMk cId="1090611007" sldId="790"/>
            <ac:cxnSpMk id="79" creationId="{5A233D93-79F9-91F2-E9C4-40E8E52A6942}"/>
          </ac:cxnSpMkLst>
        </pc:cxnChg>
        <pc:cxnChg chg="add del mod">
          <ac:chgData name="Palit, Tapti" userId="dec6fbcd-7598-406a-8cbf-504d4a3bac15" providerId="ADAL" clId="{ECD42228-5B96-4A72-B268-C46DF994E6B7}" dt="2024-01-16T23:05:50.797" v="7934" actId="478"/>
          <ac:cxnSpMkLst>
            <pc:docMk/>
            <pc:sldMk cId="1090611007" sldId="790"/>
            <ac:cxnSpMk id="80" creationId="{63FEEADF-51FC-1A05-9EFD-8920AF161360}"/>
          </ac:cxnSpMkLst>
        </pc:cxnChg>
      </pc:sldChg>
      <pc:sldChg chg="add del mod modShow">
        <pc:chgData name="Palit, Tapti" userId="dec6fbcd-7598-406a-8cbf-504d4a3bac15" providerId="ADAL" clId="{ECD42228-5B96-4A72-B268-C46DF994E6B7}" dt="2024-01-28T03:44:01.241" v="67437" actId="47"/>
        <pc:sldMkLst>
          <pc:docMk/>
          <pc:sldMk cId="1465499802" sldId="790"/>
        </pc:sldMkLst>
      </pc:sldChg>
      <pc:sldChg chg="delSp modSp add del mod delAnim">
        <pc:chgData name="Palit, Tapti" userId="dec6fbcd-7598-406a-8cbf-504d4a3bac15" providerId="ADAL" clId="{ECD42228-5B96-4A72-B268-C46DF994E6B7}" dt="2024-01-14T20:40:47.778" v="1166" actId="47"/>
        <pc:sldMkLst>
          <pc:docMk/>
          <pc:sldMk cId="2603985437" sldId="791"/>
        </pc:sldMkLst>
        <pc:spChg chg="mod">
          <ac:chgData name="Palit, Tapti" userId="dec6fbcd-7598-406a-8cbf-504d4a3bac15" providerId="ADAL" clId="{ECD42228-5B96-4A72-B268-C46DF994E6B7}" dt="2024-01-14T20:26:10.929" v="732"/>
          <ac:spMkLst>
            <pc:docMk/>
            <pc:sldMk cId="2603985437" sldId="791"/>
            <ac:spMk id="2" creationId="{803650A6-D090-4F49-89FC-6E7ECF8BED37}"/>
          </ac:spMkLst>
        </pc:spChg>
        <pc:spChg chg="mod">
          <ac:chgData name="Palit, Tapti" userId="dec6fbcd-7598-406a-8cbf-504d4a3bac15" providerId="ADAL" clId="{ECD42228-5B96-4A72-B268-C46DF994E6B7}" dt="2024-01-14T20:26:10.929" v="732"/>
          <ac:spMkLst>
            <pc:docMk/>
            <pc:sldMk cId="2603985437" sldId="791"/>
            <ac:spMk id="3" creationId="{9DF37E32-E849-43FD-AE75-95E334786AB7}"/>
          </ac:spMkLst>
        </pc:spChg>
        <pc:spChg chg="mod">
          <ac:chgData name="Palit, Tapti" userId="dec6fbcd-7598-406a-8cbf-504d4a3bac15" providerId="ADAL" clId="{ECD42228-5B96-4A72-B268-C46DF994E6B7}" dt="2024-01-14T20:26:10.929" v="732"/>
          <ac:spMkLst>
            <pc:docMk/>
            <pc:sldMk cId="2603985437" sldId="791"/>
            <ac:spMk id="4" creationId="{3CFC0458-353F-49C6-A1F4-5BF22C6A25F4}"/>
          </ac:spMkLst>
        </pc:spChg>
        <pc:spChg chg="mod">
          <ac:chgData name="Palit, Tapti" userId="dec6fbcd-7598-406a-8cbf-504d4a3bac15" providerId="ADAL" clId="{ECD42228-5B96-4A72-B268-C46DF994E6B7}" dt="2024-01-14T20:11:37.254" v="533" actId="207"/>
          <ac:spMkLst>
            <pc:docMk/>
            <pc:sldMk cId="2603985437" sldId="791"/>
            <ac:spMk id="6" creationId="{D6E7A7AB-D626-4FD5-AB23-3EBF346B90C3}"/>
          </ac:spMkLst>
        </pc:spChg>
        <pc:spChg chg="del">
          <ac:chgData name="Palit, Tapti" userId="dec6fbcd-7598-406a-8cbf-504d4a3bac15" providerId="ADAL" clId="{ECD42228-5B96-4A72-B268-C46DF994E6B7}" dt="2024-01-14T20:11:11.361" v="528" actId="478"/>
          <ac:spMkLst>
            <pc:docMk/>
            <pc:sldMk cId="2603985437" sldId="791"/>
            <ac:spMk id="21" creationId="{C002CB50-FFF4-441D-8367-A795E26CAACA}"/>
          </ac:spMkLst>
        </pc:spChg>
        <pc:cxnChg chg="del">
          <ac:chgData name="Palit, Tapti" userId="dec6fbcd-7598-406a-8cbf-504d4a3bac15" providerId="ADAL" clId="{ECD42228-5B96-4A72-B268-C46DF994E6B7}" dt="2024-01-14T20:11:13.800" v="529" actId="478"/>
          <ac:cxnSpMkLst>
            <pc:docMk/>
            <pc:sldMk cId="2603985437" sldId="791"/>
            <ac:cxnSpMk id="14" creationId="{4E2D8B7B-DADD-4291-986A-A38DA91B70B9}"/>
          </ac:cxnSpMkLst>
        </pc:cxnChg>
      </pc:sldChg>
      <pc:sldChg chg="new del">
        <pc:chgData name="Palit, Tapti" userId="dec6fbcd-7598-406a-8cbf-504d4a3bac15" providerId="ADAL" clId="{ECD42228-5B96-4A72-B268-C46DF994E6B7}" dt="2024-01-14T20:26:22.861" v="734" actId="47"/>
        <pc:sldMkLst>
          <pc:docMk/>
          <pc:sldMk cId="2072248198" sldId="792"/>
        </pc:sldMkLst>
      </pc:sldChg>
      <pc:sldChg chg="add del mod modShow">
        <pc:chgData name="Palit, Tapti" userId="dec6fbcd-7598-406a-8cbf-504d4a3bac15" providerId="ADAL" clId="{ECD42228-5B96-4A72-B268-C46DF994E6B7}" dt="2024-01-28T03:44:01.241" v="67437" actId="47"/>
        <pc:sldMkLst>
          <pc:docMk/>
          <pc:sldMk cId="3124457515" sldId="792"/>
        </pc:sldMkLst>
      </pc:sldChg>
      <pc:sldChg chg="new del">
        <pc:chgData name="Palit, Tapti" userId="dec6fbcd-7598-406a-8cbf-504d4a3bac15" providerId="ADAL" clId="{ECD42228-5B96-4A72-B268-C46DF994E6B7}" dt="2024-01-14T20:25:37.433" v="729" actId="680"/>
        <pc:sldMkLst>
          <pc:docMk/>
          <pc:sldMk cId="3915607615" sldId="792"/>
        </pc:sldMkLst>
      </pc:sldChg>
      <pc:sldChg chg="add del mod modShow">
        <pc:chgData name="Palit, Tapti" userId="dec6fbcd-7598-406a-8cbf-504d4a3bac15" providerId="ADAL" clId="{ECD42228-5B96-4A72-B268-C46DF994E6B7}" dt="2024-01-28T03:44:01.241" v="67437" actId="47"/>
        <pc:sldMkLst>
          <pc:docMk/>
          <pc:sldMk cId="1317362939" sldId="793"/>
        </pc:sldMkLst>
      </pc:sldChg>
      <pc:sldChg chg="add del mod modShow">
        <pc:chgData name="Palit, Tapti" userId="dec6fbcd-7598-406a-8cbf-504d4a3bac15" providerId="ADAL" clId="{ECD42228-5B96-4A72-B268-C46DF994E6B7}" dt="2024-01-28T03:44:01.241" v="67437" actId="47"/>
        <pc:sldMkLst>
          <pc:docMk/>
          <pc:sldMk cId="2052124241" sldId="794"/>
        </pc:sldMkLst>
      </pc:sldChg>
      <pc:sldChg chg="add del mod modShow">
        <pc:chgData name="Palit, Tapti" userId="dec6fbcd-7598-406a-8cbf-504d4a3bac15" providerId="ADAL" clId="{ECD42228-5B96-4A72-B268-C46DF994E6B7}" dt="2024-01-28T03:44:01.241" v="67437" actId="47"/>
        <pc:sldMkLst>
          <pc:docMk/>
          <pc:sldMk cId="3615461960" sldId="795"/>
        </pc:sldMkLst>
      </pc:sldChg>
      <pc:sldChg chg="new del">
        <pc:chgData name="Palit, Tapti" userId="dec6fbcd-7598-406a-8cbf-504d4a3bac15" providerId="ADAL" clId="{ECD42228-5B96-4A72-B268-C46DF994E6B7}" dt="2024-01-14T20:43:17.201" v="1177" actId="680"/>
        <pc:sldMkLst>
          <pc:docMk/>
          <pc:sldMk cId="1116821206" sldId="796"/>
        </pc:sldMkLst>
      </pc:sldChg>
      <pc:sldChg chg="addSp delSp modSp add mod">
        <pc:chgData name="Palit, Tapti" userId="dec6fbcd-7598-406a-8cbf-504d4a3bac15" providerId="ADAL" clId="{ECD42228-5B96-4A72-B268-C46DF994E6B7}" dt="2024-01-15T02:09:57.923" v="3838" actId="20577"/>
        <pc:sldMkLst>
          <pc:docMk/>
          <pc:sldMk cId="1995810849" sldId="796"/>
        </pc:sldMkLst>
        <pc:spChg chg="del">
          <ac:chgData name="Palit, Tapti" userId="dec6fbcd-7598-406a-8cbf-504d4a3bac15" providerId="ADAL" clId="{ECD42228-5B96-4A72-B268-C46DF994E6B7}" dt="2024-01-14T21:31:56.496" v="1801" actId="478"/>
          <ac:spMkLst>
            <pc:docMk/>
            <pc:sldMk cId="1995810849" sldId="796"/>
            <ac:spMk id="3" creationId="{77ED4799-638B-F20E-CCD5-F50C94CD3B9E}"/>
          </ac:spMkLst>
        </pc:spChg>
        <pc:spChg chg="del">
          <ac:chgData name="Palit, Tapti" userId="dec6fbcd-7598-406a-8cbf-504d4a3bac15" providerId="ADAL" clId="{ECD42228-5B96-4A72-B268-C46DF994E6B7}" dt="2024-01-14T21:42:27.589" v="2172" actId="478"/>
          <ac:spMkLst>
            <pc:docMk/>
            <pc:sldMk cId="1995810849" sldId="796"/>
            <ac:spMk id="5" creationId="{796A5EB1-6B12-72E9-5240-7550D8F20B04}"/>
          </ac:spMkLst>
        </pc:spChg>
        <pc:spChg chg="add del mod">
          <ac:chgData name="Palit, Tapti" userId="dec6fbcd-7598-406a-8cbf-504d4a3bac15" providerId="ADAL" clId="{ECD42228-5B96-4A72-B268-C46DF994E6B7}" dt="2024-01-15T02:09:44.206" v="3786" actId="478"/>
          <ac:spMkLst>
            <pc:docMk/>
            <pc:sldMk cId="1995810849" sldId="796"/>
            <ac:spMk id="6" creationId="{1FE5DAC0-47A8-77A6-3164-AC7AD4E03020}"/>
          </ac:spMkLst>
        </pc:spChg>
        <pc:spChg chg="add del mod">
          <ac:chgData name="Palit, Tapti" userId="dec6fbcd-7598-406a-8cbf-504d4a3bac15" providerId="ADAL" clId="{ECD42228-5B96-4A72-B268-C46DF994E6B7}" dt="2024-01-15T02:09:57.923" v="3838" actId="20577"/>
          <ac:spMkLst>
            <pc:docMk/>
            <pc:sldMk cId="1995810849" sldId="796"/>
            <ac:spMk id="7" creationId="{0B94641A-9700-79D5-9107-90F15D463644}"/>
          </ac:spMkLst>
        </pc:spChg>
        <pc:spChg chg="add del">
          <ac:chgData name="Palit, Tapti" userId="dec6fbcd-7598-406a-8cbf-504d4a3bac15" providerId="ADAL" clId="{ECD42228-5B96-4A72-B268-C46DF994E6B7}" dt="2024-01-15T02:09:41.963" v="3785" actId="478"/>
          <ac:spMkLst>
            <pc:docMk/>
            <pc:sldMk cId="1995810849" sldId="796"/>
            <ac:spMk id="8" creationId="{D66EF178-BE79-3C1D-0CB8-761E29262D4E}"/>
          </ac:spMkLst>
        </pc:spChg>
        <pc:spChg chg="add del">
          <ac:chgData name="Palit, Tapti" userId="dec6fbcd-7598-406a-8cbf-504d4a3bac15" providerId="ADAL" clId="{ECD42228-5B96-4A72-B268-C46DF994E6B7}" dt="2024-01-15T02:09:41.963" v="3785" actId="478"/>
          <ac:spMkLst>
            <pc:docMk/>
            <pc:sldMk cId="1995810849" sldId="796"/>
            <ac:spMk id="9" creationId="{DC566193-3BF0-911C-EEBE-0A2C235657B3}"/>
          </ac:spMkLst>
        </pc:spChg>
        <pc:spChg chg="add del">
          <ac:chgData name="Palit, Tapti" userId="dec6fbcd-7598-406a-8cbf-504d4a3bac15" providerId="ADAL" clId="{ECD42228-5B96-4A72-B268-C46DF994E6B7}" dt="2024-01-15T02:09:41.963" v="3785" actId="478"/>
          <ac:spMkLst>
            <pc:docMk/>
            <pc:sldMk cId="1995810849" sldId="796"/>
            <ac:spMk id="10" creationId="{BE38ED83-1ACF-E3C1-B5FE-67D1D629A8EC}"/>
          </ac:spMkLst>
        </pc:spChg>
        <pc:spChg chg="add del mod">
          <ac:chgData name="Palit, Tapti" userId="dec6fbcd-7598-406a-8cbf-504d4a3bac15" providerId="ADAL" clId="{ECD42228-5B96-4A72-B268-C46DF994E6B7}" dt="2024-01-15T02:09:41.963" v="3785" actId="478"/>
          <ac:spMkLst>
            <pc:docMk/>
            <pc:sldMk cId="1995810849" sldId="796"/>
            <ac:spMk id="11" creationId="{A61A418C-598A-2789-D0D9-887944A70DC5}"/>
          </ac:spMkLst>
        </pc:spChg>
        <pc:spChg chg="add del mod">
          <ac:chgData name="Palit, Tapti" userId="dec6fbcd-7598-406a-8cbf-504d4a3bac15" providerId="ADAL" clId="{ECD42228-5B96-4A72-B268-C46DF994E6B7}" dt="2024-01-15T02:09:53.825" v="3832" actId="1038"/>
          <ac:spMkLst>
            <pc:docMk/>
            <pc:sldMk cId="1995810849" sldId="796"/>
            <ac:spMk id="12" creationId="{5E9E07E8-CBAF-810F-342A-02E937C0F585}"/>
          </ac:spMkLst>
        </pc:spChg>
        <pc:spChg chg="add del mod">
          <ac:chgData name="Palit, Tapti" userId="dec6fbcd-7598-406a-8cbf-504d4a3bac15" providerId="ADAL" clId="{ECD42228-5B96-4A72-B268-C46DF994E6B7}" dt="2024-01-15T02:09:53.825" v="3832" actId="1038"/>
          <ac:spMkLst>
            <pc:docMk/>
            <pc:sldMk cId="1995810849" sldId="796"/>
            <ac:spMk id="13" creationId="{D416EDCB-0B14-5F9C-DBBC-81FE6BA2816B}"/>
          </ac:spMkLst>
        </pc:spChg>
        <pc:spChg chg="add del mod">
          <ac:chgData name="Palit, Tapti" userId="dec6fbcd-7598-406a-8cbf-504d4a3bac15" providerId="ADAL" clId="{ECD42228-5B96-4A72-B268-C46DF994E6B7}" dt="2024-01-15T02:09:53.825" v="3832" actId="1038"/>
          <ac:spMkLst>
            <pc:docMk/>
            <pc:sldMk cId="1995810849" sldId="796"/>
            <ac:spMk id="14" creationId="{1BFF32E7-753C-E403-6F56-1A99BA583826}"/>
          </ac:spMkLst>
        </pc:spChg>
        <pc:spChg chg="add del mod">
          <ac:chgData name="Palit, Tapti" userId="dec6fbcd-7598-406a-8cbf-504d4a3bac15" providerId="ADAL" clId="{ECD42228-5B96-4A72-B268-C46DF994E6B7}" dt="2024-01-15T02:09:53.825" v="3832" actId="1038"/>
          <ac:spMkLst>
            <pc:docMk/>
            <pc:sldMk cId="1995810849" sldId="796"/>
            <ac:spMk id="15" creationId="{4985DD96-24CA-A47E-490B-1E0D4FF988B5}"/>
          </ac:spMkLst>
        </pc:spChg>
        <pc:spChg chg="add del">
          <ac:chgData name="Palit, Tapti" userId="dec6fbcd-7598-406a-8cbf-504d4a3bac15" providerId="ADAL" clId="{ECD42228-5B96-4A72-B268-C46DF994E6B7}" dt="2024-01-15T02:09:41.963" v="3785" actId="478"/>
          <ac:spMkLst>
            <pc:docMk/>
            <pc:sldMk cId="1995810849" sldId="796"/>
            <ac:spMk id="16" creationId="{C34981CF-1C25-4C2C-EE6B-6365EC042B74}"/>
          </ac:spMkLst>
        </pc:spChg>
        <pc:spChg chg="add del">
          <ac:chgData name="Palit, Tapti" userId="dec6fbcd-7598-406a-8cbf-504d4a3bac15" providerId="ADAL" clId="{ECD42228-5B96-4A72-B268-C46DF994E6B7}" dt="2024-01-15T02:09:41.963" v="3785" actId="478"/>
          <ac:spMkLst>
            <pc:docMk/>
            <pc:sldMk cId="1995810849" sldId="796"/>
            <ac:spMk id="17" creationId="{41AFEFA9-9E7F-AF64-0994-27EA482B0A35}"/>
          </ac:spMkLst>
        </pc:spChg>
        <pc:spChg chg="add del mod">
          <ac:chgData name="Palit, Tapti" userId="dec6fbcd-7598-406a-8cbf-504d4a3bac15" providerId="ADAL" clId="{ECD42228-5B96-4A72-B268-C46DF994E6B7}" dt="2024-01-15T02:09:53.825" v="3832" actId="1038"/>
          <ac:spMkLst>
            <pc:docMk/>
            <pc:sldMk cId="1995810849" sldId="796"/>
            <ac:spMk id="18" creationId="{F8EF4FAE-7A96-B252-41D4-EE5C8D00E74C}"/>
          </ac:spMkLst>
        </pc:spChg>
        <pc:spChg chg="add del mod">
          <ac:chgData name="Palit, Tapti" userId="dec6fbcd-7598-406a-8cbf-504d4a3bac15" providerId="ADAL" clId="{ECD42228-5B96-4A72-B268-C46DF994E6B7}" dt="2024-01-15T02:09:53.825" v="3832" actId="1038"/>
          <ac:spMkLst>
            <pc:docMk/>
            <pc:sldMk cId="1995810849" sldId="796"/>
            <ac:spMk id="19" creationId="{39DCE3E0-8E78-E688-5FE9-25132C3656E6}"/>
          </ac:spMkLst>
        </pc:spChg>
        <pc:spChg chg="del mod">
          <ac:chgData name="Palit, Tapti" userId="dec6fbcd-7598-406a-8cbf-504d4a3bac15" providerId="ADAL" clId="{ECD42228-5B96-4A72-B268-C46DF994E6B7}" dt="2024-01-14T21:42:21.652" v="2171" actId="478"/>
          <ac:spMkLst>
            <pc:docMk/>
            <pc:sldMk cId="1995810849" sldId="796"/>
            <ac:spMk id="26" creationId="{575621BB-809F-9C84-36D7-3D877F921386}"/>
          </ac:spMkLst>
        </pc:spChg>
        <pc:spChg chg="add mod ord">
          <ac:chgData name="Palit, Tapti" userId="dec6fbcd-7598-406a-8cbf-504d4a3bac15" providerId="ADAL" clId="{ECD42228-5B96-4A72-B268-C46DF994E6B7}" dt="2024-01-14T21:42:33.572" v="2174" actId="166"/>
          <ac:spMkLst>
            <pc:docMk/>
            <pc:sldMk cId="1995810849" sldId="796"/>
            <ac:spMk id="27" creationId="{56CE804E-3478-44D3-54A9-1DBEFEF9FC97}"/>
          </ac:spMkLst>
        </pc:spChg>
        <pc:spChg chg="add mod">
          <ac:chgData name="Palit, Tapti" userId="dec6fbcd-7598-406a-8cbf-504d4a3bac15" providerId="ADAL" clId="{ECD42228-5B96-4A72-B268-C46DF994E6B7}" dt="2024-01-14T21:55:03.127" v="2334" actId="255"/>
          <ac:spMkLst>
            <pc:docMk/>
            <pc:sldMk cId="1995810849" sldId="796"/>
            <ac:spMk id="28" creationId="{662234E1-5CA4-0BC7-E4C1-F05CFD95B2E6}"/>
          </ac:spMkLst>
        </pc:spChg>
        <pc:cxnChg chg="add del mod">
          <ac:chgData name="Palit, Tapti" userId="dec6fbcd-7598-406a-8cbf-504d4a3bac15" providerId="ADAL" clId="{ECD42228-5B96-4A72-B268-C46DF994E6B7}" dt="2024-01-15T02:09:41.963" v="3785" actId="478"/>
          <ac:cxnSpMkLst>
            <pc:docMk/>
            <pc:sldMk cId="1995810849" sldId="796"/>
            <ac:cxnSpMk id="20" creationId="{E4ED77A7-479A-3877-7F5D-133BEF4039CE}"/>
          </ac:cxnSpMkLst>
        </pc:cxnChg>
        <pc:cxnChg chg="add del mod">
          <ac:chgData name="Palit, Tapti" userId="dec6fbcd-7598-406a-8cbf-504d4a3bac15" providerId="ADAL" clId="{ECD42228-5B96-4A72-B268-C46DF994E6B7}" dt="2024-01-15T02:09:41.963" v="3785" actId="478"/>
          <ac:cxnSpMkLst>
            <pc:docMk/>
            <pc:sldMk cId="1995810849" sldId="796"/>
            <ac:cxnSpMk id="21" creationId="{4C5E8B4E-AF74-AD0C-48B5-B0A5F9642933}"/>
          </ac:cxnSpMkLst>
        </pc:cxnChg>
        <pc:cxnChg chg="add del mod">
          <ac:chgData name="Palit, Tapti" userId="dec6fbcd-7598-406a-8cbf-504d4a3bac15" providerId="ADAL" clId="{ECD42228-5B96-4A72-B268-C46DF994E6B7}" dt="2024-01-15T02:09:53.825" v="3832" actId="1038"/>
          <ac:cxnSpMkLst>
            <pc:docMk/>
            <pc:sldMk cId="1995810849" sldId="796"/>
            <ac:cxnSpMk id="22" creationId="{6ADEDA0A-85D2-A38C-B68E-BE92D4061B07}"/>
          </ac:cxnSpMkLst>
        </pc:cxnChg>
        <pc:cxnChg chg="add del mod">
          <ac:chgData name="Palit, Tapti" userId="dec6fbcd-7598-406a-8cbf-504d4a3bac15" providerId="ADAL" clId="{ECD42228-5B96-4A72-B268-C46DF994E6B7}" dt="2024-01-15T02:09:53.825" v="3832" actId="1038"/>
          <ac:cxnSpMkLst>
            <pc:docMk/>
            <pc:sldMk cId="1995810849" sldId="796"/>
            <ac:cxnSpMk id="23" creationId="{CC63BAAE-DBA1-CB68-054E-3D64BABFA4EF}"/>
          </ac:cxnSpMkLst>
        </pc:cxnChg>
        <pc:cxnChg chg="add del mod">
          <ac:chgData name="Palit, Tapti" userId="dec6fbcd-7598-406a-8cbf-504d4a3bac15" providerId="ADAL" clId="{ECD42228-5B96-4A72-B268-C46DF994E6B7}" dt="2024-01-15T02:09:53.825" v="3832" actId="1038"/>
          <ac:cxnSpMkLst>
            <pc:docMk/>
            <pc:sldMk cId="1995810849" sldId="796"/>
            <ac:cxnSpMk id="24" creationId="{9BC29CBA-9B2D-E435-D762-3B771882C093}"/>
          </ac:cxnSpMkLst>
        </pc:cxnChg>
        <pc:cxnChg chg="add del mod">
          <ac:chgData name="Palit, Tapti" userId="dec6fbcd-7598-406a-8cbf-504d4a3bac15" providerId="ADAL" clId="{ECD42228-5B96-4A72-B268-C46DF994E6B7}" dt="2024-01-15T02:09:53.825" v="3832" actId="1038"/>
          <ac:cxnSpMkLst>
            <pc:docMk/>
            <pc:sldMk cId="1995810849" sldId="796"/>
            <ac:cxnSpMk id="25" creationId="{FBD13CD6-A3C4-7FDA-6EC4-F0E28A9A7A42}"/>
          </ac:cxnSpMkLst>
        </pc:cxnChg>
      </pc:sldChg>
      <pc:sldChg chg="modSp new del mod modShow">
        <pc:chgData name="Palit, Tapti" userId="dec6fbcd-7598-406a-8cbf-504d4a3bac15" providerId="ADAL" clId="{ECD42228-5B96-4A72-B268-C46DF994E6B7}" dt="2024-01-14T21:20:33.831" v="1656" actId="47"/>
        <pc:sldMkLst>
          <pc:docMk/>
          <pc:sldMk cId="3187165963" sldId="796"/>
        </pc:sldMkLst>
        <pc:spChg chg="mod">
          <ac:chgData name="Palit, Tapti" userId="dec6fbcd-7598-406a-8cbf-504d4a3bac15" providerId="ADAL" clId="{ECD42228-5B96-4A72-B268-C46DF994E6B7}" dt="2024-01-14T20:45:12.260" v="1207" actId="20577"/>
          <ac:spMkLst>
            <pc:docMk/>
            <pc:sldMk cId="3187165963" sldId="796"/>
            <ac:spMk id="2" creationId="{B1230F2E-30B5-3965-A18D-76202262E5C0}"/>
          </ac:spMkLst>
        </pc:spChg>
      </pc:sldChg>
      <pc:sldChg chg="add del mod modShow">
        <pc:chgData name="Palit, Tapti" userId="dec6fbcd-7598-406a-8cbf-504d4a3bac15" providerId="ADAL" clId="{ECD42228-5B96-4A72-B268-C46DF994E6B7}" dt="2024-01-28T03:44:01.241" v="67437" actId="47"/>
        <pc:sldMkLst>
          <pc:docMk/>
          <pc:sldMk cId="1485322317" sldId="797"/>
        </pc:sldMkLst>
      </pc:sldChg>
      <pc:sldChg chg="add del">
        <pc:chgData name="Palit, Tapti" userId="dec6fbcd-7598-406a-8cbf-504d4a3bac15" providerId="ADAL" clId="{ECD42228-5B96-4A72-B268-C46DF994E6B7}" dt="2024-01-14T22:00:55.309" v="2414" actId="2696"/>
        <pc:sldMkLst>
          <pc:docMk/>
          <pc:sldMk cId="2446213283" sldId="797"/>
        </pc:sldMkLst>
      </pc:sldChg>
      <pc:sldChg chg="modSp new del mod modShow">
        <pc:chgData name="Palit, Tapti" userId="dec6fbcd-7598-406a-8cbf-504d4a3bac15" providerId="ADAL" clId="{ECD42228-5B96-4A72-B268-C46DF994E6B7}" dt="2024-01-14T21:20:35.573" v="1657" actId="47"/>
        <pc:sldMkLst>
          <pc:docMk/>
          <pc:sldMk cId="3927333681" sldId="797"/>
        </pc:sldMkLst>
        <pc:spChg chg="mod">
          <ac:chgData name="Palit, Tapti" userId="dec6fbcd-7598-406a-8cbf-504d4a3bac15" providerId="ADAL" clId="{ECD42228-5B96-4A72-B268-C46DF994E6B7}" dt="2024-01-14T20:45:23.277" v="1217" actId="20577"/>
          <ac:spMkLst>
            <pc:docMk/>
            <pc:sldMk cId="3927333681" sldId="797"/>
            <ac:spMk id="2" creationId="{9C8F95B4-414A-3009-868F-7BC2026D82B1}"/>
          </ac:spMkLst>
        </pc:spChg>
      </pc:sldChg>
      <pc:sldChg chg="addSp modSp add mod">
        <pc:chgData name="Palit, Tapti" userId="dec6fbcd-7598-406a-8cbf-504d4a3bac15" providerId="ADAL" clId="{ECD42228-5B96-4A72-B268-C46DF994E6B7}" dt="2024-01-14T22:02:48.781" v="2446" actId="14100"/>
        <pc:sldMkLst>
          <pc:docMk/>
          <pc:sldMk cId="2243183271" sldId="798"/>
        </pc:sldMkLst>
        <pc:spChg chg="mod">
          <ac:chgData name="Palit, Tapti" userId="dec6fbcd-7598-406a-8cbf-504d4a3bac15" providerId="ADAL" clId="{ECD42228-5B96-4A72-B268-C46DF994E6B7}" dt="2024-01-14T22:00:51.650" v="2413" actId="207"/>
          <ac:spMkLst>
            <pc:docMk/>
            <pc:sldMk cId="2243183271" sldId="798"/>
            <ac:spMk id="5" creationId="{2CCED1FF-82D3-309E-5693-F4D52241147B}"/>
          </ac:spMkLst>
        </pc:spChg>
        <pc:spChg chg="add mod">
          <ac:chgData name="Palit, Tapti" userId="dec6fbcd-7598-406a-8cbf-504d4a3bac15" providerId="ADAL" clId="{ECD42228-5B96-4A72-B268-C46DF994E6B7}" dt="2024-01-14T22:02:10.957" v="2434" actId="1076"/>
          <ac:spMkLst>
            <pc:docMk/>
            <pc:sldMk cId="2243183271" sldId="798"/>
            <ac:spMk id="7" creationId="{F9F25CFA-9F02-BB58-943B-FA10FD1F57D2}"/>
          </ac:spMkLst>
        </pc:spChg>
        <pc:spChg chg="add mod">
          <ac:chgData name="Palit, Tapti" userId="dec6fbcd-7598-406a-8cbf-504d4a3bac15" providerId="ADAL" clId="{ECD42228-5B96-4A72-B268-C46DF994E6B7}" dt="2024-01-14T22:02:00.071" v="2430" actId="20577"/>
          <ac:spMkLst>
            <pc:docMk/>
            <pc:sldMk cId="2243183271" sldId="798"/>
            <ac:spMk id="9" creationId="{8C2FBFD3-CE85-4EE1-E3D9-BDE63B471121}"/>
          </ac:spMkLst>
        </pc:spChg>
        <pc:cxnChg chg="add mod">
          <ac:chgData name="Palit, Tapti" userId="dec6fbcd-7598-406a-8cbf-504d4a3bac15" providerId="ADAL" clId="{ECD42228-5B96-4A72-B268-C46DF994E6B7}" dt="2024-01-14T22:00:01.385" v="2409"/>
          <ac:cxnSpMkLst>
            <pc:docMk/>
            <pc:sldMk cId="2243183271" sldId="798"/>
            <ac:cxnSpMk id="3" creationId="{3A2CC2E0-1227-2B45-3B6B-2305A84AE378}"/>
          </ac:cxnSpMkLst>
        </pc:cxnChg>
        <pc:cxnChg chg="add mod">
          <ac:chgData name="Palit, Tapti" userId="dec6fbcd-7598-406a-8cbf-504d4a3bac15" providerId="ADAL" clId="{ECD42228-5B96-4A72-B268-C46DF994E6B7}" dt="2024-01-14T22:02:18.502" v="2437" actId="14100"/>
          <ac:cxnSpMkLst>
            <pc:docMk/>
            <pc:sldMk cId="2243183271" sldId="798"/>
            <ac:cxnSpMk id="11" creationId="{AA485285-5F7F-D5BB-569E-053E8BD92AF2}"/>
          </ac:cxnSpMkLst>
        </pc:cxnChg>
        <pc:cxnChg chg="add mod">
          <ac:chgData name="Palit, Tapti" userId="dec6fbcd-7598-406a-8cbf-504d4a3bac15" providerId="ADAL" clId="{ECD42228-5B96-4A72-B268-C46DF994E6B7}" dt="2024-01-14T22:02:29.451" v="2440" actId="14100"/>
          <ac:cxnSpMkLst>
            <pc:docMk/>
            <pc:sldMk cId="2243183271" sldId="798"/>
            <ac:cxnSpMk id="20" creationId="{0BB71693-76B3-EA8D-BF27-F71B3D38D2C0}"/>
          </ac:cxnSpMkLst>
        </pc:cxnChg>
        <pc:cxnChg chg="add mod">
          <ac:chgData name="Palit, Tapti" userId="dec6fbcd-7598-406a-8cbf-504d4a3bac15" providerId="ADAL" clId="{ECD42228-5B96-4A72-B268-C46DF994E6B7}" dt="2024-01-14T22:02:40.701" v="2443" actId="14100"/>
          <ac:cxnSpMkLst>
            <pc:docMk/>
            <pc:sldMk cId="2243183271" sldId="798"/>
            <ac:cxnSpMk id="24" creationId="{23C66A70-305E-C25C-A5C8-1FCD7B649F25}"/>
          </ac:cxnSpMkLst>
        </pc:cxnChg>
        <pc:cxnChg chg="add mod">
          <ac:chgData name="Palit, Tapti" userId="dec6fbcd-7598-406a-8cbf-504d4a3bac15" providerId="ADAL" clId="{ECD42228-5B96-4A72-B268-C46DF994E6B7}" dt="2024-01-14T22:02:48.781" v="2446" actId="14100"/>
          <ac:cxnSpMkLst>
            <pc:docMk/>
            <pc:sldMk cId="2243183271" sldId="798"/>
            <ac:cxnSpMk id="28" creationId="{99013044-7F52-C110-61DF-F8CFF21016FD}"/>
          </ac:cxnSpMkLst>
        </pc:cxnChg>
      </pc:sldChg>
      <pc:sldChg chg="modSp new del mod modShow">
        <pc:chgData name="Palit, Tapti" userId="dec6fbcd-7598-406a-8cbf-504d4a3bac15" providerId="ADAL" clId="{ECD42228-5B96-4A72-B268-C46DF994E6B7}" dt="2024-01-14T21:19:44.723" v="1654" actId="47"/>
        <pc:sldMkLst>
          <pc:docMk/>
          <pc:sldMk cId="2923555524" sldId="798"/>
        </pc:sldMkLst>
        <pc:spChg chg="mod">
          <ac:chgData name="Palit, Tapti" userId="dec6fbcd-7598-406a-8cbf-504d4a3bac15" providerId="ADAL" clId="{ECD42228-5B96-4A72-B268-C46DF994E6B7}" dt="2024-01-14T21:06:16.120" v="1646" actId="20577"/>
          <ac:spMkLst>
            <pc:docMk/>
            <pc:sldMk cId="2923555524" sldId="798"/>
            <ac:spMk id="2" creationId="{3146A573-D770-6D40-F79F-194D071901EA}"/>
          </ac:spMkLst>
        </pc:spChg>
      </pc:sldChg>
      <pc:sldChg chg="add del">
        <pc:chgData name="Palit, Tapti" userId="dec6fbcd-7598-406a-8cbf-504d4a3bac15" providerId="ADAL" clId="{ECD42228-5B96-4A72-B268-C46DF994E6B7}" dt="2024-01-14T22:59:02.097" v="2912" actId="47"/>
        <pc:sldMkLst>
          <pc:docMk/>
          <pc:sldMk cId="833962398" sldId="799"/>
        </pc:sldMkLst>
      </pc:sldChg>
      <pc:sldChg chg="add del">
        <pc:chgData name="Palit, Tapti" userId="dec6fbcd-7598-406a-8cbf-504d4a3bac15" providerId="ADAL" clId="{ECD42228-5B96-4A72-B268-C46DF994E6B7}" dt="2024-01-14T22:59:02.097" v="2912" actId="47"/>
        <pc:sldMkLst>
          <pc:docMk/>
          <pc:sldMk cId="1236823335" sldId="800"/>
        </pc:sldMkLst>
      </pc:sldChg>
      <pc:sldChg chg="addSp delSp modSp new del mod delAnim modAnim addCm modNotesTx">
        <pc:chgData name="Palit, Tapti" userId="dec6fbcd-7598-406a-8cbf-504d4a3bac15" providerId="ADAL" clId="{ECD42228-5B96-4A72-B268-C46DF994E6B7}" dt="2024-01-25T05:36:12.373" v="52371" actId="47"/>
        <pc:sldMkLst>
          <pc:docMk/>
          <pc:sldMk cId="1834629704" sldId="801"/>
        </pc:sldMkLst>
        <pc:spChg chg="mod">
          <ac:chgData name="Palit, Tapti" userId="dec6fbcd-7598-406a-8cbf-504d4a3bac15" providerId="ADAL" clId="{ECD42228-5B96-4A72-B268-C46DF994E6B7}" dt="2024-01-23T20:43:25.506" v="33680" actId="20577"/>
          <ac:spMkLst>
            <pc:docMk/>
            <pc:sldMk cId="1834629704" sldId="801"/>
            <ac:spMk id="2" creationId="{40DFA5DC-A829-B052-17BC-8F0762F4FE5A}"/>
          </ac:spMkLst>
        </pc:spChg>
        <pc:spChg chg="del mod">
          <ac:chgData name="Palit, Tapti" userId="dec6fbcd-7598-406a-8cbf-504d4a3bac15" providerId="ADAL" clId="{ECD42228-5B96-4A72-B268-C46DF994E6B7}" dt="2024-01-14T23:39:24.507" v="3708" actId="478"/>
          <ac:spMkLst>
            <pc:docMk/>
            <pc:sldMk cId="1834629704" sldId="801"/>
            <ac:spMk id="3" creationId="{43A5611D-42D5-D5DF-C620-9D380D5B6D93}"/>
          </ac:spMkLst>
        </pc:spChg>
        <pc:spChg chg="add mod">
          <ac:chgData name="Palit, Tapti" userId="dec6fbcd-7598-406a-8cbf-504d4a3bac15" providerId="ADAL" clId="{ECD42228-5B96-4A72-B268-C46DF994E6B7}" dt="2024-01-24T03:50:58.552" v="39001" actId="14100"/>
          <ac:spMkLst>
            <pc:docMk/>
            <pc:sldMk cId="1834629704" sldId="801"/>
            <ac:spMk id="6" creationId="{735C9574-0EA7-E314-C35D-BFF3AF23E485}"/>
          </ac:spMkLst>
        </pc:spChg>
        <pc:spChg chg="add del mod">
          <ac:chgData name="Palit, Tapti" userId="dec6fbcd-7598-406a-8cbf-504d4a3bac15" providerId="ADAL" clId="{ECD42228-5B96-4A72-B268-C46DF994E6B7}" dt="2024-01-14T23:39:27.403" v="3709" actId="478"/>
          <ac:spMkLst>
            <pc:docMk/>
            <pc:sldMk cId="1834629704" sldId="801"/>
            <ac:spMk id="7" creationId="{1CEC7D29-3966-BEB2-C203-9CD758D8C8EB}"/>
          </ac:spMkLst>
        </pc:spChg>
        <pc:spChg chg="del mod topLvl">
          <ac:chgData name="Palit, Tapti" userId="dec6fbcd-7598-406a-8cbf-504d4a3bac15" providerId="ADAL" clId="{ECD42228-5B96-4A72-B268-C46DF994E6B7}" dt="2024-01-23T20:30:27.007" v="33635" actId="478"/>
          <ac:spMkLst>
            <pc:docMk/>
            <pc:sldMk cId="1834629704" sldId="801"/>
            <ac:spMk id="7" creationId="{443E614F-DEED-516B-9760-E73C5D005C6D}"/>
          </ac:spMkLst>
        </pc:spChg>
        <pc:spChg chg="del">
          <ac:chgData name="Palit, Tapti" userId="dec6fbcd-7598-406a-8cbf-504d4a3bac15" providerId="ADAL" clId="{ECD42228-5B96-4A72-B268-C46DF994E6B7}" dt="2024-01-22T23:43:24.993" v="10456" actId="478"/>
          <ac:spMkLst>
            <pc:docMk/>
            <pc:sldMk cId="1834629704" sldId="801"/>
            <ac:spMk id="10" creationId="{45E37112-55FC-9082-0639-2D5C33E898FA}"/>
          </ac:spMkLst>
        </pc:spChg>
        <pc:grpChg chg="del mod">
          <ac:chgData name="Palit, Tapti" userId="dec6fbcd-7598-406a-8cbf-504d4a3bac15" providerId="ADAL" clId="{ECD42228-5B96-4A72-B268-C46DF994E6B7}" dt="2024-01-23T20:30:27.007" v="33635" actId="478"/>
          <ac:grpSpMkLst>
            <pc:docMk/>
            <pc:sldMk cId="1834629704" sldId="801"/>
            <ac:grpSpMk id="8" creationId="{298B757C-B9AC-9F79-F773-B677611A272D}"/>
          </ac:grpSpMkLst>
        </pc:grpChg>
        <pc:graphicFrameChg chg="add del mod modGraphic">
          <ac:chgData name="Palit, Tapti" userId="dec6fbcd-7598-406a-8cbf-504d4a3bac15" providerId="ADAL" clId="{ECD42228-5B96-4A72-B268-C46DF994E6B7}" dt="2024-01-23T20:42:36.337" v="33664" actId="478"/>
          <ac:graphicFrameMkLst>
            <pc:docMk/>
            <pc:sldMk cId="1834629704" sldId="801"/>
            <ac:graphicFrameMk id="5" creationId="{E5E0D12C-725E-0763-E377-01B108FF744E}"/>
          </ac:graphicFrameMkLst>
        </pc:graphicFrameChg>
        <pc:picChg chg="add mod">
          <ac:chgData name="Palit, Tapti" userId="dec6fbcd-7598-406a-8cbf-504d4a3bac15" providerId="ADAL" clId="{ECD42228-5B96-4A72-B268-C46DF994E6B7}" dt="2024-01-22T23:42:59.671" v="10454" actId="1076"/>
          <ac:picMkLst>
            <pc:docMk/>
            <pc:sldMk cId="1834629704" sldId="801"/>
            <ac:picMk id="3" creationId="{8721059C-2FE0-C3F1-B108-094C2F7DB426}"/>
          </ac:picMkLst>
        </pc:picChg>
        <pc:picChg chg="mod">
          <ac:chgData name="Palit, Tapti" userId="dec6fbcd-7598-406a-8cbf-504d4a3bac15" providerId="ADAL" clId="{ECD42228-5B96-4A72-B268-C46DF994E6B7}" dt="2024-01-23T20:59:03.888" v="33683" actId="1076"/>
          <ac:picMkLst>
            <pc:docMk/>
            <pc:sldMk cId="1834629704" sldId="801"/>
            <ac:picMk id="9" creationId="{423BC550-D685-85D9-ED2A-D7536C774E06}"/>
          </ac:picMkLst>
        </pc:picChg>
        <pc:picChg chg="mod topLvl">
          <ac:chgData name="Palit, Tapti" userId="dec6fbcd-7598-406a-8cbf-504d4a3bac15" providerId="ADAL" clId="{ECD42228-5B96-4A72-B268-C46DF994E6B7}" dt="2024-01-23T20:59:01.988" v="33682" actId="1076"/>
          <ac:picMkLst>
            <pc:docMk/>
            <pc:sldMk cId="1834629704" sldId="801"/>
            <ac:picMk id="12290" creationId="{1EA27A63-C684-3E37-F662-0A23ACF930B4}"/>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21:02:22.468" v="33770"/>
              <pc2:cmMkLst xmlns:pc2="http://schemas.microsoft.com/office/powerpoint/2019/9/main/command">
                <pc:docMk/>
                <pc:sldMk cId="1834629704" sldId="801"/>
                <pc2:cmMk id="{F758F06B-B498-4630-9EA1-03093B69330A}"/>
              </pc2:cmMkLst>
            </pc226:cmChg>
          </p:ext>
        </pc:extLst>
      </pc:sldChg>
      <pc:sldChg chg="del">
        <pc:chgData name="Palit, Tapti" userId="dec6fbcd-7598-406a-8cbf-504d4a3bac15" providerId="ADAL" clId="{ECD42228-5B96-4A72-B268-C46DF994E6B7}" dt="2024-01-28T03:44:01.241" v="67437" actId="47"/>
        <pc:sldMkLst>
          <pc:docMk/>
          <pc:sldMk cId="2581783918" sldId="802"/>
        </pc:sldMkLst>
      </pc:sldChg>
      <pc:sldChg chg="add del mod modShow">
        <pc:chgData name="Palit, Tapti" userId="dec6fbcd-7598-406a-8cbf-504d4a3bac15" providerId="ADAL" clId="{ECD42228-5B96-4A72-B268-C46DF994E6B7}" dt="2024-01-28T03:44:01.241" v="67437" actId="47"/>
        <pc:sldMkLst>
          <pc:docMk/>
          <pc:sldMk cId="1382759726" sldId="803"/>
        </pc:sldMkLst>
      </pc:sldChg>
      <pc:sldChg chg="add del">
        <pc:chgData name="Palit, Tapti" userId="dec6fbcd-7598-406a-8cbf-504d4a3bac15" providerId="ADAL" clId="{ECD42228-5B96-4A72-B268-C46DF994E6B7}" dt="2024-01-14T22:59:43.041" v="2914" actId="47"/>
        <pc:sldMkLst>
          <pc:docMk/>
          <pc:sldMk cId="1734200946" sldId="803"/>
        </pc:sldMkLst>
      </pc:sldChg>
      <pc:sldChg chg="addSp delSp modSp add del mod">
        <pc:chgData name="Palit, Tapti" userId="dec6fbcd-7598-406a-8cbf-504d4a3bac15" providerId="ADAL" clId="{ECD42228-5B96-4A72-B268-C46DF994E6B7}" dt="2024-01-22T23:36:03.977" v="10295" actId="2696"/>
        <pc:sldMkLst>
          <pc:docMk/>
          <pc:sldMk cId="1897251263" sldId="803"/>
        </pc:sldMkLst>
        <pc:spChg chg="mod">
          <ac:chgData name="Palit, Tapti" userId="dec6fbcd-7598-406a-8cbf-504d4a3bac15" providerId="ADAL" clId="{ECD42228-5B96-4A72-B268-C46DF994E6B7}" dt="2024-01-14T23:32:11.049" v="3254"/>
          <ac:spMkLst>
            <pc:docMk/>
            <pc:sldMk cId="1897251263" sldId="803"/>
            <ac:spMk id="2" creationId="{80ACFC51-CA2B-1477-DFCF-8A384F61F51C}"/>
          </ac:spMkLst>
        </pc:spChg>
        <pc:spChg chg="add mod">
          <ac:chgData name="Palit, Tapti" userId="dec6fbcd-7598-406a-8cbf-504d4a3bac15" providerId="ADAL" clId="{ECD42228-5B96-4A72-B268-C46DF994E6B7}" dt="2024-01-14T23:32:16.114" v="3255"/>
          <ac:spMkLst>
            <pc:docMk/>
            <pc:sldMk cId="1897251263" sldId="803"/>
            <ac:spMk id="5" creationId="{B6CA3ED3-4C96-6838-791B-2429D6B9B3C7}"/>
          </ac:spMkLst>
        </pc:spChg>
        <pc:spChg chg="del">
          <ac:chgData name="Palit, Tapti" userId="dec6fbcd-7598-406a-8cbf-504d4a3bac15" providerId="ADAL" clId="{ECD42228-5B96-4A72-B268-C46DF994E6B7}" dt="2024-01-14T23:13:42.313" v="3115" actId="478"/>
          <ac:spMkLst>
            <pc:docMk/>
            <pc:sldMk cId="1897251263" sldId="803"/>
            <ac:spMk id="7" creationId="{81525AB4-4819-3FA8-6040-4CA5D749B0A0}"/>
          </ac:spMkLst>
        </pc:spChg>
      </pc:sldChg>
      <pc:sldChg chg="new del">
        <pc:chgData name="Palit, Tapti" userId="dec6fbcd-7598-406a-8cbf-504d4a3bac15" providerId="ADAL" clId="{ECD42228-5B96-4A72-B268-C46DF994E6B7}" dt="2024-01-14T23:04:54.642" v="3009" actId="47"/>
        <pc:sldMkLst>
          <pc:docMk/>
          <pc:sldMk cId="2848617172" sldId="804"/>
        </pc:sldMkLst>
      </pc:sldChg>
      <pc:sldChg chg="modSp new del mod">
        <pc:chgData name="Palit, Tapti" userId="dec6fbcd-7598-406a-8cbf-504d4a3bac15" providerId="ADAL" clId="{ECD42228-5B96-4A72-B268-C46DF994E6B7}" dt="2024-01-14T23:34:24.052" v="3300" actId="47"/>
        <pc:sldMkLst>
          <pc:docMk/>
          <pc:sldMk cId="3480058726" sldId="804"/>
        </pc:sldMkLst>
        <pc:spChg chg="mod">
          <ac:chgData name="Palit, Tapti" userId="dec6fbcd-7598-406a-8cbf-504d4a3bac15" providerId="ADAL" clId="{ECD42228-5B96-4A72-B268-C46DF994E6B7}" dt="2024-01-14T23:33:59.883" v="3299" actId="20577"/>
          <ac:spMkLst>
            <pc:docMk/>
            <pc:sldMk cId="3480058726" sldId="804"/>
            <ac:spMk id="2" creationId="{DCD8698C-D712-7299-3575-738D07504A39}"/>
          </ac:spMkLst>
        </pc:spChg>
      </pc:sldChg>
      <pc:sldChg chg="add del">
        <pc:chgData name="Palit, Tapti" userId="dec6fbcd-7598-406a-8cbf-504d4a3bac15" providerId="ADAL" clId="{ECD42228-5B96-4A72-B268-C46DF994E6B7}" dt="2024-01-14T23:10:05.664" v="3066" actId="47"/>
        <pc:sldMkLst>
          <pc:docMk/>
          <pc:sldMk cId="3483328688" sldId="804"/>
        </pc:sldMkLst>
      </pc:sldChg>
      <pc:sldChg chg="addSp delSp modSp del mod modAnim addCm">
        <pc:chgData name="Palit, Tapti" userId="dec6fbcd-7598-406a-8cbf-504d4a3bac15" providerId="ADAL" clId="{ECD42228-5B96-4A72-B268-C46DF994E6B7}" dt="2024-01-22T20:30:16.522" v="8587" actId="2696"/>
        <pc:sldMkLst>
          <pc:docMk/>
          <pc:sldMk cId="381301021" sldId="806"/>
        </pc:sldMkLst>
        <pc:spChg chg="del">
          <ac:chgData name="Palit, Tapti" userId="dec6fbcd-7598-406a-8cbf-504d4a3bac15" providerId="ADAL" clId="{ECD42228-5B96-4A72-B268-C46DF994E6B7}" dt="2024-01-16T20:35:28.813" v="7788"/>
          <ac:spMkLst>
            <pc:docMk/>
            <pc:sldMk cId="381301021" sldId="806"/>
            <ac:spMk id="2" creationId="{5B2B5A15-CAF0-D785-ECC8-D48A2FC49227}"/>
          </ac:spMkLst>
        </pc:spChg>
        <pc:spChg chg="add mod">
          <ac:chgData name="Palit, Tapti" userId="dec6fbcd-7598-406a-8cbf-504d4a3bac15" providerId="ADAL" clId="{ECD42228-5B96-4A72-B268-C46DF994E6B7}" dt="2024-01-16T20:32:18.332" v="7783"/>
          <ac:spMkLst>
            <pc:docMk/>
            <pc:sldMk cId="381301021" sldId="806"/>
            <ac:spMk id="5" creationId="{C1C9C8F0-212A-476E-8D92-53F4BD3C7F7D}"/>
          </ac:spMkLst>
        </pc:spChg>
        <pc:spChg chg="add mod">
          <ac:chgData name="Palit, Tapti" userId="dec6fbcd-7598-406a-8cbf-504d4a3bac15" providerId="ADAL" clId="{ECD42228-5B96-4A72-B268-C46DF994E6B7}" dt="2024-01-16T20:32:18.332" v="7783"/>
          <ac:spMkLst>
            <pc:docMk/>
            <pc:sldMk cId="381301021" sldId="806"/>
            <ac:spMk id="6" creationId="{A3CD6887-5528-9D47-EE17-B6D6BAB933C9}"/>
          </ac:spMkLst>
        </pc:spChg>
        <pc:spChg chg="add mod">
          <ac:chgData name="Palit, Tapti" userId="dec6fbcd-7598-406a-8cbf-504d4a3bac15" providerId="ADAL" clId="{ECD42228-5B96-4A72-B268-C46DF994E6B7}" dt="2024-01-16T20:32:18.332" v="7783"/>
          <ac:spMkLst>
            <pc:docMk/>
            <pc:sldMk cId="381301021" sldId="806"/>
            <ac:spMk id="7" creationId="{5445DD86-42AA-4FFE-8BBC-5BF73797E7A9}"/>
          </ac:spMkLst>
        </pc:spChg>
        <pc:spChg chg="add mod">
          <ac:chgData name="Palit, Tapti" userId="dec6fbcd-7598-406a-8cbf-504d4a3bac15" providerId="ADAL" clId="{ECD42228-5B96-4A72-B268-C46DF994E6B7}" dt="2024-01-16T20:32:18.332" v="7783"/>
          <ac:spMkLst>
            <pc:docMk/>
            <pc:sldMk cId="381301021" sldId="806"/>
            <ac:spMk id="8" creationId="{9D003524-D16B-0C5F-C6C9-FB7C563ED691}"/>
          </ac:spMkLst>
        </pc:spChg>
        <pc:spChg chg="add mod">
          <ac:chgData name="Palit, Tapti" userId="dec6fbcd-7598-406a-8cbf-504d4a3bac15" providerId="ADAL" clId="{ECD42228-5B96-4A72-B268-C46DF994E6B7}" dt="2024-01-16T20:36:14.617" v="7799" actId="1076"/>
          <ac:spMkLst>
            <pc:docMk/>
            <pc:sldMk cId="381301021" sldId="806"/>
            <ac:spMk id="13" creationId="{7D193A53-7D0C-BE83-2832-4BB5DFD3E9A8}"/>
          </ac:spMkLst>
        </pc:spChg>
        <pc:picChg chg="add mod">
          <ac:chgData name="Palit, Tapti" userId="dec6fbcd-7598-406a-8cbf-504d4a3bac15" providerId="ADAL" clId="{ECD42228-5B96-4A72-B268-C46DF994E6B7}" dt="2024-01-16T20:35:53.063" v="7797" actId="1076"/>
          <ac:picMkLst>
            <pc:docMk/>
            <pc:sldMk cId="381301021" sldId="806"/>
            <ac:picMk id="10" creationId="{24D278D1-2445-4ADF-D190-C304D346D0B4}"/>
          </ac:picMkLst>
        </pc:picChg>
        <pc:picChg chg="add mod">
          <ac:chgData name="Palit, Tapti" userId="dec6fbcd-7598-406a-8cbf-504d4a3bac15" providerId="ADAL" clId="{ECD42228-5B96-4A72-B268-C46DF994E6B7}" dt="2024-01-16T20:35:53.063" v="7797" actId="1076"/>
          <ac:picMkLst>
            <pc:docMk/>
            <pc:sldMk cId="381301021" sldId="806"/>
            <ac:picMk id="11" creationId="{77973DD8-6C0B-1927-A57F-132383205126}"/>
          </ac:picMkLst>
        </pc:picChg>
        <pc:picChg chg="add mod">
          <ac:chgData name="Palit, Tapti" userId="dec6fbcd-7598-406a-8cbf-504d4a3bac15" providerId="ADAL" clId="{ECD42228-5B96-4A72-B268-C46DF994E6B7}" dt="2024-01-16T20:35:53.063" v="7797" actId="1076"/>
          <ac:picMkLst>
            <pc:docMk/>
            <pc:sldMk cId="381301021" sldId="806"/>
            <ac:picMk id="12" creationId="{1DD1A6A9-F90D-D138-E062-6D50A9B1925A}"/>
          </ac:picMkLst>
        </pc:picChg>
        <pc:picChg chg="add del mod">
          <ac:chgData name="Palit, Tapti" userId="dec6fbcd-7598-406a-8cbf-504d4a3bac15" providerId="ADAL" clId="{ECD42228-5B96-4A72-B268-C46DF994E6B7}" dt="2024-01-16T20:32:49.550" v="7787" actId="21"/>
          <ac:picMkLst>
            <pc:docMk/>
            <pc:sldMk cId="381301021" sldId="806"/>
            <ac:picMk id="4098" creationId="{E9A018D3-BFA4-1252-FDBE-B7334D365B40}"/>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22:39:14.536" v="7874"/>
              <pc2:cmMkLst xmlns:pc2="http://schemas.microsoft.com/office/powerpoint/2019/9/main/command">
                <pc:docMk/>
                <pc:sldMk cId="381301021" sldId="806"/>
                <pc2:cmMk id="{FA183F9B-1447-4563-8E43-D53EEFD8F94C}"/>
              </pc2:cmMkLst>
            </pc226:cmChg>
          </p:ext>
        </pc:extLst>
      </pc:sldChg>
      <pc:sldChg chg="add del mod modShow">
        <pc:chgData name="Palit, Tapti" userId="dec6fbcd-7598-406a-8cbf-504d4a3bac15" providerId="ADAL" clId="{ECD42228-5B96-4A72-B268-C46DF994E6B7}" dt="2024-01-28T03:44:01.241" v="67437" actId="47"/>
        <pc:sldMkLst>
          <pc:docMk/>
          <pc:sldMk cId="3520010206" sldId="806"/>
        </pc:sldMkLst>
      </pc:sldChg>
      <pc:sldChg chg="addSp delSp modSp del mod delAnim modAnim addCm modNotesTx">
        <pc:chgData name="Palit, Tapti" userId="dec6fbcd-7598-406a-8cbf-504d4a3bac15" providerId="ADAL" clId="{ECD42228-5B96-4A72-B268-C46DF994E6B7}" dt="2024-01-25T01:38:15.749" v="46041" actId="2696"/>
        <pc:sldMkLst>
          <pc:docMk/>
          <pc:sldMk cId="3211954135" sldId="807"/>
        </pc:sldMkLst>
        <pc:spChg chg="add del mod">
          <ac:chgData name="Palit, Tapti" userId="dec6fbcd-7598-406a-8cbf-504d4a3bac15" providerId="ADAL" clId="{ECD42228-5B96-4A72-B268-C46DF994E6B7}" dt="2024-01-16T01:00:00.118" v="4340" actId="478"/>
          <ac:spMkLst>
            <pc:docMk/>
            <pc:sldMk cId="3211954135" sldId="807"/>
            <ac:spMk id="2" creationId="{904B9C16-7315-37F3-E8F5-BA94A773AFE1}"/>
          </ac:spMkLst>
        </pc:spChg>
        <pc:spChg chg="add mod ord">
          <ac:chgData name="Palit, Tapti" userId="dec6fbcd-7598-406a-8cbf-504d4a3bac15" providerId="ADAL" clId="{ECD42228-5B96-4A72-B268-C46DF994E6B7}" dt="2024-01-16T01:02:04.349" v="4362" actId="1076"/>
          <ac:spMkLst>
            <pc:docMk/>
            <pc:sldMk cId="3211954135" sldId="807"/>
            <ac:spMk id="5" creationId="{91EB5DD4-C437-2F79-BF17-0E7E7695C48D}"/>
          </ac:spMkLst>
        </pc:spChg>
        <pc:spChg chg="add mod">
          <ac:chgData name="Palit, Tapti" userId="dec6fbcd-7598-406a-8cbf-504d4a3bac15" providerId="ADAL" clId="{ECD42228-5B96-4A72-B268-C46DF994E6B7}" dt="2024-01-16T01:12:10.602" v="4460" actId="1076"/>
          <ac:spMkLst>
            <pc:docMk/>
            <pc:sldMk cId="3211954135" sldId="807"/>
            <ac:spMk id="8" creationId="{C2C27FB1-0150-0550-8E80-CD16F1C5108D}"/>
          </ac:spMkLst>
        </pc:spChg>
        <pc:spChg chg="add mod">
          <ac:chgData name="Palit, Tapti" userId="dec6fbcd-7598-406a-8cbf-504d4a3bac15" providerId="ADAL" clId="{ECD42228-5B96-4A72-B268-C46DF994E6B7}" dt="2024-01-16T01:23:45.437" v="4555"/>
          <ac:spMkLst>
            <pc:docMk/>
            <pc:sldMk cId="3211954135" sldId="807"/>
            <ac:spMk id="10" creationId="{B1BF40F1-21B5-47F3-A952-4B16410EB06B}"/>
          </ac:spMkLst>
        </pc:spChg>
        <pc:spChg chg="add del">
          <ac:chgData name="Palit, Tapti" userId="dec6fbcd-7598-406a-8cbf-504d4a3bac15" providerId="ADAL" clId="{ECD42228-5B96-4A72-B268-C46DF994E6B7}" dt="2024-01-16T01:12:09.777" v="4458" actId="478"/>
          <ac:spMkLst>
            <pc:docMk/>
            <pc:sldMk cId="3211954135" sldId="807"/>
            <ac:spMk id="52" creationId="{B814EDF3-5581-A3BA-092C-34B899022121}"/>
          </ac:spMkLst>
        </pc:spChg>
        <pc:spChg chg="mod">
          <ac:chgData name="Palit, Tapti" userId="dec6fbcd-7598-406a-8cbf-504d4a3bac15" providerId="ADAL" clId="{ECD42228-5B96-4A72-B268-C46DF994E6B7}" dt="2024-01-16T01:00:49.687" v="4351" actId="1076"/>
          <ac:spMkLst>
            <pc:docMk/>
            <pc:sldMk cId="3211954135" sldId="807"/>
            <ac:spMk id="53" creationId="{01BF476B-5986-AD9F-9F44-62EC6CE78559}"/>
          </ac:spMkLst>
        </pc:spChg>
        <pc:picChg chg="add del mod">
          <ac:chgData name="Palit, Tapti" userId="dec6fbcd-7598-406a-8cbf-504d4a3bac15" providerId="ADAL" clId="{ECD42228-5B96-4A72-B268-C46DF994E6B7}" dt="2024-01-23T14:46:35.414" v="25939" actId="478"/>
          <ac:picMkLst>
            <pc:docMk/>
            <pc:sldMk cId="3211954135" sldId="807"/>
            <ac:picMk id="6" creationId="{20DC1468-9162-0DE7-49A6-C4590A343333}"/>
          </ac:picMkLst>
        </pc:picChg>
        <pc:picChg chg="ord">
          <ac:chgData name="Palit, Tapti" userId="dec6fbcd-7598-406a-8cbf-504d4a3bac15" providerId="ADAL" clId="{ECD42228-5B96-4A72-B268-C46DF994E6B7}" dt="2024-01-16T01:02:19.177" v="4363" actId="167"/>
          <ac:picMkLst>
            <pc:docMk/>
            <pc:sldMk cId="3211954135" sldId="807"/>
            <ac:picMk id="9" creationId="{123A2471-3C2A-5250-5326-CBC7C0635000}"/>
          </ac:picMkLst>
        </pc:picChg>
        <pc:picChg chg="add mod">
          <ac:chgData name="Palit, Tapti" userId="dec6fbcd-7598-406a-8cbf-504d4a3bac15" providerId="ADAL" clId="{ECD42228-5B96-4A72-B268-C46DF994E6B7}" dt="2024-01-16T01:07:49.642" v="4436"/>
          <ac:picMkLst>
            <pc:docMk/>
            <pc:sldMk cId="3211954135" sldId="807"/>
            <ac:picMk id="1026" creationId="{2367ECDD-1B03-2B73-CEDE-88D0C4939237}"/>
          </ac:picMkLst>
        </pc:picChg>
        <pc:cxnChg chg="mod">
          <ac:chgData name="Palit, Tapti" userId="dec6fbcd-7598-406a-8cbf-504d4a3bac15" providerId="ADAL" clId="{ECD42228-5B96-4A72-B268-C46DF994E6B7}" dt="2024-01-16T00:59:17.462" v="4292" actId="692"/>
          <ac:cxnSpMkLst>
            <pc:docMk/>
            <pc:sldMk cId="3211954135" sldId="807"/>
            <ac:cxnSpMk id="38" creationId="{C5D73883-6E04-10EE-F910-F49FA2AA4106}"/>
          </ac:cxnSpMkLst>
        </pc:cxnChg>
        <pc:cxnChg chg="mod">
          <ac:chgData name="Palit, Tapti" userId="dec6fbcd-7598-406a-8cbf-504d4a3bac15" providerId="ADAL" clId="{ECD42228-5B96-4A72-B268-C46DF994E6B7}" dt="2024-01-16T00:59:17.462" v="4292" actId="692"/>
          <ac:cxnSpMkLst>
            <pc:docMk/>
            <pc:sldMk cId="3211954135" sldId="807"/>
            <ac:cxnSpMk id="42" creationId="{D1AB07C2-1688-9BA9-7317-3B523ED12376}"/>
          </ac:cxnSpMkLst>
        </pc:cxnChg>
        <pc:cxnChg chg="mod">
          <ac:chgData name="Palit, Tapti" userId="dec6fbcd-7598-406a-8cbf-504d4a3bac15" providerId="ADAL" clId="{ECD42228-5B96-4A72-B268-C46DF994E6B7}" dt="2024-01-16T00:59:17.462" v="4292" actId="692"/>
          <ac:cxnSpMkLst>
            <pc:docMk/>
            <pc:sldMk cId="3211954135" sldId="807"/>
            <ac:cxnSpMk id="48" creationId="{AFAADC5D-5E59-A394-DBED-D07F0B96F89F}"/>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4:16:23.292" v="5780"/>
              <pc2:cmMkLst xmlns:pc2="http://schemas.microsoft.com/office/powerpoint/2019/9/main/command">
                <pc:docMk/>
                <pc:sldMk cId="3211954135" sldId="807"/>
                <pc2:cmMk id="{AD1EC33E-FB3E-4B85-B333-330018FEFED4}"/>
              </pc2:cmMkLst>
            </pc226:cmChg>
          </p:ext>
        </pc:extLst>
      </pc:sldChg>
      <pc:sldChg chg="add del mod modShow">
        <pc:chgData name="Palit, Tapti" userId="dec6fbcd-7598-406a-8cbf-504d4a3bac15" providerId="ADAL" clId="{ECD42228-5B96-4A72-B268-C46DF994E6B7}" dt="2024-01-28T03:44:01.241" v="67437" actId="47"/>
        <pc:sldMkLst>
          <pc:docMk/>
          <pc:sldMk cId="3286813749" sldId="807"/>
        </pc:sldMkLst>
      </pc:sldChg>
      <pc:sldChg chg="addSp delSp modSp add mod addAnim delAnim modAnim modNotesTx">
        <pc:chgData name="Palit, Tapti" userId="dec6fbcd-7598-406a-8cbf-504d4a3bac15" providerId="ADAL" clId="{ECD42228-5B96-4A72-B268-C46DF994E6B7}" dt="2024-02-11T18:12:31.159" v="111451" actId="20577"/>
        <pc:sldMkLst>
          <pc:docMk/>
          <pc:sldMk cId="860376470" sldId="808"/>
        </pc:sldMkLst>
        <pc:spChg chg="add mod ord">
          <ac:chgData name="Palit, Tapti" userId="dec6fbcd-7598-406a-8cbf-504d4a3bac15" providerId="ADAL" clId="{ECD42228-5B96-4A72-B268-C46DF994E6B7}" dt="2024-01-25T02:09:24.575" v="46589" actId="1076"/>
          <ac:spMkLst>
            <pc:docMk/>
            <pc:sldMk cId="860376470" sldId="808"/>
            <ac:spMk id="2" creationId="{8B56F2C2-0CFC-391C-CAB6-8A3C349422E3}"/>
          </ac:spMkLst>
        </pc:spChg>
        <pc:spChg chg="mod">
          <ac:chgData name="Palit, Tapti" userId="dec6fbcd-7598-406a-8cbf-504d4a3bac15" providerId="ADAL" clId="{ECD42228-5B96-4A72-B268-C46DF994E6B7}" dt="2024-01-25T04:26:34.372" v="50049" actId="20577"/>
          <ac:spMkLst>
            <pc:docMk/>
            <pc:sldMk cId="860376470" sldId="808"/>
            <ac:spMk id="3" creationId="{A22A8A20-BA3C-FD6F-2BA9-FEAE105E094E}"/>
          </ac:spMkLst>
        </pc:spChg>
        <pc:spChg chg="del">
          <ac:chgData name="Palit, Tapti" userId="dec6fbcd-7598-406a-8cbf-504d4a3bac15" providerId="ADAL" clId="{ECD42228-5B96-4A72-B268-C46DF994E6B7}" dt="2024-01-16T01:15:36.973" v="4475" actId="478"/>
          <ac:spMkLst>
            <pc:docMk/>
            <pc:sldMk cId="860376470" sldId="808"/>
            <ac:spMk id="5" creationId="{91EB5DD4-C437-2F79-BF17-0E7E7695C48D}"/>
          </ac:spMkLst>
        </pc:spChg>
        <pc:spChg chg="add del mod">
          <ac:chgData name="Palit, Tapti" userId="dec6fbcd-7598-406a-8cbf-504d4a3bac15" providerId="ADAL" clId="{ECD42228-5B96-4A72-B268-C46DF994E6B7}" dt="2024-01-25T02:00:59.821" v="46539" actId="478"/>
          <ac:spMkLst>
            <pc:docMk/>
            <pc:sldMk cId="860376470" sldId="808"/>
            <ac:spMk id="8" creationId="{D5662539-1A03-3E4A-E9F3-12984E38A919}"/>
          </ac:spMkLst>
        </pc:spChg>
        <pc:spChg chg="add del mod">
          <ac:chgData name="Palit, Tapti" userId="dec6fbcd-7598-406a-8cbf-504d4a3bac15" providerId="ADAL" clId="{ECD42228-5B96-4A72-B268-C46DF994E6B7}" dt="2024-01-25T02:01:02.046" v="46540" actId="478"/>
          <ac:spMkLst>
            <pc:docMk/>
            <pc:sldMk cId="860376470" sldId="808"/>
            <ac:spMk id="10" creationId="{15D42E9E-EB96-86F9-A724-11BB17C2DDA8}"/>
          </ac:spMkLst>
        </pc:spChg>
        <pc:spChg chg="add del mod">
          <ac:chgData name="Palit, Tapti" userId="dec6fbcd-7598-406a-8cbf-504d4a3bac15" providerId="ADAL" clId="{ECD42228-5B96-4A72-B268-C46DF994E6B7}" dt="2024-01-25T01:58:59.450" v="46522" actId="478"/>
          <ac:spMkLst>
            <pc:docMk/>
            <pc:sldMk cId="860376470" sldId="808"/>
            <ac:spMk id="15" creationId="{79B3EF51-CD1A-7AC7-D64C-EA825BFEF625}"/>
          </ac:spMkLst>
        </pc:spChg>
        <pc:spChg chg="add mod">
          <ac:chgData name="Palit, Tapti" userId="dec6fbcd-7598-406a-8cbf-504d4a3bac15" providerId="ADAL" clId="{ECD42228-5B96-4A72-B268-C46DF994E6B7}" dt="2024-01-16T01:20:47.620" v="4521" actId="1076"/>
          <ac:spMkLst>
            <pc:docMk/>
            <pc:sldMk cId="860376470" sldId="808"/>
            <ac:spMk id="16" creationId="{1DFEB583-9F11-8B9D-1823-BF932DA7499B}"/>
          </ac:spMkLst>
        </pc:spChg>
        <pc:spChg chg="add mod">
          <ac:chgData name="Palit, Tapti" userId="dec6fbcd-7598-406a-8cbf-504d4a3bac15" providerId="ADAL" clId="{ECD42228-5B96-4A72-B268-C46DF994E6B7}" dt="2024-01-25T04:26:31.629" v="50046" actId="1076"/>
          <ac:spMkLst>
            <pc:docMk/>
            <pc:sldMk cId="860376470" sldId="808"/>
            <ac:spMk id="17" creationId="{8386328E-8387-37AB-40EA-6C58F76EBBD2}"/>
          </ac:spMkLst>
        </pc:spChg>
        <pc:spChg chg="add mod">
          <ac:chgData name="Palit, Tapti" userId="dec6fbcd-7598-406a-8cbf-504d4a3bac15" providerId="ADAL" clId="{ECD42228-5B96-4A72-B268-C46DF994E6B7}" dt="2024-01-25T01:57:57.338" v="46520" actId="20577"/>
          <ac:spMkLst>
            <pc:docMk/>
            <pc:sldMk cId="860376470" sldId="808"/>
            <ac:spMk id="18" creationId="{F631F000-C220-C189-2304-9308F6BE7519}"/>
          </ac:spMkLst>
        </pc:spChg>
        <pc:spChg chg="add del">
          <ac:chgData name="Palit, Tapti" userId="dec6fbcd-7598-406a-8cbf-504d4a3bac15" providerId="ADAL" clId="{ECD42228-5B96-4A72-B268-C46DF994E6B7}" dt="2024-01-25T01:59:35.750" v="46526" actId="478"/>
          <ac:spMkLst>
            <pc:docMk/>
            <pc:sldMk cId="860376470" sldId="808"/>
            <ac:spMk id="20" creationId="{3F72884D-F2C6-5EC1-768C-913094714D6C}"/>
          </ac:spMkLst>
        </pc:spChg>
        <pc:spChg chg="add mod ord">
          <ac:chgData name="Palit, Tapti" userId="dec6fbcd-7598-406a-8cbf-504d4a3bac15" providerId="ADAL" clId="{ECD42228-5B96-4A72-B268-C46DF994E6B7}" dt="2024-01-25T02:09:30.223" v="46590" actId="1076"/>
          <ac:spMkLst>
            <pc:docMk/>
            <pc:sldMk cId="860376470" sldId="808"/>
            <ac:spMk id="22" creationId="{D2BA5160-1763-6DE0-11FD-A27D25007B1B}"/>
          </ac:spMkLst>
        </pc:spChg>
        <pc:spChg chg="del">
          <ac:chgData name="Palit, Tapti" userId="dec6fbcd-7598-406a-8cbf-504d4a3bac15" providerId="ADAL" clId="{ECD42228-5B96-4A72-B268-C46DF994E6B7}" dt="2024-01-25T01:31:06.761" v="45366" actId="478"/>
          <ac:spMkLst>
            <pc:docMk/>
            <pc:sldMk cId="860376470" sldId="808"/>
            <ac:spMk id="37" creationId="{DF359660-B139-24B0-40D3-63C8D7B27ECE}"/>
          </ac:spMkLst>
        </pc:spChg>
        <pc:spChg chg="del mod">
          <ac:chgData name="Palit, Tapti" userId="dec6fbcd-7598-406a-8cbf-504d4a3bac15" providerId="ADAL" clId="{ECD42228-5B96-4A72-B268-C46DF994E6B7}" dt="2024-01-16T01:10:11.984" v="4448" actId="478"/>
          <ac:spMkLst>
            <pc:docMk/>
            <pc:sldMk cId="860376470" sldId="808"/>
            <ac:spMk id="52" creationId="{B814EDF3-5581-A3BA-092C-34B899022121}"/>
          </ac:spMkLst>
        </pc:spChg>
        <pc:spChg chg="mod ord">
          <ac:chgData name="Palit, Tapti" userId="dec6fbcd-7598-406a-8cbf-504d4a3bac15" providerId="ADAL" clId="{ECD42228-5B96-4A72-B268-C46DF994E6B7}" dt="2024-01-25T02:09:19.165" v="46588" actId="166"/>
          <ac:spMkLst>
            <pc:docMk/>
            <pc:sldMk cId="860376470" sldId="808"/>
            <ac:spMk id="53" creationId="{01BF476B-5986-AD9F-9F44-62EC6CE78559}"/>
          </ac:spMkLst>
        </pc:spChg>
        <pc:grpChg chg="mod">
          <ac:chgData name="Palit, Tapti" userId="dec6fbcd-7598-406a-8cbf-504d4a3bac15" providerId="ADAL" clId="{ECD42228-5B96-4A72-B268-C46DF994E6B7}" dt="2024-01-25T02:01:16.365" v="46544" actId="1076"/>
          <ac:grpSpMkLst>
            <pc:docMk/>
            <pc:sldMk cId="860376470" sldId="808"/>
            <ac:grpSpMk id="13" creationId="{DC3B3740-6EBD-17F2-D84B-F9D734BB7DC4}"/>
          </ac:grpSpMkLst>
        </pc:grpChg>
        <pc:grpChg chg="add del">
          <ac:chgData name="Palit, Tapti" userId="dec6fbcd-7598-406a-8cbf-504d4a3bac15" providerId="ADAL" clId="{ECD42228-5B96-4A72-B268-C46DF994E6B7}" dt="2024-01-25T01:58:56.033" v="46521" actId="478"/>
          <ac:grpSpMkLst>
            <pc:docMk/>
            <pc:sldMk cId="860376470" sldId="808"/>
            <ac:grpSpMk id="35" creationId="{04068B56-3E37-EE9E-1064-270D7FB1B786}"/>
          </ac:grpSpMkLst>
        </pc:grpChg>
        <pc:picChg chg="add mod">
          <ac:chgData name="Palit, Tapti" userId="dec6fbcd-7598-406a-8cbf-504d4a3bac15" providerId="ADAL" clId="{ECD42228-5B96-4A72-B268-C46DF994E6B7}" dt="2024-01-25T06:42:15.567" v="55043" actId="1076"/>
          <ac:picMkLst>
            <pc:docMk/>
            <pc:sldMk cId="860376470" sldId="808"/>
            <ac:picMk id="5" creationId="{9E174C19-B4E3-22AF-F128-1745BE489524}"/>
          </ac:picMkLst>
        </pc:picChg>
        <pc:picChg chg="add del mod">
          <ac:chgData name="Palit, Tapti" userId="dec6fbcd-7598-406a-8cbf-504d4a3bac15" providerId="ADAL" clId="{ECD42228-5B96-4A72-B268-C46DF994E6B7}" dt="2024-01-25T02:00:56.894" v="46538" actId="478"/>
          <ac:picMkLst>
            <pc:docMk/>
            <pc:sldMk cId="860376470" sldId="808"/>
            <ac:picMk id="6" creationId="{20DC1468-9162-0DE7-49A6-C4590A343333}"/>
          </ac:picMkLst>
        </pc:picChg>
        <pc:picChg chg="mod">
          <ac:chgData name="Palit, Tapti" userId="dec6fbcd-7598-406a-8cbf-504d4a3bac15" providerId="ADAL" clId="{ECD42228-5B96-4A72-B268-C46DF994E6B7}" dt="2024-01-25T02:00:54.536" v="46537" actId="1076"/>
          <ac:picMkLst>
            <pc:docMk/>
            <pc:sldMk cId="860376470" sldId="808"/>
            <ac:picMk id="9" creationId="{123A2471-3C2A-5250-5326-CBC7C0635000}"/>
          </ac:picMkLst>
        </pc:picChg>
        <pc:picChg chg="del mod">
          <ac:chgData name="Palit, Tapti" userId="dec6fbcd-7598-406a-8cbf-504d4a3bac15" providerId="ADAL" clId="{ECD42228-5B96-4A72-B268-C46DF994E6B7}" dt="2024-01-25T01:30:04.380" v="45346" actId="478"/>
          <ac:picMkLst>
            <pc:docMk/>
            <pc:sldMk cId="860376470" sldId="808"/>
            <ac:picMk id="1026" creationId="{2367ECDD-1B03-2B73-CEDE-88D0C4939237}"/>
          </ac:picMkLst>
        </pc:picChg>
        <pc:cxnChg chg="add del mod">
          <ac:chgData name="Palit, Tapti" userId="dec6fbcd-7598-406a-8cbf-504d4a3bac15" providerId="ADAL" clId="{ECD42228-5B96-4A72-B268-C46DF994E6B7}" dt="2024-01-25T02:01:18.934" v="46545" actId="14100"/>
          <ac:cxnSpMkLst>
            <pc:docMk/>
            <pc:sldMk cId="860376470" sldId="808"/>
            <ac:cxnSpMk id="38" creationId="{C5D73883-6E04-10EE-F910-F49FA2AA4106}"/>
          </ac:cxnSpMkLst>
        </pc:cxnChg>
        <pc:cxnChg chg="del">
          <ac:chgData name="Palit, Tapti" userId="dec6fbcd-7598-406a-8cbf-504d4a3bac15" providerId="ADAL" clId="{ECD42228-5B96-4A72-B268-C46DF994E6B7}" dt="2024-01-25T01:59:01.791" v="46523" actId="478"/>
          <ac:cxnSpMkLst>
            <pc:docMk/>
            <pc:sldMk cId="860376470" sldId="808"/>
            <ac:cxnSpMk id="42" creationId="{D1AB07C2-1688-9BA9-7317-3B523ED12376}"/>
          </ac:cxnSpMkLst>
        </pc:cxnChg>
      </pc:sldChg>
      <pc:sldChg chg="del">
        <pc:chgData name="Palit, Tapti" userId="dec6fbcd-7598-406a-8cbf-504d4a3bac15" providerId="ADAL" clId="{ECD42228-5B96-4A72-B268-C46DF994E6B7}" dt="2024-01-28T03:44:01.241" v="67437" actId="47"/>
        <pc:sldMkLst>
          <pc:docMk/>
          <pc:sldMk cId="1966516026" sldId="809"/>
        </pc:sldMkLst>
      </pc:sldChg>
      <pc:sldChg chg="del">
        <pc:chgData name="Palit, Tapti" userId="dec6fbcd-7598-406a-8cbf-504d4a3bac15" providerId="ADAL" clId="{ECD42228-5B96-4A72-B268-C46DF994E6B7}" dt="2024-01-28T03:44:01.241" v="67437" actId="47"/>
        <pc:sldMkLst>
          <pc:docMk/>
          <pc:sldMk cId="1716897804" sldId="810"/>
        </pc:sldMkLst>
      </pc:sldChg>
      <pc:sldChg chg="modSp add del mod">
        <pc:chgData name="Palit, Tapti" userId="dec6fbcd-7598-406a-8cbf-504d4a3bac15" providerId="ADAL" clId="{ECD42228-5B96-4A72-B268-C46DF994E6B7}" dt="2024-01-16T03:49:55.594" v="5637" actId="47"/>
        <pc:sldMkLst>
          <pc:docMk/>
          <pc:sldMk cId="3743581133" sldId="810"/>
        </pc:sldMkLst>
        <pc:spChg chg="mod">
          <ac:chgData name="Palit, Tapti" userId="dec6fbcd-7598-406a-8cbf-504d4a3bac15" providerId="ADAL" clId="{ECD42228-5B96-4A72-B268-C46DF994E6B7}" dt="2024-01-16T03:24:37.725" v="5393" actId="20577"/>
          <ac:spMkLst>
            <pc:docMk/>
            <pc:sldMk cId="3743581133" sldId="810"/>
            <ac:spMk id="59" creationId="{92049930-3E5B-D97C-5BCA-B02CADBEEA7B}"/>
          </ac:spMkLst>
        </pc:spChg>
      </pc:sldChg>
      <pc:sldChg chg="addSp delSp modSp add mod modClrScheme delAnim modAnim addCm modCm chgLayout modNotesTx">
        <pc:chgData name="Palit, Tapti" userId="dec6fbcd-7598-406a-8cbf-504d4a3bac15" providerId="ADAL" clId="{ECD42228-5B96-4A72-B268-C46DF994E6B7}" dt="2024-01-25T13:40:03.203" v="58657" actId="20577"/>
        <pc:sldMkLst>
          <pc:docMk/>
          <pc:sldMk cId="313389186" sldId="811"/>
        </pc:sldMkLst>
        <pc:spChg chg="del mod ord">
          <ac:chgData name="Palit, Tapti" userId="dec6fbcd-7598-406a-8cbf-504d4a3bac15" providerId="ADAL" clId="{ECD42228-5B96-4A72-B268-C46DF994E6B7}" dt="2024-01-23T03:46:56.566" v="18244" actId="478"/>
          <ac:spMkLst>
            <pc:docMk/>
            <pc:sldMk cId="313389186" sldId="811"/>
            <ac:spMk id="2" creationId="{5331F909-ED14-5E9B-0948-7FB76FB6F640}"/>
          </ac:spMkLst>
        </pc:spChg>
        <pc:spChg chg="mod ord">
          <ac:chgData name="Palit, Tapti" userId="dec6fbcd-7598-406a-8cbf-504d4a3bac15" providerId="ADAL" clId="{ECD42228-5B96-4A72-B268-C46DF994E6B7}" dt="2024-01-25T13:40:03.203" v="58657" actId="20577"/>
          <ac:spMkLst>
            <pc:docMk/>
            <pc:sldMk cId="313389186" sldId="811"/>
            <ac:spMk id="3" creationId="{F97B2BB2-BFBD-8019-A7CA-D1CFD8FFCFA7}"/>
          </ac:spMkLst>
        </pc:spChg>
        <pc:spChg chg="mod ord">
          <ac:chgData name="Palit, Tapti" userId="dec6fbcd-7598-406a-8cbf-504d4a3bac15" providerId="ADAL" clId="{ECD42228-5B96-4A72-B268-C46DF994E6B7}" dt="2024-01-16T19:45:10.702" v="7696" actId="700"/>
          <ac:spMkLst>
            <pc:docMk/>
            <pc:sldMk cId="313389186" sldId="811"/>
            <ac:spMk id="4" creationId="{6B59ADFF-B5DA-EF43-0E4E-FB3DF981B04F}"/>
          </ac:spMkLst>
        </pc:spChg>
        <pc:spChg chg="add mod">
          <ac:chgData name="Palit, Tapti" userId="dec6fbcd-7598-406a-8cbf-504d4a3bac15" providerId="ADAL" clId="{ECD42228-5B96-4A72-B268-C46DF994E6B7}" dt="2024-01-25T02:44:39.780" v="47142" actId="1076"/>
          <ac:spMkLst>
            <pc:docMk/>
            <pc:sldMk cId="313389186" sldId="811"/>
            <ac:spMk id="7" creationId="{584B0E83-9C48-71A8-E813-FA656CEF29BA}"/>
          </ac:spMkLst>
        </pc:spChg>
        <pc:spChg chg="add mod">
          <ac:chgData name="Palit, Tapti" userId="dec6fbcd-7598-406a-8cbf-504d4a3bac15" providerId="ADAL" clId="{ECD42228-5B96-4A72-B268-C46DF994E6B7}" dt="2024-01-25T02:44:43.367" v="47143" actId="1076"/>
          <ac:spMkLst>
            <pc:docMk/>
            <pc:sldMk cId="313389186" sldId="811"/>
            <ac:spMk id="8" creationId="{6DAF942B-789E-851F-6BE4-21FBF9C34839}"/>
          </ac:spMkLst>
        </pc:spChg>
        <pc:spChg chg="del mod">
          <ac:chgData name="Palit, Tapti" userId="dec6fbcd-7598-406a-8cbf-504d4a3bac15" providerId="ADAL" clId="{ECD42228-5B96-4A72-B268-C46DF994E6B7}" dt="2024-01-16T19:15:23.581" v="7322" actId="478"/>
          <ac:spMkLst>
            <pc:docMk/>
            <pc:sldMk cId="313389186" sldId="811"/>
            <ac:spMk id="9" creationId="{45E2616E-235F-703B-F01A-94D5E9BAA98D}"/>
          </ac:spMkLst>
        </pc:spChg>
        <pc:spChg chg="add del mod">
          <ac:chgData name="Palit, Tapti" userId="dec6fbcd-7598-406a-8cbf-504d4a3bac15" providerId="ADAL" clId="{ECD42228-5B96-4A72-B268-C46DF994E6B7}" dt="2024-01-25T02:44:13.593" v="47135" actId="478"/>
          <ac:spMkLst>
            <pc:docMk/>
            <pc:sldMk cId="313389186" sldId="811"/>
            <ac:spMk id="10" creationId="{3F3BBC86-B477-9ACF-23EF-1180913B7C35}"/>
          </ac:spMkLst>
        </pc:spChg>
        <pc:spChg chg="add del mod">
          <ac:chgData name="Palit, Tapti" userId="dec6fbcd-7598-406a-8cbf-504d4a3bac15" providerId="ADAL" clId="{ECD42228-5B96-4A72-B268-C46DF994E6B7}" dt="2024-01-23T03:46:58.705" v="18245" actId="478"/>
          <ac:spMkLst>
            <pc:docMk/>
            <pc:sldMk cId="313389186" sldId="811"/>
            <ac:spMk id="12" creationId="{3A699B6C-A4FD-834B-2C69-E13D8F09074A}"/>
          </ac:spMkLst>
        </pc:spChg>
        <pc:spChg chg="add del mod">
          <ac:chgData name="Palit, Tapti" userId="dec6fbcd-7598-406a-8cbf-504d4a3bac15" providerId="ADAL" clId="{ECD42228-5B96-4A72-B268-C46DF994E6B7}" dt="2024-01-25T02:44:16.538" v="47136" actId="478"/>
          <ac:spMkLst>
            <pc:docMk/>
            <pc:sldMk cId="313389186" sldId="811"/>
            <ac:spMk id="15" creationId="{F0E7FC6A-F669-419F-64D8-2C85F1690433}"/>
          </ac:spMkLst>
        </pc:spChg>
        <pc:spChg chg="add del mod">
          <ac:chgData name="Palit, Tapti" userId="dec6fbcd-7598-406a-8cbf-504d4a3bac15" providerId="ADAL" clId="{ECD42228-5B96-4A72-B268-C46DF994E6B7}" dt="2024-01-25T06:24:45.897" v="54137" actId="478"/>
          <ac:spMkLst>
            <pc:docMk/>
            <pc:sldMk cId="313389186" sldId="811"/>
            <ac:spMk id="22" creationId="{2765C940-195C-5CF4-7CAE-B27F32782B7E}"/>
          </ac:spMkLst>
        </pc:spChg>
        <pc:spChg chg="add del mod">
          <ac:chgData name="Palit, Tapti" userId="dec6fbcd-7598-406a-8cbf-504d4a3bac15" providerId="ADAL" clId="{ECD42228-5B96-4A72-B268-C46DF994E6B7}" dt="2024-01-25T06:24:45.897" v="54137" actId="478"/>
          <ac:spMkLst>
            <pc:docMk/>
            <pc:sldMk cId="313389186" sldId="811"/>
            <ac:spMk id="25" creationId="{6196D6A2-4B72-225D-DEC6-7540707FF374}"/>
          </ac:spMkLst>
        </pc:spChg>
        <pc:spChg chg="del mod">
          <ac:chgData name="Palit, Tapti" userId="dec6fbcd-7598-406a-8cbf-504d4a3bac15" providerId="ADAL" clId="{ECD42228-5B96-4A72-B268-C46DF994E6B7}" dt="2024-01-16T18:46:26.802" v="7152" actId="478"/>
          <ac:spMkLst>
            <pc:docMk/>
            <pc:sldMk cId="313389186" sldId="811"/>
            <ac:spMk id="31" creationId="{D96DB06E-09E5-833E-0BC3-A9C505DC584E}"/>
          </ac:spMkLst>
        </pc:spChg>
        <pc:spChg chg="del">
          <ac:chgData name="Palit, Tapti" userId="dec6fbcd-7598-406a-8cbf-504d4a3bac15" providerId="ADAL" clId="{ECD42228-5B96-4A72-B268-C46DF994E6B7}" dt="2024-01-16T04:36:00.771" v="6256" actId="478"/>
          <ac:spMkLst>
            <pc:docMk/>
            <pc:sldMk cId="313389186" sldId="811"/>
            <ac:spMk id="33" creationId="{D24A23FD-CA18-5366-568C-E106460D0D34}"/>
          </ac:spMkLst>
        </pc:spChg>
        <pc:spChg chg="del">
          <ac:chgData name="Palit, Tapti" userId="dec6fbcd-7598-406a-8cbf-504d4a3bac15" providerId="ADAL" clId="{ECD42228-5B96-4A72-B268-C46DF994E6B7}" dt="2024-01-16T04:36:00.771" v="6256" actId="478"/>
          <ac:spMkLst>
            <pc:docMk/>
            <pc:sldMk cId="313389186" sldId="811"/>
            <ac:spMk id="34" creationId="{AA6C6F47-9B53-DBB9-3B2B-193C25420266}"/>
          </ac:spMkLst>
        </pc:spChg>
        <pc:spChg chg="del">
          <ac:chgData name="Palit, Tapti" userId="dec6fbcd-7598-406a-8cbf-504d4a3bac15" providerId="ADAL" clId="{ECD42228-5B96-4A72-B268-C46DF994E6B7}" dt="2024-01-16T04:36:08.647" v="6258" actId="478"/>
          <ac:spMkLst>
            <pc:docMk/>
            <pc:sldMk cId="313389186" sldId="811"/>
            <ac:spMk id="35" creationId="{81E105AE-52AC-E35A-BFC3-B32AA56B6763}"/>
          </ac:spMkLst>
        </pc:spChg>
        <pc:spChg chg="del">
          <ac:chgData name="Palit, Tapti" userId="dec6fbcd-7598-406a-8cbf-504d4a3bac15" providerId="ADAL" clId="{ECD42228-5B96-4A72-B268-C46DF994E6B7}" dt="2024-01-16T04:36:00.771" v="6256" actId="478"/>
          <ac:spMkLst>
            <pc:docMk/>
            <pc:sldMk cId="313389186" sldId="811"/>
            <ac:spMk id="38" creationId="{5C810122-060A-A3D4-BF1C-4BD977A009F9}"/>
          </ac:spMkLst>
        </pc:spChg>
        <pc:spChg chg="del">
          <ac:chgData name="Palit, Tapti" userId="dec6fbcd-7598-406a-8cbf-504d4a3bac15" providerId="ADAL" clId="{ECD42228-5B96-4A72-B268-C46DF994E6B7}" dt="2024-01-16T04:36:00.771" v="6256" actId="478"/>
          <ac:spMkLst>
            <pc:docMk/>
            <pc:sldMk cId="313389186" sldId="811"/>
            <ac:spMk id="39" creationId="{FE19E25C-9236-BA18-1B31-46772D4D8A93}"/>
          </ac:spMkLst>
        </pc:spChg>
        <pc:spChg chg="add del mod">
          <ac:chgData name="Palit, Tapti" userId="dec6fbcd-7598-406a-8cbf-504d4a3bac15" providerId="ADAL" clId="{ECD42228-5B96-4A72-B268-C46DF994E6B7}" dt="2024-01-16T19:45:04.122" v="7695" actId="478"/>
          <ac:spMkLst>
            <pc:docMk/>
            <pc:sldMk cId="313389186" sldId="811"/>
            <ac:spMk id="43" creationId="{A3DEC680-3B4B-EC43-94D5-8BD886A35B56}"/>
          </ac:spMkLst>
        </pc:spChg>
        <pc:grpChg chg="del">
          <ac:chgData name="Palit, Tapti" userId="dec6fbcd-7598-406a-8cbf-504d4a3bac15" providerId="ADAL" clId="{ECD42228-5B96-4A72-B268-C46DF994E6B7}" dt="2024-01-16T04:36:06.511" v="6257" actId="478"/>
          <ac:grpSpMkLst>
            <pc:docMk/>
            <pc:sldMk cId="313389186" sldId="811"/>
            <ac:grpSpMk id="32" creationId="{93AEE048-C2B2-ADC0-DD28-61D6E1740D71}"/>
          </ac:grpSpMkLst>
        </pc:grpChg>
        <pc:grpChg chg="add del mod">
          <ac:chgData name="Palit, Tapti" userId="dec6fbcd-7598-406a-8cbf-504d4a3bac15" providerId="ADAL" clId="{ECD42228-5B96-4A72-B268-C46DF994E6B7}" dt="2024-01-25T02:44:49.916" v="47146" actId="1076"/>
          <ac:grpSpMkLst>
            <pc:docMk/>
            <pc:sldMk cId="313389186" sldId="811"/>
            <ac:grpSpMk id="40" creationId="{139FF069-521D-6885-51A5-08416F525564}"/>
          </ac:grpSpMkLst>
        </pc:grpChg>
        <pc:picChg chg="add del mod">
          <ac:chgData name="Palit, Tapti" userId="dec6fbcd-7598-406a-8cbf-504d4a3bac15" providerId="ADAL" clId="{ECD42228-5B96-4A72-B268-C46DF994E6B7}" dt="2024-01-16T04:43:17.494" v="6396" actId="478"/>
          <ac:picMkLst>
            <pc:docMk/>
            <pc:sldMk cId="313389186" sldId="811"/>
            <ac:picMk id="5" creationId="{DE8043D2-E878-4F1E-2BD4-2FE95EB4A32F}"/>
          </ac:picMkLst>
        </pc:picChg>
        <pc:picChg chg="add mod">
          <ac:chgData name="Palit, Tapti" userId="dec6fbcd-7598-406a-8cbf-504d4a3bac15" providerId="ADAL" clId="{ECD42228-5B96-4A72-B268-C46DF994E6B7}" dt="2024-01-25T02:44:49.916" v="47146" actId="1076"/>
          <ac:picMkLst>
            <pc:docMk/>
            <pc:sldMk cId="313389186" sldId="811"/>
            <ac:picMk id="6" creationId="{CF4DBF3F-43CB-02D0-B6C6-7123F71DE0A6}"/>
          </ac:picMkLst>
        </pc:picChg>
        <pc:picChg chg="add mod ord">
          <ac:chgData name="Palit, Tapti" userId="dec6fbcd-7598-406a-8cbf-504d4a3bac15" providerId="ADAL" clId="{ECD42228-5B96-4A72-B268-C46DF994E6B7}" dt="2024-01-25T02:44:49.916" v="47146" actId="1076"/>
          <ac:picMkLst>
            <pc:docMk/>
            <pc:sldMk cId="313389186" sldId="811"/>
            <ac:picMk id="37" creationId="{E3CC48C8-BF86-F169-0D9E-BD55BE069D2C}"/>
          </ac:picMkLst>
        </pc:picChg>
        <pc:cxnChg chg="add del mod">
          <ac:chgData name="Palit, Tapti" userId="dec6fbcd-7598-406a-8cbf-504d4a3bac15" providerId="ADAL" clId="{ECD42228-5B96-4A72-B268-C46DF994E6B7}" dt="2024-01-25T02:44:20.753" v="47138" actId="478"/>
          <ac:cxnSpMkLst>
            <pc:docMk/>
            <pc:sldMk cId="313389186" sldId="811"/>
            <ac:cxnSpMk id="9" creationId="{58880BD5-FCCF-10EA-0406-B17472F42826}"/>
          </ac:cxnSpMkLst>
        </pc:cxnChg>
        <pc:cxnChg chg="mod">
          <ac:chgData name="Palit, Tapti" userId="dec6fbcd-7598-406a-8cbf-504d4a3bac15" providerId="ADAL" clId="{ECD42228-5B96-4A72-B268-C46DF994E6B7}" dt="2024-01-16T04:36:06.511" v="6257" actId="478"/>
          <ac:cxnSpMkLst>
            <pc:docMk/>
            <pc:sldMk cId="313389186" sldId="811"/>
            <ac:cxnSpMk id="13" creationId="{658AA6A3-6782-D5F7-98BF-90A0B252F9C2}"/>
          </ac:cxnSpMkLst>
        </pc:cxnChg>
        <pc:cxnChg chg="mod">
          <ac:chgData name="Palit, Tapti" userId="dec6fbcd-7598-406a-8cbf-504d4a3bac15" providerId="ADAL" clId="{ECD42228-5B96-4A72-B268-C46DF994E6B7}" dt="2024-01-16T04:36:06.511" v="6257" actId="478"/>
          <ac:cxnSpMkLst>
            <pc:docMk/>
            <pc:sldMk cId="313389186" sldId="811"/>
            <ac:cxnSpMk id="15" creationId="{16ABA878-751A-E74F-8D66-96ACBC79DFD6}"/>
          </ac:cxnSpMkLst>
        </pc:cxnChg>
        <pc:cxnChg chg="add mod">
          <ac:chgData name="Palit, Tapti" userId="dec6fbcd-7598-406a-8cbf-504d4a3bac15" providerId="ADAL" clId="{ECD42228-5B96-4A72-B268-C46DF994E6B7}" dt="2024-01-23T04:00:32.548" v="18472" actId="14100"/>
          <ac:cxnSpMkLst>
            <pc:docMk/>
            <pc:sldMk cId="313389186" sldId="811"/>
            <ac:cxnSpMk id="16" creationId="{84DAE4D6-ECB3-7E0F-BD31-E342CCF7BF24}"/>
          </ac:cxnSpMkLst>
        </pc:cxnChg>
        <pc:cxnChg chg="mod">
          <ac:chgData name="Palit, Tapti" userId="dec6fbcd-7598-406a-8cbf-504d4a3bac15" providerId="ADAL" clId="{ECD42228-5B96-4A72-B268-C46DF994E6B7}" dt="2024-01-16T04:36:06.511" v="6257" actId="478"/>
          <ac:cxnSpMkLst>
            <pc:docMk/>
            <pc:sldMk cId="313389186" sldId="811"/>
            <ac:cxnSpMk id="19" creationId="{F61C636B-4D52-07A7-51CA-10B8E6D9265D}"/>
          </ac:cxnSpMkLst>
        </pc:cxnChg>
        <pc:cxnChg chg="mod">
          <ac:chgData name="Palit, Tapti" userId="dec6fbcd-7598-406a-8cbf-504d4a3bac15" providerId="ADAL" clId="{ECD42228-5B96-4A72-B268-C46DF994E6B7}" dt="2024-01-16T04:36:06.511" v="6257" actId="478"/>
          <ac:cxnSpMkLst>
            <pc:docMk/>
            <pc:sldMk cId="313389186" sldId="811"/>
            <ac:cxnSpMk id="20" creationId="{8E16EA84-192A-EAB4-2D3E-E3111C6683A0}"/>
          </ac:cxnSpMkLst>
        </pc:cxnChg>
        <pc:cxnChg chg="mod">
          <ac:chgData name="Palit, Tapti" userId="dec6fbcd-7598-406a-8cbf-504d4a3bac15" providerId="ADAL" clId="{ECD42228-5B96-4A72-B268-C46DF994E6B7}" dt="2024-01-16T04:36:06.511" v="6257" actId="478"/>
          <ac:cxnSpMkLst>
            <pc:docMk/>
            <pc:sldMk cId="313389186" sldId="811"/>
            <ac:cxnSpMk id="21" creationId="{3A139B75-4091-07CD-8B42-DEA0040191AD}"/>
          </ac:cxnSpMkLst>
        </pc:cxnChg>
        <pc:cxnChg chg="mod">
          <ac:chgData name="Palit, Tapti" userId="dec6fbcd-7598-406a-8cbf-504d4a3bac15" providerId="ADAL" clId="{ECD42228-5B96-4A72-B268-C46DF994E6B7}" dt="2024-01-16T04:36:06.511" v="6257" actId="478"/>
          <ac:cxnSpMkLst>
            <pc:docMk/>
            <pc:sldMk cId="313389186" sldId="811"/>
            <ac:cxnSpMk id="26" creationId="{229B5E53-EBD9-DD00-FD1F-3AAE73C2219A}"/>
          </ac:cxnSpMkLst>
        </pc:cxnChg>
        <pc:cxnChg chg="add del mod">
          <ac:chgData name="Palit, Tapti" userId="dec6fbcd-7598-406a-8cbf-504d4a3bac15" providerId="ADAL" clId="{ECD42228-5B96-4A72-B268-C46DF994E6B7}" dt="2024-01-16T16:51:22.402" v="6607" actId="478"/>
          <ac:cxnSpMkLst>
            <pc:docMk/>
            <pc:sldMk cId="313389186" sldId="811"/>
            <ac:cxnSpMk id="41" creationId="{F8FE5B04-8385-2480-E880-15A9EAD19B2A}"/>
          </ac:cxnSpMkLst>
        </pc:cxnChg>
        <pc:cxnChg chg="add del mod">
          <ac:chgData name="Palit, Tapti" userId="dec6fbcd-7598-406a-8cbf-504d4a3bac15" providerId="ADAL" clId="{ECD42228-5B96-4A72-B268-C46DF994E6B7}" dt="2024-01-16T18:46:29.045" v="7153" actId="478"/>
          <ac:cxnSpMkLst>
            <pc:docMk/>
            <pc:sldMk cId="313389186" sldId="811"/>
            <ac:cxnSpMk id="42" creationId="{BE6470FB-80F3-5C14-60AC-509E239624A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1:45:22.113" v="34217"/>
              <pc2:cmMkLst xmlns:pc2="http://schemas.microsoft.com/office/powerpoint/2019/9/main/command">
                <pc:docMk/>
                <pc:sldMk cId="313389186" sldId="811"/>
                <pc2:cmMk id="{D406BEBF-F8EF-4FA1-9FDE-319A51769803}"/>
              </pc2:cmMkLst>
              <pc226:cmRplyChg chg="add">
                <pc226:chgData name="Palit, Tapti" userId="dec6fbcd-7598-406a-8cbf-504d4a3bac15" providerId="ADAL" clId="{ECD42228-5B96-4A72-B268-C46DF994E6B7}" dt="2024-01-24T01:45:22.113" v="34217"/>
                <pc2:cmRplyMkLst xmlns:pc2="http://schemas.microsoft.com/office/powerpoint/2019/9/main/command">
                  <pc:docMk/>
                  <pc:sldMk cId="313389186" sldId="811"/>
                  <pc2:cmMk id="{D406BEBF-F8EF-4FA1-9FDE-319A51769803}"/>
                  <pc2:cmRplyMk id="{0F7A3EA9-C285-46D1-AE31-BE711EDBA3F4}"/>
                </pc2:cmRplyMkLst>
              </pc226:cmRplyChg>
            </pc226:cmChg>
            <pc226:cmChg xmlns:pc226="http://schemas.microsoft.com/office/powerpoint/2022/06/main/command" chg="add">
              <pc226:chgData name="Palit, Tapti" userId="dec6fbcd-7598-406a-8cbf-504d4a3bac15" providerId="ADAL" clId="{ECD42228-5B96-4A72-B268-C46DF994E6B7}" dt="2024-01-16T04:36:53.094" v="6355"/>
              <pc2:cmMkLst xmlns:pc2="http://schemas.microsoft.com/office/powerpoint/2019/9/main/command">
                <pc:docMk/>
                <pc:sldMk cId="313389186" sldId="811"/>
                <pc2:cmMk id="{3B25E9F3-7B42-4F80-ADAB-53B7887C151B}"/>
              </pc2:cmMkLst>
            </pc226:cmChg>
          </p:ext>
        </pc:extLst>
      </pc:sldChg>
      <pc:sldChg chg="add del">
        <pc:chgData name="Palit, Tapti" userId="dec6fbcd-7598-406a-8cbf-504d4a3bac15" providerId="ADAL" clId="{ECD42228-5B96-4A72-B268-C46DF994E6B7}" dt="2024-01-16T03:49:55.594" v="5637" actId="47"/>
        <pc:sldMkLst>
          <pc:docMk/>
          <pc:sldMk cId="3616601756" sldId="811"/>
        </pc:sldMkLst>
      </pc:sldChg>
      <pc:sldChg chg="del">
        <pc:chgData name="Palit, Tapti" userId="dec6fbcd-7598-406a-8cbf-504d4a3bac15" providerId="ADAL" clId="{ECD42228-5B96-4A72-B268-C46DF994E6B7}" dt="2024-01-28T03:44:01.241" v="67437" actId="47"/>
        <pc:sldMkLst>
          <pc:docMk/>
          <pc:sldMk cId="317290650" sldId="812"/>
        </pc:sldMkLst>
      </pc:sldChg>
      <pc:sldChg chg="addSp delSp modSp new del">
        <pc:chgData name="Palit, Tapti" userId="dec6fbcd-7598-406a-8cbf-504d4a3bac15" providerId="ADAL" clId="{ECD42228-5B96-4A72-B268-C46DF994E6B7}" dt="2024-01-16T20:26:53.828" v="7778" actId="2696"/>
        <pc:sldMkLst>
          <pc:docMk/>
          <pc:sldMk cId="365542101" sldId="813"/>
        </pc:sldMkLst>
        <pc:picChg chg="add del mod">
          <ac:chgData name="Palit, Tapti" userId="dec6fbcd-7598-406a-8cbf-504d4a3bac15" providerId="ADAL" clId="{ECD42228-5B96-4A72-B268-C46DF994E6B7}" dt="2024-01-16T20:26:50.986" v="7777" actId="478"/>
          <ac:picMkLst>
            <pc:docMk/>
            <pc:sldMk cId="365542101" sldId="813"/>
            <ac:picMk id="6" creationId="{AAD2D11F-75A0-1A0B-569D-B37498AE94D5}"/>
          </ac:picMkLst>
        </pc:picChg>
      </pc:sldChg>
      <pc:sldChg chg="del">
        <pc:chgData name="Palit, Tapti" userId="dec6fbcd-7598-406a-8cbf-504d4a3bac15" providerId="ADAL" clId="{ECD42228-5B96-4A72-B268-C46DF994E6B7}" dt="2024-01-22T20:30:16.522" v="8587" actId="2696"/>
        <pc:sldMkLst>
          <pc:docMk/>
          <pc:sldMk cId="515852870" sldId="813"/>
        </pc:sldMkLst>
      </pc:sldChg>
      <pc:sldChg chg="add del mod modShow">
        <pc:chgData name="Palit, Tapti" userId="dec6fbcd-7598-406a-8cbf-504d4a3bac15" providerId="ADAL" clId="{ECD42228-5B96-4A72-B268-C46DF994E6B7}" dt="2024-01-28T03:44:01.241" v="67437" actId="47"/>
        <pc:sldMkLst>
          <pc:docMk/>
          <pc:sldMk cId="1146851654" sldId="813"/>
        </pc:sldMkLst>
      </pc:sldChg>
      <pc:sldChg chg="add del mod modShow">
        <pc:chgData name="Palit, Tapti" userId="dec6fbcd-7598-406a-8cbf-504d4a3bac15" providerId="ADAL" clId="{ECD42228-5B96-4A72-B268-C46DF994E6B7}" dt="2024-01-28T03:44:01.241" v="67437" actId="47"/>
        <pc:sldMkLst>
          <pc:docMk/>
          <pc:sldMk cId="1364002068" sldId="814"/>
        </pc:sldMkLst>
      </pc:sldChg>
      <pc:sldChg chg="del">
        <pc:chgData name="Palit, Tapti" userId="dec6fbcd-7598-406a-8cbf-504d4a3bac15" providerId="ADAL" clId="{ECD42228-5B96-4A72-B268-C46DF994E6B7}" dt="2024-01-22T23:36:03.977" v="10295" actId="2696"/>
        <pc:sldMkLst>
          <pc:docMk/>
          <pc:sldMk cId="1752075377" sldId="814"/>
        </pc:sldMkLst>
      </pc:sldChg>
      <pc:sldChg chg="del">
        <pc:chgData name="Palit, Tapti" userId="dec6fbcd-7598-406a-8cbf-504d4a3bac15" providerId="ADAL" clId="{ECD42228-5B96-4A72-B268-C46DF994E6B7}" dt="2024-01-22T23:36:03.977" v="10295" actId="2696"/>
        <pc:sldMkLst>
          <pc:docMk/>
          <pc:sldMk cId="554236177" sldId="815"/>
        </pc:sldMkLst>
      </pc:sldChg>
      <pc:sldChg chg="add del mod modShow">
        <pc:chgData name="Palit, Tapti" userId="dec6fbcd-7598-406a-8cbf-504d4a3bac15" providerId="ADAL" clId="{ECD42228-5B96-4A72-B268-C46DF994E6B7}" dt="2024-01-28T03:44:01.241" v="67437" actId="47"/>
        <pc:sldMkLst>
          <pc:docMk/>
          <pc:sldMk cId="1823350702" sldId="815"/>
        </pc:sldMkLst>
      </pc:sldChg>
      <pc:sldChg chg="del">
        <pc:chgData name="Palit, Tapti" userId="dec6fbcd-7598-406a-8cbf-504d4a3bac15" providerId="ADAL" clId="{ECD42228-5B96-4A72-B268-C46DF994E6B7}" dt="2024-01-22T23:36:03.977" v="10295" actId="2696"/>
        <pc:sldMkLst>
          <pc:docMk/>
          <pc:sldMk cId="1234104181" sldId="816"/>
        </pc:sldMkLst>
      </pc:sldChg>
      <pc:sldChg chg="add del mod modShow">
        <pc:chgData name="Palit, Tapti" userId="dec6fbcd-7598-406a-8cbf-504d4a3bac15" providerId="ADAL" clId="{ECD42228-5B96-4A72-B268-C46DF994E6B7}" dt="2024-01-28T03:44:01.241" v="67437" actId="47"/>
        <pc:sldMkLst>
          <pc:docMk/>
          <pc:sldMk cId="3297919639" sldId="816"/>
        </pc:sldMkLst>
      </pc:sldChg>
      <pc:sldChg chg="add del mod modShow">
        <pc:chgData name="Palit, Tapti" userId="dec6fbcd-7598-406a-8cbf-504d4a3bac15" providerId="ADAL" clId="{ECD42228-5B96-4A72-B268-C46DF994E6B7}" dt="2024-01-28T03:44:01.241" v="67437" actId="47"/>
        <pc:sldMkLst>
          <pc:docMk/>
          <pc:sldMk cId="1237463621" sldId="817"/>
        </pc:sldMkLst>
      </pc:sldChg>
      <pc:sldChg chg="del">
        <pc:chgData name="Palit, Tapti" userId="dec6fbcd-7598-406a-8cbf-504d4a3bac15" providerId="ADAL" clId="{ECD42228-5B96-4A72-B268-C46DF994E6B7}" dt="2024-01-22T23:36:21.891" v="10298" actId="2696"/>
        <pc:sldMkLst>
          <pc:docMk/>
          <pc:sldMk cId="3950825506" sldId="817"/>
        </pc:sldMkLst>
      </pc:sldChg>
      <pc:sldChg chg="del">
        <pc:chgData name="Palit, Tapti" userId="dec6fbcd-7598-406a-8cbf-504d4a3bac15" providerId="ADAL" clId="{ECD42228-5B96-4A72-B268-C46DF994E6B7}" dt="2024-01-28T03:44:01.241" v="67437" actId="47"/>
        <pc:sldMkLst>
          <pc:docMk/>
          <pc:sldMk cId="3101082761" sldId="819"/>
        </pc:sldMkLst>
      </pc:sldChg>
      <pc:sldChg chg="add del mod modShow">
        <pc:chgData name="Palit, Tapti" userId="dec6fbcd-7598-406a-8cbf-504d4a3bac15" providerId="ADAL" clId="{ECD42228-5B96-4A72-B268-C46DF994E6B7}" dt="2024-01-28T03:44:01.241" v="67437" actId="47"/>
        <pc:sldMkLst>
          <pc:docMk/>
          <pc:sldMk cId="631407664" sldId="820"/>
        </pc:sldMkLst>
      </pc:sldChg>
      <pc:sldChg chg="modSp del mod">
        <pc:chgData name="Palit, Tapti" userId="dec6fbcd-7598-406a-8cbf-504d4a3bac15" providerId="ADAL" clId="{ECD42228-5B96-4A72-B268-C46DF994E6B7}" dt="2024-01-24T04:11:54.463" v="39807" actId="2696"/>
        <pc:sldMkLst>
          <pc:docMk/>
          <pc:sldMk cId="977333192" sldId="820"/>
        </pc:sldMkLst>
        <pc:spChg chg="mod">
          <ac:chgData name="Palit, Tapti" userId="dec6fbcd-7598-406a-8cbf-504d4a3bac15" providerId="ADAL" clId="{ECD42228-5B96-4A72-B268-C46DF994E6B7}" dt="2024-01-23T15:56:25.680" v="32736" actId="20577"/>
          <ac:spMkLst>
            <pc:docMk/>
            <pc:sldMk cId="977333192" sldId="820"/>
            <ac:spMk id="6" creationId="{AE4A86D3-4240-62F8-8977-E29D66389765}"/>
          </ac:spMkLst>
        </pc:spChg>
      </pc:sldChg>
      <pc:sldChg chg="add del mod modShow">
        <pc:chgData name="Palit, Tapti" userId="dec6fbcd-7598-406a-8cbf-504d4a3bac15" providerId="ADAL" clId="{ECD42228-5B96-4A72-B268-C46DF994E6B7}" dt="2024-01-28T03:44:01.241" v="67437" actId="47"/>
        <pc:sldMkLst>
          <pc:docMk/>
          <pc:sldMk cId="443954180" sldId="823"/>
        </pc:sldMkLst>
      </pc:sldChg>
      <pc:sldChg chg="del addCm">
        <pc:chgData name="Palit, Tapti" userId="dec6fbcd-7598-406a-8cbf-504d4a3bac15" providerId="ADAL" clId="{ECD42228-5B96-4A72-B268-C46DF994E6B7}" dt="2024-01-24T04:11:54.463" v="39807" actId="2696"/>
        <pc:sldMkLst>
          <pc:docMk/>
          <pc:sldMk cId="1201236902" sldId="823"/>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2T23:45:22.515" v="10460"/>
              <pc2:cmMkLst xmlns:pc2="http://schemas.microsoft.com/office/powerpoint/2019/9/main/command">
                <pc:docMk/>
                <pc:sldMk cId="1201236902" sldId="823"/>
                <pc2:cmMk id="{40B42FA1-F435-453A-85BB-84B05E02EA36}"/>
              </pc2:cmMkLst>
            </pc226:cmChg>
          </p:ext>
        </pc:extLst>
      </pc:sldChg>
      <pc:sldChg chg="del">
        <pc:chgData name="Palit, Tapti" userId="dec6fbcd-7598-406a-8cbf-504d4a3bac15" providerId="ADAL" clId="{ECD42228-5B96-4A72-B268-C46DF994E6B7}" dt="2024-01-28T03:44:01.241" v="67437" actId="47"/>
        <pc:sldMkLst>
          <pc:docMk/>
          <pc:sldMk cId="4169261755" sldId="824"/>
        </pc:sldMkLst>
      </pc:sldChg>
      <pc:sldChg chg="del">
        <pc:chgData name="Palit, Tapti" userId="dec6fbcd-7598-406a-8cbf-504d4a3bac15" providerId="ADAL" clId="{ECD42228-5B96-4A72-B268-C46DF994E6B7}" dt="2024-01-28T03:44:01.241" v="67437" actId="47"/>
        <pc:sldMkLst>
          <pc:docMk/>
          <pc:sldMk cId="39571751" sldId="825"/>
        </pc:sldMkLst>
      </pc:sldChg>
      <pc:sldChg chg="del">
        <pc:chgData name="Palit, Tapti" userId="dec6fbcd-7598-406a-8cbf-504d4a3bac15" providerId="ADAL" clId="{ECD42228-5B96-4A72-B268-C46DF994E6B7}" dt="2024-01-28T03:44:01.241" v="67437" actId="47"/>
        <pc:sldMkLst>
          <pc:docMk/>
          <pc:sldMk cId="2142552507" sldId="826"/>
        </pc:sldMkLst>
      </pc:sldChg>
      <pc:sldChg chg="del">
        <pc:chgData name="Palit, Tapti" userId="dec6fbcd-7598-406a-8cbf-504d4a3bac15" providerId="ADAL" clId="{ECD42228-5B96-4A72-B268-C46DF994E6B7}" dt="2024-01-28T03:44:01.241" v="67437" actId="47"/>
        <pc:sldMkLst>
          <pc:docMk/>
          <pc:sldMk cId="2301828315" sldId="827"/>
        </pc:sldMkLst>
      </pc:sldChg>
      <pc:sldChg chg="del">
        <pc:chgData name="Palit, Tapti" userId="dec6fbcd-7598-406a-8cbf-504d4a3bac15" providerId="ADAL" clId="{ECD42228-5B96-4A72-B268-C46DF994E6B7}" dt="2024-01-28T03:44:01.241" v="67437" actId="47"/>
        <pc:sldMkLst>
          <pc:docMk/>
          <pc:sldMk cId="3429543311" sldId="828"/>
        </pc:sldMkLst>
      </pc:sldChg>
      <pc:sldChg chg="del">
        <pc:chgData name="Palit, Tapti" userId="dec6fbcd-7598-406a-8cbf-504d4a3bac15" providerId="ADAL" clId="{ECD42228-5B96-4A72-B268-C46DF994E6B7}" dt="2024-01-28T03:44:01.241" v="67437" actId="47"/>
        <pc:sldMkLst>
          <pc:docMk/>
          <pc:sldMk cId="3075486786" sldId="829"/>
        </pc:sldMkLst>
      </pc:sldChg>
      <pc:sldChg chg="del">
        <pc:chgData name="Palit, Tapti" userId="dec6fbcd-7598-406a-8cbf-504d4a3bac15" providerId="ADAL" clId="{ECD42228-5B96-4A72-B268-C46DF994E6B7}" dt="2024-01-28T03:44:01.241" v="67437" actId="47"/>
        <pc:sldMkLst>
          <pc:docMk/>
          <pc:sldMk cId="875307279" sldId="830"/>
        </pc:sldMkLst>
      </pc:sldChg>
      <pc:sldChg chg="modSp mod modNotesTx">
        <pc:chgData name="Palit, Tapti" userId="dec6fbcd-7598-406a-8cbf-504d4a3bac15" providerId="ADAL" clId="{ECD42228-5B96-4A72-B268-C46DF994E6B7}" dt="2024-01-25T06:24:36.939" v="54136" actId="20577"/>
        <pc:sldMkLst>
          <pc:docMk/>
          <pc:sldMk cId="2679725324" sldId="830"/>
        </pc:sldMkLst>
        <pc:spChg chg="mod">
          <ac:chgData name="Palit, Tapti" userId="dec6fbcd-7598-406a-8cbf-504d4a3bac15" providerId="ADAL" clId="{ECD42228-5B96-4A72-B268-C46DF994E6B7}" dt="2024-01-25T03:58:53.862" v="49653" actId="20577"/>
          <ac:spMkLst>
            <pc:docMk/>
            <pc:sldMk cId="2679725324" sldId="830"/>
            <ac:spMk id="6" creationId="{C83B4F0D-9E97-1F40-2BE7-29B171E0C65F}"/>
          </ac:spMkLst>
        </pc:spChg>
      </pc:sldChg>
      <pc:sldChg chg="del">
        <pc:chgData name="Palit, Tapti" userId="dec6fbcd-7598-406a-8cbf-504d4a3bac15" providerId="ADAL" clId="{ECD42228-5B96-4A72-B268-C46DF994E6B7}" dt="2024-01-23T00:36:40.946" v="10957" actId="2696"/>
        <pc:sldMkLst>
          <pc:docMk/>
          <pc:sldMk cId="814321821" sldId="831"/>
        </pc:sldMkLst>
      </pc:sldChg>
      <pc:sldChg chg="add del mod modShow">
        <pc:chgData name="Palit, Tapti" userId="dec6fbcd-7598-406a-8cbf-504d4a3bac15" providerId="ADAL" clId="{ECD42228-5B96-4A72-B268-C46DF994E6B7}" dt="2024-01-28T03:44:01.241" v="67437" actId="47"/>
        <pc:sldMkLst>
          <pc:docMk/>
          <pc:sldMk cId="3428723336" sldId="831"/>
        </pc:sldMkLst>
      </pc:sldChg>
      <pc:sldChg chg="add del mod modShow">
        <pc:chgData name="Palit, Tapti" userId="dec6fbcd-7598-406a-8cbf-504d4a3bac15" providerId="ADAL" clId="{ECD42228-5B96-4A72-B268-C46DF994E6B7}" dt="2024-01-28T03:44:01.241" v="67437" actId="47"/>
        <pc:sldMkLst>
          <pc:docMk/>
          <pc:sldMk cId="667213821" sldId="833"/>
        </pc:sldMkLst>
      </pc:sldChg>
      <pc:sldChg chg="del">
        <pc:chgData name="Palit, Tapti" userId="dec6fbcd-7598-406a-8cbf-504d4a3bac15" providerId="ADAL" clId="{ECD42228-5B96-4A72-B268-C46DF994E6B7}" dt="2024-01-23T00:36:40.946" v="10957" actId="2696"/>
        <pc:sldMkLst>
          <pc:docMk/>
          <pc:sldMk cId="2698777631" sldId="833"/>
        </pc:sldMkLst>
      </pc:sldChg>
      <pc:sldChg chg="del">
        <pc:chgData name="Palit, Tapti" userId="dec6fbcd-7598-406a-8cbf-504d4a3bac15" providerId="ADAL" clId="{ECD42228-5B96-4A72-B268-C46DF994E6B7}" dt="2024-01-23T00:55:46.107" v="11397" actId="2696"/>
        <pc:sldMkLst>
          <pc:docMk/>
          <pc:sldMk cId="3147099366" sldId="834"/>
        </pc:sldMkLst>
      </pc:sldChg>
      <pc:sldChg chg="add del mod modShow">
        <pc:chgData name="Palit, Tapti" userId="dec6fbcd-7598-406a-8cbf-504d4a3bac15" providerId="ADAL" clId="{ECD42228-5B96-4A72-B268-C46DF994E6B7}" dt="2024-01-28T03:44:01.241" v="67437" actId="47"/>
        <pc:sldMkLst>
          <pc:docMk/>
          <pc:sldMk cId="3198988181" sldId="834"/>
        </pc:sldMkLst>
      </pc:sldChg>
      <pc:sldChg chg="add del mod modShow">
        <pc:chgData name="Palit, Tapti" userId="dec6fbcd-7598-406a-8cbf-504d4a3bac15" providerId="ADAL" clId="{ECD42228-5B96-4A72-B268-C46DF994E6B7}" dt="2024-01-28T03:44:01.241" v="67437" actId="47"/>
        <pc:sldMkLst>
          <pc:docMk/>
          <pc:sldMk cId="573666912" sldId="835"/>
        </pc:sldMkLst>
      </pc:sldChg>
      <pc:sldChg chg="del">
        <pc:chgData name="Palit, Tapti" userId="dec6fbcd-7598-406a-8cbf-504d4a3bac15" providerId="ADAL" clId="{ECD42228-5B96-4A72-B268-C46DF994E6B7}" dt="2024-01-23T00:55:46.107" v="11397" actId="2696"/>
        <pc:sldMkLst>
          <pc:docMk/>
          <pc:sldMk cId="4109486574" sldId="835"/>
        </pc:sldMkLst>
      </pc:sldChg>
      <pc:sldChg chg="del">
        <pc:chgData name="Palit, Tapti" userId="dec6fbcd-7598-406a-8cbf-504d4a3bac15" providerId="ADAL" clId="{ECD42228-5B96-4A72-B268-C46DF994E6B7}" dt="2024-01-28T03:44:01.241" v="67437" actId="47"/>
        <pc:sldMkLst>
          <pc:docMk/>
          <pc:sldMk cId="2988731605" sldId="838"/>
        </pc:sldMkLst>
      </pc:sldChg>
      <pc:sldChg chg="add del">
        <pc:chgData name="Palit, Tapti" userId="dec6fbcd-7598-406a-8cbf-504d4a3bac15" providerId="ADAL" clId="{ECD42228-5B96-4A72-B268-C46DF994E6B7}" dt="2024-02-09T02:52:53.122" v="102673" actId="2696"/>
        <pc:sldMkLst>
          <pc:docMk/>
          <pc:sldMk cId="450451717" sldId="840"/>
        </pc:sldMkLst>
      </pc:sldChg>
      <pc:sldChg chg="add mod modShow">
        <pc:chgData name="Palit, Tapti" userId="dec6fbcd-7598-406a-8cbf-504d4a3bac15" providerId="ADAL" clId="{ECD42228-5B96-4A72-B268-C46DF994E6B7}" dt="2024-02-09T02:52:59.560" v="102675" actId="729"/>
        <pc:sldMkLst>
          <pc:docMk/>
          <pc:sldMk cId="2212949299" sldId="840"/>
        </pc:sldMkLst>
      </pc:sldChg>
      <pc:sldChg chg="addSp delSp modSp add del mod delAnim modShow chgLayout modNotesTx">
        <pc:chgData name="Palit, Tapti" userId="dec6fbcd-7598-406a-8cbf-504d4a3bac15" providerId="ADAL" clId="{ECD42228-5B96-4A72-B268-C46DF994E6B7}" dt="2024-02-08T21:21:36.426" v="100774" actId="2696"/>
        <pc:sldMkLst>
          <pc:docMk/>
          <pc:sldMk cId="3041051065" sldId="840"/>
        </pc:sldMkLst>
        <pc:spChg chg="mod ord">
          <ac:chgData name="Palit, Tapti" userId="dec6fbcd-7598-406a-8cbf-504d4a3bac15" providerId="ADAL" clId="{ECD42228-5B96-4A72-B268-C46DF994E6B7}" dt="2024-01-28T22:05:11.349" v="69567" actId="6264"/>
          <ac:spMkLst>
            <pc:docMk/>
            <pc:sldMk cId="3041051065" sldId="840"/>
            <ac:spMk id="2" creationId="{76C2218A-F1A9-4EE7-8F23-4A77F2ACC91D}"/>
          </ac:spMkLst>
        </pc:spChg>
        <pc:spChg chg="del">
          <ac:chgData name="Palit, Tapti" userId="dec6fbcd-7598-406a-8cbf-504d4a3bac15" providerId="ADAL" clId="{ECD42228-5B96-4A72-B268-C46DF994E6B7}" dt="2024-01-28T22:04:41.972" v="69560" actId="478"/>
          <ac:spMkLst>
            <pc:docMk/>
            <pc:sldMk cId="3041051065" sldId="840"/>
            <ac:spMk id="3" creationId="{E72186F9-FE3D-CA26-20F7-94C0AD1DBE3D}"/>
          </ac:spMkLst>
        </pc:spChg>
        <pc:spChg chg="mod ord">
          <ac:chgData name="Palit, Tapti" userId="dec6fbcd-7598-406a-8cbf-504d4a3bac15" providerId="ADAL" clId="{ECD42228-5B96-4A72-B268-C46DF994E6B7}" dt="2024-01-28T22:05:11.349" v="69567" actId="6264"/>
          <ac:spMkLst>
            <pc:docMk/>
            <pc:sldMk cId="3041051065" sldId="840"/>
            <ac:spMk id="4" creationId="{406BE7A0-93CE-40E8-B125-992C65ADE4C9}"/>
          </ac:spMkLst>
        </pc:spChg>
        <pc:spChg chg="del mod ord">
          <ac:chgData name="Palit, Tapti" userId="dec6fbcd-7598-406a-8cbf-504d4a3bac15" providerId="ADAL" clId="{ECD42228-5B96-4A72-B268-C46DF994E6B7}" dt="2024-01-28T22:05:07.652" v="69566" actId="478"/>
          <ac:spMkLst>
            <pc:docMk/>
            <pc:sldMk cId="3041051065" sldId="840"/>
            <ac:spMk id="6" creationId="{81AE66CA-DDB8-1505-13E0-5056202A9DC5}"/>
          </ac:spMkLst>
        </pc:spChg>
        <pc:spChg chg="add del mod">
          <ac:chgData name="Palit, Tapti" userId="dec6fbcd-7598-406a-8cbf-504d4a3bac15" providerId="ADAL" clId="{ECD42228-5B96-4A72-B268-C46DF994E6B7}" dt="2024-01-28T22:04:59.488" v="69564" actId="478"/>
          <ac:spMkLst>
            <pc:docMk/>
            <pc:sldMk cId="3041051065" sldId="840"/>
            <ac:spMk id="9" creationId="{B755013D-098F-B596-2ECB-081C3E871B83}"/>
          </ac:spMkLst>
        </pc:spChg>
        <pc:spChg chg="add del mod">
          <ac:chgData name="Palit, Tapti" userId="dec6fbcd-7598-406a-8cbf-504d4a3bac15" providerId="ADAL" clId="{ECD42228-5B96-4A72-B268-C46DF994E6B7}" dt="2024-01-28T22:05:11.349" v="69567" actId="6264"/>
          <ac:spMkLst>
            <pc:docMk/>
            <pc:sldMk cId="3041051065" sldId="840"/>
            <ac:spMk id="10" creationId="{D34A587A-ADC8-D503-D010-12A6E9520C8E}"/>
          </ac:spMkLst>
        </pc:spChg>
        <pc:spChg chg="add del mod">
          <ac:chgData name="Palit, Tapti" userId="dec6fbcd-7598-406a-8cbf-504d4a3bac15" providerId="ADAL" clId="{ECD42228-5B96-4A72-B268-C46DF994E6B7}" dt="2024-01-28T22:05:11.349" v="69567" actId="6264"/>
          <ac:spMkLst>
            <pc:docMk/>
            <pc:sldMk cId="3041051065" sldId="840"/>
            <ac:spMk id="11" creationId="{0433B492-4A4A-94AF-4DC7-B6546F0C9269}"/>
          </ac:spMkLst>
        </pc:spChg>
        <pc:spChg chg="add del mod">
          <ac:chgData name="Palit, Tapti" userId="dec6fbcd-7598-406a-8cbf-504d4a3bac15" providerId="ADAL" clId="{ECD42228-5B96-4A72-B268-C46DF994E6B7}" dt="2024-01-28T22:05:11.349" v="69567" actId="6264"/>
          <ac:spMkLst>
            <pc:docMk/>
            <pc:sldMk cId="3041051065" sldId="840"/>
            <ac:spMk id="14" creationId="{D9A0AA9E-D0C4-E097-2647-BA89E5B39B44}"/>
          </ac:spMkLst>
        </pc:spChg>
        <pc:spChg chg="add mod ord">
          <ac:chgData name="Palit, Tapti" userId="dec6fbcd-7598-406a-8cbf-504d4a3bac15" providerId="ADAL" clId="{ECD42228-5B96-4A72-B268-C46DF994E6B7}" dt="2024-01-30T15:45:00.111" v="91840" actId="20577"/>
          <ac:spMkLst>
            <pc:docMk/>
            <pc:sldMk cId="3041051065" sldId="840"/>
            <ac:spMk id="15" creationId="{7C711656-9494-678E-C5AC-FED2F41F974B}"/>
          </ac:spMkLst>
        </pc:spChg>
        <pc:graphicFrameChg chg="mod ord">
          <ac:chgData name="Palit, Tapti" userId="dec6fbcd-7598-406a-8cbf-504d4a3bac15" providerId="ADAL" clId="{ECD42228-5B96-4A72-B268-C46DF994E6B7}" dt="2024-01-28T22:05:11.349" v="69567" actId="6264"/>
          <ac:graphicFrameMkLst>
            <pc:docMk/>
            <pc:sldMk cId="3041051065" sldId="840"/>
            <ac:graphicFrameMk id="5" creationId="{2D915EF0-C181-4958-87BE-EEB35EBC0714}"/>
          </ac:graphicFrameMkLst>
        </pc:graphicFrameChg>
      </pc:sldChg>
      <pc:sldChg chg="addSp delSp modSp del mod addCm delCm modNotesTx">
        <pc:chgData name="Palit, Tapti" userId="dec6fbcd-7598-406a-8cbf-504d4a3bac15" providerId="ADAL" clId="{ECD42228-5B96-4A72-B268-C46DF994E6B7}" dt="2024-01-28T00:58:02.090" v="67154" actId="2696"/>
        <pc:sldMkLst>
          <pc:docMk/>
          <pc:sldMk cId="3814629529" sldId="840"/>
        </pc:sldMkLst>
        <pc:spChg chg="mod">
          <ac:chgData name="Palit, Tapti" userId="dec6fbcd-7598-406a-8cbf-504d4a3bac15" providerId="ADAL" clId="{ECD42228-5B96-4A72-B268-C46DF994E6B7}" dt="2024-01-28T00:57:59.691" v="67153" actId="1076"/>
          <ac:spMkLst>
            <pc:docMk/>
            <pc:sldMk cId="3814629529" sldId="840"/>
            <ac:spMk id="6" creationId="{81AE66CA-DDB8-1505-13E0-5056202A9DC5}"/>
          </ac:spMkLst>
        </pc:spChg>
        <pc:spChg chg="add mod">
          <ac:chgData name="Palit, Tapti" userId="dec6fbcd-7598-406a-8cbf-504d4a3bac15" providerId="ADAL" clId="{ECD42228-5B96-4A72-B268-C46DF994E6B7}" dt="2024-01-25T02:48:19.760" v="47265" actId="1076"/>
          <ac:spMkLst>
            <pc:docMk/>
            <pc:sldMk cId="3814629529" sldId="840"/>
            <ac:spMk id="7" creationId="{901A50BF-C011-C66A-897E-F64DFC8CE91D}"/>
          </ac:spMkLst>
        </pc:spChg>
        <pc:spChg chg="del">
          <ac:chgData name="Palit, Tapti" userId="dec6fbcd-7598-406a-8cbf-504d4a3bac15" providerId="ADAL" clId="{ECD42228-5B96-4A72-B268-C46DF994E6B7}" dt="2024-01-23T15:05:28.386" v="27112" actId="478"/>
          <ac:spMkLst>
            <pc:docMk/>
            <pc:sldMk cId="3814629529" sldId="840"/>
            <ac:spMk id="7" creationId="{EE969EE1-BB5F-49CA-8294-CF99F01CA2E7}"/>
          </ac:spMkLst>
        </pc:spChg>
        <pc:spChg chg="del">
          <ac:chgData name="Palit, Tapti" userId="dec6fbcd-7598-406a-8cbf-504d4a3bac15" providerId="ADAL" clId="{ECD42228-5B96-4A72-B268-C46DF994E6B7}" dt="2024-01-23T15:05:28.386" v="27112" actId="478"/>
          <ac:spMkLst>
            <pc:docMk/>
            <pc:sldMk cId="3814629529" sldId="840"/>
            <ac:spMk id="8" creationId="{1DF7F80A-1399-420B-A50F-9A050408E987}"/>
          </ac:spMkLst>
        </pc:spChg>
        <pc:spChg chg="del">
          <ac:chgData name="Palit, Tapti" userId="dec6fbcd-7598-406a-8cbf-504d4a3bac15" providerId="ADAL" clId="{ECD42228-5B96-4A72-B268-C46DF994E6B7}" dt="2024-01-23T15:05:28.386" v="27112" actId="478"/>
          <ac:spMkLst>
            <pc:docMk/>
            <pc:sldMk cId="3814629529" sldId="840"/>
            <ac:spMk id="9" creationId="{27DE1AE7-FA32-484D-9B6A-A02D9B37555A}"/>
          </ac:spMkLst>
        </pc:spChg>
        <pc:spChg chg="del">
          <ac:chgData name="Palit, Tapti" userId="dec6fbcd-7598-406a-8cbf-504d4a3bac15" providerId="ADAL" clId="{ECD42228-5B96-4A72-B268-C46DF994E6B7}" dt="2024-01-23T15:05:28.386" v="27112" actId="478"/>
          <ac:spMkLst>
            <pc:docMk/>
            <pc:sldMk cId="3814629529" sldId="840"/>
            <ac:spMk id="10" creationId="{F55DBEC7-16D0-46B6-882B-33E915FE2BAC}"/>
          </ac:spMkLst>
        </pc:spChg>
        <pc:spChg chg="del">
          <ac:chgData name="Palit, Tapti" userId="dec6fbcd-7598-406a-8cbf-504d4a3bac15" providerId="ADAL" clId="{ECD42228-5B96-4A72-B268-C46DF994E6B7}" dt="2024-01-23T15:05:28.386" v="27112" actId="478"/>
          <ac:spMkLst>
            <pc:docMk/>
            <pc:sldMk cId="3814629529" sldId="840"/>
            <ac:spMk id="11" creationId="{F4AB52F8-3ECC-4F76-A314-64518EEE3C2D}"/>
          </ac:spMkLst>
        </pc:spChg>
        <pc:spChg chg="mod">
          <ac:chgData name="Palit, Tapti" userId="dec6fbcd-7598-406a-8cbf-504d4a3bac15" providerId="ADAL" clId="{ECD42228-5B96-4A72-B268-C46DF994E6B7}" dt="2024-01-23T15:04:55.386" v="27111" actId="1076"/>
          <ac:spMkLst>
            <pc:docMk/>
            <pc:sldMk cId="3814629529" sldId="840"/>
            <ac:spMk id="13" creationId="{F24A0AC5-8718-5313-A967-7C38633CEA65}"/>
          </ac:spMkLst>
        </pc:spChg>
        <pc:spChg chg="mod">
          <ac:chgData name="Palit, Tapti" userId="dec6fbcd-7598-406a-8cbf-504d4a3bac15" providerId="ADAL" clId="{ECD42228-5B96-4A72-B268-C46DF994E6B7}" dt="2024-01-23T15:06:09.373" v="27119" actId="1076"/>
          <ac:spMkLst>
            <pc:docMk/>
            <pc:sldMk cId="3814629529" sldId="840"/>
            <ac:spMk id="16" creationId="{6AEA4755-AFFE-68EC-68F0-4824BFD3BF84}"/>
          </ac:spMkLst>
        </pc:spChg>
        <pc:spChg chg="mod">
          <ac:chgData name="Palit, Tapti" userId="dec6fbcd-7598-406a-8cbf-504d4a3bac15" providerId="ADAL" clId="{ECD42228-5B96-4A72-B268-C46DF994E6B7}" dt="2024-01-23T15:06:07.188" v="27118" actId="1076"/>
          <ac:spMkLst>
            <pc:docMk/>
            <pc:sldMk cId="3814629529" sldId="840"/>
            <ac:spMk id="17" creationId="{AB411D53-3F5E-A6EA-FC95-93F016A181E1}"/>
          </ac:spMkLst>
        </pc:spChg>
        <pc:spChg chg="mod">
          <ac:chgData name="Palit, Tapti" userId="dec6fbcd-7598-406a-8cbf-504d4a3bac15" providerId="ADAL" clId="{ECD42228-5B96-4A72-B268-C46DF994E6B7}" dt="2024-01-23T15:05:45.583" v="27116"/>
          <ac:spMkLst>
            <pc:docMk/>
            <pc:sldMk cId="3814629529" sldId="840"/>
            <ac:spMk id="18" creationId="{D32F8779-3A40-53F7-12FB-7F232ADBCB62}"/>
          </ac:spMkLst>
        </pc:spChg>
        <pc:spChg chg="mod">
          <ac:chgData name="Palit, Tapti" userId="dec6fbcd-7598-406a-8cbf-504d4a3bac15" providerId="ADAL" clId="{ECD42228-5B96-4A72-B268-C46DF994E6B7}" dt="2024-01-23T15:05:45.583" v="27116"/>
          <ac:spMkLst>
            <pc:docMk/>
            <pc:sldMk cId="3814629529" sldId="840"/>
            <ac:spMk id="19" creationId="{4E917E53-3F9F-9A69-AEA4-E6027A6C716F}"/>
          </ac:spMkLst>
        </pc:spChg>
        <pc:spChg chg="mod">
          <ac:chgData name="Palit, Tapti" userId="dec6fbcd-7598-406a-8cbf-504d4a3bac15" providerId="ADAL" clId="{ECD42228-5B96-4A72-B268-C46DF994E6B7}" dt="2024-01-23T15:05:45.583" v="27116"/>
          <ac:spMkLst>
            <pc:docMk/>
            <pc:sldMk cId="3814629529" sldId="840"/>
            <ac:spMk id="20" creationId="{BA487F9F-5752-5424-49CA-F7B5113C8730}"/>
          </ac:spMkLst>
        </pc:spChg>
        <pc:spChg chg="mod">
          <ac:chgData name="Palit, Tapti" userId="dec6fbcd-7598-406a-8cbf-504d4a3bac15" providerId="ADAL" clId="{ECD42228-5B96-4A72-B268-C46DF994E6B7}" dt="2024-01-23T15:05:45.583" v="27116"/>
          <ac:spMkLst>
            <pc:docMk/>
            <pc:sldMk cId="3814629529" sldId="840"/>
            <ac:spMk id="21" creationId="{F829EC6C-3A7F-7278-803E-1559B6BE2F50}"/>
          </ac:spMkLst>
        </pc:spChg>
        <pc:spChg chg="mod">
          <ac:chgData name="Palit, Tapti" userId="dec6fbcd-7598-406a-8cbf-504d4a3bac15" providerId="ADAL" clId="{ECD42228-5B96-4A72-B268-C46DF994E6B7}" dt="2024-01-23T15:05:45.583" v="27116"/>
          <ac:spMkLst>
            <pc:docMk/>
            <pc:sldMk cId="3814629529" sldId="840"/>
            <ac:spMk id="22" creationId="{D6E95BC3-8FCE-3881-574F-42B906DD1DF9}"/>
          </ac:spMkLst>
        </pc:spChg>
        <pc:grpChg chg="add del mod">
          <ac:chgData name="Palit, Tapti" userId="dec6fbcd-7598-406a-8cbf-504d4a3bac15" providerId="ADAL" clId="{ECD42228-5B96-4A72-B268-C46DF994E6B7}" dt="2024-01-25T02:48:26.212" v="47266" actId="478"/>
          <ac:grpSpMkLst>
            <pc:docMk/>
            <pc:sldMk cId="3814629529" sldId="840"/>
            <ac:grpSpMk id="14" creationId="{B85CF3D2-A50C-A9A8-E7C4-829C4F9583FC}"/>
          </ac:grpSpMkLst>
        </pc:grpChg>
        <pc:grpChg chg="mod">
          <ac:chgData name="Palit, Tapti" userId="dec6fbcd-7598-406a-8cbf-504d4a3bac15" providerId="ADAL" clId="{ECD42228-5B96-4A72-B268-C46DF994E6B7}" dt="2024-01-23T15:05:45.583" v="27116"/>
          <ac:grpSpMkLst>
            <pc:docMk/>
            <pc:sldMk cId="3814629529" sldId="840"/>
            <ac:grpSpMk id="15" creationId="{687E24DF-80B2-17DA-898D-D8129B326D76}"/>
          </ac:grpSpMkLst>
        </pc:grp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49:56.848" v="32743"/>
              <pc2:cmMkLst xmlns:pc2="http://schemas.microsoft.com/office/powerpoint/2019/9/main/command">
                <pc:docMk/>
                <pc:sldMk cId="3814629529" sldId="840"/>
                <pc2:cmMk id="{90ED0F83-0831-46ED-8771-9B4C95269E88}"/>
              </pc2:cmMkLst>
            </pc226:cmChg>
          </p:ext>
        </pc:extLst>
      </pc:sldChg>
      <pc:sldChg chg="del ord">
        <pc:chgData name="Palit, Tapti" userId="dec6fbcd-7598-406a-8cbf-504d4a3bac15" providerId="ADAL" clId="{ECD42228-5B96-4A72-B268-C46DF994E6B7}" dt="2024-01-23T01:37:10.920" v="12672" actId="2696"/>
        <pc:sldMkLst>
          <pc:docMk/>
          <pc:sldMk cId="156922992" sldId="843"/>
        </pc:sldMkLst>
      </pc:sldChg>
      <pc:sldChg chg="add del mod modShow">
        <pc:chgData name="Palit, Tapti" userId="dec6fbcd-7598-406a-8cbf-504d4a3bac15" providerId="ADAL" clId="{ECD42228-5B96-4A72-B268-C46DF994E6B7}" dt="2024-01-28T03:44:01.241" v="67437" actId="47"/>
        <pc:sldMkLst>
          <pc:docMk/>
          <pc:sldMk cId="2414655689" sldId="843"/>
        </pc:sldMkLst>
      </pc:sldChg>
      <pc:sldChg chg="del">
        <pc:chgData name="Palit, Tapti" userId="dec6fbcd-7598-406a-8cbf-504d4a3bac15" providerId="ADAL" clId="{ECD42228-5B96-4A72-B268-C46DF994E6B7}" dt="2024-01-23T01:37:10.920" v="12672" actId="2696"/>
        <pc:sldMkLst>
          <pc:docMk/>
          <pc:sldMk cId="337369205" sldId="845"/>
        </pc:sldMkLst>
      </pc:sldChg>
      <pc:sldChg chg="add del mod modShow">
        <pc:chgData name="Palit, Tapti" userId="dec6fbcd-7598-406a-8cbf-504d4a3bac15" providerId="ADAL" clId="{ECD42228-5B96-4A72-B268-C46DF994E6B7}" dt="2024-01-28T03:44:01.241" v="67437" actId="47"/>
        <pc:sldMkLst>
          <pc:docMk/>
          <pc:sldMk cId="888768300" sldId="845"/>
        </pc:sldMkLst>
      </pc:sldChg>
      <pc:sldChg chg="add del mod modShow">
        <pc:chgData name="Palit, Tapti" userId="dec6fbcd-7598-406a-8cbf-504d4a3bac15" providerId="ADAL" clId="{ECD42228-5B96-4A72-B268-C46DF994E6B7}" dt="2024-01-28T03:44:01.241" v="67437" actId="47"/>
        <pc:sldMkLst>
          <pc:docMk/>
          <pc:sldMk cId="644599098" sldId="847"/>
        </pc:sldMkLst>
      </pc:sldChg>
      <pc:sldChg chg="addSp delSp modSp del mod modNotesTx">
        <pc:chgData name="Palit, Tapti" userId="dec6fbcd-7598-406a-8cbf-504d4a3bac15" providerId="ADAL" clId="{ECD42228-5B96-4A72-B268-C46DF994E6B7}" dt="2024-01-25T01:33:10.127" v="45385" actId="2696"/>
        <pc:sldMkLst>
          <pc:docMk/>
          <pc:sldMk cId="4154817989" sldId="847"/>
        </pc:sldMkLst>
        <pc:spChg chg="mod">
          <ac:chgData name="Palit, Tapti" userId="dec6fbcd-7598-406a-8cbf-504d4a3bac15" providerId="ADAL" clId="{ECD42228-5B96-4A72-B268-C46DF994E6B7}" dt="2024-01-23T01:37:05.587" v="12671" actId="20577"/>
          <ac:spMkLst>
            <pc:docMk/>
            <pc:sldMk cId="4154817989" sldId="847"/>
            <ac:spMk id="3" creationId="{9443F75C-9B3A-BBEE-4D19-A68990F44BED}"/>
          </ac:spMkLst>
        </pc:spChg>
        <pc:spChg chg="del">
          <ac:chgData name="Palit, Tapti" userId="dec6fbcd-7598-406a-8cbf-504d4a3bac15" providerId="ADAL" clId="{ECD42228-5B96-4A72-B268-C46DF994E6B7}" dt="2024-01-23T01:33:13.122" v="12553" actId="478"/>
          <ac:spMkLst>
            <pc:docMk/>
            <pc:sldMk cId="4154817989" sldId="847"/>
            <ac:spMk id="8" creationId="{9BBA03B4-8528-F74B-F808-6EBE13F97BD4}"/>
          </ac:spMkLst>
        </pc:spChg>
        <pc:picChg chg="add mod">
          <ac:chgData name="Palit, Tapti" userId="dec6fbcd-7598-406a-8cbf-504d4a3bac15" providerId="ADAL" clId="{ECD42228-5B96-4A72-B268-C46DF994E6B7}" dt="2024-01-23T01:38:03.901" v="12678" actId="1076"/>
          <ac:picMkLst>
            <pc:docMk/>
            <pc:sldMk cId="4154817989" sldId="847"/>
            <ac:picMk id="2" creationId="{6F840D08-62CF-29E5-386C-3D726A0582DE}"/>
          </ac:picMkLst>
        </pc:picChg>
        <pc:picChg chg="mod">
          <ac:chgData name="Palit, Tapti" userId="dec6fbcd-7598-406a-8cbf-504d4a3bac15" providerId="ADAL" clId="{ECD42228-5B96-4A72-B268-C46DF994E6B7}" dt="2024-01-23T01:19:08.154" v="11970" actId="14100"/>
          <ac:picMkLst>
            <pc:docMk/>
            <pc:sldMk cId="4154817989" sldId="847"/>
            <ac:picMk id="10242" creationId="{55574BE8-49C9-9D58-3C26-6916ED265C76}"/>
          </ac:picMkLst>
        </pc:picChg>
      </pc:sldChg>
      <pc:sldChg chg="del">
        <pc:chgData name="Palit, Tapti" userId="dec6fbcd-7598-406a-8cbf-504d4a3bac15" providerId="ADAL" clId="{ECD42228-5B96-4A72-B268-C46DF994E6B7}" dt="2024-01-28T03:44:01.241" v="67437" actId="47"/>
        <pc:sldMkLst>
          <pc:docMk/>
          <pc:sldMk cId="3875875428" sldId="848"/>
        </pc:sldMkLst>
      </pc:sldChg>
      <pc:sldChg chg="del">
        <pc:chgData name="Palit, Tapti" userId="dec6fbcd-7598-406a-8cbf-504d4a3bac15" providerId="ADAL" clId="{ECD42228-5B96-4A72-B268-C46DF994E6B7}" dt="2024-01-28T03:44:01.241" v="67437" actId="47"/>
        <pc:sldMkLst>
          <pc:docMk/>
          <pc:sldMk cId="202583491" sldId="849"/>
        </pc:sldMkLst>
      </pc:sldChg>
      <pc:sldChg chg="del">
        <pc:chgData name="Palit, Tapti" userId="dec6fbcd-7598-406a-8cbf-504d4a3bac15" providerId="ADAL" clId="{ECD42228-5B96-4A72-B268-C46DF994E6B7}" dt="2024-01-28T03:44:01.241" v="67437" actId="47"/>
        <pc:sldMkLst>
          <pc:docMk/>
          <pc:sldMk cId="1781124350" sldId="850"/>
        </pc:sldMkLst>
      </pc:sldChg>
      <pc:sldChg chg="addSp delSp modSp mod modAnim modNotesTx">
        <pc:chgData name="Palit, Tapti" userId="dec6fbcd-7598-406a-8cbf-504d4a3bac15" providerId="ADAL" clId="{ECD42228-5B96-4A72-B268-C46DF994E6B7}" dt="2024-01-25T06:41:43.132" v="55041" actId="20577"/>
        <pc:sldMkLst>
          <pc:docMk/>
          <pc:sldMk cId="1798398953" sldId="850"/>
        </pc:sldMkLst>
        <pc:spChg chg="add mod">
          <ac:chgData name="Palit, Tapti" userId="dec6fbcd-7598-406a-8cbf-504d4a3bac15" providerId="ADAL" clId="{ECD42228-5B96-4A72-B268-C46DF994E6B7}" dt="2024-01-23T02:08:46.254" v="13942" actId="20577"/>
          <ac:spMkLst>
            <pc:docMk/>
            <pc:sldMk cId="1798398953" sldId="850"/>
            <ac:spMk id="2" creationId="{E60061D7-B259-637B-9C91-2602A45F7B35}"/>
          </ac:spMkLst>
        </pc:spChg>
        <pc:spChg chg="mod">
          <ac:chgData name="Palit, Tapti" userId="dec6fbcd-7598-406a-8cbf-504d4a3bac15" providerId="ADAL" clId="{ECD42228-5B96-4A72-B268-C46DF994E6B7}" dt="2024-01-23T02:09:53.640" v="13963" actId="20577"/>
          <ac:spMkLst>
            <pc:docMk/>
            <pc:sldMk cId="1798398953" sldId="850"/>
            <ac:spMk id="3" creationId="{B66BB2A3-397C-35DB-821A-524F89059AB2}"/>
          </ac:spMkLst>
        </pc:spChg>
        <pc:spChg chg="del">
          <ac:chgData name="Palit, Tapti" userId="dec6fbcd-7598-406a-8cbf-504d4a3bac15" providerId="ADAL" clId="{ECD42228-5B96-4A72-B268-C46DF994E6B7}" dt="2024-01-23T02:10:00.332" v="13964" actId="478"/>
          <ac:spMkLst>
            <pc:docMk/>
            <pc:sldMk cId="1798398953" sldId="850"/>
            <ac:spMk id="17" creationId="{FD9BFF96-A35F-B09A-AED0-9417BC4F5CBA}"/>
          </ac:spMkLst>
        </pc:spChg>
        <pc:spChg chg="mod">
          <ac:chgData name="Palit, Tapti" userId="dec6fbcd-7598-406a-8cbf-504d4a3bac15" providerId="ADAL" clId="{ECD42228-5B96-4A72-B268-C46DF994E6B7}" dt="2024-01-23T04:31:54.619" v="19426" actId="207"/>
          <ac:spMkLst>
            <pc:docMk/>
            <pc:sldMk cId="1798398953" sldId="850"/>
            <ac:spMk id="24" creationId="{862B7D98-91F0-F781-9C1A-2080D5C44284}"/>
          </ac:spMkLst>
        </pc:spChg>
      </pc:sldChg>
      <pc:sldChg chg="del">
        <pc:chgData name="Palit, Tapti" userId="dec6fbcd-7598-406a-8cbf-504d4a3bac15" providerId="ADAL" clId="{ECD42228-5B96-4A72-B268-C46DF994E6B7}" dt="2024-01-28T03:44:01.241" v="67437" actId="47"/>
        <pc:sldMkLst>
          <pc:docMk/>
          <pc:sldMk cId="813999440" sldId="851"/>
        </pc:sldMkLst>
      </pc:sldChg>
      <pc:sldChg chg="del">
        <pc:chgData name="Palit, Tapti" userId="dec6fbcd-7598-406a-8cbf-504d4a3bac15" providerId="ADAL" clId="{ECD42228-5B96-4A72-B268-C46DF994E6B7}" dt="2024-01-28T03:44:01.241" v="67437" actId="47"/>
        <pc:sldMkLst>
          <pc:docMk/>
          <pc:sldMk cId="249433529" sldId="852"/>
        </pc:sldMkLst>
      </pc:sldChg>
      <pc:sldChg chg="del">
        <pc:chgData name="Palit, Tapti" userId="dec6fbcd-7598-406a-8cbf-504d4a3bac15" providerId="ADAL" clId="{ECD42228-5B96-4A72-B268-C46DF994E6B7}" dt="2024-01-28T03:44:01.241" v="67437" actId="47"/>
        <pc:sldMkLst>
          <pc:docMk/>
          <pc:sldMk cId="1726330281" sldId="853"/>
        </pc:sldMkLst>
      </pc:sldChg>
      <pc:sldChg chg="del">
        <pc:chgData name="Palit, Tapti" userId="dec6fbcd-7598-406a-8cbf-504d4a3bac15" providerId="ADAL" clId="{ECD42228-5B96-4A72-B268-C46DF994E6B7}" dt="2024-01-28T03:44:01.241" v="67437" actId="47"/>
        <pc:sldMkLst>
          <pc:docMk/>
          <pc:sldMk cId="3133527101" sldId="854"/>
        </pc:sldMkLst>
      </pc:sldChg>
      <pc:sldChg chg="del">
        <pc:chgData name="Palit, Tapti" userId="dec6fbcd-7598-406a-8cbf-504d4a3bac15" providerId="ADAL" clId="{ECD42228-5B96-4A72-B268-C46DF994E6B7}" dt="2024-01-28T03:44:01.241" v="67437" actId="47"/>
        <pc:sldMkLst>
          <pc:docMk/>
          <pc:sldMk cId="1914192366" sldId="855"/>
        </pc:sldMkLst>
      </pc:sldChg>
      <pc:sldChg chg="addSp delSp modSp mod ord modClrScheme addAnim delAnim modAnim chgLayout modNotesTx">
        <pc:chgData name="Palit, Tapti" userId="dec6fbcd-7598-406a-8cbf-504d4a3bac15" providerId="ADAL" clId="{ECD42228-5B96-4A72-B268-C46DF994E6B7}" dt="2024-02-13T03:03:14.222" v="115133"/>
        <pc:sldMkLst>
          <pc:docMk/>
          <pc:sldMk cId="2532380705" sldId="856"/>
        </pc:sldMkLst>
        <pc:spChg chg="add del mod ord">
          <ac:chgData name="Palit, Tapti" userId="dec6fbcd-7598-406a-8cbf-504d4a3bac15" providerId="ADAL" clId="{ECD42228-5B96-4A72-B268-C46DF994E6B7}" dt="2024-01-23T04:06:21.392" v="18886" actId="478"/>
          <ac:spMkLst>
            <pc:docMk/>
            <pc:sldMk cId="2532380705" sldId="856"/>
            <ac:spMk id="2" creationId="{1EC7C414-962B-C1FC-8F32-8BBA96E23257}"/>
          </ac:spMkLst>
        </pc:spChg>
        <pc:spChg chg="mod ord">
          <ac:chgData name="Palit, Tapti" userId="dec6fbcd-7598-406a-8cbf-504d4a3bac15" providerId="ADAL" clId="{ECD42228-5B96-4A72-B268-C46DF994E6B7}" dt="2024-01-23T04:04:58.177" v="18760" actId="700"/>
          <ac:spMkLst>
            <pc:docMk/>
            <pc:sldMk cId="2532380705" sldId="856"/>
            <ac:spMk id="3" creationId="{B0C5D98F-22D7-229A-A2DE-4FDFBA3D6361}"/>
          </ac:spMkLst>
        </pc:spChg>
        <pc:spChg chg="mod ord">
          <ac:chgData name="Palit, Tapti" userId="dec6fbcd-7598-406a-8cbf-504d4a3bac15" providerId="ADAL" clId="{ECD42228-5B96-4A72-B268-C46DF994E6B7}" dt="2024-01-23T04:04:58.177" v="18760" actId="700"/>
          <ac:spMkLst>
            <pc:docMk/>
            <pc:sldMk cId="2532380705" sldId="856"/>
            <ac:spMk id="4" creationId="{4CBE682A-73E6-33D6-478B-EB0C32D69B69}"/>
          </ac:spMkLst>
        </pc:spChg>
        <pc:spChg chg="del">
          <ac:chgData name="Palit, Tapti" userId="dec6fbcd-7598-406a-8cbf-504d4a3bac15" providerId="ADAL" clId="{ECD42228-5B96-4A72-B268-C46DF994E6B7}" dt="2024-01-25T04:00:56.685" v="49707" actId="478"/>
          <ac:spMkLst>
            <pc:docMk/>
            <pc:sldMk cId="2532380705" sldId="856"/>
            <ac:spMk id="7" creationId="{B6BFDC8B-653B-81CC-F9C8-A87C9BD6A38C}"/>
          </ac:spMkLst>
        </pc:spChg>
        <pc:spChg chg="del">
          <ac:chgData name="Palit, Tapti" userId="dec6fbcd-7598-406a-8cbf-504d4a3bac15" providerId="ADAL" clId="{ECD42228-5B96-4A72-B268-C46DF994E6B7}" dt="2024-01-25T04:00:56.685" v="49707" actId="478"/>
          <ac:spMkLst>
            <pc:docMk/>
            <pc:sldMk cId="2532380705" sldId="856"/>
            <ac:spMk id="8" creationId="{44888C53-DAD9-A4CA-D15A-868539286CB3}"/>
          </ac:spMkLst>
        </pc:spChg>
        <pc:spChg chg="del">
          <ac:chgData name="Palit, Tapti" userId="dec6fbcd-7598-406a-8cbf-504d4a3bac15" providerId="ADAL" clId="{ECD42228-5B96-4A72-B268-C46DF994E6B7}" dt="2024-01-25T04:00:56.685" v="49707" actId="478"/>
          <ac:spMkLst>
            <pc:docMk/>
            <pc:sldMk cId="2532380705" sldId="856"/>
            <ac:spMk id="9" creationId="{7CB7AA7C-6535-FA19-58B0-9464A530E2CF}"/>
          </ac:spMkLst>
        </pc:spChg>
        <pc:spChg chg="del">
          <ac:chgData name="Palit, Tapti" userId="dec6fbcd-7598-406a-8cbf-504d4a3bac15" providerId="ADAL" clId="{ECD42228-5B96-4A72-B268-C46DF994E6B7}" dt="2024-01-25T04:00:56.685" v="49707" actId="478"/>
          <ac:spMkLst>
            <pc:docMk/>
            <pc:sldMk cId="2532380705" sldId="856"/>
            <ac:spMk id="10" creationId="{83EAFF08-E8BB-2019-E042-FB447AC4EFE3}"/>
          </ac:spMkLst>
        </pc:spChg>
        <pc:spChg chg="add del mod ord">
          <ac:chgData name="Palit, Tapti" userId="dec6fbcd-7598-406a-8cbf-504d4a3bac15" providerId="ADAL" clId="{ECD42228-5B96-4A72-B268-C46DF994E6B7}" dt="2024-01-25T04:00:43.188" v="49706" actId="478"/>
          <ac:spMkLst>
            <pc:docMk/>
            <pc:sldMk cId="2532380705" sldId="856"/>
            <ac:spMk id="11" creationId="{9597BA74-48BD-03E7-B370-3F308358DF8F}"/>
          </ac:spMkLst>
        </pc:spChg>
        <pc:spChg chg="add del mod ord">
          <ac:chgData name="Palit, Tapti" userId="dec6fbcd-7598-406a-8cbf-504d4a3bac15" providerId="ADAL" clId="{ECD42228-5B96-4A72-B268-C46DF994E6B7}" dt="2024-01-23T04:04:58.177" v="18760" actId="700"/>
          <ac:spMkLst>
            <pc:docMk/>
            <pc:sldMk cId="2532380705" sldId="856"/>
            <ac:spMk id="12" creationId="{D4F267ED-D874-355B-2AD0-653853C4ED50}"/>
          </ac:spMkLst>
        </pc:spChg>
        <pc:spChg chg="add del mod">
          <ac:chgData name="Palit, Tapti" userId="dec6fbcd-7598-406a-8cbf-504d4a3bac15" providerId="ADAL" clId="{ECD42228-5B96-4A72-B268-C46DF994E6B7}" dt="2024-01-23T23:51:47.589" v="33916" actId="478"/>
          <ac:spMkLst>
            <pc:docMk/>
            <pc:sldMk cId="2532380705" sldId="856"/>
            <ac:spMk id="13" creationId="{29039F13-1E69-E3E1-10A9-B42EBE1BFC3C}"/>
          </ac:spMkLst>
        </pc:spChg>
        <pc:spChg chg="add del mod">
          <ac:chgData name="Palit, Tapti" userId="dec6fbcd-7598-406a-8cbf-504d4a3bac15" providerId="ADAL" clId="{ECD42228-5B96-4A72-B268-C46DF994E6B7}" dt="2024-01-23T23:51:47.589" v="33916" actId="478"/>
          <ac:spMkLst>
            <pc:docMk/>
            <pc:sldMk cId="2532380705" sldId="856"/>
            <ac:spMk id="14" creationId="{AFD8956A-AAF7-7977-0983-85920EF04007}"/>
          </ac:spMkLst>
        </pc:spChg>
        <pc:spChg chg="add mod">
          <ac:chgData name="Palit, Tapti" userId="dec6fbcd-7598-406a-8cbf-504d4a3bac15" providerId="ADAL" clId="{ECD42228-5B96-4A72-B268-C46DF994E6B7}" dt="2024-01-25T07:28:29.260" v="56247" actId="20577"/>
          <ac:spMkLst>
            <pc:docMk/>
            <pc:sldMk cId="2532380705" sldId="856"/>
            <ac:spMk id="15" creationId="{BD24C1F8-9CF9-C8AD-91A2-C65080B1EB3A}"/>
          </ac:spMkLst>
        </pc:spChg>
        <pc:spChg chg="add mod">
          <ac:chgData name="Palit, Tapti" userId="dec6fbcd-7598-406a-8cbf-504d4a3bac15" providerId="ADAL" clId="{ECD42228-5B96-4A72-B268-C46DF994E6B7}" dt="2024-01-25T04:14:32.088" v="49880" actId="1076"/>
          <ac:spMkLst>
            <pc:docMk/>
            <pc:sldMk cId="2532380705" sldId="856"/>
            <ac:spMk id="16" creationId="{CD219824-AE1E-0C25-A481-8708E18C9EA0}"/>
          </ac:spMkLst>
        </pc:spChg>
        <pc:spChg chg="del">
          <ac:chgData name="Palit, Tapti" userId="dec6fbcd-7598-406a-8cbf-504d4a3bac15" providerId="ADAL" clId="{ECD42228-5B96-4A72-B268-C46DF994E6B7}" dt="2024-01-25T04:00:56.685" v="49707" actId="478"/>
          <ac:spMkLst>
            <pc:docMk/>
            <pc:sldMk cId="2532380705" sldId="856"/>
            <ac:spMk id="18" creationId="{7CBAAF2B-40D1-96DB-EC37-25B971D29E74}"/>
          </ac:spMkLst>
        </pc:spChg>
        <pc:spChg chg="del">
          <ac:chgData name="Palit, Tapti" userId="dec6fbcd-7598-406a-8cbf-504d4a3bac15" providerId="ADAL" clId="{ECD42228-5B96-4A72-B268-C46DF994E6B7}" dt="2024-01-25T04:00:56.685" v="49707" actId="478"/>
          <ac:spMkLst>
            <pc:docMk/>
            <pc:sldMk cId="2532380705" sldId="856"/>
            <ac:spMk id="19" creationId="{59493972-1399-A1F8-68A1-149ECFA67417}"/>
          </ac:spMkLst>
        </pc:spChg>
        <pc:spChg chg="del">
          <ac:chgData name="Palit, Tapti" userId="dec6fbcd-7598-406a-8cbf-504d4a3bac15" providerId="ADAL" clId="{ECD42228-5B96-4A72-B268-C46DF994E6B7}" dt="2024-01-25T04:00:56.685" v="49707" actId="478"/>
          <ac:spMkLst>
            <pc:docMk/>
            <pc:sldMk cId="2532380705" sldId="856"/>
            <ac:spMk id="20" creationId="{AE37FDC7-3B0D-D7BA-A9CC-A3A62E3D7B97}"/>
          </ac:spMkLst>
        </pc:spChg>
        <pc:spChg chg="del">
          <ac:chgData name="Palit, Tapti" userId="dec6fbcd-7598-406a-8cbf-504d4a3bac15" providerId="ADAL" clId="{ECD42228-5B96-4A72-B268-C46DF994E6B7}" dt="2024-01-25T04:00:56.685" v="49707" actId="478"/>
          <ac:spMkLst>
            <pc:docMk/>
            <pc:sldMk cId="2532380705" sldId="856"/>
            <ac:spMk id="21" creationId="{F0AF70A1-AF9F-20A9-64F7-FABD9ECBAEA5}"/>
          </ac:spMkLst>
        </pc:spChg>
        <pc:grpChg chg="del">
          <ac:chgData name="Palit, Tapti" userId="dec6fbcd-7598-406a-8cbf-504d4a3bac15" providerId="ADAL" clId="{ECD42228-5B96-4A72-B268-C46DF994E6B7}" dt="2024-01-25T04:00:27.936" v="49705" actId="478"/>
          <ac:grpSpMkLst>
            <pc:docMk/>
            <pc:sldMk cId="2532380705" sldId="856"/>
            <ac:grpSpMk id="2" creationId="{B4A76A67-21E9-18A8-BB40-0695243B811C}"/>
          </ac:grpSpMkLst>
        </pc:grpChg>
        <pc:graphicFrameChg chg="mod">
          <ac:chgData name="Palit, Tapti" userId="dec6fbcd-7598-406a-8cbf-504d4a3bac15" providerId="ADAL" clId="{ECD42228-5B96-4A72-B268-C46DF994E6B7}" dt="2024-02-13T03:03:14.222" v="115133"/>
          <ac:graphicFrameMkLst>
            <pc:docMk/>
            <pc:sldMk cId="2532380705" sldId="856"/>
            <ac:graphicFrameMk id="5" creationId="{AFBBEBA8-D0FD-D7E3-F5DA-06B63BCC5AC4}"/>
          </ac:graphicFrameMkLst>
        </pc:graphicFrameChg>
      </pc:sldChg>
      <pc:sldChg chg="add del mod modShow">
        <pc:chgData name="Palit, Tapti" userId="dec6fbcd-7598-406a-8cbf-504d4a3bac15" providerId="ADAL" clId="{ECD42228-5B96-4A72-B268-C46DF994E6B7}" dt="2024-01-25T04:45:27.672" v="50538" actId="2696"/>
        <pc:sldMkLst>
          <pc:docMk/>
          <pc:sldMk cId="451354054" sldId="857"/>
        </pc:sldMkLst>
      </pc:sldChg>
      <pc:sldChg chg="add del mod modShow modNotesTx">
        <pc:chgData name="Palit, Tapti" userId="dec6fbcd-7598-406a-8cbf-504d4a3bac15" providerId="ADAL" clId="{ECD42228-5B96-4A72-B268-C46DF994E6B7}" dt="2024-01-25T06:21:59.012" v="54084" actId="2696"/>
        <pc:sldMkLst>
          <pc:docMk/>
          <pc:sldMk cId="990481863" sldId="857"/>
        </pc:sldMkLst>
      </pc:sldChg>
      <pc:sldChg chg="addSp delSp modSp del mod modNotesTx">
        <pc:chgData name="Palit, Tapti" userId="dec6fbcd-7598-406a-8cbf-504d4a3bac15" providerId="ADAL" clId="{ECD42228-5B96-4A72-B268-C46DF994E6B7}" dt="2024-01-25T04:15:25.219" v="49901" actId="2696"/>
        <pc:sldMkLst>
          <pc:docMk/>
          <pc:sldMk cId="1935471849" sldId="857"/>
        </pc:sldMkLst>
        <pc:spChg chg="add mod">
          <ac:chgData name="Palit, Tapti" userId="dec6fbcd-7598-406a-8cbf-504d4a3bac15" providerId="ADAL" clId="{ECD42228-5B96-4A72-B268-C46DF994E6B7}" dt="2024-01-25T04:14:44.534" v="49884" actId="207"/>
          <ac:spMkLst>
            <pc:docMk/>
            <pc:sldMk cId="1935471849" sldId="857"/>
            <ac:spMk id="2" creationId="{71F04A7F-DFD7-73BD-6BA7-C4F723F37E87}"/>
          </ac:spMkLst>
        </pc:spChg>
        <pc:spChg chg="del">
          <ac:chgData name="Palit, Tapti" userId="dec6fbcd-7598-406a-8cbf-504d4a3bac15" providerId="ADAL" clId="{ECD42228-5B96-4A72-B268-C46DF994E6B7}" dt="2024-01-25T04:01:03.735" v="49708" actId="478"/>
          <ac:spMkLst>
            <pc:docMk/>
            <pc:sldMk cId="1935471849" sldId="857"/>
            <ac:spMk id="7" creationId="{B6BFDC8B-653B-81CC-F9C8-A87C9BD6A38C}"/>
          </ac:spMkLst>
        </pc:spChg>
        <pc:spChg chg="del">
          <ac:chgData name="Palit, Tapti" userId="dec6fbcd-7598-406a-8cbf-504d4a3bac15" providerId="ADAL" clId="{ECD42228-5B96-4A72-B268-C46DF994E6B7}" dt="2024-01-25T04:01:03.735" v="49708" actId="478"/>
          <ac:spMkLst>
            <pc:docMk/>
            <pc:sldMk cId="1935471849" sldId="857"/>
            <ac:spMk id="8" creationId="{44888C53-DAD9-A4CA-D15A-868539286CB3}"/>
          </ac:spMkLst>
        </pc:spChg>
        <pc:spChg chg="del">
          <ac:chgData name="Palit, Tapti" userId="dec6fbcd-7598-406a-8cbf-504d4a3bac15" providerId="ADAL" clId="{ECD42228-5B96-4A72-B268-C46DF994E6B7}" dt="2024-01-25T04:01:03.735" v="49708" actId="478"/>
          <ac:spMkLst>
            <pc:docMk/>
            <pc:sldMk cId="1935471849" sldId="857"/>
            <ac:spMk id="9" creationId="{7CB7AA7C-6535-FA19-58B0-9464A530E2CF}"/>
          </ac:spMkLst>
        </pc:spChg>
        <pc:spChg chg="del">
          <ac:chgData name="Palit, Tapti" userId="dec6fbcd-7598-406a-8cbf-504d4a3bac15" providerId="ADAL" clId="{ECD42228-5B96-4A72-B268-C46DF994E6B7}" dt="2024-01-25T04:01:03.735" v="49708" actId="478"/>
          <ac:spMkLst>
            <pc:docMk/>
            <pc:sldMk cId="1935471849" sldId="857"/>
            <ac:spMk id="10" creationId="{83EAFF08-E8BB-2019-E042-FB447AC4EFE3}"/>
          </ac:spMkLst>
        </pc:spChg>
        <pc:spChg chg="del">
          <ac:chgData name="Palit, Tapti" userId="dec6fbcd-7598-406a-8cbf-504d4a3bac15" providerId="ADAL" clId="{ECD42228-5B96-4A72-B268-C46DF994E6B7}" dt="2024-01-23T04:06:16.794" v="18885" actId="478"/>
          <ac:spMkLst>
            <pc:docMk/>
            <pc:sldMk cId="1935471849" sldId="857"/>
            <ac:spMk id="12" creationId="{7D15EC01-2AA8-CFEA-2FEC-9A41509B3663}"/>
          </ac:spMkLst>
        </pc:spChg>
        <pc:spChg chg="del">
          <ac:chgData name="Palit, Tapti" userId="dec6fbcd-7598-406a-8cbf-504d4a3bac15" providerId="ADAL" clId="{ECD42228-5B96-4A72-B268-C46DF994E6B7}" dt="2024-01-25T04:01:03.735" v="49708" actId="478"/>
          <ac:spMkLst>
            <pc:docMk/>
            <pc:sldMk cId="1935471849" sldId="857"/>
            <ac:spMk id="18" creationId="{7CBAAF2B-40D1-96DB-EC37-25B971D29E74}"/>
          </ac:spMkLst>
        </pc:spChg>
        <pc:spChg chg="del">
          <ac:chgData name="Palit, Tapti" userId="dec6fbcd-7598-406a-8cbf-504d4a3bac15" providerId="ADAL" clId="{ECD42228-5B96-4A72-B268-C46DF994E6B7}" dt="2024-01-25T04:01:03.735" v="49708" actId="478"/>
          <ac:spMkLst>
            <pc:docMk/>
            <pc:sldMk cId="1935471849" sldId="857"/>
            <ac:spMk id="19" creationId="{59493972-1399-A1F8-68A1-149ECFA67417}"/>
          </ac:spMkLst>
        </pc:spChg>
        <pc:spChg chg="del">
          <ac:chgData name="Palit, Tapti" userId="dec6fbcd-7598-406a-8cbf-504d4a3bac15" providerId="ADAL" clId="{ECD42228-5B96-4A72-B268-C46DF994E6B7}" dt="2024-01-25T04:01:03.735" v="49708" actId="478"/>
          <ac:spMkLst>
            <pc:docMk/>
            <pc:sldMk cId="1935471849" sldId="857"/>
            <ac:spMk id="20" creationId="{AE37FDC7-3B0D-D7BA-A9CC-A3A62E3D7B97}"/>
          </ac:spMkLst>
        </pc:spChg>
        <pc:spChg chg="del">
          <ac:chgData name="Palit, Tapti" userId="dec6fbcd-7598-406a-8cbf-504d4a3bac15" providerId="ADAL" clId="{ECD42228-5B96-4A72-B268-C46DF994E6B7}" dt="2024-01-25T04:01:03.735" v="49708" actId="478"/>
          <ac:spMkLst>
            <pc:docMk/>
            <pc:sldMk cId="1935471849" sldId="857"/>
            <ac:spMk id="21" creationId="{F0AF70A1-AF9F-20A9-64F7-FABD9ECBAEA5}"/>
          </ac:spMkLst>
        </pc:spChg>
      </pc:sldChg>
      <pc:sldChg chg="add del mod modShow">
        <pc:chgData name="Palit, Tapti" userId="dec6fbcd-7598-406a-8cbf-504d4a3bac15" providerId="ADAL" clId="{ECD42228-5B96-4A72-B268-C46DF994E6B7}" dt="2024-01-28T03:44:01.241" v="67437" actId="47"/>
        <pc:sldMkLst>
          <pc:docMk/>
          <pc:sldMk cId="1943965190" sldId="857"/>
        </pc:sldMkLst>
      </pc:sldChg>
      <pc:sldChg chg="del">
        <pc:chgData name="Palit, Tapti" userId="dec6fbcd-7598-406a-8cbf-504d4a3bac15" providerId="ADAL" clId="{ECD42228-5B96-4A72-B268-C46DF994E6B7}" dt="2024-01-28T03:44:01.241" v="67437" actId="47"/>
        <pc:sldMkLst>
          <pc:docMk/>
          <pc:sldMk cId="2023282124" sldId="858"/>
        </pc:sldMkLst>
      </pc:sldChg>
      <pc:sldChg chg="del">
        <pc:chgData name="Palit, Tapti" userId="dec6fbcd-7598-406a-8cbf-504d4a3bac15" providerId="ADAL" clId="{ECD42228-5B96-4A72-B268-C46DF994E6B7}" dt="2024-01-28T03:44:01.241" v="67437" actId="47"/>
        <pc:sldMkLst>
          <pc:docMk/>
          <pc:sldMk cId="2857771837" sldId="859"/>
        </pc:sldMkLst>
      </pc:sldChg>
      <pc:sldChg chg="del">
        <pc:chgData name="Palit, Tapti" userId="dec6fbcd-7598-406a-8cbf-504d4a3bac15" providerId="ADAL" clId="{ECD42228-5B96-4A72-B268-C46DF994E6B7}" dt="2024-01-23T03:27:52.159" v="17427" actId="2696"/>
        <pc:sldMkLst>
          <pc:docMk/>
          <pc:sldMk cId="1747084772" sldId="860"/>
        </pc:sldMkLst>
      </pc:sldChg>
      <pc:sldChg chg="add del mod modShow">
        <pc:chgData name="Palit, Tapti" userId="dec6fbcd-7598-406a-8cbf-504d4a3bac15" providerId="ADAL" clId="{ECD42228-5B96-4A72-B268-C46DF994E6B7}" dt="2024-01-28T03:44:01.241" v="67437" actId="47"/>
        <pc:sldMkLst>
          <pc:docMk/>
          <pc:sldMk cId="4082289179" sldId="860"/>
        </pc:sldMkLst>
      </pc:sldChg>
      <pc:sldChg chg="add del mod modShow">
        <pc:chgData name="Palit, Tapti" userId="dec6fbcd-7598-406a-8cbf-504d4a3bac15" providerId="ADAL" clId="{ECD42228-5B96-4A72-B268-C46DF994E6B7}" dt="2024-01-28T03:44:01.241" v="67437" actId="47"/>
        <pc:sldMkLst>
          <pc:docMk/>
          <pc:sldMk cId="1673808217" sldId="861"/>
        </pc:sldMkLst>
      </pc:sldChg>
      <pc:sldChg chg="addSp delSp modSp del mod modClrScheme delAnim modAnim modShow addCm chgLayout modNotesTx">
        <pc:chgData name="Palit, Tapti" userId="dec6fbcd-7598-406a-8cbf-504d4a3bac15" providerId="ADAL" clId="{ECD42228-5B96-4A72-B268-C46DF994E6B7}" dt="2024-01-25T01:33:10.127" v="45385" actId="2696"/>
        <pc:sldMkLst>
          <pc:docMk/>
          <pc:sldMk cId="2721316561" sldId="861"/>
        </pc:sldMkLst>
        <pc:spChg chg="mod ord">
          <ac:chgData name="Palit, Tapti" userId="dec6fbcd-7598-406a-8cbf-504d4a3bac15" providerId="ADAL" clId="{ECD42228-5B96-4A72-B268-C46DF994E6B7}" dt="2024-01-24T03:34:50.578" v="38123" actId="700"/>
          <ac:spMkLst>
            <pc:docMk/>
            <pc:sldMk cId="2721316561" sldId="861"/>
            <ac:spMk id="3" creationId="{93EEB3D8-C844-DB58-4713-B81E54F22329}"/>
          </ac:spMkLst>
        </pc:spChg>
        <pc:spChg chg="mod ord">
          <ac:chgData name="Palit, Tapti" userId="dec6fbcd-7598-406a-8cbf-504d4a3bac15" providerId="ADAL" clId="{ECD42228-5B96-4A72-B268-C46DF994E6B7}" dt="2024-01-24T03:34:50.578" v="38123" actId="700"/>
          <ac:spMkLst>
            <pc:docMk/>
            <pc:sldMk cId="2721316561" sldId="861"/>
            <ac:spMk id="4" creationId="{AC5E451F-727D-A7ED-EF0E-3354B039E1D1}"/>
          </ac:spMkLst>
        </pc:spChg>
        <pc:spChg chg="del mod ord">
          <ac:chgData name="Palit, Tapti" userId="dec6fbcd-7598-406a-8cbf-504d4a3bac15" providerId="ADAL" clId="{ECD42228-5B96-4A72-B268-C46DF994E6B7}" dt="2024-01-24T03:34:54.600" v="38124" actId="478"/>
          <ac:spMkLst>
            <pc:docMk/>
            <pc:sldMk cId="2721316561" sldId="861"/>
            <ac:spMk id="5" creationId="{EAC7799E-C301-2278-5F5A-BCAE3EDC8761}"/>
          </ac:spMkLst>
        </pc:spChg>
        <pc:spChg chg="add del mod">
          <ac:chgData name="Palit, Tapti" userId="dec6fbcd-7598-406a-8cbf-504d4a3bac15" providerId="ADAL" clId="{ECD42228-5B96-4A72-B268-C46DF994E6B7}" dt="2024-01-24T03:34:56.200" v="38125" actId="478"/>
          <ac:spMkLst>
            <pc:docMk/>
            <pc:sldMk cId="2721316561" sldId="861"/>
            <ac:spMk id="7" creationId="{CC01A72D-C97B-9199-3DFB-AB6F6BF4F67E}"/>
          </ac:spMkLst>
        </pc:spChg>
        <pc:spChg chg="add mod">
          <ac:chgData name="Palit, Tapti" userId="dec6fbcd-7598-406a-8cbf-504d4a3bac15" providerId="ADAL" clId="{ECD42228-5B96-4A72-B268-C46DF994E6B7}" dt="2024-01-23T01:51:12.011" v="13208" actId="14100"/>
          <ac:spMkLst>
            <pc:docMk/>
            <pc:sldMk cId="2721316561" sldId="861"/>
            <ac:spMk id="8" creationId="{795E4806-2D74-665D-E462-63C38AA4BD2A}"/>
          </ac:spMkLst>
        </pc:spChg>
        <pc:spChg chg="add mod">
          <ac:chgData name="Palit, Tapti" userId="dec6fbcd-7598-406a-8cbf-504d4a3bac15" providerId="ADAL" clId="{ECD42228-5B96-4A72-B268-C46DF994E6B7}" dt="2024-01-24T03:36:42.697" v="38137" actId="14100"/>
          <ac:spMkLst>
            <pc:docMk/>
            <pc:sldMk cId="2721316561" sldId="861"/>
            <ac:spMk id="9" creationId="{09C837FA-8D53-D4FD-8DC8-244181F644BE}"/>
          </ac:spMkLst>
        </pc:spChg>
        <pc:spChg chg="del">
          <ac:chgData name="Palit, Tapti" userId="dec6fbcd-7598-406a-8cbf-504d4a3bac15" providerId="ADAL" clId="{ECD42228-5B96-4A72-B268-C46DF994E6B7}" dt="2024-01-23T01:50:30.452" v="13183" actId="478"/>
          <ac:spMkLst>
            <pc:docMk/>
            <pc:sldMk cId="2721316561" sldId="861"/>
            <ac:spMk id="9" creationId="{DCAA3CEC-53B9-3876-966D-B46B69E1FC76}"/>
          </ac:spMkLst>
        </pc:spChg>
        <pc:spChg chg="add mod">
          <ac:chgData name="Palit, Tapti" userId="dec6fbcd-7598-406a-8cbf-504d4a3bac15" providerId="ADAL" clId="{ECD42228-5B96-4A72-B268-C46DF994E6B7}" dt="2024-01-23T01:53:12.387" v="13355" actId="1076"/>
          <ac:spMkLst>
            <pc:docMk/>
            <pc:sldMk cId="2721316561" sldId="861"/>
            <ac:spMk id="10" creationId="{8C7698DE-77A6-84F7-F4F9-892ED708C84C}"/>
          </ac:spMkLst>
        </pc:spChg>
        <pc:spChg chg="add mod">
          <ac:chgData name="Palit, Tapti" userId="dec6fbcd-7598-406a-8cbf-504d4a3bac15" providerId="ADAL" clId="{ECD42228-5B96-4A72-B268-C46DF994E6B7}" dt="2024-01-23T01:53:08.266" v="13354" actId="1076"/>
          <ac:spMkLst>
            <pc:docMk/>
            <pc:sldMk cId="2721316561" sldId="861"/>
            <ac:spMk id="11" creationId="{5E60D1AC-F0F0-80BE-2550-A1EB157ED5F9}"/>
          </ac:spMkLst>
        </pc:spChg>
        <pc:spChg chg="add mod">
          <ac:chgData name="Palit, Tapti" userId="dec6fbcd-7598-406a-8cbf-504d4a3bac15" providerId="ADAL" clId="{ECD42228-5B96-4A72-B268-C46DF994E6B7}" dt="2024-01-23T01:53:06.100" v="13353" actId="1076"/>
          <ac:spMkLst>
            <pc:docMk/>
            <pc:sldMk cId="2721316561" sldId="861"/>
            <ac:spMk id="12" creationId="{7688F90E-D8E5-E899-D7C0-8C5571FE159A}"/>
          </ac:spMkLst>
        </pc:spChg>
        <pc:spChg chg="add mod">
          <ac:chgData name="Palit, Tapti" userId="dec6fbcd-7598-406a-8cbf-504d4a3bac15" providerId="ADAL" clId="{ECD42228-5B96-4A72-B268-C46DF994E6B7}" dt="2024-01-24T03:36:47.414" v="38138" actId="207"/>
          <ac:spMkLst>
            <pc:docMk/>
            <pc:sldMk cId="2721316561" sldId="861"/>
            <ac:spMk id="13" creationId="{1146AF7A-B44A-9949-7049-D52858568860}"/>
          </ac:spMkLst>
        </pc:spChg>
        <pc:spChg chg="add del mod">
          <ac:chgData name="Palit, Tapti" userId="dec6fbcd-7598-406a-8cbf-504d4a3bac15" providerId="ADAL" clId="{ECD42228-5B96-4A72-B268-C46DF994E6B7}" dt="2024-01-23T01:52:06.024" v="13268" actId="478"/>
          <ac:spMkLst>
            <pc:docMk/>
            <pc:sldMk cId="2721316561" sldId="861"/>
            <ac:spMk id="13" creationId="{85DEDFE8-2D94-AB41-09C9-6C146288D2C1}"/>
          </ac:spMkLst>
        </pc:spChg>
        <pc:spChg chg="add mod">
          <ac:chgData name="Palit, Tapti" userId="dec6fbcd-7598-406a-8cbf-504d4a3bac15" providerId="ADAL" clId="{ECD42228-5B96-4A72-B268-C46DF994E6B7}" dt="2024-01-23T01:58:11.778" v="13432" actId="1076"/>
          <ac:spMkLst>
            <pc:docMk/>
            <pc:sldMk cId="2721316561" sldId="861"/>
            <ac:spMk id="14" creationId="{D1CA5BFE-9379-8EE1-508F-E492B578C3B0}"/>
          </ac:spMkLst>
        </pc:spChg>
        <pc:spChg chg="add mod">
          <ac:chgData name="Palit, Tapti" userId="dec6fbcd-7598-406a-8cbf-504d4a3bac15" providerId="ADAL" clId="{ECD42228-5B96-4A72-B268-C46DF994E6B7}" dt="2024-01-23T01:58:22.468" v="13433" actId="1076"/>
          <ac:spMkLst>
            <pc:docMk/>
            <pc:sldMk cId="2721316561" sldId="861"/>
            <ac:spMk id="15" creationId="{F39312C8-E117-7A78-E93F-8F4B9F62B12E}"/>
          </ac:spMkLst>
        </pc:spChg>
        <pc:spChg chg="add mod">
          <ac:chgData name="Palit, Tapti" userId="dec6fbcd-7598-406a-8cbf-504d4a3bac15" providerId="ADAL" clId="{ECD42228-5B96-4A72-B268-C46DF994E6B7}" dt="2024-01-23T01:58:22.468" v="13433" actId="1076"/>
          <ac:spMkLst>
            <pc:docMk/>
            <pc:sldMk cId="2721316561" sldId="861"/>
            <ac:spMk id="16" creationId="{6A30D14C-996C-8B16-C2F6-F1ED79986BD6}"/>
          </ac:spMkLst>
        </pc:spChg>
        <pc:spChg chg="add mod">
          <ac:chgData name="Palit, Tapti" userId="dec6fbcd-7598-406a-8cbf-504d4a3bac15" providerId="ADAL" clId="{ECD42228-5B96-4A72-B268-C46DF994E6B7}" dt="2024-01-23T01:58:22.468" v="13433" actId="1076"/>
          <ac:spMkLst>
            <pc:docMk/>
            <pc:sldMk cId="2721316561" sldId="861"/>
            <ac:spMk id="17" creationId="{29F1C7B9-CF12-8C6A-2D53-D33CDC3ECEED}"/>
          </ac:spMkLst>
        </pc:spChg>
        <pc:spChg chg="add mod">
          <ac:chgData name="Palit, Tapti" userId="dec6fbcd-7598-406a-8cbf-504d4a3bac15" providerId="ADAL" clId="{ECD42228-5B96-4A72-B268-C46DF994E6B7}" dt="2024-01-23T01:58:22.468" v="13433" actId="1076"/>
          <ac:spMkLst>
            <pc:docMk/>
            <pc:sldMk cId="2721316561" sldId="861"/>
            <ac:spMk id="18" creationId="{109FC113-D11B-880A-DFD0-6FECFBE976FB}"/>
          </ac:spMkLst>
        </pc:spChg>
        <pc:spChg chg="add mod">
          <ac:chgData name="Palit, Tapti" userId="dec6fbcd-7598-406a-8cbf-504d4a3bac15" providerId="ADAL" clId="{ECD42228-5B96-4A72-B268-C46DF994E6B7}" dt="2024-01-24T03:41:18.961" v="38654" actId="122"/>
          <ac:spMkLst>
            <pc:docMk/>
            <pc:sldMk cId="2721316561" sldId="861"/>
            <ac:spMk id="19" creationId="{4997DBDA-25F2-9552-92C6-485CB931E1DB}"/>
          </ac:spMkLst>
        </pc:spChg>
        <pc:spChg chg="add mod">
          <ac:chgData name="Palit, Tapti" userId="dec6fbcd-7598-406a-8cbf-504d4a3bac15" providerId="ADAL" clId="{ECD42228-5B96-4A72-B268-C46DF994E6B7}" dt="2024-01-24T03:41:00.368" v="38617" actId="20577"/>
          <ac:spMkLst>
            <pc:docMk/>
            <pc:sldMk cId="2721316561" sldId="861"/>
            <ac:spMk id="21" creationId="{743C388A-DA9F-E1B4-CA9B-BEB77095B2DE}"/>
          </ac:spMkLst>
        </pc:spChg>
        <pc:spChg chg="add mod">
          <ac:chgData name="Palit, Tapti" userId="dec6fbcd-7598-406a-8cbf-504d4a3bac15" providerId="ADAL" clId="{ECD42228-5B96-4A72-B268-C46DF994E6B7}" dt="2024-01-23T01:59:53.277" v="13577" actId="207"/>
          <ac:spMkLst>
            <pc:docMk/>
            <pc:sldMk cId="2721316561" sldId="861"/>
            <ac:spMk id="33" creationId="{02085E1C-A902-2189-F16C-911607951D1E}"/>
          </ac:spMkLst>
        </pc:spChg>
        <pc:spChg chg="add mod">
          <ac:chgData name="Palit, Tapti" userId="dec6fbcd-7598-406a-8cbf-504d4a3bac15" providerId="ADAL" clId="{ECD42228-5B96-4A72-B268-C46DF994E6B7}" dt="2024-01-23T01:59:58.703" v="13580" actId="207"/>
          <ac:spMkLst>
            <pc:docMk/>
            <pc:sldMk cId="2721316561" sldId="861"/>
            <ac:spMk id="34" creationId="{FB8C47BA-3625-7C60-4BB9-6D5CAB0D1035}"/>
          </ac:spMkLst>
        </pc:spChg>
        <pc:spChg chg="add mod">
          <ac:chgData name="Palit, Tapti" userId="dec6fbcd-7598-406a-8cbf-504d4a3bac15" providerId="ADAL" clId="{ECD42228-5B96-4A72-B268-C46DF994E6B7}" dt="2024-01-23T02:00:07.544" v="13586" actId="20577"/>
          <ac:spMkLst>
            <pc:docMk/>
            <pc:sldMk cId="2721316561" sldId="861"/>
            <ac:spMk id="35" creationId="{FE0E7E26-69D8-BFBE-89CB-722F1DD2225F}"/>
          </ac:spMkLst>
        </pc:spChg>
        <pc:spChg chg="add mod">
          <ac:chgData name="Palit, Tapti" userId="dec6fbcd-7598-406a-8cbf-504d4a3bac15" providerId="ADAL" clId="{ECD42228-5B96-4A72-B268-C46DF994E6B7}" dt="2024-01-23T02:00:19.718" v="13591" actId="1076"/>
          <ac:spMkLst>
            <pc:docMk/>
            <pc:sldMk cId="2721316561" sldId="861"/>
            <ac:spMk id="36" creationId="{877D0ED9-3450-18F5-C446-EF8366F0F3A7}"/>
          </ac:spMkLst>
        </pc:spChg>
        <pc:spChg chg="add mod">
          <ac:chgData name="Palit, Tapti" userId="dec6fbcd-7598-406a-8cbf-504d4a3bac15" providerId="ADAL" clId="{ECD42228-5B96-4A72-B268-C46DF994E6B7}" dt="2024-01-23T02:00:52.469" v="13599" actId="20577"/>
          <ac:spMkLst>
            <pc:docMk/>
            <pc:sldMk cId="2721316561" sldId="861"/>
            <ac:spMk id="37" creationId="{38B12F18-7E60-539B-1CB6-34C456AEE606}"/>
          </ac:spMkLst>
        </pc:spChg>
        <pc:spChg chg="add mod">
          <ac:chgData name="Palit, Tapti" userId="dec6fbcd-7598-406a-8cbf-504d4a3bac15" providerId="ADAL" clId="{ECD42228-5B96-4A72-B268-C46DF994E6B7}" dt="2024-01-23T02:01:01.555" v="13603" actId="20577"/>
          <ac:spMkLst>
            <pc:docMk/>
            <pc:sldMk cId="2721316561" sldId="861"/>
            <ac:spMk id="38" creationId="{29EE7DA2-3A31-2FDB-53EB-BD5BD2BD0703}"/>
          </ac:spMkLst>
        </pc:spChg>
        <pc:spChg chg="add mod">
          <ac:chgData name="Palit, Tapti" userId="dec6fbcd-7598-406a-8cbf-504d4a3bac15" providerId="ADAL" clId="{ECD42228-5B96-4A72-B268-C46DF994E6B7}" dt="2024-01-23T02:01:12.782" v="13607" actId="20577"/>
          <ac:spMkLst>
            <pc:docMk/>
            <pc:sldMk cId="2721316561" sldId="861"/>
            <ac:spMk id="39" creationId="{CB61133A-CB2B-0A6C-63C6-D736A6F9D415}"/>
          </ac:spMkLst>
        </pc:spChg>
        <pc:spChg chg="add mod">
          <ac:chgData name="Palit, Tapti" userId="dec6fbcd-7598-406a-8cbf-504d4a3bac15" providerId="ADAL" clId="{ECD42228-5B96-4A72-B268-C46DF994E6B7}" dt="2024-01-23T02:01:23.394" v="13613" actId="20577"/>
          <ac:spMkLst>
            <pc:docMk/>
            <pc:sldMk cId="2721316561" sldId="861"/>
            <ac:spMk id="40" creationId="{F2563143-325D-FF75-C914-B46691F391BD}"/>
          </ac:spMkLst>
        </pc:spChg>
        <pc:spChg chg="add mod">
          <ac:chgData name="Palit, Tapti" userId="dec6fbcd-7598-406a-8cbf-504d4a3bac15" providerId="ADAL" clId="{ECD42228-5B96-4A72-B268-C46DF994E6B7}" dt="2024-01-23T02:01:33.333" v="13617" actId="20577"/>
          <ac:spMkLst>
            <pc:docMk/>
            <pc:sldMk cId="2721316561" sldId="861"/>
            <ac:spMk id="41" creationId="{5EB4E2ED-9E46-F12D-AADA-2BDA1112FDDF}"/>
          </ac:spMkLst>
        </pc:spChg>
        <pc:spChg chg="add del mod">
          <ac:chgData name="Palit, Tapti" userId="dec6fbcd-7598-406a-8cbf-504d4a3bac15" providerId="ADAL" clId="{ECD42228-5B96-4A72-B268-C46DF994E6B7}" dt="2024-01-23T02:02:11.953" v="13629" actId="478"/>
          <ac:spMkLst>
            <pc:docMk/>
            <pc:sldMk cId="2721316561" sldId="861"/>
            <ac:spMk id="42" creationId="{997265E2-9D16-916D-DB77-7CEEE9062FC1}"/>
          </ac:spMkLst>
        </pc:spChg>
        <pc:spChg chg="add del mod">
          <ac:chgData name="Palit, Tapti" userId="dec6fbcd-7598-406a-8cbf-504d4a3bac15" providerId="ADAL" clId="{ECD42228-5B96-4A72-B268-C46DF994E6B7}" dt="2024-01-24T03:35:25.508" v="38126" actId="478"/>
          <ac:spMkLst>
            <pc:docMk/>
            <pc:sldMk cId="2721316561" sldId="861"/>
            <ac:spMk id="43" creationId="{245B3D69-F033-13D6-7C9A-82F31639F820}"/>
          </ac:spMkLst>
        </pc:spChg>
        <pc:cxnChg chg="add mod">
          <ac:chgData name="Palit, Tapti" userId="dec6fbcd-7598-406a-8cbf-504d4a3bac15" providerId="ADAL" clId="{ECD42228-5B96-4A72-B268-C46DF994E6B7}" dt="2024-01-23T01:50:35.957" v="13184" actId="14100"/>
          <ac:cxnSpMkLst>
            <pc:docMk/>
            <pc:sldMk cId="2721316561" sldId="861"/>
            <ac:cxnSpMk id="6" creationId="{01738CDD-2786-3FAE-5C35-4A9B00E3B711}"/>
          </ac:cxnSpMkLst>
        </pc:cxnChg>
        <pc:cxnChg chg="add mod">
          <ac:chgData name="Palit, Tapti" userId="dec6fbcd-7598-406a-8cbf-504d4a3bac15" providerId="ADAL" clId="{ECD42228-5B96-4A72-B268-C46DF994E6B7}" dt="2024-01-23T01:57:22.004" v="13419" actId="208"/>
          <ac:cxnSpMkLst>
            <pc:docMk/>
            <pc:sldMk cId="2721316561" sldId="861"/>
            <ac:cxnSpMk id="20" creationId="{6DDA30B6-1C83-0689-CECD-86698F6EC0F3}"/>
          </ac:cxnSpMkLst>
        </pc:cxnChg>
        <pc:cxnChg chg="add mod">
          <ac:chgData name="Palit, Tapti" userId="dec6fbcd-7598-406a-8cbf-504d4a3bac15" providerId="ADAL" clId="{ECD42228-5B96-4A72-B268-C46DF994E6B7}" dt="2024-01-23T01:57:31.428" v="13421" actId="1076"/>
          <ac:cxnSpMkLst>
            <pc:docMk/>
            <pc:sldMk cId="2721316561" sldId="861"/>
            <ac:cxnSpMk id="22" creationId="{959CC1B1-85B3-2A10-84E8-E1C47F1BD88B}"/>
          </ac:cxnSpMkLst>
        </pc:cxnChg>
        <pc:cxnChg chg="add mod">
          <ac:chgData name="Palit, Tapti" userId="dec6fbcd-7598-406a-8cbf-504d4a3bac15" providerId="ADAL" clId="{ECD42228-5B96-4A72-B268-C46DF994E6B7}" dt="2024-01-23T01:57:40.718" v="13423" actId="1076"/>
          <ac:cxnSpMkLst>
            <pc:docMk/>
            <pc:sldMk cId="2721316561" sldId="861"/>
            <ac:cxnSpMk id="23" creationId="{7D541430-602A-95F2-C126-DC54D320CF53}"/>
          </ac:cxnSpMkLst>
        </pc:cxnChg>
        <pc:cxnChg chg="add mod">
          <ac:chgData name="Palit, Tapti" userId="dec6fbcd-7598-406a-8cbf-504d4a3bac15" providerId="ADAL" clId="{ECD42228-5B96-4A72-B268-C46DF994E6B7}" dt="2024-01-23T01:57:45.861" v="13425" actId="1076"/>
          <ac:cxnSpMkLst>
            <pc:docMk/>
            <pc:sldMk cId="2721316561" sldId="861"/>
            <ac:cxnSpMk id="24" creationId="{C46F82AE-F23F-9DD8-FE26-A6841B4F6E8C}"/>
          </ac:cxnSpMkLst>
        </pc:cxnChg>
        <pc:cxnChg chg="add mod">
          <ac:chgData name="Palit, Tapti" userId="dec6fbcd-7598-406a-8cbf-504d4a3bac15" providerId="ADAL" clId="{ECD42228-5B96-4A72-B268-C46DF994E6B7}" dt="2024-01-23T01:58:07.170" v="13431" actId="14100"/>
          <ac:cxnSpMkLst>
            <pc:docMk/>
            <pc:sldMk cId="2721316561" sldId="861"/>
            <ac:cxnSpMk id="25" creationId="{2A1F3082-96BD-C6B8-AB5B-05DF3466897D}"/>
          </ac:cxnSpMkLst>
        </pc:cxnChg>
        <pc:cxnChg chg="add mod">
          <ac:chgData name="Palit, Tapti" userId="dec6fbcd-7598-406a-8cbf-504d4a3bac15" providerId="ADAL" clId="{ECD42228-5B96-4A72-B268-C46DF994E6B7}" dt="2024-01-23T01:58:34.317" v="13437" actId="1076"/>
          <ac:cxnSpMkLst>
            <pc:docMk/>
            <pc:sldMk cId="2721316561" sldId="861"/>
            <ac:cxnSpMk id="27" creationId="{4B41C18F-D478-EA00-D2E1-D208B45E792D}"/>
          </ac:cxnSpMkLst>
        </pc:cxnChg>
        <pc:cxnChg chg="add mod">
          <ac:chgData name="Palit, Tapti" userId="dec6fbcd-7598-406a-8cbf-504d4a3bac15" providerId="ADAL" clId="{ECD42228-5B96-4A72-B268-C46DF994E6B7}" dt="2024-01-23T01:58:39.832" v="13439" actId="1076"/>
          <ac:cxnSpMkLst>
            <pc:docMk/>
            <pc:sldMk cId="2721316561" sldId="861"/>
            <ac:cxnSpMk id="30" creationId="{9884F924-11CC-386A-D818-7C2368DAF791}"/>
          </ac:cxnSpMkLst>
        </pc:cxnChg>
        <pc:cxnChg chg="add mod">
          <ac:chgData name="Palit, Tapti" userId="dec6fbcd-7598-406a-8cbf-504d4a3bac15" providerId="ADAL" clId="{ECD42228-5B96-4A72-B268-C46DF994E6B7}" dt="2024-01-23T01:58:43.831" v="13441" actId="1076"/>
          <ac:cxnSpMkLst>
            <pc:docMk/>
            <pc:sldMk cId="2721316561" sldId="861"/>
            <ac:cxnSpMk id="31" creationId="{5EC608D9-F03A-05FE-E8CB-73EA465F5867}"/>
          </ac:cxnSpMkLst>
        </pc:cxnChg>
        <pc:cxnChg chg="add mod">
          <ac:chgData name="Palit, Tapti" userId="dec6fbcd-7598-406a-8cbf-504d4a3bac15" providerId="ADAL" clId="{ECD42228-5B96-4A72-B268-C46DF994E6B7}" dt="2024-01-23T01:58:48.024" v="13443" actId="1076"/>
          <ac:cxnSpMkLst>
            <pc:docMk/>
            <pc:sldMk cId="2721316561" sldId="861"/>
            <ac:cxnSpMk id="32" creationId="{E7BA70D0-1BE5-EA4E-95D9-453BB6436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3:40:26.956" v="38574"/>
              <pc2:cmMkLst xmlns:pc2="http://schemas.microsoft.com/office/powerpoint/2019/9/main/command">
                <pc:docMk/>
                <pc:sldMk cId="2721316561" sldId="861"/>
                <pc2:cmMk id="{7256F13F-C0C5-4633-9DE1-3E5DC389AE4E}"/>
              </pc2:cmMkLst>
            </pc226:cmChg>
            <pc226:cmChg xmlns:pc226="http://schemas.microsoft.com/office/powerpoint/2022/06/main/command" chg="add">
              <pc226:chgData name="Palit, Tapti" userId="dec6fbcd-7598-406a-8cbf-504d4a3bac15" providerId="ADAL" clId="{ECD42228-5B96-4A72-B268-C46DF994E6B7}" dt="2024-01-23T01:54:57.168" v="13413"/>
              <pc2:cmMkLst xmlns:pc2="http://schemas.microsoft.com/office/powerpoint/2019/9/main/command">
                <pc:docMk/>
                <pc:sldMk cId="2721316561" sldId="861"/>
                <pc2:cmMk id="{41095E4C-961C-4F27-B14C-48F6C1F7F000}"/>
              </pc2:cmMkLst>
            </pc226:cmChg>
          </p:ext>
        </pc:extLst>
      </pc:sldChg>
      <pc:sldChg chg="del">
        <pc:chgData name="Palit, Tapti" userId="dec6fbcd-7598-406a-8cbf-504d4a3bac15" providerId="ADAL" clId="{ECD42228-5B96-4A72-B268-C46DF994E6B7}" dt="2024-01-23T03:27:52.159" v="17427" actId="2696"/>
        <pc:sldMkLst>
          <pc:docMk/>
          <pc:sldMk cId="1562604991" sldId="863"/>
        </pc:sldMkLst>
      </pc:sldChg>
      <pc:sldChg chg="add del mod modShow">
        <pc:chgData name="Palit, Tapti" userId="dec6fbcd-7598-406a-8cbf-504d4a3bac15" providerId="ADAL" clId="{ECD42228-5B96-4A72-B268-C46DF994E6B7}" dt="2024-01-28T03:44:01.241" v="67437" actId="47"/>
        <pc:sldMkLst>
          <pc:docMk/>
          <pc:sldMk cId="2603362603" sldId="863"/>
        </pc:sldMkLst>
      </pc:sldChg>
      <pc:sldChg chg="add del mod modShow">
        <pc:chgData name="Palit, Tapti" userId="dec6fbcd-7598-406a-8cbf-504d4a3bac15" providerId="ADAL" clId="{ECD42228-5B96-4A72-B268-C46DF994E6B7}" dt="2024-01-28T03:44:01.241" v="67437" actId="47"/>
        <pc:sldMkLst>
          <pc:docMk/>
          <pc:sldMk cId="1365772608" sldId="864"/>
        </pc:sldMkLst>
      </pc:sldChg>
      <pc:sldChg chg="del">
        <pc:chgData name="Palit, Tapti" userId="dec6fbcd-7598-406a-8cbf-504d4a3bac15" providerId="ADAL" clId="{ECD42228-5B96-4A72-B268-C46DF994E6B7}" dt="2024-01-23T03:27:52.159" v="17427" actId="2696"/>
        <pc:sldMkLst>
          <pc:docMk/>
          <pc:sldMk cId="3875287835" sldId="864"/>
        </pc:sldMkLst>
      </pc:sldChg>
      <pc:sldChg chg="add del mod modShow">
        <pc:chgData name="Palit, Tapti" userId="dec6fbcd-7598-406a-8cbf-504d4a3bac15" providerId="ADAL" clId="{ECD42228-5B96-4A72-B268-C46DF994E6B7}" dt="2024-01-28T03:44:01.241" v="67437" actId="47"/>
        <pc:sldMkLst>
          <pc:docMk/>
          <pc:sldMk cId="2437301746" sldId="865"/>
        </pc:sldMkLst>
      </pc:sldChg>
      <pc:sldChg chg="del">
        <pc:chgData name="Palit, Tapti" userId="dec6fbcd-7598-406a-8cbf-504d4a3bac15" providerId="ADAL" clId="{ECD42228-5B96-4A72-B268-C46DF994E6B7}" dt="2024-01-23T03:27:52.159" v="17427" actId="2696"/>
        <pc:sldMkLst>
          <pc:docMk/>
          <pc:sldMk cId="3245999662" sldId="865"/>
        </pc:sldMkLst>
      </pc:sldChg>
      <pc:sldChg chg="addSp delSp modSp mod">
        <pc:chgData name="Palit, Tapti" userId="dec6fbcd-7598-406a-8cbf-504d4a3bac15" providerId="ADAL" clId="{ECD42228-5B96-4A72-B268-C46DF994E6B7}" dt="2024-01-24T04:37:34.819" v="40471" actId="478"/>
        <pc:sldMkLst>
          <pc:docMk/>
          <pc:sldMk cId="3018700805" sldId="866"/>
        </pc:sldMkLst>
        <pc:spChg chg="del">
          <ac:chgData name="Palit, Tapti" userId="dec6fbcd-7598-406a-8cbf-504d4a3bac15" providerId="ADAL" clId="{ECD42228-5B96-4A72-B268-C46DF994E6B7}" dt="2024-01-24T04:26:47.049" v="40059"/>
          <ac:spMkLst>
            <pc:docMk/>
            <pc:sldMk cId="3018700805" sldId="866"/>
            <ac:spMk id="2" creationId="{C89E125A-B748-D936-19ED-80B6FEC9C242}"/>
          </ac:spMkLst>
        </pc:spChg>
        <pc:spChg chg="mod">
          <ac:chgData name="Palit, Tapti" userId="dec6fbcd-7598-406a-8cbf-504d4a3bac15" providerId="ADAL" clId="{ECD42228-5B96-4A72-B268-C46DF994E6B7}" dt="2024-01-23T02:34:27.043" v="14436" actId="20577"/>
          <ac:spMkLst>
            <pc:docMk/>
            <pc:sldMk cId="3018700805" sldId="866"/>
            <ac:spMk id="3" creationId="{66BE5494-3AB6-4807-9A55-164D2919192B}"/>
          </ac:spMkLst>
        </pc:spChg>
        <pc:spChg chg="add del mod">
          <ac:chgData name="Palit, Tapti" userId="dec6fbcd-7598-406a-8cbf-504d4a3bac15" providerId="ADAL" clId="{ECD42228-5B96-4A72-B268-C46DF994E6B7}" dt="2024-01-24T04:26:40.351" v="40058" actId="478"/>
          <ac:spMkLst>
            <pc:docMk/>
            <pc:sldMk cId="3018700805" sldId="866"/>
            <ac:spMk id="5" creationId="{BCA72EFF-EC31-007C-62E9-DA8803D7F932}"/>
          </ac:spMkLst>
        </pc:spChg>
        <pc:spChg chg="add del mod">
          <ac:chgData name="Palit, Tapti" userId="dec6fbcd-7598-406a-8cbf-504d4a3bac15" providerId="ADAL" clId="{ECD42228-5B96-4A72-B268-C46DF994E6B7}" dt="2024-01-24T04:26:40.351" v="40058" actId="478"/>
          <ac:spMkLst>
            <pc:docMk/>
            <pc:sldMk cId="3018700805" sldId="866"/>
            <ac:spMk id="6" creationId="{60AF20DB-E835-0722-0957-B91B4C366646}"/>
          </ac:spMkLst>
        </pc:spChg>
        <pc:spChg chg="add del mod">
          <ac:chgData name="Palit, Tapti" userId="dec6fbcd-7598-406a-8cbf-504d4a3bac15" providerId="ADAL" clId="{ECD42228-5B96-4A72-B268-C46DF994E6B7}" dt="2024-01-24T04:18:22.691" v="39985" actId="478"/>
          <ac:spMkLst>
            <pc:docMk/>
            <pc:sldMk cId="3018700805" sldId="866"/>
            <ac:spMk id="7" creationId="{3D8A73EA-284B-424F-B8FC-7AC215DEB2DD}"/>
          </ac:spMkLst>
        </pc:spChg>
        <pc:spChg chg="add del mod">
          <ac:chgData name="Palit, Tapti" userId="dec6fbcd-7598-406a-8cbf-504d4a3bac15" providerId="ADAL" clId="{ECD42228-5B96-4A72-B268-C46DF994E6B7}" dt="2024-01-24T04:35:59.804" v="40404" actId="478"/>
          <ac:spMkLst>
            <pc:docMk/>
            <pc:sldMk cId="3018700805" sldId="866"/>
            <ac:spMk id="11" creationId="{C4825A4D-D22C-A691-8101-21ADD51A0F07}"/>
          </ac:spMkLst>
        </pc:spChg>
        <pc:spChg chg="mod">
          <ac:chgData name="Palit, Tapti" userId="dec6fbcd-7598-406a-8cbf-504d4a3bac15" providerId="ADAL" clId="{ECD42228-5B96-4A72-B268-C46DF994E6B7}" dt="2024-01-24T04:35:41.336" v="40400"/>
          <ac:spMkLst>
            <pc:docMk/>
            <pc:sldMk cId="3018700805" sldId="866"/>
            <ac:spMk id="13" creationId="{871FFBEE-5344-85AA-5600-822E75C9AA1F}"/>
          </ac:spMkLst>
        </pc:spChg>
        <pc:spChg chg="del mod">
          <ac:chgData name="Palit, Tapti" userId="dec6fbcd-7598-406a-8cbf-504d4a3bac15" providerId="ADAL" clId="{ECD42228-5B96-4A72-B268-C46DF994E6B7}" dt="2024-01-24T04:35:48.792" v="40401" actId="478"/>
          <ac:spMkLst>
            <pc:docMk/>
            <pc:sldMk cId="3018700805" sldId="866"/>
            <ac:spMk id="14" creationId="{37504022-2B1B-0664-F377-8379AFD35538}"/>
          </ac:spMkLst>
        </pc:spChg>
        <pc:spChg chg="mod">
          <ac:chgData name="Palit, Tapti" userId="dec6fbcd-7598-406a-8cbf-504d4a3bac15" providerId="ADAL" clId="{ECD42228-5B96-4A72-B268-C46DF994E6B7}" dt="2024-01-24T04:35:41.336" v="40400"/>
          <ac:spMkLst>
            <pc:docMk/>
            <pc:sldMk cId="3018700805" sldId="866"/>
            <ac:spMk id="17" creationId="{B1C1F06F-F755-A25B-6A24-39AD329B5882}"/>
          </ac:spMkLst>
        </pc:spChg>
        <pc:spChg chg="del mod">
          <ac:chgData name="Palit, Tapti" userId="dec6fbcd-7598-406a-8cbf-504d4a3bac15" providerId="ADAL" clId="{ECD42228-5B96-4A72-B268-C46DF994E6B7}" dt="2024-01-24T04:35:52.087" v="40402" actId="478"/>
          <ac:spMkLst>
            <pc:docMk/>
            <pc:sldMk cId="3018700805" sldId="866"/>
            <ac:spMk id="18" creationId="{44090423-B20D-3AD4-F769-D46158068739}"/>
          </ac:spMkLst>
        </pc:spChg>
        <pc:spChg chg="mod">
          <ac:chgData name="Palit, Tapti" userId="dec6fbcd-7598-406a-8cbf-504d4a3bac15" providerId="ADAL" clId="{ECD42228-5B96-4A72-B268-C46DF994E6B7}" dt="2024-01-24T04:35:41.336" v="40400"/>
          <ac:spMkLst>
            <pc:docMk/>
            <pc:sldMk cId="3018700805" sldId="866"/>
            <ac:spMk id="23" creationId="{67870E27-8068-1AB9-92C1-3B366EB3B62B}"/>
          </ac:spMkLst>
        </pc:spChg>
        <pc:spChg chg="del mod">
          <ac:chgData name="Palit, Tapti" userId="dec6fbcd-7598-406a-8cbf-504d4a3bac15" providerId="ADAL" clId="{ECD42228-5B96-4A72-B268-C46DF994E6B7}" dt="2024-01-24T04:35:56.103" v="40403" actId="478"/>
          <ac:spMkLst>
            <pc:docMk/>
            <pc:sldMk cId="3018700805" sldId="866"/>
            <ac:spMk id="24" creationId="{79E2111D-CAAA-03BC-5CA6-9555253B8BFD}"/>
          </ac:spMkLst>
        </pc:spChg>
        <pc:spChg chg="add del mod">
          <ac:chgData name="Palit, Tapti" userId="dec6fbcd-7598-406a-8cbf-504d4a3bac15" providerId="ADAL" clId="{ECD42228-5B96-4A72-B268-C46DF994E6B7}" dt="2024-01-24T04:37:05.328" v="40457" actId="1076"/>
          <ac:spMkLst>
            <pc:docMk/>
            <pc:sldMk cId="3018700805" sldId="866"/>
            <ac:spMk id="25" creationId="{A648A792-6D01-AC5D-AD5D-DB39CB1D9C43}"/>
          </ac:spMkLst>
        </pc:spChg>
        <pc:spChg chg="add del mod">
          <ac:chgData name="Palit, Tapti" userId="dec6fbcd-7598-406a-8cbf-504d4a3bac15" providerId="ADAL" clId="{ECD42228-5B96-4A72-B268-C46DF994E6B7}" dt="2024-01-24T04:37:08.331" v="40458" actId="1076"/>
          <ac:spMkLst>
            <pc:docMk/>
            <pc:sldMk cId="3018700805" sldId="866"/>
            <ac:spMk id="26" creationId="{DAD8FAC0-AC2C-F023-EBB9-6F9FF7FD0209}"/>
          </ac:spMkLst>
        </pc:spChg>
        <pc:spChg chg="add mod">
          <ac:chgData name="Palit, Tapti" userId="dec6fbcd-7598-406a-8cbf-504d4a3bac15" providerId="ADAL" clId="{ECD42228-5B96-4A72-B268-C46DF994E6B7}" dt="2024-01-24T04:37:16.440" v="40467" actId="20577"/>
          <ac:spMkLst>
            <pc:docMk/>
            <pc:sldMk cId="3018700805" sldId="866"/>
            <ac:spMk id="27" creationId="{BFE9EBFD-C5FB-C925-F1FF-8D02BDFFFF02}"/>
          </ac:spMkLst>
        </pc:spChg>
        <pc:grpChg chg="add mod">
          <ac:chgData name="Palit, Tapti" userId="dec6fbcd-7598-406a-8cbf-504d4a3bac15" providerId="ADAL" clId="{ECD42228-5B96-4A72-B268-C46DF994E6B7}" dt="2024-01-24T04:35:41.336" v="40400"/>
          <ac:grpSpMkLst>
            <pc:docMk/>
            <pc:sldMk cId="3018700805" sldId="866"/>
            <ac:grpSpMk id="12" creationId="{D5ADC790-CD4C-A613-B876-FB7D8A6A8622}"/>
          </ac:grpSpMkLst>
        </pc:grpChg>
        <pc:grpChg chg="add mod">
          <ac:chgData name="Palit, Tapti" userId="dec6fbcd-7598-406a-8cbf-504d4a3bac15" providerId="ADAL" clId="{ECD42228-5B96-4A72-B268-C46DF994E6B7}" dt="2024-01-24T04:35:41.336" v="40400"/>
          <ac:grpSpMkLst>
            <pc:docMk/>
            <pc:sldMk cId="3018700805" sldId="866"/>
            <ac:grpSpMk id="16" creationId="{EF9AF598-3E29-B109-659E-B260F0379E1F}"/>
          </ac:grpSpMkLst>
        </pc:grpChg>
        <pc:grpChg chg="add mod">
          <ac:chgData name="Palit, Tapti" userId="dec6fbcd-7598-406a-8cbf-504d4a3bac15" providerId="ADAL" clId="{ECD42228-5B96-4A72-B268-C46DF994E6B7}" dt="2024-01-24T04:35:41.336" v="40400"/>
          <ac:grpSpMkLst>
            <pc:docMk/>
            <pc:sldMk cId="3018700805" sldId="866"/>
            <ac:grpSpMk id="20" creationId="{C6B27868-4AE6-EA5E-4322-AE88D75F0DCD}"/>
          </ac:grpSpMkLst>
        </pc:grpChg>
        <pc:grpChg chg="del mod">
          <ac:chgData name="Palit, Tapti" userId="dec6fbcd-7598-406a-8cbf-504d4a3bac15" providerId="ADAL" clId="{ECD42228-5B96-4A72-B268-C46DF994E6B7}" dt="2024-01-24T04:35:56.103" v="40403" actId="478"/>
          <ac:grpSpMkLst>
            <pc:docMk/>
            <pc:sldMk cId="3018700805" sldId="866"/>
            <ac:grpSpMk id="21" creationId="{794F0FAB-C28C-8627-B34F-14F78273C251}"/>
          </ac:grpSpMkLst>
        </pc:grpChg>
        <pc:picChg chg="add del mod">
          <ac:chgData name="Palit, Tapti" userId="dec6fbcd-7598-406a-8cbf-504d4a3bac15" providerId="ADAL" clId="{ECD42228-5B96-4A72-B268-C46DF994E6B7}" dt="2024-01-24T04:27:07.752" v="40065" actId="478"/>
          <ac:picMkLst>
            <pc:docMk/>
            <pc:sldMk cId="3018700805" sldId="866"/>
            <ac:picMk id="9" creationId="{8C1604F3-6F92-F5E7-A646-21442B5AD5DC}"/>
          </ac:picMkLst>
        </pc:picChg>
        <pc:picChg chg="mod">
          <ac:chgData name="Palit, Tapti" userId="dec6fbcd-7598-406a-8cbf-504d4a3bac15" providerId="ADAL" clId="{ECD42228-5B96-4A72-B268-C46DF994E6B7}" dt="2024-01-24T04:35:41.336" v="40400"/>
          <ac:picMkLst>
            <pc:docMk/>
            <pc:sldMk cId="3018700805" sldId="866"/>
            <ac:picMk id="15" creationId="{CC70AF3A-02C0-65FE-A519-1E85976E9514}"/>
          </ac:picMkLst>
        </pc:picChg>
        <pc:picChg chg="mod">
          <ac:chgData name="Palit, Tapti" userId="dec6fbcd-7598-406a-8cbf-504d4a3bac15" providerId="ADAL" clId="{ECD42228-5B96-4A72-B268-C46DF994E6B7}" dt="2024-01-24T04:35:41.336" v="40400"/>
          <ac:picMkLst>
            <pc:docMk/>
            <pc:sldMk cId="3018700805" sldId="866"/>
            <ac:picMk id="19" creationId="{9927E1D8-61AD-4446-1338-553629360A84}"/>
          </ac:picMkLst>
        </pc:picChg>
        <pc:picChg chg="mod">
          <ac:chgData name="Palit, Tapti" userId="dec6fbcd-7598-406a-8cbf-504d4a3bac15" providerId="ADAL" clId="{ECD42228-5B96-4A72-B268-C46DF994E6B7}" dt="2024-01-24T04:35:41.336" v="40400"/>
          <ac:picMkLst>
            <pc:docMk/>
            <pc:sldMk cId="3018700805" sldId="866"/>
            <ac:picMk id="22" creationId="{91AD7763-3B74-6FF7-886B-445C0F86141F}"/>
          </ac:picMkLst>
        </pc:picChg>
        <pc:picChg chg="add del mod">
          <ac:chgData name="Palit, Tapti" userId="dec6fbcd-7598-406a-8cbf-504d4a3bac15" providerId="ADAL" clId="{ECD42228-5B96-4A72-B268-C46DF994E6B7}" dt="2024-01-24T04:37:34.819" v="40471" actId="478"/>
          <ac:picMkLst>
            <pc:docMk/>
            <pc:sldMk cId="3018700805" sldId="866"/>
            <ac:picMk id="28" creationId="{A966370D-91E5-0F7C-A1B0-4C3682D6AE51}"/>
          </ac:picMkLst>
        </pc:picChg>
      </pc:sldChg>
      <pc:sldChg chg="add del mod modShow">
        <pc:chgData name="Palit, Tapti" userId="dec6fbcd-7598-406a-8cbf-504d4a3bac15" providerId="ADAL" clId="{ECD42228-5B96-4A72-B268-C46DF994E6B7}" dt="2024-01-28T03:44:01.241" v="67437" actId="47"/>
        <pc:sldMkLst>
          <pc:docMk/>
          <pc:sldMk cId="777714216" sldId="867"/>
        </pc:sldMkLst>
      </pc:sldChg>
      <pc:sldChg chg="del">
        <pc:chgData name="Palit, Tapti" userId="dec6fbcd-7598-406a-8cbf-504d4a3bac15" providerId="ADAL" clId="{ECD42228-5B96-4A72-B268-C46DF994E6B7}" dt="2024-01-23T03:27:52.159" v="17427" actId="2696"/>
        <pc:sldMkLst>
          <pc:docMk/>
          <pc:sldMk cId="3862004641" sldId="867"/>
        </pc:sldMkLst>
      </pc:sldChg>
      <pc:sldChg chg="add del mod modShow">
        <pc:chgData name="Palit, Tapti" userId="dec6fbcd-7598-406a-8cbf-504d4a3bac15" providerId="ADAL" clId="{ECD42228-5B96-4A72-B268-C46DF994E6B7}" dt="2024-01-28T03:44:01.241" v="67437" actId="47"/>
        <pc:sldMkLst>
          <pc:docMk/>
          <pc:sldMk cId="737768944" sldId="868"/>
        </pc:sldMkLst>
      </pc:sldChg>
      <pc:sldChg chg="del">
        <pc:chgData name="Palit, Tapti" userId="dec6fbcd-7598-406a-8cbf-504d4a3bac15" providerId="ADAL" clId="{ECD42228-5B96-4A72-B268-C46DF994E6B7}" dt="2024-01-22T20:30:16.522" v="8587" actId="2696"/>
        <pc:sldMkLst>
          <pc:docMk/>
          <pc:sldMk cId="3013129536" sldId="868"/>
        </pc:sldMkLst>
      </pc:sldChg>
      <pc:sldChg chg="addSp delSp modSp mod delAnim modNotesTx">
        <pc:chgData name="Palit, Tapti" userId="dec6fbcd-7598-406a-8cbf-504d4a3bac15" providerId="ADAL" clId="{ECD42228-5B96-4A72-B268-C46DF994E6B7}" dt="2024-01-25T07:34:13.144" v="56412" actId="20577"/>
        <pc:sldMkLst>
          <pc:docMk/>
          <pc:sldMk cId="1317513108" sldId="869"/>
        </pc:sldMkLst>
        <pc:spChg chg="mod">
          <ac:chgData name="Palit, Tapti" userId="dec6fbcd-7598-406a-8cbf-504d4a3bac15" providerId="ADAL" clId="{ECD42228-5B96-4A72-B268-C46DF994E6B7}" dt="2024-01-25T07:34:13.144" v="56412" actId="20577"/>
          <ac:spMkLst>
            <pc:docMk/>
            <pc:sldMk cId="1317513108" sldId="869"/>
            <ac:spMk id="3" creationId="{1A4EE72C-E366-5492-87E3-08AB9883664A}"/>
          </ac:spMkLst>
        </pc:spChg>
        <pc:spChg chg="del mod">
          <ac:chgData name="Palit, Tapti" userId="dec6fbcd-7598-406a-8cbf-504d4a3bac15" providerId="ADAL" clId="{ECD42228-5B96-4A72-B268-C46DF994E6B7}" dt="2024-01-24T04:13:34.637" v="39952" actId="21"/>
          <ac:spMkLst>
            <pc:docMk/>
            <pc:sldMk cId="1317513108" sldId="869"/>
            <ac:spMk id="7" creationId="{0A886C6B-9CA6-749E-CBA8-AE2EEE4F9216}"/>
          </ac:spMkLst>
        </pc:spChg>
        <pc:spChg chg="add mod">
          <ac:chgData name="Palit, Tapti" userId="dec6fbcd-7598-406a-8cbf-504d4a3bac15" providerId="ADAL" clId="{ECD42228-5B96-4A72-B268-C46DF994E6B7}" dt="2024-01-25T07:33:59.067" v="56394" actId="1076"/>
          <ac:spMkLst>
            <pc:docMk/>
            <pc:sldMk cId="1317513108" sldId="869"/>
            <ac:spMk id="9" creationId="{6CB49946-AA65-E6A3-55D5-EF49A80BD7D9}"/>
          </ac:spMkLst>
        </pc:spChg>
        <pc:graphicFrameChg chg="mod">
          <ac:chgData name="Palit, Tapti" userId="dec6fbcd-7598-406a-8cbf-504d4a3bac15" providerId="ADAL" clId="{ECD42228-5B96-4A72-B268-C46DF994E6B7}" dt="2024-01-25T07:29:27.985" v="56323" actId="20577"/>
          <ac:graphicFrameMkLst>
            <pc:docMk/>
            <pc:sldMk cId="1317513108" sldId="869"/>
            <ac:graphicFrameMk id="6" creationId="{29DDF177-FB8C-28F0-7429-A32CAB798CE6}"/>
          </ac:graphicFrameMkLst>
        </pc:graphicFrameChg>
        <pc:cxnChg chg="add mod">
          <ac:chgData name="Palit, Tapti" userId="dec6fbcd-7598-406a-8cbf-504d4a3bac15" providerId="ADAL" clId="{ECD42228-5B96-4A72-B268-C46DF994E6B7}" dt="2024-01-25T07:34:04.521" v="56395" actId="14100"/>
          <ac:cxnSpMkLst>
            <pc:docMk/>
            <pc:sldMk cId="1317513108" sldId="869"/>
            <ac:cxnSpMk id="7" creationId="{76FD7E0D-3CEC-7130-FA4A-5D07B4B660CA}"/>
          </ac:cxnSpMkLst>
        </pc:cxnChg>
        <pc:cxnChg chg="add del">
          <ac:chgData name="Palit, Tapti" userId="dec6fbcd-7598-406a-8cbf-504d4a3bac15" providerId="ADAL" clId="{ECD42228-5B96-4A72-B268-C46DF994E6B7}" dt="2024-01-25T04:54:11.627" v="50561" actId="478"/>
          <ac:cxnSpMkLst>
            <pc:docMk/>
            <pc:sldMk cId="1317513108" sldId="869"/>
            <ac:cxnSpMk id="7" creationId="{A08E6594-807A-A910-439B-047FAD18B764}"/>
          </ac:cxnSpMkLst>
        </pc:cxnChg>
      </pc:sldChg>
      <pc:sldChg chg="mod modNotesTx">
        <pc:chgData name="Palit, Tapti" userId="dec6fbcd-7598-406a-8cbf-504d4a3bac15" providerId="ADAL" clId="{ECD42228-5B96-4A72-B268-C46DF994E6B7}" dt="2024-02-12T14:22:26.027" v="112340" actId="27918"/>
        <pc:sldMkLst>
          <pc:docMk/>
          <pc:sldMk cId="3481442751" sldId="869"/>
        </pc:sldMkLst>
      </pc:sldChg>
      <pc:sldChg chg="addSp delSp modSp add del mod modClrScheme addCm delCm modCm chgLayout">
        <pc:chgData name="Palit, Tapti" userId="dec6fbcd-7598-406a-8cbf-504d4a3bac15" providerId="ADAL" clId="{ECD42228-5B96-4A72-B268-C46DF994E6B7}" dt="2024-01-16T01:30:34.762" v="4581" actId="207"/>
        <pc:sldMkLst>
          <pc:docMk/>
          <pc:sldMk cId="1699665765" sldId="870"/>
        </pc:sldMkLst>
        <pc:spChg chg="mod ord">
          <ac:chgData name="Palit, Tapti" userId="dec6fbcd-7598-406a-8cbf-504d4a3bac15" providerId="ADAL" clId="{ECD42228-5B96-4A72-B268-C46DF994E6B7}" dt="2024-01-14T19:20:42.556" v="382" actId="700"/>
          <ac:spMkLst>
            <pc:docMk/>
            <pc:sldMk cId="1699665765" sldId="870"/>
            <ac:spMk id="2" creationId="{164331AB-0F87-2A94-5B10-AF3850EA3C13}"/>
          </ac:spMkLst>
        </pc:spChg>
        <pc:spChg chg="mod">
          <ac:chgData name="Palit, Tapti" userId="dec6fbcd-7598-406a-8cbf-504d4a3bac15" providerId="ADAL" clId="{ECD42228-5B96-4A72-B268-C46DF994E6B7}" dt="2024-01-14T20:51:29.055" v="1427" actId="1076"/>
          <ac:spMkLst>
            <pc:docMk/>
            <pc:sldMk cId="1699665765" sldId="870"/>
            <ac:spMk id="3" creationId="{B57250D7-DEE4-A696-93E8-803A82B54AA7}"/>
          </ac:spMkLst>
        </pc:spChg>
        <pc:spChg chg="mod ord">
          <ac:chgData name="Palit, Tapti" userId="dec6fbcd-7598-406a-8cbf-504d4a3bac15" providerId="ADAL" clId="{ECD42228-5B96-4A72-B268-C46DF994E6B7}" dt="2024-01-14T19:20:42.556" v="382" actId="700"/>
          <ac:spMkLst>
            <pc:docMk/>
            <pc:sldMk cId="1699665765" sldId="870"/>
            <ac:spMk id="4" creationId="{1F3BEE15-F4A0-1FEA-1E93-3B660B9F2971}"/>
          </ac:spMkLst>
        </pc:spChg>
        <pc:spChg chg="mod">
          <ac:chgData name="Palit, Tapti" userId="dec6fbcd-7598-406a-8cbf-504d4a3bac15" providerId="ADAL" clId="{ECD42228-5B96-4A72-B268-C46DF994E6B7}" dt="2024-01-16T01:30:26.983" v="4579" actId="207"/>
          <ac:spMkLst>
            <pc:docMk/>
            <pc:sldMk cId="1699665765" sldId="870"/>
            <ac:spMk id="5" creationId="{68386F80-36FF-7696-B67B-687A28CE50A1}"/>
          </ac:spMkLst>
        </pc:spChg>
        <pc:spChg chg="add del mod ord">
          <ac:chgData name="Palit, Tapti" userId="dec6fbcd-7598-406a-8cbf-504d4a3bac15" providerId="ADAL" clId="{ECD42228-5B96-4A72-B268-C46DF994E6B7}" dt="2024-01-14T19:18:49.734" v="374" actId="700"/>
          <ac:spMkLst>
            <pc:docMk/>
            <pc:sldMk cId="1699665765" sldId="870"/>
            <ac:spMk id="6" creationId="{0E2D8D14-8365-8F35-3791-44A1650D568D}"/>
          </ac:spMkLst>
        </pc:spChg>
        <pc:spChg chg="mod">
          <ac:chgData name="Palit, Tapti" userId="dec6fbcd-7598-406a-8cbf-504d4a3bac15" providerId="ADAL" clId="{ECD42228-5B96-4A72-B268-C46DF994E6B7}" dt="2024-01-16T01:30:34.762" v="4581" actId="207"/>
          <ac:spMkLst>
            <pc:docMk/>
            <pc:sldMk cId="1699665765" sldId="870"/>
            <ac:spMk id="7" creationId="{A81D8A86-5728-C67F-0278-3A592D4B8FB9}"/>
          </ac:spMkLst>
        </pc:spChg>
        <pc:spChg chg="add mod ord">
          <ac:chgData name="Palit, Tapti" userId="dec6fbcd-7598-406a-8cbf-504d4a3bac15" providerId="ADAL" clId="{ECD42228-5B96-4A72-B268-C46DF994E6B7}" dt="2024-01-14T19:20:47.910" v="385" actId="20577"/>
          <ac:spMkLst>
            <pc:docMk/>
            <pc:sldMk cId="1699665765" sldId="870"/>
            <ac:spMk id="8" creationId="{FFAB3311-65C2-2963-345A-1E5864C0A655}"/>
          </ac:spMkLst>
        </pc:spChg>
        <pc:spChg chg="mod">
          <ac:chgData name="Palit, Tapti" userId="dec6fbcd-7598-406a-8cbf-504d4a3bac15" providerId="ADAL" clId="{ECD42228-5B96-4A72-B268-C46DF994E6B7}" dt="2024-01-14T20:41:50.900" v="1171" actId="6549"/>
          <ac:spMkLst>
            <pc:docMk/>
            <pc:sldMk cId="1699665765" sldId="870"/>
            <ac:spMk id="32" creationId="{CE5645A5-88BA-920D-64CE-86A11E3CAA5D}"/>
          </ac:spMkLst>
        </pc:spChg>
        <pc:spChg chg="mod">
          <ac:chgData name="Palit, Tapti" userId="dec6fbcd-7598-406a-8cbf-504d4a3bac15" providerId="ADAL" clId="{ECD42228-5B96-4A72-B268-C46DF994E6B7}" dt="2024-01-14T20:51:20.321" v="1425" actId="1076"/>
          <ac:spMkLst>
            <pc:docMk/>
            <pc:sldMk cId="1699665765" sldId="870"/>
            <ac:spMk id="34" creationId="{B7F2D972-8F06-5B99-F899-249FFAEBFFEF}"/>
          </ac:spMkLst>
        </pc:spChg>
        <pc:spChg chg="del mod ord">
          <ac:chgData name="Palit, Tapti" userId="dec6fbcd-7598-406a-8cbf-504d4a3bac15" providerId="ADAL" clId="{ECD42228-5B96-4A72-B268-C46DF994E6B7}" dt="2024-01-14T19:20:53.451" v="386" actId="478"/>
          <ac:spMkLst>
            <pc:docMk/>
            <pc:sldMk cId="1699665765" sldId="870"/>
            <ac:spMk id="40" creationId="{36D80653-0A5B-A378-33D8-3C4434B09FC8}"/>
          </ac:spMkLst>
        </pc:spChg>
        <pc:cxnChg chg="mod">
          <ac:chgData name="Palit, Tapti" userId="dec6fbcd-7598-406a-8cbf-504d4a3bac15" providerId="ADAL" clId="{ECD42228-5B96-4A72-B268-C46DF994E6B7}" dt="2024-01-14T20:51:35.025" v="1429" actId="14100"/>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0:30.808" v="1655"/>
              <pc2:cmMkLst xmlns:pc2="http://schemas.microsoft.com/office/powerpoint/2019/9/main/command">
                <pc:docMk/>
                <pc:sldMk cId="1699665765" sldId="870"/>
                <pc2:cmMk id="{A38E67AF-9CD1-441D-BE08-D0FAABB542E8}"/>
              </pc2:cmMkLst>
              <pc226:cmRplyChg chg="add">
                <pc226:chgData name="Palit, Tapti" userId="dec6fbcd-7598-406a-8cbf-504d4a3bac15" providerId="ADAL" clId="{ECD42228-5B96-4A72-B268-C46DF994E6B7}" dt="2024-01-14T21:20:30.808" v="1655"/>
                <pc2:cmRplyMkLst xmlns:pc2="http://schemas.microsoft.com/office/powerpoint/2019/9/main/command">
                  <pc:docMk/>
                  <pc:sldMk cId="1699665765" sldId="870"/>
                  <pc2:cmMk id="{A38E67AF-9CD1-441D-BE08-D0FAABB542E8}"/>
                  <pc2:cmRplyMk id="{06DA93C5-78DF-4873-9D6F-140257C2F491}"/>
                </pc2:cmRplyMkLst>
              </pc226:cmRplyChg>
            </pc226:cmChg>
            <pc226:cmChg xmlns:pc226="http://schemas.microsoft.com/office/powerpoint/2022/06/main/command" chg="add del">
              <pc226:chgData name="Palit, Tapti" userId="dec6fbcd-7598-406a-8cbf-504d4a3bac15" providerId="ADAL" clId="{ECD42228-5B96-4A72-B268-C46DF994E6B7}" dt="2024-01-14T21:19:41.033" v="1652"/>
              <pc2:cmMkLst xmlns:pc2="http://schemas.microsoft.com/office/powerpoint/2019/9/main/command">
                <pc:docMk/>
                <pc:sldMk cId="1699665765" sldId="870"/>
                <pc2:cmMk id="{4397B3D1-5007-4530-ABE4-873414B9B953}"/>
              </pc2:cmMkLst>
            </pc226:cmChg>
            <pc226:cmChg xmlns:pc226="http://schemas.microsoft.com/office/powerpoint/2022/06/main/command" chg="add del">
              <pc226:chgData name="Palit, Tapti" userId="dec6fbcd-7598-406a-8cbf-504d4a3bac15" providerId="ADAL" clId="{ECD42228-5B96-4A72-B268-C46DF994E6B7}" dt="2024-01-14T21:19:42.313" v="1653"/>
              <pc2:cmMkLst xmlns:pc2="http://schemas.microsoft.com/office/powerpoint/2019/9/main/command">
                <pc:docMk/>
                <pc:sldMk cId="1699665765" sldId="870"/>
                <pc2:cmMk id="{D970CED4-71D8-4B2E-B46A-3140DBB81CFE}"/>
              </pc2:cmMkLst>
            </pc226:cmChg>
          </p:ext>
        </pc:extLst>
      </pc:sldChg>
      <pc:sldChg chg="add del mod modShow">
        <pc:chgData name="Palit, Tapti" userId="dec6fbcd-7598-406a-8cbf-504d4a3bac15" providerId="ADAL" clId="{ECD42228-5B96-4A72-B268-C46DF994E6B7}" dt="2024-01-28T03:44:01.241" v="67437" actId="47"/>
        <pc:sldMkLst>
          <pc:docMk/>
          <pc:sldMk cId="2148015483" sldId="870"/>
        </pc:sldMkLst>
      </pc:sldChg>
      <pc:sldChg chg="addSp delSp modSp new del mod modAnim modNotesTx">
        <pc:chgData name="Palit, Tapti" userId="dec6fbcd-7598-406a-8cbf-504d4a3bac15" providerId="ADAL" clId="{ECD42228-5B96-4A72-B268-C46DF994E6B7}" dt="2024-01-25T04:48:53.113" v="50545" actId="2696"/>
        <pc:sldMkLst>
          <pc:docMk/>
          <pc:sldMk cId="3088680036" sldId="870"/>
        </pc:sldMkLst>
        <pc:spChg chg="del">
          <ac:chgData name="Palit, Tapti" userId="dec6fbcd-7598-406a-8cbf-504d4a3bac15" providerId="ADAL" clId="{ECD42228-5B96-4A72-B268-C46DF994E6B7}" dt="2024-01-22T19:44:23.235" v="8045" actId="478"/>
          <ac:spMkLst>
            <pc:docMk/>
            <pc:sldMk cId="3088680036" sldId="870"/>
            <ac:spMk id="2" creationId="{B95313CB-4304-5A5C-ACD9-95B569975707}"/>
          </ac:spMkLst>
        </pc:spChg>
        <pc:spChg chg="mod">
          <ac:chgData name="Palit, Tapti" userId="dec6fbcd-7598-406a-8cbf-504d4a3bac15" providerId="ADAL" clId="{ECD42228-5B96-4A72-B268-C46DF994E6B7}" dt="2024-01-22T23:40:05.186" v="10409" actId="20577"/>
          <ac:spMkLst>
            <pc:docMk/>
            <pc:sldMk cId="3088680036" sldId="870"/>
            <ac:spMk id="3" creationId="{C6BE787B-C16E-02EB-5DA9-187ECDD659BC}"/>
          </ac:spMkLst>
        </pc:spChg>
        <pc:spChg chg="add del mod">
          <ac:chgData name="Palit, Tapti" userId="dec6fbcd-7598-406a-8cbf-504d4a3bac15" providerId="ADAL" clId="{ECD42228-5B96-4A72-B268-C46DF994E6B7}" dt="2024-01-22T19:44:17.071" v="8043" actId="21"/>
          <ac:spMkLst>
            <pc:docMk/>
            <pc:sldMk cId="3088680036" sldId="870"/>
            <ac:spMk id="7" creationId="{F6E53FAE-1592-89D7-9DCB-10413E45EE1C}"/>
          </ac:spMkLst>
        </pc:spChg>
        <pc:spChg chg="add del mod">
          <ac:chgData name="Palit, Tapti" userId="dec6fbcd-7598-406a-8cbf-504d4a3bac15" providerId="ADAL" clId="{ECD42228-5B96-4A72-B268-C46DF994E6B7}" dt="2024-01-22T19:44:17.071" v="8043" actId="21"/>
          <ac:spMkLst>
            <pc:docMk/>
            <pc:sldMk cId="3088680036" sldId="870"/>
            <ac:spMk id="9" creationId="{8D3BEB0C-DDBD-8F40-E3B1-714A57D26613}"/>
          </ac:spMkLst>
        </pc:spChg>
        <pc:spChg chg="add mod">
          <ac:chgData name="Palit, Tapti" userId="dec6fbcd-7598-406a-8cbf-504d4a3bac15" providerId="ADAL" clId="{ECD42228-5B96-4A72-B268-C46DF994E6B7}" dt="2024-01-22T19:46:01.436" v="8063" actId="1076"/>
          <ac:spMkLst>
            <pc:docMk/>
            <pc:sldMk cId="3088680036" sldId="870"/>
            <ac:spMk id="10" creationId="{1CD5A577-E5D9-8C76-EB20-F45DB5AB78EE}"/>
          </ac:spMkLst>
        </pc:spChg>
        <pc:spChg chg="add mod">
          <ac:chgData name="Palit, Tapti" userId="dec6fbcd-7598-406a-8cbf-504d4a3bac15" providerId="ADAL" clId="{ECD42228-5B96-4A72-B268-C46DF994E6B7}" dt="2024-01-24T01:50:02.900" v="34340" actId="1035"/>
          <ac:spMkLst>
            <pc:docMk/>
            <pc:sldMk cId="3088680036" sldId="870"/>
            <ac:spMk id="13" creationId="{5DF885B0-C607-5D49-E0DF-FCEEE198A648}"/>
          </ac:spMkLst>
        </pc:spChg>
        <pc:picChg chg="add mod">
          <ac:chgData name="Palit, Tapti" userId="dec6fbcd-7598-406a-8cbf-504d4a3bac15" providerId="ADAL" clId="{ECD42228-5B96-4A72-B268-C46DF994E6B7}" dt="2024-01-22T19:45:54.657" v="8062" actId="1076"/>
          <ac:picMkLst>
            <pc:docMk/>
            <pc:sldMk cId="3088680036" sldId="870"/>
            <ac:picMk id="5" creationId="{CEA069DB-F701-115C-B47C-A641821873C1}"/>
          </ac:picMkLst>
        </pc:picChg>
        <pc:picChg chg="add mod">
          <ac:chgData name="Palit, Tapti" userId="dec6fbcd-7598-406a-8cbf-504d4a3bac15" providerId="ADAL" clId="{ECD42228-5B96-4A72-B268-C46DF994E6B7}" dt="2024-01-22T19:46:13.316" v="8067" actId="1076"/>
          <ac:picMkLst>
            <pc:docMk/>
            <pc:sldMk cId="3088680036" sldId="870"/>
            <ac:picMk id="11" creationId="{907511A1-E51C-5F86-A47D-FDA8A9FAFA51}"/>
          </ac:picMkLst>
        </pc:picChg>
        <pc:picChg chg="add mod">
          <ac:chgData name="Palit, Tapti" userId="dec6fbcd-7598-406a-8cbf-504d4a3bac15" providerId="ADAL" clId="{ECD42228-5B96-4A72-B268-C46DF994E6B7}" dt="2024-01-23T01:37:47.158" v="12676" actId="1076"/>
          <ac:picMkLst>
            <pc:docMk/>
            <pc:sldMk cId="3088680036" sldId="870"/>
            <ac:picMk id="1026" creationId="{549CF9D0-6DC7-CBFE-EBF2-F363AC0D35EC}"/>
          </ac:picMkLst>
        </pc:picChg>
        <pc:cxnChg chg="add del mod">
          <ac:chgData name="Palit, Tapti" userId="dec6fbcd-7598-406a-8cbf-504d4a3bac15" providerId="ADAL" clId="{ECD42228-5B96-4A72-B268-C46DF994E6B7}" dt="2024-01-22T19:44:17.071" v="8043" actId="21"/>
          <ac:cxnSpMkLst>
            <pc:docMk/>
            <pc:sldMk cId="3088680036" sldId="870"/>
            <ac:cxnSpMk id="6" creationId="{B0811C4B-4D67-5C37-793C-877A4C34ADB9}"/>
          </ac:cxnSpMkLst>
        </pc:cxnChg>
        <pc:cxnChg chg="add del mod">
          <ac:chgData name="Palit, Tapti" userId="dec6fbcd-7598-406a-8cbf-504d4a3bac15" providerId="ADAL" clId="{ECD42228-5B96-4A72-B268-C46DF994E6B7}" dt="2024-01-22T19:44:17.071" v="8043" actId="21"/>
          <ac:cxnSpMkLst>
            <pc:docMk/>
            <pc:sldMk cId="3088680036" sldId="870"/>
            <ac:cxnSpMk id="8" creationId="{668F9720-32B7-B7D4-6437-F09A8D253315}"/>
          </ac:cxnSpMkLst>
        </pc:cxnChg>
        <pc:cxnChg chg="add mod">
          <ac:chgData name="Palit, Tapti" userId="dec6fbcd-7598-406a-8cbf-504d4a3bac15" providerId="ADAL" clId="{ECD42228-5B96-4A72-B268-C46DF994E6B7}" dt="2024-01-22T20:25:00.112" v="8449" actId="1076"/>
          <ac:cxnSpMkLst>
            <pc:docMk/>
            <pc:sldMk cId="3088680036" sldId="870"/>
            <ac:cxnSpMk id="12" creationId="{460AB99F-954D-E35B-336F-D28836D9D7A7}"/>
          </ac:cxnSpMkLst>
        </pc:cxnChg>
      </pc:sldChg>
      <pc:sldChg chg="add del mod modShow">
        <pc:chgData name="Palit, Tapti" userId="dec6fbcd-7598-406a-8cbf-504d4a3bac15" providerId="ADAL" clId="{ECD42228-5B96-4A72-B268-C46DF994E6B7}" dt="2024-01-28T03:44:01.241" v="67437" actId="47"/>
        <pc:sldMkLst>
          <pc:docMk/>
          <pc:sldMk cId="398552972" sldId="871"/>
        </pc:sldMkLst>
      </pc:sldChg>
      <pc:sldChg chg="addSp delSp modSp new del mod modClrScheme addAnim delAnim modAnim addCm delCm chgLayout modNotesTx">
        <pc:chgData name="Palit, Tapti" userId="dec6fbcd-7598-406a-8cbf-504d4a3bac15" providerId="ADAL" clId="{ECD42228-5B96-4A72-B268-C46DF994E6B7}" dt="2024-01-25T04:48:53.113" v="50545" actId="2696"/>
        <pc:sldMkLst>
          <pc:docMk/>
          <pc:sldMk cId="2196532392" sldId="871"/>
        </pc:sldMkLst>
        <pc:spChg chg="del mod ord">
          <ac:chgData name="Palit, Tapti" userId="dec6fbcd-7598-406a-8cbf-504d4a3bac15" providerId="ADAL" clId="{ECD42228-5B96-4A72-B268-C46DF994E6B7}" dt="2024-01-22T19:47:21.947" v="8116" actId="700"/>
          <ac:spMkLst>
            <pc:docMk/>
            <pc:sldMk cId="2196532392" sldId="871"/>
            <ac:spMk id="2" creationId="{74F9ACC0-E39D-393E-9242-70738163E1BB}"/>
          </ac:spMkLst>
        </pc:spChg>
        <pc:spChg chg="add del mod">
          <ac:chgData name="Palit, Tapti" userId="dec6fbcd-7598-406a-8cbf-504d4a3bac15" providerId="ADAL" clId="{ECD42228-5B96-4A72-B268-C46DF994E6B7}" dt="2024-01-22T20:01:35.887" v="8291" actId="6264"/>
          <ac:spMkLst>
            <pc:docMk/>
            <pc:sldMk cId="2196532392" sldId="871"/>
            <ac:spMk id="2" creationId="{A1AD414B-1BF5-3252-167C-6737F9E06125}"/>
          </ac:spMkLst>
        </pc:spChg>
        <pc:spChg chg="del mod ord">
          <ac:chgData name="Palit, Tapti" userId="dec6fbcd-7598-406a-8cbf-504d4a3bac15" providerId="ADAL" clId="{ECD42228-5B96-4A72-B268-C46DF994E6B7}" dt="2024-01-22T19:47:21.947" v="8116" actId="700"/>
          <ac:spMkLst>
            <pc:docMk/>
            <pc:sldMk cId="2196532392" sldId="871"/>
            <ac:spMk id="3" creationId="{527CEB56-C001-4CB7-4342-BB6583D175A5}"/>
          </ac:spMkLst>
        </pc:spChg>
        <pc:spChg chg="add del mod">
          <ac:chgData name="Palit, Tapti" userId="dec6fbcd-7598-406a-8cbf-504d4a3bac15" providerId="ADAL" clId="{ECD42228-5B96-4A72-B268-C46DF994E6B7}" dt="2024-01-22T20:01:35.887" v="8291" actId="6264"/>
          <ac:spMkLst>
            <pc:docMk/>
            <pc:sldMk cId="2196532392" sldId="871"/>
            <ac:spMk id="3" creationId="{A6C08035-AF71-4319-CCF6-3B6A51694DD7}"/>
          </ac:spMkLst>
        </pc:spChg>
        <pc:spChg chg="mod ord">
          <ac:chgData name="Palit, Tapti" userId="dec6fbcd-7598-406a-8cbf-504d4a3bac15" providerId="ADAL" clId="{ECD42228-5B96-4A72-B268-C46DF994E6B7}" dt="2024-01-22T20:25:49.733" v="8450" actId="700"/>
          <ac:spMkLst>
            <pc:docMk/>
            <pc:sldMk cId="2196532392" sldId="871"/>
            <ac:spMk id="4" creationId="{412865EC-C32C-1309-28F3-89F38691C5DA}"/>
          </ac:spMkLst>
        </pc:spChg>
        <pc:spChg chg="add mod ord">
          <ac:chgData name="Palit, Tapti" userId="dec6fbcd-7598-406a-8cbf-504d4a3bac15" providerId="ADAL" clId="{ECD42228-5B96-4A72-B268-C46DF994E6B7}" dt="2024-01-23T18:43:17.384" v="32771" actId="20577"/>
          <ac:spMkLst>
            <pc:docMk/>
            <pc:sldMk cId="2196532392" sldId="871"/>
            <ac:spMk id="5" creationId="{A5C03726-C797-7BB6-252B-7E78B26463A4}"/>
          </ac:spMkLst>
        </pc:spChg>
        <pc:spChg chg="add del mod ord">
          <ac:chgData name="Palit, Tapti" userId="dec6fbcd-7598-406a-8cbf-504d4a3bac15" providerId="ADAL" clId="{ECD42228-5B96-4A72-B268-C46DF994E6B7}" dt="2024-01-22T20:01:35.887" v="8291" actId="6264"/>
          <ac:spMkLst>
            <pc:docMk/>
            <pc:sldMk cId="2196532392" sldId="871"/>
            <ac:spMk id="6" creationId="{488C03C9-FAF7-47B9-4E49-9337362B6361}"/>
          </ac:spMkLst>
        </pc:spChg>
        <pc:spChg chg="add del mod ord">
          <ac:chgData name="Palit, Tapti" userId="dec6fbcd-7598-406a-8cbf-504d4a3bac15" providerId="ADAL" clId="{ECD42228-5B96-4A72-B268-C46DF994E6B7}" dt="2024-01-22T19:49:22.779" v="8137" actId="478"/>
          <ac:spMkLst>
            <pc:docMk/>
            <pc:sldMk cId="2196532392" sldId="871"/>
            <ac:spMk id="7" creationId="{776E6BE7-38A6-E4E9-2067-31994C2DF05F}"/>
          </ac:spMkLst>
        </pc:spChg>
        <pc:spChg chg="add del mod ord">
          <ac:chgData name="Palit, Tapti" userId="dec6fbcd-7598-406a-8cbf-504d4a3bac15" providerId="ADAL" clId="{ECD42228-5B96-4A72-B268-C46DF994E6B7}" dt="2024-01-22T20:01:46.557" v="8295" actId="478"/>
          <ac:spMkLst>
            <pc:docMk/>
            <pc:sldMk cId="2196532392" sldId="871"/>
            <ac:spMk id="7" creationId="{C1E51CCA-45C8-4EDF-F0A0-4EA13EE93CA9}"/>
          </ac:spMkLst>
        </pc:spChg>
        <pc:spChg chg="add del mod">
          <ac:chgData name="Palit, Tapti" userId="dec6fbcd-7598-406a-8cbf-504d4a3bac15" providerId="ADAL" clId="{ECD42228-5B96-4A72-B268-C46DF994E6B7}" dt="2024-01-23T19:55:48.224" v="33105" actId="478"/>
          <ac:spMkLst>
            <pc:docMk/>
            <pc:sldMk cId="2196532392" sldId="871"/>
            <ac:spMk id="8" creationId="{84480599-EEBD-045D-5572-6C9D777FCDD4}"/>
          </ac:spMkLst>
        </pc:spChg>
        <pc:spChg chg="add del mod">
          <ac:chgData name="Palit, Tapti" userId="dec6fbcd-7598-406a-8cbf-504d4a3bac15" providerId="ADAL" clId="{ECD42228-5B96-4A72-B268-C46DF994E6B7}" dt="2024-01-23T19:55:48.224" v="33105" actId="478"/>
          <ac:spMkLst>
            <pc:docMk/>
            <pc:sldMk cId="2196532392" sldId="871"/>
            <ac:spMk id="9" creationId="{10C09A93-3E9A-7246-C5F2-9ABA5AC5E523}"/>
          </ac:spMkLst>
        </pc:spChg>
        <pc:spChg chg="add del mod">
          <ac:chgData name="Palit, Tapti" userId="dec6fbcd-7598-406a-8cbf-504d4a3bac15" providerId="ADAL" clId="{ECD42228-5B96-4A72-B268-C46DF994E6B7}" dt="2024-01-23T19:55:55.184" v="33106" actId="478"/>
          <ac:spMkLst>
            <pc:docMk/>
            <pc:sldMk cId="2196532392" sldId="871"/>
            <ac:spMk id="10" creationId="{4D770060-6CAD-A31D-2CA8-254C745C89B1}"/>
          </ac:spMkLst>
        </pc:spChg>
        <pc:spChg chg="add del mod">
          <ac:chgData name="Palit, Tapti" userId="dec6fbcd-7598-406a-8cbf-504d4a3bac15" providerId="ADAL" clId="{ECD42228-5B96-4A72-B268-C46DF994E6B7}" dt="2024-01-23T19:55:55.184" v="33106" actId="478"/>
          <ac:spMkLst>
            <pc:docMk/>
            <pc:sldMk cId="2196532392" sldId="871"/>
            <ac:spMk id="11" creationId="{37B658C5-7518-490D-6213-9898B7DACE98}"/>
          </ac:spMkLst>
        </pc:spChg>
        <pc:spChg chg="add del mod">
          <ac:chgData name="Palit, Tapti" userId="dec6fbcd-7598-406a-8cbf-504d4a3bac15" providerId="ADAL" clId="{ECD42228-5B96-4A72-B268-C46DF994E6B7}" dt="2024-01-23T19:55:55.184" v="33106" actId="478"/>
          <ac:spMkLst>
            <pc:docMk/>
            <pc:sldMk cId="2196532392" sldId="871"/>
            <ac:spMk id="12" creationId="{54B27CBE-6560-54FB-2977-C832AB8F84A1}"/>
          </ac:spMkLst>
        </pc:spChg>
        <pc:spChg chg="add del mod">
          <ac:chgData name="Palit, Tapti" userId="dec6fbcd-7598-406a-8cbf-504d4a3bac15" providerId="ADAL" clId="{ECD42228-5B96-4A72-B268-C46DF994E6B7}" dt="2024-01-23T19:56:15.067" v="33112" actId="1076"/>
          <ac:spMkLst>
            <pc:docMk/>
            <pc:sldMk cId="2196532392" sldId="871"/>
            <ac:spMk id="13" creationId="{1FE80DE5-E44B-1F1A-C361-3CC162790730}"/>
          </ac:spMkLst>
        </pc:spChg>
        <pc:spChg chg="add del mod">
          <ac:chgData name="Palit, Tapti" userId="dec6fbcd-7598-406a-8cbf-504d4a3bac15" providerId="ADAL" clId="{ECD42228-5B96-4A72-B268-C46DF994E6B7}" dt="2024-01-23T19:55:55.184" v="33106" actId="478"/>
          <ac:spMkLst>
            <pc:docMk/>
            <pc:sldMk cId="2196532392" sldId="871"/>
            <ac:spMk id="14" creationId="{81F0B9AC-48EB-E1AC-5F69-1763B8E1F981}"/>
          </ac:spMkLst>
        </pc:spChg>
        <pc:spChg chg="add del mod">
          <ac:chgData name="Palit, Tapti" userId="dec6fbcd-7598-406a-8cbf-504d4a3bac15" providerId="ADAL" clId="{ECD42228-5B96-4A72-B268-C46DF994E6B7}" dt="2024-01-23T19:55:55.184" v="33106" actId="478"/>
          <ac:spMkLst>
            <pc:docMk/>
            <pc:sldMk cId="2196532392" sldId="871"/>
            <ac:spMk id="15" creationId="{A384B9E9-3B63-7F19-1EB1-389DA66BAD11}"/>
          </ac:spMkLst>
        </pc:spChg>
        <pc:spChg chg="add del mod">
          <ac:chgData name="Palit, Tapti" userId="dec6fbcd-7598-406a-8cbf-504d4a3bac15" providerId="ADAL" clId="{ECD42228-5B96-4A72-B268-C46DF994E6B7}" dt="2024-01-23T19:55:55.184" v="33106" actId="478"/>
          <ac:spMkLst>
            <pc:docMk/>
            <pc:sldMk cId="2196532392" sldId="871"/>
            <ac:spMk id="16" creationId="{4F8C6A53-9182-333D-9FBC-8AC96B050953}"/>
          </ac:spMkLst>
        </pc:spChg>
        <pc:spChg chg="add del mod">
          <ac:chgData name="Palit, Tapti" userId="dec6fbcd-7598-406a-8cbf-504d4a3bac15" providerId="ADAL" clId="{ECD42228-5B96-4A72-B268-C46DF994E6B7}" dt="2024-01-23T19:55:55.184" v="33106" actId="478"/>
          <ac:spMkLst>
            <pc:docMk/>
            <pc:sldMk cId="2196532392" sldId="871"/>
            <ac:spMk id="17" creationId="{4F19FE6E-F23F-5D5B-6CB2-3EC1375115E8}"/>
          </ac:spMkLst>
        </pc:spChg>
        <pc:spChg chg="add del mod">
          <ac:chgData name="Palit, Tapti" userId="dec6fbcd-7598-406a-8cbf-504d4a3bac15" providerId="ADAL" clId="{ECD42228-5B96-4A72-B268-C46DF994E6B7}" dt="2024-01-23T19:09:26.808" v="32961" actId="478"/>
          <ac:spMkLst>
            <pc:docMk/>
            <pc:sldMk cId="2196532392" sldId="871"/>
            <ac:spMk id="18" creationId="{D5811DA6-5190-79D5-29ED-3ACCAA81BAC7}"/>
          </ac:spMkLst>
        </pc:spChg>
        <pc:spChg chg="add del mod">
          <ac:chgData name="Palit, Tapti" userId="dec6fbcd-7598-406a-8cbf-504d4a3bac15" providerId="ADAL" clId="{ECD42228-5B96-4A72-B268-C46DF994E6B7}" dt="2024-01-23T19:55:55.184" v="33106" actId="478"/>
          <ac:spMkLst>
            <pc:docMk/>
            <pc:sldMk cId="2196532392" sldId="871"/>
            <ac:spMk id="19" creationId="{91CA1BFC-864E-F298-C7BB-024AEF7AFB4C}"/>
          </ac:spMkLst>
        </pc:spChg>
        <pc:spChg chg="add del mod">
          <ac:chgData name="Palit, Tapti" userId="dec6fbcd-7598-406a-8cbf-504d4a3bac15" providerId="ADAL" clId="{ECD42228-5B96-4A72-B268-C46DF994E6B7}" dt="2024-01-23T19:55:55.184" v="33106" actId="478"/>
          <ac:spMkLst>
            <pc:docMk/>
            <pc:sldMk cId="2196532392" sldId="871"/>
            <ac:spMk id="20" creationId="{196DF6E0-7358-9166-514D-6D86AE0A43B8}"/>
          </ac:spMkLst>
        </pc:spChg>
        <pc:spChg chg="add del mod">
          <ac:chgData name="Palit, Tapti" userId="dec6fbcd-7598-406a-8cbf-504d4a3bac15" providerId="ADAL" clId="{ECD42228-5B96-4A72-B268-C46DF994E6B7}" dt="2024-01-23T19:55:55.184" v="33106" actId="478"/>
          <ac:spMkLst>
            <pc:docMk/>
            <pc:sldMk cId="2196532392" sldId="871"/>
            <ac:spMk id="21" creationId="{A785D9B0-9DC9-A475-C4DF-7546CD04CDA2}"/>
          </ac:spMkLst>
        </pc:spChg>
        <pc:spChg chg="add del mod">
          <ac:chgData name="Palit, Tapti" userId="dec6fbcd-7598-406a-8cbf-504d4a3bac15" providerId="ADAL" clId="{ECD42228-5B96-4A72-B268-C46DF994E6B7}" dt="2024-01-23T19:09:26.808" v="32961" actId="478"/>
          <ac:spMkLst>
            <pc:docMk/>
            <pc:sldMk cId="2196532392" sldId="871"/>
            <ac:spMk id="22" creationId="{DAE4E4D5-E0C2-842C-B7FF-2097AF53EA5A}"/>
          </ac:spMkLst>
        </pc:spChg>
        <pc:spChg chg="add del mod">
          <ac:chgData name="Palit, Tapti" userId="dec6fbcd-7598-406a-8cbf-504d4a3bac15" providerId="ADAL" clId="{ECD42228-5B96-4A72-B268-C46DF994E6B7}" dt="2024-01-23T19:55:55.184" v="33106" actId="478"/>
          <ac:spMkLst>
            <pc:docMk/>
            <pc:sldMk cId="2196532392" sldId="871"/>
            <ac:spMk id="23" creationId="{F9ED8CA1-3239-DE5A-4469-48A0D7F83915}"/>
          </ac:spMkLst>
        </pc:spChg>
        <pc:spChg chg="add del mod">
          <ac:chgData name="Palit, Tapti" userId="dec6fbcd-7598-406a-8cbf-504d4a3bac15" providerId="ADAL" clId="{ECD42228-5B96-4A72-B268-C46DF994E6B7}" dt="2024-01-23T19:55:55.184" v="33106" actId="478"/>
          <ac:spMkLst>
            <pc:docMk/>
            <pc:sldMk cId="2196532392" sldId="871"/>
            <ac:spMk id="24" creationId="{086BC06D-24FE-5997-C876-412C14FBFBF7}"/>
          </ac:spMkLst>
        </pc:spChg>
        <pc:spChg chg="add del mod">
          <ac:chgData name="Palit, Tapti" userId="dec6fbcd-7598-406a-8cbf-504d4a3bac15" providerId="ADAL" clId="{ECD42228-5B96-4A72-B268-C46DF994E6B7}" dt="2024-01-23T19:55:55.184" v="33106" actId="478"/>
          <ac:spMkLst>
            <pc:docMk/>
            <pc:sldMk cId="2196532392" sldId="871"/>
            <ac:spMk id="25" creationId="{D0B5C679-B158-4435-10B1-9662189A03B8}"/>
          </ac:spMkLst>
        </pc:spChg>
        <pc:spChg chg="add del mod">
          <ac:chgData name="Palit, Tapti" userId="dec6fbcd-7598-406a-8cbf-504d4a3bac15" providerId="ADAL" clId="{ECD42228-5B96-4A72-B268-C46DF994E6B7}" dt="2024-01-23T19:55:55.184" v="33106" actId="478"/>
          <ac:spMkLst>
            <pc:docMk/>
            <pc:sldMk cId="2196532392" sldId="871"/>
            <ac:spMk id="26" creationId="{AE36C0A3-B96A-E536-895A-B3CA863AD183}"/>
          </ac:spMkLst>
        </pc:spChg>
        <pc:spChg chg="add del mod">
          <ac:chgData name="Palit, Tapti" userId="dec6fbcd-7598-406a-8cbf-504d4a3bac15" providerId="ADAL" clId="{ECD42228-5B96-4A72-B268-C46DF994E6B7}" dt="2024-01-23T19:55:55.184" v="33106" actId="478"/>
          <ac:spMkLst>
            <pc:docMk/>
            <pc:sldMk cId="2196532392" sldId="871"/>
            <ac:spMk id="27" creationId="{3F99FB94-9FEB-4D13-BCEF-A1DCCDD90CC3}"/>
          </ac:spMkLst>
        </pc:spChg>
        <pc:spChg chg="add del mod">
          <ac:chgData name="Palit, Tapti" userId="dec6fbcd-7598-406a-8cbf-504d4a3bac15" providerId="ADAL" clId="{ECD42228-5B96-4A72-B268-C46DF994E6B7}" dt="2024-01-23T19:55:55.184" v="33106" actId="478"/>
          <ac:spMkLst>
            <pc:docMk/>
            <pc:sldMk cId="2196532392" sldId="871"/>
            <ac:spMk id="28" creationId="{DEE0D86B-9595-8CA1-17E4-CD7A320B4E6B}"/>
          </ac:spMkLst>
        </pc:spChg>
        <pc:spChg chg="add del mod">
          <ac:chgData name="Palit, Tapti" userId="dec6fbcd-7598-406a-8cbf-504d4a3bac15" providerId="ADAL" clId="{ECD42228-5B96-4A72-B268-C46DF994E6B7}" dt="2024-01-23T19:55:55.184" v="33106" actId="478"/>
          <ac:spMkLst>
            <pc:docMk/>
            <pc:sldMk cId="2196532392" sldId="871"/>
            <ac:spMk id="29" creationId="{E089F25E-6F70-8633-8D50-66B02DDFC22F}"/>
          </ac:spMkLst>
        </pc:spChg>
        <pc:spChg chg="add del mod">
          <ac:chgData name="Palit, Tapti" userId="dec6fbcd-7598-406a-8cbf-504d4a3bac15" providerId="ADAL" clId="{ECD42228-5B96-4A72-B268-C46DF994E6B7}" dt="2024-01-23T19:55:55.184" v="33106" actId="478"/>
          <ac:spMkLst>
            <pc:docMk/>
            <pc:sldMk cId="2196532392" sldId="871"/>
            <ac:spMk id="30" creationId="{160809F8-A015-BD84-5604-790E0950D7B6}"/>
          </ac:spMkLst>
        </pc:spChg>
        <pc:spChg chg="add del mod">
          <ac:chgData name="Palit, Tapti" userId="dec6fbcd-7598-406a-8cbf-504d4a3bac15" providerId="ADAL" clId="{ECD42228-5B96-4A72-B268-C46DF994E6B7}" dt="2024-01-23T19:55:55.184" v="33106" actId="478"/>
          <ac:spMkLst>
            <pc:docMk/>
            <pc:sldMk cId="2196532392" sldId="871"/>
            <ac:spMk id="31" creationId="{EC043A18-2638-2503-EDEE-318452DA3BAC}"/>
          </ac:spMkLst>
        </pc:spChg>
        <pc:spChg chg="add del mod">
          <ac:chgData name="Palit, Tapti" userId="dec6fbcd-7598-406a-8cbf-504d4a3bac15" providerId="ADAL" clId="{ECD42228-5B96-4A72-B268-C46DF994E6B7}" dt="2024-01-23T19:55:55.184" v="33106" actId="478"/>
          <ac:spMkLst>
            <pc:docMk/>
            <pc:sldMk cId="2196532392" sldId="871"/>
            <ac:spMk id="32" creationId="{158C5A0B-42B6-FA9C-0AE3-A0936085B529}"/>
          </ac:spMkLst>
        </pc:spChg>
        <pc:spChg chg="add del mod">
          <ac:chgData name="Palit, Tapti" userId="dec6fbcd-7598-406a-8cbf-504d4a3bac15" providerId="ADAL" clId="{ECD42228-5B96-4A72-B268-C46DF994E6B7}" dt="2024-01-23T19:55:55.184" v="33106" actId="478"/>
          <ac:spMkLst>
            <pc:docMk/>
            <pc:sldMk cId="2196532392" sldId="871"/>
            <ac:spMk id="33" creationId="{47069AB9-8705-0AD6-57C2-108041509CF3}"/>
          </ac:spMkLst>
        </pc:spChg>
        <pc:spChg chg="add del mod">
          <ac:chgData name="Palit, Tapti" userId="dec6fbcd-7598-406a-8cbf-504d4a3bac15" providerId="ADAL" clId="{ECD42228-5B96-4A72-B268-C46DF994E6B7}" dt="2024-01-23T19:55:55.184" v="33106" actId="478"/>
          <ac:spMkLst>
            <pc:docMk/>
            <pc:sldMk cId="2196532392" sldId="871"/>
            <ac:spMk id="34" creationId="{CD6B6513-726A-2760-9F54-9B8356FF75B6}"/>
          </ac:spMkLst>
        </pc:spChg>
        <pc:spChg chg="add del mod">
          <ac:chgData name="Palit, Tapti" userId="dec6fbcd-7598-406a-8cbf-504d4a3bac15" providerId="ADAL" clId="{ECD42228-5B96-4A72-B268-C46DF994E6B7}" dt="2024-01-23T19:15:13.357" v="33018" actId="478"/>
          <ac:spMkLst>
            <pc:docMk/>
            <pc:sldMk cId="2196532392" sldId="871"/>
            <ac:spMk id="35" creationId="{ACCB66D3-8006-88C5-3DCD-7115E011EB55}"/>
          </ac:spMkLst>
        </pc:spChg>
        <pc:spChg chg="add del mod">
          <ac:chgData name="Palit, Tapti" userId="dec6fbcd-7598-406a-8cbf-504d4a3bac15" providerId="ADAL" clId="{ECD42228-5B96-4A72-B268-C46DF994E6B7}" dt="2024-01-22T20:02:09.430" v="8313" actId="478"/>
          <ac:spMkLst>
            <pc:docMk/>
            <pc:sldMk cId="2196532392" sldId="871"/>
            <ac:spMk id="36" creationId="{F66D2AE2-FCB3-78B7-5417-022335AFE23A}"/>
          </ac:spMkLst>
        </pc:spChg>
        <pc:spChg chg="add del mod ord">
          <ac:chgData name="Palit, Tapti" userId="dec6fbcd-7598-406a-8cbf-504d4a3bac15" providerId="ADAL" clId="{ECD42228-5B96-4A72-B268-C46DF994E6B7}" dt="2024-01-22T20:01:43.989" v="8294" actId="478"/>
          <ac:spMkLst>
            <pc:docMk/>
            <pc:sldMk cId="2196532392" sldId="871"/>
            <ac:spMk id="37" creationId="{22F3F3BF-5F26-5A3B-1996-C08178CE3052}"/>
          </ac:spMkLst>
        </pc:spChg>
        <pc:spChg chg="add mod">
          <ac:chgData name="Palit, Tapti" userId="dec6fbcd-7598-406a-8cbf-504d4a3bac15" providerId="ADAL" clId="{ECD42228-5B96-4A72-B268-C46DF994E6B7}" dt="2024-01-24T01:50:25.951" v="34342" actId="255"/>
          <ac:spMkLst>
            <pc:docMk/>
            <pc:sldMk cId="2196532392" sldId="871"/>
            <ac:spMk id="67" creationId="{31EEE484-1DEE-4801-9CE4-3C988681C4F5}"/>
          </ac:spMkLst>
        </pc:spChg>
        <pc:spChg chg="add mod">
          <ac:chgData name="Palit, Tapti" userId="dec6fbcd-7598-406a-8cbf-504d4a3bac15" providerId="ADAL" clId="{ECD42228-5B96-4A72-B268-C46DF994E6B7}" dt="2024-01-22T19:56:52.455" v="8236" actId="1076"/>
          <ac:spMkLst>
            <pc:docMk/>
            <pc:sldMk cId="2196532392" sldId="871"/>
            <ac:spMk id="68" creationId="{5C378DAB-8DF8-1B56-7163-8A36034913CC}"/>
          </ac:spMkLst>
        </pc:spChg>
        <pc:spChg chg="add mod">
          <ac:chgData name="Palit, Tapti" userId="dec6fbcd-7598-406a-8cbf-504d4a3bac15" providerId="ADAL" clId="{ECD42228-5B96-4A72-B268-C46DF994E6B7}" dt="2024-01-24T01:50:17.029" v="34341" actId="255"/>
          <ac:spMkLst>
            <pc:docMk/>
            <pc:sldMk cId="2196532392" sldId="871"/>
            <ac:spMk id="69" creationId="{DB787AB7-43CC-88D9-ED31-450C5598C18E}"/>
          </ac:spMkLst>
        </pc:spChg>
        <pc:spChg chg="mod">
          <ac:chgData name="Palit, Tapti" userId="dec6fbcd-7598-406a-8cbf-504d4a3bac15" providerId="ADAL" clId="{ECD42228-5B96-4A72-B268-C46DF994E6B7}" dt="2024-01-24T01:50:38.135" v="34343" actId="255"/>
          <ac:spMkLst>
            <pc:docMk/>
            <pc:sldMk cId="2196532392" sldId="871"/>
            <ac:spMk id="71" creationId="{4896E55E-5BFA-835A-ACAA-3D1D8D88CF9A}"/>
          </ac:spMkLst>
        </pc:spChg>
        <pc:spChg chg="add del mod ord">
          <ac:chgData name="Palit, Tapti" userId="dec6fbcd-7598-406a-8cbf-504d4a3bac15" providerId="ADAL" clId="{ECD42228-5B96-4A72-B268-C46DF994E6B7}" dt="2024-01-22T20:26:00.828" v="8452" actId="478"/>
          <ac:spMkLst>
            <pc:docMk/>
            <pc:sldMk cId="2196532392" sldId="871"/>
            <ac:spMk id="155" creationId="{1D15BBB1-E850-D904-2EA4-E2743D00AE9A}"/>
          </ac:spMkLst>
        </pc:spChg>
        <pc:spChg chg="add del mod ord">
          <ac:chgData name="Palit, Tapti" userId="dec6fbcd-7598-406a-8cbf-504d4a3bac15" providerId="ADAL" clId="{ECD42228-5B96-4A72-B268-C46DF994E6B7}" dt="2024-01-22T20:25:55.793" v="8451" actId="478"/>
          <ac:spMkLst>
            <pc:docMk/>
            <pc:sldMk cId="2196532392" sldId="871"/>
            <ac:spMk id="156" creationId="{F816A86B-81CF-8991-6715-8BE14B9A5B9C}"/>
          </ac:spMkLst>
        </pc:spChg>
        <pc:spChg chg="add mod ord">
          <ac:chgData name="Palit, Tapti" userId="dec6fbcd-7598-406a-8cbf-504d4a3bac15" providerId="ADAL" clId="{ECD42228-5B96-4A72-B268-C46DF994E6B7}" dt="2024-01-24T19:51:59.832" v="41922" actId="20577"/>
          <ac:spMkLst>
            <pc:docMk/>
            <pc:sldMk cId="2196532392" sldId="871"/>
            <ac:spMk id="157" creationId="{9C7ADE2A-7C72-02EC-95CE-5B0F6C2505ED}"/>
          </ac:spMkLst>
        </pc:spChg>
        <pc:spChg chg="add del mod">
          <ac:chgData name="Palit, Tapti" userId="dec6fbcd-7598-406a-8cbf-504d4a3bac15" providerId="ADAL" clId="{ECD42228-5B96-4A72-B268-C46DF994E6B7}" dt="2024-01-23T20:03:11.202" v="33265" actId="1076"/>
          <ac:spMkLst>
            <pc:docMk/>
            <pc:sldMk cId="2196532392" sldId="871"/>
            <ac:spMk id="159" creationId="{412ACD73-0DA5-464C-9D5B-3E9A88D8A9D4}"/>
          </ac:spMkLst>
        </pc:spChg>
        <pc:spChg chg="add del mod ord">
          <ac:chgData name="Palit, Tapti" userId="dec6fbcd-7598-406a-8cbf-504d4a3bac15" providerId="ADAL" clId="{ECD42228-5B96-4A72-B268-C46DF994E6B7}" dt="2024-01-23T20:03:02.636" v="33264" actId="1076"/>
          <ac:spMkLst>
            <pc:docMk/>
            <pc:sldMk cId="2196532392" sldId="871"/>
            <ac:spMk id="160" creationId="{02DFF774-09A7-F347-48FE-FBD5736470F8}"/>
          </ac:spMkLst>
        </pc:spChg>
        <pc:spChg chg="add del mod">
          <ac:chgData name="Palit, Tapti" userId="dec6fbcd-7598-406a-8cbf-504d4a3bac15" providerId="ADAL" clId="{ECD42228-5B96-4A72-B268-C46DF994E6B7}" dt="2024-01-23T19:44:33.091" v="33067" actId="478"/>
          <ac:spMkLst>
            <pc:docMk/>
            <pc:sldMk cId="2196532392" sldId="871"/>
            <ac:spMk id="161" creationId="{B00D3923-1502-9069-5E4E-726D7545B7EB}"/>
          </ac:spMkLst>
        </pc:spChg>
        <pc:spChg chg="add mod">
          <ac:chgData name="Palit, Tapti" userId="dec6fbcd-7598-406a-8cbf-504d4a3bac15" providerId="ADAL" clId="{ECD42228-5B96-4A72-B268-C46DF994E6B7}" dt="2024-01-23T20:02:08.765" v="33224" actId="1038"/>
          <ac:spMkLst>
            <pc:docMk/>
            <pc:sldMk cId="2196532392" sldId="871"/>
            <ac:spMk id="165" creationId="{2757C5D4-9FA5-AC15-B6BB-04D5173752D9}"/>
          </ac:spMkLst>
        </pc:spChg>
        <pc:spChg chg="add mod">
          <ac:chgData name="Palit, Tapti" userId="dec6fbcd-7598-406a-8cbf-504d4a3bac15" providerId="ADAL" clId="{ECD42228-5B96-4A72-B268-C46DF994E6B7}" dt="2024-01-23T20:02:40.702" v="33262" actId="1037"/>
          <ac:spMkLst>
            <pc:docMk/>
            <pc:sldMk cId="2196532392" sldId="871"/>
            <ac:spMk id="166" creationId="{8FCEA244-E7E2-38A2-AF5C-CAF14EA7FF4C}"/>
          </ac:spMkLst>
        </pc:spChg>
        <pc:spChg chg="add del mod">
          <ac:chgData name="Palit, Tapti" userId="dec6fbcd-7598-406a-8cbf-504d4a3bac15" providerId="ADAL" clId="{ECD42228-5B96-4A72-B268-C46DF994E6B7}" dt="2024-01-23T20:01:17.786" v="33203" actId="478"/>
          <ac:spMkLst>
            <pc:docMk/>
            <pc:sldMk cId="2196532392" sldId="871"/>
            <ac:spMk id="167" creationId="{9F97B6F8-220A-7534-2094-7B08E2F27A04}"/>
          </ac:spMkLst>
        </pc:spChg>
        <pc:spChg chg="add mod">
          <ac:chgData name="Palit, Tapti" userId="dec6fbcd-7598-406a-8cbf-504d4a3bac15" providerId="ADAL" clId="{ECD42228-5B96-4A72-B268-C46DF994E6B7}" dt="2024-01-23T20:03:02.636" v="33264" actId="1076"/>
          <ac:spMkLst>
            <pc:docMk/>
            <pc:sldMk cId="2196532392" sldId="871"/>
            <ac:spMk id="217" creationId="{DE6CB6CB-DA11-FC10-E22D-BD9BF3034520}"/>
          </ac:spMkLst>
        </pc:spChg>
        <pc:spChg chg="add del mod">
          <ac:chgData name="Palit, Tapti" userId="dec6fbcd-7598-406a-8cbf-504d4a3bac15" providerId="ADAL" clId="{ECD42228-5B96-4A72-B268-C46DF994E6B7}" dt="2024-01-23T19:55:55.184" v="33106" actId="478"/>
          <ac:spMkLst>
            <pc:docMk/>
            <pc:sldMk cId="2196532392" sldId="871"/>
            <ac:spMk id="315" creationId="{A0697D4E-B01F-B1D3-ED03-3F55ACA39059}"/>
          </ac:spMkLst>
        </pc:spChg>
        <pc:spChg chg="add mod">
          <ac:chgData name="Palit, Tapti" userId="dec6fbcd-7598-406a-8cbf-504d4a3bac15" providerId="ADAL" clId="{ECD42228-5B96-4A72-B268-C46DF994E6B7}" dt="2024-01-23T19:56:29.174" v="33117" actId="1036"/>
          <ac:spMkLst>
            <pc:docMk/>
            <pc:sldMk cId="2196532392" sldId="871"/>
            <ac:spMk id="324" creationId="{8E45D870-2CA7-0E76-EA99-50E48B4EFEE4}"/>
          </ac:spMkLst>
        </pc:spChg>
        <pc:spChg chg="add mod">
          <ac:chgData name="Palit, Tapti" userId="dec6fbcd-7598-406a-8cbf-504d4a3bac15" providerId="ADAL" clId="{ECD42228-5B96-4A72-B268-C46DF994E6B7}" dt="2024-01-23T19:56:38.346" v="33120" actId="20577"/>
          <ac:spMkLst>
            <pc:docMk/>
            <pc:sldMk cId="2196532392" sldId="871"/>
            <ac:spMk id="326" creationId="{5A485784-3A1F-D70F-E030-85D850EF92D0}"/>
          </ac:spMkLst>
        </pc:spChg>
        <pc:spChg chg="add mod">
          <ac:chgData name="Palit, Tapti" userId="dec6fbcd-7598-406a-8cbf-504d4a3bac15" providerId="ADAL" clId="{ECD42228-5B96-4A72-B268-C46DF994E6B7}" dt="2024-01-23T19:57:09.180" v="33126" actId="20577"/>
          <ac:spMkLst>
            <pc:docMk/>
            <pc:sldMk cId="2196532392" sldId="871"/>
            <ac:spMk id="327" creationId="{0F84ED91-3C3A-E75A-4D69-4A4426D4305A}"/>
          </ac:spMkLst>
        </pc:spChg>
        <pc:spChg chg="add mod">
          <ac:chgData name="Palit, Tapti" userId="dec6fbcd-7598-406a-8cbf-504d4a3bac15" providerId="ADAL" clId="{ECD42228-5B96-4A72-B268-C46DF994E6B7}" dt="2024-01-23T19:57:10.451" v="33127" actId="20577"/>
          <ac:spMkLst>
            <pc:docMk/>
            <pc:sldMk cId="2196532392" sldId="871"/>
            <ac:spMk id="328" creationId="{CCC37840-0D7D-90CB-6573-ACE6C57C82B3}"/>
          </ac:spMkLst>
        </pc:spChg>
        <pc:spChg chg="add mod">
          <ac:chgData name="Palit, Tapti" userId="dec6fbcd-7598-406a-8cbf-504d4a3bac15" providerId="ADAL" clId="{ECD42228-5B96-4A72-B268-C46DF994E6B7}" dt="2024-01-23T19:57:20.223" v="33129" actId="20577"/>
          <ac:spMkLst>
            <pc:docMk/>
            <pc:sldMk cId="2196532392" sldId="871"/>
            <ac:spMk id="329" creationId="{54428C34-3209-7770-1159-5E0481671FE7}"/>
          </ac:spMkLst>
        </pc:spChg>
        <pc:spChg chg="add mod">
          <ac:chgData name="Palit, Tapti" userId="dec6fbcd-7598-406a-8cbf-504d4a3bac15" providerId="ADAL" clId="{ECD42228-5B96-4A72-B268-C46DF994E6B7}" dt="2024-01-23T19:57:28.853" v="33132" actId="20577"/>
          <ac:spMkLst>
            <pc:docMk/>
            <pc:sldMk cId="2196532392" sldId="871"/>
            <ac:spMk id="330" creationId="{1A062BDA-13B0-A09B-C1D5-2959AE2C29A0}"/>
          </ac:spMkLst>
        </pc:spChg>
        <pc:spChg chg="add mod">
          <ac:chgData name="Palit, Tapti" userId="dec6fbcd-7598-406a-8cbf-504d4a3bac15" providerId="ADAL" clId="{ECD42228-5B96-4A72-B268-C46DF994E6B7}" dt="2024-01-23T19:57:38.398" v="33135" actId="20577"/>
          <ac:spMkLst>
            <pc:docMk/>
            <pc:sldMk cId="2196532392" sldId="871"/>
            <ac:spMk id="331" creationId="{C6CE383C-0085-B4CB-0AC9-82C5ACB2BAB2}"/>
          </ac:spMkLst>
        </pc:spChg>
        <pc:spChg chg="add mod">
          <ac:chgData name="Palit, Tapti" userId="dec6fbcd-7598-406a-8cbf-504d4a3bac15" providerId="ADAL" clId="{ECD42228-5B96-4A72-B268-C46DF994E6B7}" dt="2024-01-23T19:57:49.726" v="33138" actId="20577"/>
          <ac:spMkLst>
            <pc:docMk/>
            <pc:sldMk cId="2196532392" sldId="871"/>
            <ac:spMk id="332" creationId="{E28F8191-AC18-0251-57E4-912513A16D9C}"/>
          </ac:spMkLst>
        </pc:spChg>
        <pc:spChg chg="add mod">
          <ac:chgData name="Palit, Tapti" userId="dec6fbcd-7598-406a-8cbf-504d4a3bac15" providerId="ADAL" clId="{ECD42228-5B96-4A72-B268-C46DF994E6B7}" dt="2024-01-23T20:14:55.892" v="33328" actId="113"/>
          <ac:spMkLst>
            <pc:docMk/>
            <pc:sldMk cId="2196532392" sldId="871"/>
            <ac:spMk id="391" creationId="{D38FB866-324B-F07E-F76D-F76BC17E5C62}"/>
          </ac:spMkLst>
        </pc:spChg>
        <pc:spChg chg="add mod">
          <ac:chgData name="Palit, Tapti" userId="dec6fbcd-7598-406a-8cbf-504d4a3bac15" providerId="ADAL" clId="{ECD42228-5B96-4A72-B268-C46DF994E6B7}" dt="2024-01-23T20:14:55.907" v="33329"/>
          <ac:spMkLst>
            <pc:docMk/>
            <pc:sldMk cId="2196532392" sldId="871"/>
            <ac:spMk id="392" creationId="{AC79101B-0F34-9683-1134-81C4EF2395F7}"/>
          </ac:spMkLst>
        </pc:spChg>
        <pc:grpChg chg="add del mod">
          <ac:chgData name="Palit, Tapti" userId="dec6fbcd-7598-406a-8cbf-504d4a3bac15" providerId="ADAL" clId="{ECD42228-5B96-4A72-B268-C46DF994E6B7}" dt="2024-01-23T19:42:04.231" v="33050" actId="478"/>
          <ac:grpSpMkLst>
            <pc:docMk/>
            <pc:sldMk cId="2196532392" sldId="871"/>
            <ac:grpSpMk id="163" creationId="{283FDA68-7C95-3ABD-63EB-7DD782FFC325}"/>
          </ac:grpSpMkLst>
        </pc:grpChg>
        <pc:graphicFrameChg chg="add del mod">
          <ac:chgData name="Palit, Tapti" userId="dec6fbcd-7598-406a-8cbf-504d4a3bac15" providerId="ADAL" clId="{ECD42228-5B96-4A72-B268-C46DF994E6B7}" dt="2024-01-23T20:01:57.143" v="33208" actId="14100"/>
          <ac:graphicFrameMkLst>
            <pc:docMk/>
            <pc:sldMk cId="2196532392" sldId="871"/>
            <ac:graphicFrameMk id="158" creationId="{B511F7F5-EB8D-0058-D56D-1196548CF618}"/>
          </ac:graphicFrameMkLst>
        </pc:graphicFrameChg>
        <pc:picChg chg="add del mod">
          <ac:chgData name="Palit, Tapti" userId="dec6fbcd-7598-406a-8cbf-504d4a3bac15" providerId="ADAL" clId="{ECD42228-5B96-4A72-B268-C46DF994E6B7}" dt="2024-01-23T19:42:04.231" v="33050" actId="478"/>
          <ac:picMkLst>
            <pc:docMk/>
            <pc:sldMk cId="2196532392" sldId="871"/>
            <ac:picMk id="162" creationId="{E3EEB931-47E7-09D2-1A82-C609B54748BD}"/>
          </ac:picMkLst>
        </pc:picChg>
        <pc:cxnChg chg="add del mod">
          <ac:chgData name="Palit, Tapti" userId="dec6fbcd-7598-406a-8cbf-504d4a3bac15" providerId="ADAL" clId="{ECD42228-5B96-4A72-B268-C46DF994E6B7}" dt="2024-01-23T19:55:48.224" v="33105" actId="478"/>
          <ac:cxnSpMkLst>
            <pc:docMk/>
            <pc:sldMk cId="2196532392" sldId="871"/>
            <ac:cxnSpMk id="38" creationId="{F9930046-AEF1-44EE-78CB-0BADBFB50F6A}"/>
          </ac:cxnSpMkLst>
        </pc:cxnChg>
        <pc:cxnChg chg="add del mod">
          <ac:chgData name="Palit, Tapti" userId="dec6fbcd-7598-406a-8cbf-504d4a3bac15" providerId="ADAL" clId="{ECD42228-5B96-4A72-B268-C46DF994E6B7}" dt="2024-01-23T19:56:29.174" v="33117" actId="1036"/>
          <ac:cxnSpMkLst>
            <pc:docMk/>
            <pc:sldMk cId="2196532392" sldId="871"/>
            <ac:cxnSpMk id="39" creationId="{CE1B7162-A750-C6A9-7777-4480183A03CC}"/>
          </ac:cxnSpMkLst>
        </pc:cxnChg>
        <pc:cxnChg chg="add del mod">
          <ac:chgData name="Palit, Tapti" userId="dec6fbcd-7598-406a-8cbf-504d4a3bac15" providerId="ADAL" clId="{ECD42228-5B96-4A72-B268-C46DF994E6B7}" dt="2024-01-23T19:55:55.184" v="33106" actId="478"/>
          <ac:cxnSpMkLst>
            <pc:docMk/>
            <pc:sldMk cId="2196532392" sldId="871"/>
            <ac:cxnSpMk id="41" creationId="{89945C4E-3883-35BF-C047-A9ED810ADF41}"/>
          </ac:cxnSpMkLst>
        </pc:cxnChg>
        <pc:cxnChg chg="add del mod">
          <ac:chgData name="Palit, Tapti" userId="dec6fbcd-7598-406a-8cbf-504d4a3bac15" providerId="ADAL" clId="{ECD42228-5B96-4A72-B268-C46DF994E6B7}" dt="2024-01-23T19:55:55.184" v="33106" actId="478"/>
          <ac:cxnSpMkLst>
            <pc:docMk/>
            <pc:sldMk cId="2196532392" sldId="871"/>
            <ac:cxnSpMk id="44" creationId="{C8DE4017-3418-1168-9AD1-24C64DFD4E3E}"/>
          </ac:cxnSpMkLst>
        </pc:cxnChg>
        <pc:cxnChg chg="add del mod">
          <ac:chgData name="Palit, Tapti" userId="dec6fbcd-7598-406a-8cbf-504d4a3bac15" providerId="ADAL" clId="{ECD42228-5B96-4A72-B268-C46DF994E6B7}" dt="2024-01-23T19:56:15.067" v="33112" actId="1076"/>
          <ac:cxnSpMkLst>
            <pc:docMk/>
            <pc:sldMk cId="2196532392" sldId="871"/>
            <ac:cxnSpMk id="47" creationId="{B25E8D29-F5D6-F3BD-A233-369086A7E7AC}"/>
          </ac:cxnSpMkLst>
        </pc:cxnChg>
        <pc:cxnChg chg="add del mod">
          <ac:chgData name="Palit, Tapti" userId="dec6fbcd-7598-406a-8cbf-504d4a3bac15" providerId="ADAL" clId="{ECD42228-5B96-4A72-B268-C46DF994E6B7}" dt="2024-01-23T19:55:55.184" v="33106" actId="478"/>
          <ac:cxnSpMkLst>
            <pc:docMk/>
            <pc:sldMk cId="2196532392" sldId="871"/>
            <ac:cxnSpMk id="48" creationId="{EB2B21DE-DF8A-69A3-FDD8-EE228EC16EE5}"/>
          </ac:cxnSpMkLst>
        </pc:cxnChg>
        <pc:cxnChg chg="add del mod">
          <ac:chgData name="Palit, Tapti" userId="dec6fbcd-7598-406a-8cbf-504d4a3bac15" providerId="ADAL" clId="{ECD42228-5B96-4A72-B268-C46DF994E6B7}" dt="2024-01-23T19:56:03.045" v="33108" actId="478"/>
          <ac:cxnSpMkLst>
            <pc:docMk/>
            <pc:sldMk cId="2196532392" sldId="871"/>
            <ac:cxnSpMk id="51" creationId="{47BA2412-02A5-1060-E166-0708978FF315}"/>
          </ac:cxnSpMkLst>
        </pc:cxnChg>
        <pc:cxnChg chg="add del mod">
          <ac:chgData name="Palit, Tapti" userId="dec6fbcd-7598-406a-8cbf-504d4a3bac15" providerId="ADAL" clId="{ECD42228-5B96-4A72-B268-C46DF994E6B7}" dt="2024-01-23T19:55:55.184" v="33106" actId="478"/>
          <ac:cxnSpMkLst>
            <pc:docMk/>
            <pc:sldMk cId="2196532392" sldId="871"/>
            <ac:cxnSpMk id="53" creationId="{1A5F142D-7A15-9F99-C265-39CE7300BDF0}"/>
          </ac:cxnSpMkLst>
        </pc:cxnChg>
        <pc:cxnChg chg="add del mod">
          <ac:chgData name="Palit, Tapti" userId="dec6fbcd-7598-406a-8cbf-504d4a3bac15" providerId="ADAL" clId="{ECD42228-5B96-4A72-B268-C46DF994E6B7}" dt="2024-01-23T19:55:55.184" v="33106" actId="478"/>
          <ac:cxnSpMkLst>
            <pc:docMk/>
            <pc:sldMk cId="2196532392" sldId="871"/>
            <ac:cxnSpMk id="55" creationId="{4F11C0CC-ED1F-C56D-52C6-6AA08B365B99}"/>
          </ac:cxnSpMkLst>
        </pc:cxnChg>
        <pc:cxnChg chg="add del mod">
          <ac:chgData name="Palit, Tapti" userId="dec6fbcd-7598-406a-8cbf-504d4a3bac15" providerId="ADAL" clId="{ECD42228-5B96-4A72-B268-C46DF994E6B7}" dt="2024-01-23T19:55:55.184" v="33106" actId="478"/>
          <ac:cxnSpMkLst>
            <pc:docMk/>
            <pc:sldMk cId="2196532392" sldId="871"/>
            <ac:cxnSpMk id="57" creationId="{2EA8D823-F051-3516-D34B-1ED7556F717F}"/>
          </ac:cxnSpMkLst>
        </pc:cxnChg>
        <pc:cxnChg chg="add del mod">
          <ac:chgData name="Palit, Tapti" userId="dec6fbcd-7598-406a-8cbf-504d4a3bac15" providerId="ADAL" clId="{ECD42228-5B96-4A72-B268-C46DF994E6B7}" dt="2024-01-23T19:55:55.184" v="33106" actId="478"/>
          <ac:cxnSpMkLst>
            <pc:docMk/>
            <pc:sldMk cId="2196532392" sldId="871"/>
            <ac:cxnSpMk id="58" creationId="{B394CF50-52A3-91FA-1C65-3859124E10B7}"/>
          </ac:cxnSpMkLst>
        </pc:cxnChg>
        <pc:cxnChg chg="add del mod">
          <ac:chgData name="Palit, Tapti" userId="dec6fbcd-7598-406a-8cbf-504d4a3bac15" providerId="ADAL" clId="{ECD42228-5B96-4A72-B268-C46DF994E6B7}" dt="2024-01-23T19:55:55.184" v="33106" actId="478"/>
          <ac:cxnSpMkLst>
            <pc:docMk/>
            <pc:sldMk cId="2196532392" sldId="871"/>
            <ac:cxnSpMk id="61" creationId="{58D29B06-DC34-BD86-C608-B95DFFFEF558}"/>
          </ac:cxnSpMkLst>
        </pc:cxnChg>
        <pc:cxnChg chg="add del mod">
          <ac:chgData name="Palit, Tapti" userId="dec6fbcd-7598-406a-8cbf-504d4a3bac15" providerId="ADAL" clId="{ECD42228-5B96-4A72-B268-C46DF994E6B7}" dt="2024-01-23T19:55:55.184" v="33106" actId="478"/>
          <ac:cxnSpMkLst>
            <pc:docMk/>
            <pc:sldMk cId="2196532392" sldId="871"/>
            <ac:cxnSpMk id="62" creationId="{5D00822E-FE21-4612-21E9-03E67F253ABE}"/>
          </ac:cxnSpMkLst>
        </pc:cxnChg>
        <pc:cxnChg chg="add mod">
          <ac:chgData name="Palit, Tapti" userId="dec6fbcd-7598-406a-8cbf-504d4a3bac15" providerId="ADAL" clId="{ECD42228-5B96-4A72-B268-C46DF994E6B7}" dt="2024-01-22T19:55:38.682" v="8217"/>
          <ac:cxnSpMkLst>
            <pc:docMk/>
            <pc:sldMk cId="2196532392" sldId="871"/>
            <ac:cxnSpMk id="66" creationId="{B1A17789-1153-C04E-B137-5F4D47F96D08}"/>
          </ac:cxnSpMkLst>
        </pc:cxnChg>
        <pc:cxnChg chg="mod">
          <ac:chgData name="Palit, Tapti" userId="dec6fbcd-7598-406a-8cbf-504d4a3bac15" providerId="ADAL" clId="{ECD42228-5B96-4A72-B268-C46DF994E6B7}" dt="2024-01-22T23:12:59.558" v="10130" actId="692"/>
          <ac:cxnSpMkLst>
            <pc:docMk/>
            <pc:sldMk cId="2196532392" sldId="871"/>
            <ac:cxnSpMk id="70" creationId="{2007EDC6-96D1-8A3D-41F2-E9406F2498A8}"/>
          </ac:cxnSpMkLst>
        </pc:cxnChg>
        <pc:cxnChg chg="add del mod">
          <ac:chgData name="Palit, Tapti" userId="dec6fbcd-7598-406a-8cbf-504d4a3bac15" providerId="ADAL" clId="{ECD42228-5B96-4A72-B268-C46DF994E6B7}" dt="2024-01-23T19:55:55.184" v="33106" actId="478"/>
          <ac:cxnSpMkLst>
            <pc:docMk/>
            <pc:sldMk cId="2196532392" sldId="871"/>
            <ac:cxnSpMk id="72" creationId="{0B7A4C92-D62B-3A60-483E-03EA00CF1EAD}"/>
          </ac:cxnSpMkLst>
        </pc:cxnChg>
        <pc:cxnChg chg="add del mod">
          <ac:chgData name="Palit, Tapti" userId="dec6fbcd-7598-406a-8cbf-504d4a3bac15" providerId="ADAL" clId="{ECD42228-5B96-4A72-B268-C46DF994E6B7}" dt="2024-01-23T19:08:28.266" v="32953" actId="478"/>
          <ac:cxnSpMkLst>
            <pc:docMk/>
            <pc:sldMk cId="2196532392" sldId="871"/>
            <ac:cxnSpMk id="75" creationId="{4495D456-2533-ED27-28C8-362DDF7A9FE0}"/>
          </ac:cxnSpMkLst>
        </pc:cxnChg>
        <pc:cxnChg chg="add del mod">
          <ac:chgData name="Palit, Tapti" userId="dec6fbcd-7598-406a-8cbf-504d4a3bac15" providerId="ADAL" clId="{ECD42228-5B96-4A72-B268-C46DF994E6B7}" dt="2024-01-23T18:44:01.484" v="32774" actId="478"/>
          <ac:cxnSpMkLst>
            <pc:docMk/>
            <pc:sldMk cId="2196532392" sldId="871"/>
            <ac:cxnSpMk id="79" creationId="{183BFAD4-0DC7-FF22-1F9E-A83377E937CB}"/>
          </ac:cxnSpMkLst>
        </pc:cxnChg>
        <pc:cxnChg chg="add del mod">
          <ac:chgData name="Palit, Tapti" userId="dec6fbcd-7598-406a-8cbf-504d4a3bac15" providerId="ADAL" clId="{ECD42228-5B96-4A72-B268-C46DF994E6B7}" dt="2024-01-23T19:55:55.184" v="33106" actId="478"/>
          <ac:cxnSpMkLst>
            <pc:docMk/>
            <pc:sldMk cId="2196532392" sldId="871"/>
            <ac:cxnSpMk id="84" creationId="{4CA0F2CC-1F11-CD04-D52B-F071931097D7}"/>
          </ac:cxnSpMkLst>
        </pc:cxnChg>
        <pc:cxnChg chg="add del mod">
          <ac:chgData name="Palit, Tapti" userId="dec6fbcd-7598-406a-8cbf-504d4a3bac15" providerId="ADAL" clId="{ECD42228-5B96-4A72-B268-C46DF994E6B7}" dt="2024-01-22T20:12:37.407" v="8424" actId="478"/>
          <ac:cxnSpMkLst>
            <pc:docMk/>
            <pc:sldMk cId="2196532392" sldId="871"/>
            <ac:cxnSpMk id="87" creationId="{A2DEA3BF-8871-3BE9-0F47-73D4E5634043}"/>
          </ac:cxnSpMkLst>
        </pc:cxnChg>
        <pc:cxnChg chg="add del mod">
          <ac:chgData name="Palit, Tapti" userId="dec6fbcd-7598-406a-8cbf-504d4a3bac15" providerId="ADAL" clId="{ECD42228-5B96-4A72-B268-C46DF994E6B7}" dt="2024-01-23T18:44:01.484" v="32774" actId="478"/>
          <ac:cxnSpMkLst>
            <pc:docMk/>
            <pc:sldMk cId="2196532392" sldId="871"/>
            <ac:cxnSpMk id="90" creationId="{04ABB508-969B-30AB-6BB7-B789AFC3B097}"/>
          </ac:cxnSpMkLst>
        </pc:cxnChg>
        <pc:cxnChg chg="add del mod">
          <ac:chgData name="Palit, Tapti" userId="dec6fbcd-7598-406a-8cbf-504d4a3bac15" providerId="ADAL" clId="{ECD42228-5B96-4A72-B268-C46DF994E6B7}" dt="2024-01-22T20:12:39.637" v="8425" actId="478"/>
          <ac:cxnSpMkLst>
            <pc:docMk/>
            <pc:sldMk cId="2196532392" sldId="871"/>
            <ac:cxnSpMk id="93" creationId="{72E4CBC4-229A-F07A-C97C-4EF56493543C}"/>
          </ac:cxnSpMkLst>
        </pc:cxnChg>
        <pc:cxnChg chg="add del mod">
          <ac:chgData name="Palit, Tapti" userId="dec6fbcd-7598-406a-8cbf-504d4a3bac15" providerId="ADAL" clId="{ECD42228-5B96-4A72-B268-C46DF994E6B7}" dt="2024-01-23T18:44:01.484" v="32774" actId="478"/>
          <ac:cxnSpMkLst>
            <pc:docMk/>
            <pc:sldMk cId="2196532392" sldId="871"/>
            <ac:cxnSpMk id="96" creationId="{1F91E168-B611-B3A2-0A3E-9F85243AF812}"/>
          </ac:cxnSpMkLst>
        </pc:cxnChg>
        <pc:cxnChg chg="add del mod">
          <ac:chgData name="Palit, Tapti" userId="dec6fbcd-7598-406a-8cbf-504d4a3bac15" providerId="ADAL" clId="{ECD42228-5B96-4A72-B268-C46DF994E6B7}" dt="2024-01-23T18:44:01.484" v="32774" actId="478"/>
          <ac:cxnSpMkLst>
            <pc:docMk/>
            <pc:sldMk cId="2196532392" sldId="871"/>
            <ac:cxnSpMk id="99" creationId="{650EBF09-AD8A-F313-90FD-FA7BE2D536F2}"/>
          </ac:cxnSpMkLst>
        </pc:cxnChg>
        <pc:cxnChg chg="add del mod">
          <ac:chgData name="Palit, Tapti" userId="dec6fbcd-7598-406a-8cbf-504d4a3bac15" providerId="ADAL" clId="{ECD42228-5B96-4A72-B268-C46DF994E6B7}" dt="2024-01-23T18:44:01.484" v="32774" actId="478"/>
          <ac:cxnSpMkLst>
            <pc:docMk/>
            <pc:sldMk cId="2196532392" sldId="871"/>
            <ac:cxnSpMk id="102" creationId="{82113A2F-0DBA-8F40-DA26-5352926EAE1F}"/>
          </ac:cxnSpMkLst>
        </pc:cxnChg>
        <pc:cxnChg chg="add del mod">
          <ac:chgData name="Palit, Tapti" userId="dec6fbcd-7598-406a-8cbf-504d4a3bac15" providerId="ADAL" clId="{ECD42228-5B96-4A72-B268-C46DF994E6B7}" dt="2024-01-23T19:55:55.184" v="33106" actId="478"/>
          <ac:cxnSpMkLst>
            <pc:docMk/>
            <pc:sldMk cId="2196532392" sldId="871"/>
            <ac:cxnSpMk id="105" creationId="{2EBF4EF4-B646-8D82-363E-10240D2953CB}"/>
          </ac:cxnSpMkLst>
        </pc:cxnChg>
        <pc:cxnChg chg="add del mod">
          <ac:chgData name="Palit, Tapti" userId="dec6fbcd-7598-406a-8cbf-504d4a3bac15" providerId="ADAL" clId="{ECD42228-5B96-4A72-B268-C46DF994E6B7}" dt="2024-01-23T19:55:55.184" v="33106" actId="478"/>
          <ac:cxnSpMkLst>
            <pc:docMk/>
            <pc:sldMk cId="2196532392" sldId="871"/>
            <ac:cxnSpMk id="108" creationId="{C83FDD27-3022-938C-EDE4-A383849821F8}"/>
          </ac:cxnSpMkLst>
        </pc:cxnChg>
        <pc:cxnChg chg="add del mod">
          <ac:chgData name="Palit, Tapti" userId="dec6fbcd-7598-406a-8cbf-504d4a3bac15" providerId="ADAL" clId="{ECD42228-5B96-4A72-B268-C46DF994E6B7}" dt="2024-01-23T19:55:55.184" v="33106" actId="478"/>
          <ac:cxnSpMkLst>
            <pc:docMk/>
            <pc:sldMk cId="2196532392" sldId="871"/>
            <ac:cxnSpMk id="111" creationId="{170C32BC-761C-97D2-6BF6-C9BB8EA71917}"/>
          </ac:cxnSpMkLst>
        </pc:cxnChg>
        <pc:cxnChg chg="add del mod">
          <ac:chgData name="Palit, Tapti" userId="dec6fbcd-7598-406a-8cbf-504d4a3bac15" providerId="ADAL" clId="{ECD42228-5B96-4A72-B268-C46DF994E6B7}" dt="2024-01-23T18:44:01.484" v="32774" actId="478"/>
          <ac:cxnSpMkLst>
            <pc:docMk/>
            <pc:sldMk cId="2196532392" sldId="871"/>
            <ac:cxnSpMk id="114" creationId="{E5BD9664-1FB4-0567-7D9E-5E5789C7CB1F}"/>
          </ac:cxnSpMkLst>
        </pc:cxnChg>
        <pc:cxnChg chg="add del mod">
          <ac:chgData name="Palit, Tapti" userId="dec6fbcd-7598-406a-8cbf-504d4a3bac15" providerId="ADAL" clId="{ECD42228-5B96-4A72-B268-C46DF994E6B7}" dt="2024-01-23T18:44:01.484" v="32774" actId="478"/>
          <ac:cxnSpMkLst>
            <pc:docMk/>
            <pc:sldMk cId="2196532392" sldId="871"/>
            <ac:cxnSpMk id="122" creationId="{9B490617-2D04-B53F-18B0-CC5ABA11A651}"/>
          </ac:cxnSpMkLst>
        </pc:cxnChg>
        <pc:cxnChg chg="add del mod">
          <ac:chgData name="Palit, Tapti" userId="dec6fbcd-7598-406a-8cbf-504d4a3bac15" providerId="ADAL" clId="{ECD42228-5B96-4A72-B268-C46DF994E6B7}" dt="2024-01-23T18:44:01.484" v="32774" actId="478"/>
          <ac:cxnSpMkLst>
            <pc:docMk/>
            <pc:sldMk cId="2196532392" sldId="871"/>
            <ac:cxnSpMk id="125" creationId="{1E2E19B5-0A98-0905-A54D-746B15CC6C25}"/>
          </ac:cxnSpMkLst>
        </pc:cxnChg>
        <pc:cxnChg chg="add del mod">
          <ac:chgData name="Palit, Tapti" userId="dec6fbcd-7598-406a-8cbf-504d4a3bac15" providerId="ADAL" clId="{ECD42228-5B96-4A72-B268-C46DF994E6B7}" dt="2024-01-22T20:10:41.985" v="8414" actId="478"/>
          <ac:cxnSpMkLst>
            <pc:docMk/>
            <pc:sldMk cId="2196532392" sldId="871"/>
            <ac:cxnSpMk id="128" creationId="{6567267D-007D-4A8F-D1EE-6FD22569A936}"/>
          </ac:cxnSpMkLst>
        </pc:cxnChg>
        <pc:cxnChg chg="add del mod">
          <ac:chgData name="Palit, Tapti" userId="dec6fbcd-7598-406a-8cbf-504d4a3bac15" providerId="ADAL" clId="{ECD42228-5B96-4A72-B268-C46DF994E6B7}" dt="2024-01-23T19:15:17.477" v="33019" actId="478"/>
          <ac:cxnSpMkLst>
            <pc:docMk/>
            <pc:sldMk cId="2196532392" sldId="871"/>
            <ac:cxnSpMk id="131" creationId="{94084D52-E815-5D38-B082-60ED85A771D0}"/>
          </ac:cxnSpMkLst>
        </pc:cxnChg>
        <pc:cxnChg chg="add del mod">
          <ac:chgData name="Palit, Tapti" userId="dec6fbcd-7598-406a-8cbf-504d4a3bac15" providerId="ADAL" clId="{ECD42228-5B96-4A72-B268-C46DF994E6B7}" dt="2024-01-23T18:44:01.484" v="32774" actId="478"/>
          <ac:cxnSpMkLst>
            <pc:docMk/>
            <pc:sldMk cId="2196532392" sldId="871"/>
            <ac:cxnSpMk id="134" creationId="{1EB4C859-E58A-4513-9841-51E959FD3459}"/>
          </ac:cxnSpMkLst>
        </pc:cxnChg>
        <pc:cxnChg chg="add del mod">
          <ac:chgData name="Palit, Tapti" userId="dec6fbcd-7598-406a-8cbf-504d4a3bac15" providerId="ADAL" clId="{ECD42228-5B96-4A72-B268-C46DF994E6B7}" dt="2024-01-23T18:44:01.484" v="32774" actId="478"/>
          <ac:cxnSpMkLst>
            <pc:docMk/>
            <pc:sldMk cId="2196532392" sldId="871"/>
            <ac:cxnSpMk id="137" creationId="{69CC38FA-0D46-0261-7AA1-81C3767B9464}"/>
          </ac:cxnSpMkLst>
        </pc:cxnChg>
        <pc:cxnChg chg="add del mod">
          <ac:chgData name="Palit, Tapti" userId="dec6fbcd-7598-406a-8cbf-504d4a3bac15" providerId="ADAL" clId="{ECD42228-5B96-4A72-B268-C46DF994E6B7}" dt="2024-01-23T18:44:01.484" v="32774" actId="478"/>
          <ac:cxnSpMkLst>
            <pc:docMk/>
            <pc:sldMk cId="2196532392" sldId="871"/>
            <ac:cxnSpMk id="143" creationId="{1F91DB3E-553D-A86E-573F-F8CB9FA4AFE6}"/>
          </ac:cxnSpMkLst>
        </pc:cxnChg>
        <pc:cxnChg chg="add del mod">
          <ac:chgData name="Palit, Tapti" userId="dec6fbcd-7598-406a-8cbf-504d4a3bac15" providerId="ADAL" clId="{ECD42228-5B96-4A72-B268-C46DF994E6B7}" dt="2024-01-23T18:44:01.484" v="32774" actId="478"/>
          <ac:cxnSpMkLst>
            <pc:docMk/>
            <pc:sldMk cId="2196532392" sldId="871"/>
            <ac:cxnSpMk id="146" creationId="{3573BC0E-5E82-D5C9-7CB2-DB76EC735381}"/>
          </ac:cxnSpMkLst>
        </pc:cxnChg>
        <pc:cxnChg chg="add del mod">
          <ac:chgData name="Palit, Tapti" userId="dec6fbcd-7598-406a-8cbf-504d4a3bac15" providerId="ADAL" clId="{ECD42228-5B96-4A72-B268-C46DF994E6B7}" dt="2024-01-23T18:44:01.484" v="32774" actId="478"/>
          <ac:cxnSpMkLst>
            <pc:docMk/>
            <pc:sldMk cId="2196532392" sldId="871"/>
            <ac:cxnSpMk id="149" creationId="{0854D784-B8F5-4AED-2788-F7F0A91869CF}"/>
          </ac:cxnSpMkLst>
        </pc:cxnChg>
        <pc:cxnChg chg="add del mod">
          <ac:chgData name="Palit, Tapti" userId="dec6fbcd-7598-406a-8cbf-504d4a3bac15" providerId="ADAL" clId="{ECD42228-5B96-4A72-B268-C46DF994E6B7}" dt="2024-01-23T18:44:01.484" v="32774" actId="478"/>
          <ac:cxnSpMkLst>
            <pc:docMk/>
            <pc:sldMk cId="2196532392" sldId="871"/>
            <ac:cxnSpMk id="152" creationId="{58C414FD-DD02-2233-01A7-A4A30016E39F}"/>
          </ac:cxnSpMkLst>
        </pc:cxnChg>
        <pc:cxnChg chg="add del mod">
          <ac:chgData name="Palit, Tapti" userId="dec6fbcd-7598-406a-8cbf-504d4a3bac15" providerId="ADAL" clId="{ECD42228-5B96-4A72-B268-C46DF994E6B7}" dt="2024-01-23T18:44:11.716" v="32776" actId="478"/>
          <ac:cxnSpMkLst>
            <pc:docMk/>
            <pc:sldMk cId="2196532392" sldId="871"/>
            <ac:cxnSpMk id="164" creationId="{33A14453-DE74-5D61-E9FA-DC2546B8C385}"/>
          </ac:cxnSpMkLst>
        </pc:cxnChg>
        <pc:cxnChg chg="add del mod">
          <ac:chgData name="Palit, Tapti" userId="dec6fbcd-7598-406a-8cbf-504d4a3bac15" providerId="ADAL" clId="{ECD42228-5B96-4A72-B268-C46DF994E6B7}" dt="2024-01-23T19:55:55.184" v="33106" actId="478"/>
          <ac:cxnSpMkLst>
            <pc:docMk/>
            <pc:sldMk cId="2196532392" sldId="871"/>
            <ac:cxnSpMk id="168" creationId="{0A081964-D872-BFC2-858C-52A3689E24DA}"/>
          </ac:cxnSpMkLst>
        </pc:cxnChg>
        <pc:cxnChg chg="add del mod">
          <ac:chgData name="Palit, Tapti" userId="dec6fbcd-7598-406a-8cbf-504d4a3bac15" providerId="ADAL" clId="{ECD42228-5B96-4A72-B268-C46DF994E6B7}" dt="2024-01-23T19:55:55.184" v="33106" actId="478"/>
          <ac:cxnSpMkLst>
            <pc:docMk/>
            <pc:sldMk cId="2196532392" sldId="871"/>
            <ac:cxnSpMk id="172" creationId="{37D620F9-E26B-CA25-9804-5B3B04F79B2A}"/>
          </ac:cxnSpMkLst>
        </pc:cxnChg>
        <pc:cxnChg chg="add del mod">
          <ac:chgData name="Palit, Tapti" userId="dec6fbcd-7598-406a-8cbf-504d4a3bac15" providerId="ADAL" clId="{ECD42228-5B96-4A72-B268-C46DF994E6B7}" dt="2024-01-23T19:55:55.184" v="33106" actId="478"/>
          <ac:cxnSpMkLst>
            <pc:docMk/>
            <pc:sldMk cId="2196532392" sldId="871"/>
            <ac:cxnSpMk id="175" creationId="{4D6937D4-4AA0-12AC-530D-EF87A7404B5C}"/>
          </ac:cxnSpMkLst>
        </pc:cxnChg>
        <pc:cxnChg chg="add del mod">
          <ac:chgData name="Palit, Tapti" userId="dec6fbcd-7598-406a-8cbf-504d4a3bac15" providerId="ADAL" clId="{ECD42228-5B96-4A72-B268-C46DF994E6B7}" dt="2024-01-23T19:55:55.184" v="33106" actId="478"/>
          <ac:cxnSpMkLst>
            <pc:docMk/>
            <pc:sldMk cId="2196532392" sldId="871"/>
            <ac:cxnSpMk id="178" creationId="{F4328D95-7914-5D2E-13C2-EC9FE2B998FA}"/>
          </ac:cxnSpMkLst>
        </pc:cxnChg>
        <pc:cxnChg chg="add del mod">
          <ac:chgData name="Palit, Tapti" userId="dec6fbcd-7598-406a-8cbf-504d4a3bac15" providerId="ADAL" clId="{ECD42228-5B96-4A72-B268-C46DF994E6B7}" dt="2024-01-23T19:55:55.184" v="33106" actId="478"/>
          <ac:cxnSpMkLst>
            <pc:docMk/>
            <pc:sldMk cId="2196532392" sldId="871"/>
            <ac:cxnSpMk id="181" creationId="{5D779054-3B65-2C7A-0F54-B036D75330D6}"/>
          </ac:cxnSpMkLst>
        </pc:cxnChg>
        <pc:cxnChg chg="add del mod">
          <ac:chgData name="Palit, Tapti" userId="dec6fbcd-7598-406a-8cbf-504d4a3bac15" providerId="ADAL" clId="{ECD42228-5B96-4A72-B268-C46DF994E6B7}" dt="2024-01-23T19:55:55.184" v="33106" actId="478"/>
          <ac:cxnSpMkLst>
            <pc:docMk/>
            <pc:sldMk cId="2196532392" sldId="871"/>
            <ac:cxnSpMk id="184" creationId="{AEEE593A-8D16-3DD4-6ADA-4E926004DF1D}"/>
          </ac:cxnSpMkLst>
        </pc:cxnChg>
        <pc:cxnChg chg="add del mod">
          <ac:chgData name="Palit, Tapti" userId="dec6fbcd-7598-406a-8cbf-504d4a3bac15" providerId="ADAL" clId="{ECD42228-5B96-4A72-B268-C46DF994E6B7}" dt="2024-01-23T19:55:55.184" v="33106" actId="478"/>
          <ac:cxnSpMkLst>
            <pc:docMk/>
            <pc:sldMk cId="2196532392" sldId="871"/>
            <ac:cxnSpMk id="187" creationId="{DBF7A74E-2D83-F216-A820-174C76509E70}"/>
          </ac:cxnSpMkLst>
        </pc:cxnChg>
        <pc:cxnChg chg="add del mod">
          <ac:chgData name="Palit, Tapti" userId="dec6fbcd-7598-406a-8cbf-504d4a3bac15" providerId="ADAL" clId="{ECD42228-5B96-4A72-B268-C46DF994E6B7}" dt="2024-01-23T19:55:55.184" v="33106" actId="478"/>
          <ac:cxnSpMkLst>
            <pc:docMk/>
            <pc:sldMk cId="2196532392" sldId="871"/>
            <ac:cxnSpMk id="192" creationId="{00A99A82-84A0-CB27-8AEE-98CF79776804}"/>
          </ac:cxnSpMkLst>
        </pc:cxnChg>
        <pc:cxnChg chg="add del mod">
          <ac:chgData name="Palit, Tapti" userId="dec6fbcd-7598-406a-8cbf-504d4a3bac15" providerId="ADAL" clId="{ECD42228-5B96-4A72-B268-C46DF994E6B7}" dt="2024-01-23T19:55:55.184" v="33106" actId="478"/>
          <ac:cxnSpMkLst>
            <pc:docMk/>
            <pc:sldMk cId="2196532392" sldId="871"/>
            <ac:cxnSpMk id="198" creationId="{0D967EF8-3336-BC62-0824-F568E6FF8508}"/>
          </ac:cxnSpMkLst>
        </pc:cxnChg>
        <pc:cxnChg chg="add del mod">
          <ac:chgData name="Palit, Tapti" userId="dec6fbcd-7598-406a-8cbf-504d4a3bac15" providerId="ADAL" clId="{ECD42228-5B96-4A72-B268-C46DF994E6B7}" dt="2024-01-23T19:55:55.184" v="33106" actId="478"/>
          <ac:cxnSpMkLst>
            <pc:docMk/>
            <pc:sldMk cId="2196532392" sldId="871"/>
            <ac:cxnSpMk id="202" creationId="{5FD51DE1-58B3-CE37-BFC9-93F0B984D4E9}"/>
          </ac:cxnSpMkLst>
        </pc:cxnChg>
        <pc:cxnChg chg="add del mod">
          <ac:chgData name="Palit, Tapti" userId="dec6fbcd-7598-406a-8cbf-504d4a3bac15" providerId="ADAL" clId="{ECD42228-5B96-4A72-B268-C46DF994E6B7}" dt="2024-01-23T19:01:44.956" v="32859" actId="478"/>
          <ac:cxnSpMkLst>
            <pc:docMk/>
            <pc:sldMk cId="2196532392" sldId="871"/>
            <ac:cxnSpMk id="205" creationId="{17D333E2-6488-1788-B0B6-C627F0818A6D}"/>
          </ac:cxnSpMkLst>
        </pc:cxnChg>
        <pc:cxnChg chg="add del mod">
          <ac:chgData name="Palit, Tapti" userId="dec6fbcd-7598-406a-8cbf-504d4a3bac15" providerId="ADAL" clId="{ECD42228-5B96-4A72-B268-C46DF994E6B7}" dt="2024-01-23T19:55:55.184" v="33106" actId="478"/>
          <ac:cxnSpMkLst>
            <pc:docMk/>
            <pc:sldMk cId="2196532392" sldId="871"/>
            <ac:cxnSpMk id="208" creationId="{57808222-8988-F2B8-54E7-167172DAD19D}"/>
          </ac:cxnSpMkLst>
        </pc:cxnChg>
        <pc:cxnChg chg="add del mod">
          <ac:chgData name="Palit, Tapti" userId="dec6fbcd-7598-406a-8cbf-504d4a3bac15" providerId="ADAL" clId="{ECD42228-5B96-4A72-B268-C46DF994E6B7}" dt="2024-01-23T19:55:55.184" v="33106" actId="478"/>
          <ac:cxnSpMkLst>
            <pc:docMk/>
            <pc:sldMk cId="2196532392" sldId="871"/>
            <ac:cxnSpMk id="211" creationId="{0EB46D2C-02A1-0F87-3F5B-C18F3F0EF744}"/>
          </ac:cxnSpMkLst>
        </pc:cxnChg>
        <pc:cxnChg chg="add del mod">
          <ac:chgData name="Palit, Tapti" userId="dec6fbcd-7598-406a-8cbf-504d4a3bac15" providerId="ADAL" clId="{ECD42228-5B96-4A72-B268-C46DF994E6B7}" dt="2024-01-23T19:55:55.184" v="33106" actId="478"/>
          <ac:cxnSpMkLst>
            <pc:docMk/>
            <pc:sldMk cId="2196532392" sldId="871"/>
            <ac:cxnSpMk id="214" creationId="{E6BD88E6-5A9D-6589-5E84-BF54463B67C6}"/>
          </ac:cxnSpMkLst>
        </pc:cxnChg>
        <pc:cxnChg chg="add del mod">
          <ac:chgData name="Palit, Tapti" userId="dec6fbcd-7598-406a-8cbf-504d4a3bac15" providerId="ADAL" clId="{ECD42228-5B96-4A72-B268-C46DF994E6B7}" dt="2024-01-23T19:55:55.184" v="33106" actId="478"/>
          <ac:cxnSpMkLst>
            <pc:docMk/>
            <pc:sldMk cId="2196532392" sldId="871"/>
            <ac:cxnSpMk id="218" creationId="{86B5608F-38D2-60D9-44D7-9F9041BAC734}"/>
          </ac:cxnSpMkLst>
        </pc:cxnChg>
        <pc:cxnChg chg="add del mod">
          <ac:chgData name="Palit, Tapti" userId="dec6fbcd-7598-406a-8cbf-504d4a3bac15" providerId="ADAL" clId="{ECD42228-5B96-4A72-B268-C46DF994E6B7}" dt="2024-01-23T19:55:55.184" v="33106" actId="478"/>
          <ac:cxnSpMkLst>
            <pc:docMk/>
            <pc:sldMk cId="2196532392" sldId="871"/>
            <ac:cxnSpMk id="221" creationId="{FB43F597-9150-048C-DE7C-E80AFB87360E}"/>
          </ac:cxnSpMkLst>
        </pc:cxnChg>
        <pc:cxnChg chg="add del mod">
          <ac:chgData name="Palit, Tapti" userId="dec6fbcd-7598-406a-8cbf-504d4a3bac15" providerId="ADAL" clId="{ECD42228-5B96-4A72-B268-C46DF994E6B7}" dt="2024-01-23T19:55:55.184" v="33106" actId="478"/>
          <ac:cxnSpMkLst>
            <pc:docMk/>
            <pc:sldMk cId="2196532392" sldId="871"/>
            <ac:cxnSpMk id="301" creationId="{506DC1CD-DC57-F155-1202-49C3FCF847EE}"/>
          </ac:cxnSpMkLst>
        </pc:cxnChg>
        <pc:cxnChg chg="add del mod">
          <ac:chgData name="Palit, Tapti" userId="dec6fbcd-7598-406a-8cbf-504d4a3bac15" providerId="ADAL" clId="{ECD42228-5B96-4A72-B268-C46DF994E6B7}" dt="2024-01-23T19:55:55.184" v="33106" actId="478"/>
          <ac:cxnSpMkLst>
            <pc:docMk/>
            <pc:sldMk cId="2196532392" sldId="871"/>
            <ac:cxnSpMk id="304" creationId="{88B74D14-D235-62AC-DEEE-768E518A639D}"/>
          </ac:cxnSpMkLst>
        </pc:cxnChg>
        <pc:cxnChg chg="add del mod">
          <ac:chgData name="Palit, Tapti" userId="dec6fbcd-7598-406a-8cbf-504d4a3bac15" providerId="ADAL" clId="{ECD42228-5B96-4A72-B268-C46DF994E6B7}" dt="2024-01-23T19:55:55.184" v="33106" actId="478"/>
          <ac:cxnSpMkLst>
            <pc:docMk/>
            <pc:sldMk cId="2196532392" sldId="871"/>
            <ac:cxnSpMk id="310" creationId="{11D311CD-94F6-3C37-1CCF-3293848585FD}"/>
          </ac:cxnSpMkLst>
        </pc:cxnChg>
        <pc:cxnChg chg="add mod">
          <ac:chgData name="Palit, Tapti" userId="dec6fbcd-7598-406a-8cbf-504d4a3bac15" providerId="ADAL" clId="{ECD42228-5B96-4A72-B268-C46DF994E6B7}" dt="2024-01-23T19:51:58.068" v="33075"/>
          <ac:cxnSpMkLst>
            <pc:docMk/>
            <pc:sldMk cId="2196532392" sldId="871"/>
            <ac:cxnSpMk id="316" creationId="{F5E6A52F-E91B-89C5-97C7-E58CD70822C5}"/>
          </ac:cxnSpMkLst>
        </pc:cxnChg>
        <pc:cxnChg chg="add del mod">
          <ac:chgData name="Palit, Tapti" userId="dec6fbcd-7598-406a-8cbf-504d4a3bac15" providerId="ADAL" clId="{ECD42228-5B96-4A72-B268-C46DF994E6B7}" dt="2024-01-23T19:55:55.184" v="33106" actId="478"/>
          <ac:cxnSpMkLst>
            <pc:docMk/>
            <pc:sldMk cId="2196532392" sldId="871"/>
            <ac:cxnSpMk id="317" creationId="{1C839452-7057-1F44-F55A-7E23E5CE1E42}"/>
          </ac:cxnSpMkLst>
        </pc:cxnChg>
        <pc:cxnChg chg="add mod">
          <ac:chgData name="Palit, Tapti" userId="dec6fbcd-7598-406a-8cbf-504d4a3bac15" providerId="ADAL" clId="{ECD42228-5B96-4A72-B268-C46DF994E6B7}" dt="2024-01-23T19:58:07.882" v="33141" actId="14100"/>
          <ac:cxnSpMkLst>
            <pc:docMk/>
            <pc:sldMk cId="2196532392" sldId="871"/>
            <ac:cxnSpMk id="333" creationId="{12978B75-3836-6B37-524C-D6694FE840CE}"/>
          </ac:cxnSpMkLst>
        </pc:cxnChg>
        <pc:cxnChg chg="add mod">
          <ac:chgData name="Palit, Tapti" userId="dec6fbcd-7598-406a-8cbf-504d4a3bac15" providerId="ADAL" clId="{ECD42228-5B96-4A72-B268-C46DF994E6B7}" dt="2024-01-23T19:58:13.081" v="33144" actId="14100"/>
          <ac:cxnSpMkLst>
            <pc:docMk/>
            <pc:sldMk cId="2196532392" sldId="871"/>
            <ac:cxnSpMk id="336" creationId="{A2614C60-0184-4A22-2502-2FB36E7011F8}"/>
          </ac:cxnSpMkLst>
        </pc:cxnChg>
        <pc:cxnChg chg="add mod">
          <ac:chgData name="Palit, Tapti" userId="dec6fbcd-7598-406a-8cbf-504d4a3bac15" providerId="ADAL" clId="{ECD42228-5B96-4A72-B268-C46DF994E6B7}" dt="2024-01-23T19:58:22.506" v="33147" actId="14100"/>
          <ac:cxnSpMkLst>
            <pc:docMk/>
            <pc:sldMk cId="2196532392" sldId="871"/>
            <ac:cxnSpMk id="339" creationId="{0152FD3E-0853-2118-07D4-9342E0D19EB6}"/>
          </ac:cxnSpMkLst>
        </pc:cxnChg>
        <pc:cxnChg chg="add mod">
          <ac:chgData name="Palit, Tapti" userId="dec6fbcd-7598-406a-8cbf-504d4a3bac15" providerId="ADAL" clId="{ECD42228-5B96-4A72-B268-C46DF994E6B7}" dt="2024-01-23T19:58:35.099" v="33151" actId="14100"/>
          <ac:cxnSpMkLst>
            <pc:docMk/>
            <pc:sldMk cId="2196532392" sldId="871"/>
            <ac:cxnSpMk id="342" creationId="{F942B987-BEDA-41D8-FCAC-4EDE091C8B0E}"/>
          </ac:cxnSpMkLst>
        </pc:cxnChg>
        <pc:cxnChg chg="add mod">
          <ac:chgData name="Palit, Tapti" userId="dec6fbcd-7598-406a-8cbf-504d4a3bac15" providerId="ADAL" clId="{ECD42228-5B96-4A72-B268-C46DF994E6B7}" dt="2024-01-23T19:58:40.450" v="33154" actId="14100"/>
          <ac:cxnSpMkLst>
            <pc:docMk/>
            <pc:sldMk cId="2196532392" sldId="871"/>
            <ac:cxnSpMk id="345" creationId="{93A8852F-C419-687F-682E-6B3DA132B071}"/>
          </ac:cxnSpMkLst>
        </pc:cxnChg>
        <pc:cxnChg chg="add mod">
          <ac:chgData name="Palit, Tapti" userId="dec6fbcd-7598-406a-8cbf-504d4a3bac15" providerId="ADAL" clId="{ECD42228-5B96-4A72-B268-C46DF994E6B7}" dt="2024-01-23T19:58:44.610" v="33157" actId="14100"/>
          <ac:cxnSpMkLst>
            <pc:docMk/>
            <pc:sldMk cId="2196532392" sldId="871"/>
            <ac:cxnSpMk id="348" creationId="{E4543256-BA50-1BC3-7FDD-0D937041CBAD}"/>
          </ac:cxnSpMkLst>
        </pc:cxnChg>
        <pc:cxnChg chg="add mod">
          <ac:chgData name="Palit, Tapti" userId="dec6fbcd-7598-406a-8cbf-504d4a3bac15" providerId="ADAL" clId="{ECD42228-5B96-4A72-B268-C46DF994E6B7}" dt="2024-01-23T19:58:50.084" v="33160" actId="14100"/>
          <ac:cxnSpMkLst>
            <pc:docMk/>
            <pc:sldMk cId="2196532392" sldId="871"/>
            <ac:cxnSpMk id="351" creationId="{D6ED0205-15FC-DBA6-A7D6-5C80405D315E}"/>
          </ac:cxnSpMkLst>
        </pc:cxnChg>
        <pc:cxnChg chg="add del mod">
          <ac:chgData name="Palit, Tapti" userId="dec6fbcd-7598-406a-8cbf-504d4a3bac15" providerId="ADAL" clId="{ECD42228-5B96-4A72-B268-C46DF994E6B7}" dt="2024-01-23T19:58:59.183" v="33163" actId="478"/>
          <ac:cxnSpMkLst>
            <pc:docMk/>
            <pc:sldMk cId="2196532392" sldId="871"/>
            <ac:cxnSpMk id="354" creationId="{2C258694-6720-319F-DB09-C7C22B54D22D}"/>
          </ac:cxnSpMkLst>
        </pc:cxnChg>
        <pc:cxnChg chg="add del mod">
          <ac:chgData name="Palit, Tapti" userId="dec6fbcd-7598-406a-8cbf-504d4a3bac15" providerId="ADAL" clId="{ECD42228-5B96-4A72-B268-C46DF994E6B7}" dt="2024-01-23T20:08:13.953" v="33287" actId="21"/>
          <ac:cxnSpMkLst>
            <pc:docMk/>
            <pc:sldMk cId="2196532392" sldId="871"/>
            <ac:cxnSpMk id="356" creationId="{7D7A0695-15EC-8841-3632-AD71C5649FE5}"/>
          </ac:cxnSpMkLst>
        </pc:cxnChg>
        <pc:cxnChg chg="add del mod">
          <ac:chgData name="Palit, Tapti" userId="dec6fbcd-7598-406a-8cbf-504d4a3bac15" providerId="ADAL" clId="{ECD42228-5B96-4A72-B268-C46DF994E6B7}" dt="2024-01-23T20:08:13.953" v="33287" actId="21"/>
          <ac:cxnSpMkLst>
            <pc:docMk/>
            <pc:sldMk cId="2196532392" sldId="871"/>
            <ac:cxnSpMk id="359" creationId="{129A9EFB-DBB0-9C6B-F109-2A731D17FEA9}"/>
          </ac:cxnSpMkLst>
        </pc:cxnChg>
        <pc:cxnChg chg="add del mod">
          <ac:chgData name="Palit, Tapti" userId="dec6fbcd-7598-406a-8cbf-504d4a3bac15" providerId="ADAL" clId="{ECD42228-5B96-4A72-B268-C46DF994E6B7}" dt="2024-01-23T20:08:13.953" v="33287" actId="21"/>
          <ac:cxnSpMkLst>
            <pc:docMk/>
            <pc:sldMk cId="2196532392" sldId="871"/>
            <ac:cxnSpMk id="362" creationId="{2A8DCB66-1AB1-7C0F-FF2E-8823A63BC0A5}"/>
          </ac:cxnSpMkLst>
        </pc:cxnChg>
        <pc:cxnChg chg="add del mod">
          <ac:chgData name="Palit, Tapti" userId="dec6fbcd-7598-406a-8cbf-504d4a3bac15" providerId="ADAL" clId="{ECD42228-5B96-4A72-B268-C46DF994E6B7}" dt="2024-01-23T20:08:13.953" v="33287" actId="21"/>
          <ac:cxnSpMkLst>
            <pc:docMk/>
            <pc:sldMk cId="2196532392" sldId="871"/>
            <ac:cxnSpMk id="365" creationId="{CD233F9D-9625-2E4B-2073-70E9239E4EF8}"/>
          </ac:cxnSpMkLst>
        </pc:cxnChg>
        <pc:cxnChg chg="add del mod">
          <ac:chgData name="Palit, Tapti" userId="dec6fbcd-7598-406a-8cbf-504d4a3bac15" providerId="ADAL" clId="{ECD42228-5B96-4A72-B268-C46DF994E6B7}" dt="2024-01-23T20:08:13.953" v="33287" actId="21"/>
          <ac:cxnSpMkLst>
            <pc:docMk/>
            <pc:sldMk cId="2196532392" sldId="871"/>
            <ac:cxnSpMk id="369" creationId="{39FF2DA0-EBBE-0DF7-B8F2-9A3F42DDA3C5}"/>
          </ac:cxnSpMkLst>
        </pc:cxnChg>
        <pc:cxnChg chg="add del mod">
          <ac:chgData name="Palit, Tapti" userId="dec6fbcd-7598-406a-8cbf-504d4a3bac15" providerId="ADAL" clId="{ECD42228-5B96-4A72-B268-C46DF994E6B7}" dt="2024-01-23T20:08:13.953" v="33287" actId="21"/>
          <ac:cxnSpMkLst>
            <pc:docMk/>
            <pc:sldMk cId="2196532392" sldId="871"/>
            <ac:cxnSpMk id="372" creationId="{E8A7DBD7-1ED8-8E63-AC93-2304460736F9}"/>
          </ac:cxnSpMkLst>
        </pc:cxnChg>
        <pc:cxnChg chg="add del mod">
          <ac:chgData name="Palit, Tapti" userId="dec6fbcd-7598-406a-8cbf-504d4a3bac15" providerId="ADAL" clId="{ECD42228-5B96-4A72-B268-C46DF994E6B7}" dt="2024-01-23T20:08:13.953" v="33287" actId="21"/>
          <ac:cxnSpMkLst>
            <pc:docMk/>
            <pc:sldMk cId="2196532392" sldId="871"/>
            <ac:cxnSpMk id="376" creationId="{59238C89-7739-0AC6-AF73-FD57ECADCA38}"/>
          </ac:cxnSpMkLst>
        </pc:cxnChg>
        <pc:cxnChg chg="add del mod">
          <ac:chgData name="Palit, Tapti" userId="dec6fbcd-7598-406a-8cbf-504d4a3bac15" providerId="ADAL" clId="{ECD42228-5B96-4A72-B268-C46DF994E6B7}" dt="2024-01-23T20:08:13.953" v="33287" actId="21"/>
          <ac:cxnSpMkLst>
            <pc:docMk/>
            <pc:sldMk cId="2196532392" sldId="871"/>
            <ac:cxnSpMk id="379" creationId="{698EAC26-E655-3017-B3E0-1D104CDAD401}"/>
          </ac:cxnSpMkLst>
        </pc:cxnChg>
        <pc:cxnChg chg="add del mod">
          <ac:chgData name="Palit, Tapti" userId="dec6fbcd-7598-406a-8cbf-504d4a3bac15" providerId="ADAL" clId="{ECD42228-5B96-4A72-B268-C46DF994E6B7}" dt="2024-01-23T20:08:13.953" v="33287" actId="21"/>
          <ac:cxnSpMkLst>
            <pc:docMk/>
            <pc:sldMk cId="2196532392" sldId="871"/>
            <ac:cxnSpMk id="382" creationId="{EB50346A-F7EA-C08B-E4DA-D1A1922FB98F}"/>
          </ac:cxnSpMkLst>
        </pc:cxnChg>
        <pc:cxnChg chg="add del mod">
          <ac:chgData name="Palit, Tapti" userId="dec6fbcd-7598-406a-8cbf-504d4a3bac15" providerId="ADAL" clId="{ECD42228-5B96-4A72-B268-C46DF994E6B7}" dt="2024-01-23T20:08:13.953" v="33287" actId="21"/>
          <ac:cxnSpMkLst>
            <pc:docMk/>
            <pc:sldMk cId="2196532392" sldId="871"/>
            <ac:cxnSpMk id="385" creationId="{1EFCB220-2EB8-22B9-7CB7-D4E312CF3246}"/>
          </ac:cxnSpMkLst>
        </pc:cxnChg>
        <pc:cxnChg chg="add mod">
          <ac:chgData name="Palit, Tapti" userId="dec6fbcd-7598-406a-8cbf-504d4a3bac15" providerId="ADAL" clId="{ECD42228-5B96-4A72-B268-C46DF994E6B7}" dt="2024-01-23T20:07:24.726" v="33285" actId="692"/>
          <ac:cxnSpMkLst>
            <pc:docMk/>
            <pc:sldMk cId="2196532392" sldId="871"/>
            <ac:cxnSpMk id="388" creationId="{DE924A48-EA8E-F11A-2424-C808FE0B1FB1}"/>
          </ac:cxnSpMkLst>
        </pc:cxnChg>
        <pc:cxnChg chg="add mod">
          <ac:chgData name="Palit, Tapti" userId="dec6fbcd-7598-406a-8cbf-504d4a3bac15" providerId="ADAL" clId="{ECD42228-5B96-4A72-B268-C46DF994E6B7}" dt="2024-01-23T20:15:09.543" v="33336" actId="14100"/>
          <ac:cxnSpMkLst>
            <pc:docMk/>
            <pc:sldMk cId="2196532392" sldId="871"/>
            <ac:cxnSpMk id="393" creationId="{6290A0C9-A148-CD72-51A7-135ADB7E4291}"/>
          </ac:cxnSpMkLst>
        </pc:cxnChg>
        <pc:cxnChg chg="add mod">
          <ac:chgData name="Palit, Tapti" userId="dec6fbcd-7598-406a-8cbf-504d4a3bac15" providerId="ADAL" clId="{ECD42228-5B96-4A72-B268-C46DF994E6B7}" dt="2024-01-23T20:15:39.557" v="33340" actId="14100"/>
          <ac:cxnSpMkLst>
            <pc:docMk/>
            <pc:sldMk cId="2196532392" sldId="871"/>
            <ac:cxnSpMk id="396" creationId="{0CCBCC26-0390-513F-A956-133DFF966D8C}"/>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2T20:11:40.591" v="8422"/>
              <pc2:cmMkLst xmlns:pc2="http://schemas.microsoft.com/office/powerpoint/2019/9/main/command">
                <pc:docMk/>
                <pc:sldMk cId="2196532392" sldId="871"/>
                <pc2:cmMk id="{ED22A603-CB3D-4A63-A3B8-717297DB7B6D}"/>
              </pc2:cmMkLst>
            </pc226:cmChg>
          </p:ext>
        </pc:extLst>
      </pc:sldChg>
      <pc:sldChg chg="addSp delSp modSp add del mod modClrScheme delAnim modShow addCm chgLayout">
        <pc:chgData name="Palit, Tapti" userId="dec6fbcd-7598-406a-8cbf-504d4a3bac15" providerId="ADAL" clId="{ECD42228-5B96-4A72-B268-C46DF994E6B7}" dt="2024-01-16T01:30:08.294" v="4577" actId="207"/>
        <pc:sldMkLst>
          <pc:docMk/>
          <pc:sldMk cId="2344574295" sldId="871"/>
        </pc:sldMkLst>
        <pc:spChg chg="mod ord">
          <ac:chgData name="Palit, Tapti" userId="dec6fbcd-7598-406a-8cbf-504d4a3bac15" providerId="ADAL" clId="{ECD42228-5B96-4A72-B268-C46DF994E6B7}" dt="2024-01-14T19:24:11.600" v="430" actId="700"/>
          <ac:spMkLst>
            <pc:docMk/>
            <pc:sldMk cId="2344574295" sldId="871"/>
            <ac:spMk id="2" creationId="{1270CB34-283C-312C-1268-F346DA3C3FD4}"/>
          </ac:spMkLst>
        </pc:spChg>
        <pc:spChg chg="del mod ord">
          <ac:chgData name="Palit, Tapti" userId="dec6fbcd-7598-406a-8cbf-504d4a3bac15" providerId="ADAL" clId="{ECD42228-5B96-4A72-B268-C46DF994E6B7}" dt="2024-01-14T19:24:22.474" v="436" actId="478"/>
          <ac:spMkLst>
            <pc:docMk/>
            <pc:sldMk cId="2344574295" sldId="871"/>
            <ac:spMk id="3" creationId="{61A11287-50C5-EE15-BCAE-7C2C74A30506}"/>
          </ac:spMkLst>
        </pc:spChg>
        <pc:spChg chg="mod ord">
          <ac:chgData name="Palit, Tapti" userId="dec6fbcd-7598-406a-8cbf-504d4a3bac15" providerId="ADAL" clId="{ECD42228-5B96-4A72-B268-C46DF994E6B7}" dt="2024-01-14T19:24:11.600" v="430" actId="700"/>
          <ac:spMkLst>
            <pc:docMk/>
            <pc:sldMk cId="2344574295" sldId="871"/>
            <ac:spMk id="4" creationId="{B10DDEA6-46DD-7CD1-42EB-F2724E96300A}"/>
          </ac:spMkLst>
        </pc:spChg>
        <pc:spChg chg="mod">
          <ac:chgData name="Palit, Tapti" userId="dec6fbcd-7598-406a-8cbf-504d4a3bac15" providerId="ADAL" clId="{ECD42228-5B96-4A72-B268-C46DF994E6B7}" dt="2024-01-14T20:41:54.318" v="1172" actId="6549"/>
          <ac:spMkLst>
            <pc:docMk/>
            <pc:sldMk cId="2344574295" sldId="871"/>
            <ac:spMk id="5" creationId="{11B7E19C-BD72-E756-C643-1284FD9786F5}"/>
          </ac:spMkLst>
        </pc:spChg>
        <pc:spChg chg="mod">
          <ac:chgData name="Palit, Tapti" userId="dec6fbcd-7598-406a-8cbf-504d4a3bac15" providerId="ADAL" clId="{ECD42228-5B96-4A72-B268-C46DF994E6B7}" dt="2024-01-16T01:30:08.294" v="4577" actId="207"/>
          <ac:spMkLst>
            <pc:docMk/>
            <pc:sldMk cId="2344574295" sldId="871"/>
            <ac:spMk id="12" creationId="{33D4592E-6A33-46B1-759F-3AE51A1F9A36}"/>
          </ac:spMkLst>
        </pc:spChg>
        <pc:spChg chg="del mod">
          <ac:chgData name="Palit, Tapti" userId="dec6fbcd-7598-406a-8cbf-504d4a3bac15" providerId="ADAL" clId="{ECD42228-5B96-4A72-B268-C46DF994E6B7}" dt="2024-01-14T23:43:22.148" v="3716" actId="478"/>
          <ac:spMkLst>
            <pc:docMk/>
            <pc:sldMk cId="2344574295" sldId="871"/>
            <ac:spMk id="14" creationId="{8173F745-0C09-3A2B-72B1-23BA494E3CBA}"/>
          </ac:spMkLst>
        </pc:spChg>
        <pc:spChg chg="add del mod ord">
          <ac:chgData name="Palit, Tapti" userId="dec6fbcd-7598-406a-8cbf-504d4a3bac15" providerId="ADAL" clId="{ECD42228-5B96-4A72-B268-C46DF994E6B7}" dt="2024-01-14T19:18:49.734" v="374" actId="700"/>
          <ac:spMkLst>
            <pc:docMk/>
            <pc:sldMk cId="2344574295" sldId="871"/>
            <ac:spMk id="15" creationId="{85C3E24F-C621-3217-E549-E3752414A9D7}"/>
          </ac:spMkLst>
        </pc:spChg>
        <pc:spChg chg="add mod ord">
          <ac:chgData name="Palit, Tapti" userId="dec6fbcd-7598-406a-8cbf-504d4a3bac15" providerId="ADAL" clId="{ECD42228-5B96-4A72-B268-C46DF994E6B7}" dt="2024-01-14T19:24:20.202" v="435" actId="20577"/>
          <ac:spMkLst>
            <pc:docMk/>
            <pc:sldMk cId="2344574295" sldId="871"/>
            <ac:spMk id="16" creationId="{FB7CC96E-0816-CC66-414D-395EF1708D53}"/>
          </ac:spMkLst>
        </pc:spChg>
        <pc:spChg chg="mod">
          <ac:chgData name="Palit, Tapti" userId="dec6fbcd-7598-406a-8cbf-504d4a3bac15" providerId="ADAL" clId="{ECD42228-5B96-4A72-B268-C46DF994E6B7}" dt="2024-01-16T01:30:08.294" v="4577" actId="207"/>
          <ac:spMkLst>
            <pc:docMk/>
            <pc:sldMk cId="2344574295" sldId="871"/>
            <ac:spMk id="19" creationId="{11F3A58B-0A0F-3813-8194-E2D2AD55E2B4}"/>
          </ac:spMkLst>
        </pc:spChg>
        <pc:cxnChg chg="add mod">
          <ac:chgData name="Palit, Tapti" userId="dec6fbcd-7598-406a-8cbf-504d4a3bac15" providerId="ADAL" clId="{ECD42228-5B96-4A72-B268-C46DF994E6B7}" dt="2024-01-14T23:43:27.836" v="3719" actId="14100"/>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43:12.368" v="1175"/>
              <pc2:cmMkLst xmlns:pc2="http://schemas.microsoft.com/office/powerpoint/2019/9/main/command">
                <pc:docMk/>
                <pc:sldMk cId="2344574295" sldId="871"/>
                <pc2:cmMk id="{0BC5FF2B-B398-4AB2-B9EB-CC96E52BAE5B}"/>
              </pc2:cmMkLst>
            </pc226:cmChg>
          </p:ext>
        </pc:extLst>
      </pc:sldChg>
      <pc:sldChg chg="add del mod modShow">
        <pc:chgData name="Palit, Tapti" userId="dec6fbcd-7598-406a-8cbf-504d4a3bac15" providerId="ADAL" clId="{ECD42228-5B96-4A72-B268-C46DF994E6B7}" dt="2024-01-28T03:44:01.241" v="67437" actId="47"/>
        <pc:sldMkLst>
          <pc:docMk/>
          <pc:sldMk cId="336385513" sldId="872"/>
        </pc:sldMkLst>
      </pc:sldChg>
      <pc:sldChg chg="addSp delSp modSp new del mod modClrScheme delAnim modAnim chgLayout modNotesTx">
        <pc:chgData name="Palit, Tapti" userId="dec6fbcd-7598-406a-8cbf-504d4a3bac15" providerId="ADAL" clId="{ECD42228-5B96-4A72-B268-C46DF994E6B7}" dt="2024-01-23T19:45:14.107" v="33068" actId="2696"/>
        <pc:sldMkLst>
          <pc:docMk/>
          <pc:sldMk cId="2408660723" sldId="872"/>
        </pc:sldMkLst>
        <pc:spChg chg="del">
          <ac:chgData name="Palit, Tapti" userId="dec6fbcd-7598-406a-8cbf-504d4a3bac15" providerId="ADAL" clId="{ECD42228-5B96-4A72-B268-C46DF994E6B7}" dt="2024-01-22T20:29:03.296" v="8549" actId="700"/>
          <ac:spMkLst>
            <pc:docMk/>
            <pc:sldMk cId="2408660723" sldId="872"/>
            <ac:spMk id="2" creationId="{929F9243-DAC5-C974-6101-7DB9D02CF566}"/>
          </ac:spMkLst>
        </pc:spChg>
        <pc:spChg chg="del mod ord">
          <ac:chgData name="Palit, Tapti" userId="dec6fbcd-7598-406a-8cbf-504d4a3bac15" providerId="ADAL" clId="{ECD42228-5B96-4A72-B268-C46DF994E6B7}" dt="2024-01-22T20:29:03.296" v="8549" actId="700"/>
          <ac:spMkLst>
            <pc:docMk/>
            <pc:sldMk cId="2408660723" sldId="872"/>
            <ac:spMk id="3" creationId="{B41F27A3-6DE7-38E5-6FE9-24B5954957AC}"/>
          </ac:spMkLst>
        </pc:spChg>
        <pc:spChg chg="mod ord">
          <ac:chgData name="Palit, Tapti" userId="dec6fbcd-7598-406a-8cbf-504d4a3bac15" providerId="ADAL" clId="{ECD42228-5B96-4A72-B268-C46DF994E6B7}" dt="2024-01-22T20:33:15.559" v="8593" actId="700"/>
          <ac:spMkLst>
            <pc:docMk/>
            <pc:sldMk cId="2408660723" sldId="872"/>
            <ac:spMk id="4" creationId="{4AF56D6F-CF7C-6FFE-AE4C-5E5F1A734C59}"/>
          </ac:spMkLst>
        </pc:spChg>
        <pc:spChg chg="del">
          <ac:chgData name="Palit, Tapti" userId="dec6fbcd-7598-406a-8cbf-504d4a3bac15" providerId="ADAL" clId="{ECD42228-5B96-4A72-B268-C46DF994E6B7}" dt="2024-01-22T20:29:03.296" v="8549" actId="700"/>
          <ac:spMkLst>
            <pc:docMk/>
            <pc:sldMk cId="2408660723" sldId="872"/>
            <ac:spMk id="5" creationId="{0F973A11-7009-C9CA-E060-A48D69D8064B}"/>
          </ac:spMkLst>
        </pc:spChg>
        <pc:spChg chg="del mod ord">
          <ac:chgData name="Palit, Tapti" userId="dec6fbcd-7598-406a-8cbf-504d4a3bac15" providerId="ADAL" clId="{ECD42228-5B96-4A72-B268-C46DF994E6B7}" dt="2024-01-22T20:29:03.296" v="8549" actId="700"/>
          <ac:spMkLst>
            <pc:docMk/>
            <pc:sldMk cId="2408660723" sldId="872"/>
            <ac:spMk id="6" creationId="{9B62DFB3-DF0A-0A80-031B-D4706B8C2C78}"/>
          </ac:spMkLst>
        </pc:spChg>
        <pc:spChg chg="add del mod ord">
          <ac:chgData name="Palit, Tapti" userId="dec6fbcd-7598-406a-8cbf-504d4a3bac15" providerId="ADAL" clId="{ECD42228-5B96-4A72-B268-C46DF994E6B7}" dt="2024-01-22T20:29:07.691" v="8550" actId="700"/>
          <ac:spMkLst>
            <pc:docMk/>
            <pc:sldMk cId="2408660723" sldId="872"/>
            <ac:spMk id="7" creationId="{484E82B5-351D-A44B-D339-6194F3D860BC}"/>
          </ac:spMkLst>
        </pc:spChg>
        <pc:spChg chg="add del mod ord">
          <ac:chgData name="Palit, Tapti" userId="dec6fbcd-7598-406a-8cbf-504d4a3bac15" providerId="ADAL" clId="{ECD42228-5B96-4A72-B268-C46DF994E6B7}" dt="2024-01-22T20:29:07.691" v="8550" actId="700"/>
          <ac:spMkLst>
            <pc:docMk/>
            <pc:sldMk cId="2408660723" sldId="872"/>
            <ac:spMk id="8" creationId="{DCAC7AD3-DF2F-9C19-51E9-0245147FFCEB}"/>
          </ac:spMkLst>
        </pc:spChg>
        <pc:spChg chg="add mod ord">
          <ac:chgData name="Palit, Tapti" userId="dec6fbcd-7598-406a-8cbf-504d4a3bac15" providerId="ADAL" clId="{ECD42228-5B96-4A72-B268-C46DF994E6B7}" dt="2024-01-22T20:33:15.559" v="8593" actId="700"/>
          <ac:spMkLst>
            <pc:docMk/>
            <pc:sldMk cId="2408660723" sldId="872"/>
            <ac:spMk id="9" creationId="{45652F43-CCAC-D15B-5263-666344C4142E}"/>
          </ac:spMkLst>
        </pc:spChg>
        <pc:spChg chg="add del mod ord">
          <ac:chgData name="Palit, Tapti" userId="dec6fbcd-7598-406a-8cbf-504d4a3bac15" providerId="ADAL" clId="{ECD42228-5B96-4A72-B268-C46DF994E6B7}" dt="2024-01-22T20:33:10.016" v="8592" actId="700"/>
          <ac:spMkLst>
            <pc:docMk/>
            <pc:sldMk cId="2408660723" sldId="872"/>
            <ac:spMk id="10" creationId="{A9749985-92CD-5FE0-A77B-A61EA0697B32}"/>
          </ac:spMkLst>
        </pc:spChg>
        <pc:spChg chg="add del mod ord">
          <ac:chgData name="Palit, Tapti" userId="dec6fbcd-7598-406a-8cbf-504d4a3bac15" providerId="ADAL" clId="{ECD42228-5B96-4A72-B268-C46DF994E6B7}" dt="2024-01-22T20:33:10.016" v="8592" actId="700"/>
          <ac:spMkLst>
            <pc:docMk/>
            <pc:sldMk cId="2408660723" sldId="872"/>
            <ac:spMk id="11" creationId="{92D24A2A-6A45-DD11-9204-A944E1F5DD84}"/>
          </ac:spMkLst>
        </pc:spChg>
        <pc:spChg chg="add mod">
          <ac:chgData name="Palit, Tapti" userId="dec6fbcd-7598-406a-8cbf-504d4a3bac15" providerId="ADAL" clId="{ECD42228-5B96-4A72-B268-C46DF994E6B7}" dt="2024-01-23T17:11:38.380" v="32741" actId="20577"/>
          <ac:spMkLst>
            <pc:docMk/>
            <pc:sldMk cId="2408660723" sldId="872"/>
            <ac:spMk id="12" creationId="{428921C8-2D68-030B-6014-906ABC828331}"/>
          </ac:spMkLst>
        </pc:spChg>
        <pc:spChg chg="add del mod ord">
          <ac:chgData name="Palit, Tapti" userId="dec6fbcd-7598-406a-8cbf-504d4a3bac15" providerId="ADAL" clId="{ECD42228-5B96-4A72-B268-C46DF994E6B7}" dt="2024-01-22T20:33:15.559" v="8593" actId="700"/>
          <ac:spMkLst>
            <pc:docMk/>
            <pc:sldMk cId="2408660723" sldId="872"/>
            <ac:spMk id="13" creationId="{A56711CB-C847-79F2-BE31-3052EF6E232A}"/>
          </ac:spMkLst>
        </pc:spChg>
        <pc:spChg chg="add del mod ord">
          <ac:chgData name="Palit, Tapti" userId="dec6fbcd-7598-406a-8cbf-504d4a3bac15" providerId="ADAL" clId="{ECD42228-5B96-4A72-B268-C46DF994E6B7}" dt="2024-01-22T20:33:15.559" v="8593" actId="700"/>
          <ac:spMkLst>
            <pc:docMk/>
            <pc:sldMk cId="2408660723" sldId="872"/>
            <ac:spMk id="14" creationId="{DCC45089-E20D-0D9C-82CC-1BF25C2B4056}"/>
          </ac:spMkLst>
        </pc:spChg>
        <pc:spChg chg="add del mod ord">
          <ac:chgData name="Palit, Tapti" userId="dec6fbcd-7598-406a-8cbf-504d4a3bac15" providerId="ADAL" clId="{ECD42228-5B96-4A72-B268-C46DF994E6B7}" dt="2024-01-22T20:33:59.819" v="8596" actId="478"/>
          <ac:spMkLst>
            <pc:docMk/>
            <pc:sldMk cId="2408660723" sldId="872"/>
            <ac:spMk id="15" creationId="{8A6324A2-DB80-F595-DDDA-1FBE5393BAB1}"/>
          </ac:spMkLst>
        </pc:spChg>
        <pc:spChg chg="add del mod ord">
          <ac:chgData name="Palit, Tapti" userId="dec6fbcd-7598-406a-8cbf-504d4a3bac15" providerId="ADAL" clId="{ECD42228-5B96-4A72-B268-C46DF994E6B7}" dt="2024-01-22T20:33:54.259" v="8595" actId="478"/>
          <ac:spMkLst>
            <pc:docMk/>
            <pc:sldMk cId="2408660723" sldId="872"/>
            <ac:spMk id="16" creationId="{D280344B-6922-75C5-D6ED-97B1D3573CAF}"/>
          </ac:spMkLst>
        </pc:spChg>
        <pc:spChg chg="add mod ord">
          <ac:chgData name="Palit, Tapti" userId="dec6fbcd-7598-406a-8cbf-504d4a3bac15" providerId="ADAL" clId="{ECD42228-5B96-4A72-B268-C46DF994E6B7}" dt="2024-01-22T20:33:15.559" v="8593" actId="700"/>
          <ac:spMkLst>
            <pc:docMk/>
            <pc:sldMk cId="2408660723" sldId="872"/>
            <ac:spMk id="17" creationId="{77CCE3BF-FBC5-B5AE-BB47-7385EB9AEA73}"/>
          </ac:spMkLst>
        </pc:spChg>
        <pc:spChg chg="add del mod">
          <ac:chgData name="Palit, Tapti" userId="dec6fbcd-7598-406a-8cbf-504d4a3bac15" providerId="ADAL" clId="{ECD42228-5B96-4A72-B268-C46DF994E6B7}" dt="2024-01-22T21:34:14.681" v="9529" actId="478"/>
          <ac:spMkLst>
            <pc:docMk/>
            <pc:sldMk cId="2408660723" sldId="872"/>
            <ac:spMk id="18" creationId="{803F1E5C-7ED6-0A7F-4A25-F75A703D0CEA}"/>
          </ac:spMkLst>
        </pc:spChg>
        <pc:spChg chg="add del mod">
          <ac:chgData name="Palit, Tapti" userId="dec6fbcd-7598-406a-8cbf-504d4a3bac15" providerId="ADAL" clId="{ECD42228-5B96-4A72-B268-C46DF994E6B7}" dt="2024-01-22T21:34:14.681" v="9529" actId="478"/>
          <ac:spMkLst>
            <pc:docMk/>
            <pc:sldMk cId="2408660723" sldId="872"/>
            <ac:spMk id="19" creationId="{E69E200F-25D4-3BA3-06A4-AFAE8ABA710B}"/>
          </ac:spMkLst>
        </pc:spChg>
        <pc:spChg chg="add del mod">
          <ac:chgData name="Palit, Tapti" userId="dec6fbcd-7598-406a-8cbf-504d4a3bac15" providerId="ADAL" clId="{ECD42228-5B96-4A72-B268-C46DF994E6B7}" dt="2024-01-22T21:23:28.821" v="9409" actId="478"/>
          <ac:spMkLst>
            <pc:docMk/>
            <pc:sldMk cId="2408660723" sldId="872"/>
            <ac:spMk id="20" creationId="{F2AB0D3E-D542-6C19-2F99-BC9F7A1F40B7}"/>
          </ac:spMkLst>
        </pc:spChg>
        <pc:spChg chg="add del mod">
          <ac:chgData name="Palit, Tapti" userId="dec6fbcd-7598-406a-8cbf-504d4a3bac15" providerId="ADAL" clId="{ECD42228-5B96-4A72-B268-C46DF994E6B7}" dt="2024-01-22T21:23:43.963" v="9413" actId="478"/>
          <ac:spMkLst>
            <pc:docMk/>
            <pc:sldMk cId="2408660723" sldId="872"/>
            <ac:spMk id="21" creationId="{F0154DE9-D3DE-E831-1E59-EA6691499F9C}"/>
          </ac:spMkLst>
        </pc:spChg>
        <pc:spChg chg="add del mod">
          <ac:chgData name="Palit, Tapti" userId="dec6fbcd-7598-406a-8cbf-504d4a3bac15" providerId="ADAL" clId="{ECD42228-5B96-4A72-B268-C46DF994E6B7}" dt="2024-01-22T21:23:43.963" v="9413" actId="478"/>
          <ac:spMkLst>
            <pc:docMk/>
            <pc:sldMk cId="2408660723" sldId="872"/>
            <ac:spMk id="22" creationId="{E2003695-BA8A-8051-1DA8-040567F3B564}"/>
          </ac:spMkLst>
        </pc:spChg>
        <pc:spChg chg="add del mod">
          <ac:chgData name="Palit, Tapti" userId="dec6fbcd-7598-406a-8cbf-504d4a3bac15" providerId="ADAL" clId="{ECD42228-5B96-4A72-B268-C46DF994E6B7}" dt="2024-01-22T21:23:43.963" v="9413" actId="478"/>
          <ac:spMkLst>
            <pc:docMk/>
            <pc:sldMk cId="2408660723" sldId="872"/>
            <ac:spMk id="23" creationId="{136CF436-0443-4B26-B137-89C2A83DA4EF}"/>
          </ac:spMkLst>
        </pc:spChg>
        <pc:spChg chg="add del mod">
          <ac:chgData name="Palit, Tapti" userId="dec6fbcd-7598-406a-8cbf-504d4a3bac15" providerId="ADAL" clId="{ECD42228-5B96-4A72-B268-C46DF994E6B7}" dt="2024-01-22T21:01:26.855" v="8882" actId="478"/>
          <ac:spMkLst>
            <pc:docMk/>
            <pc:sldMk cId="2408660723" sldId="872"/>
            <ac:spMk id="24" creationId="{D0B3E67B-E684-F9C8-38F9-7B331AD41C2F}"/>
          </ac:spMkLst>
        </pc:spChg>
        <pc:spChg chg="add mod">
          <ac:chgData name="Palit, Tapti" userId="dec6fbcd-7598-406a-8cbf-504d4a3bac15" providerId="ADAL" clId="{ECD42228-5B96-4A72-B268-C46DF994E6B7}" dt="2024-01-22T20:37:07.896" v="8647"/>
          <ac:spMkLst>
            <pc:docMk/>
            <pc:sldMk cId="2408660723" sldId="872"/>
            <ac:spMk id="25" creationId="{598C9D5C-3E58-EFCE-B2D5-FF76237AF5A3}"/>
          </ac:spMkLst>
        </pc:spChg>
        <pc:spChg chg="add del mod">
          <ac:chgData name="Palit, Tapti" userId="dec6fbcd-7598-406a-8cbf-504d4a3bac15" providerId="ADAL" clId="{ECD42228-5B96-4A72-B268-C46DF994E6B7}" dt="2024-01-22T20:38:34.552" v="8665" actId="478"/>
          <ac:spMkLst>
            <pc:docMk/>
            <pc:sldMk cId="2408660723" sldId="872"/>
            <ac:spMk id="26" creationId="{26B155C7-B1BC-7E36-C2C6-0A9A86EA4E53}"/>
          </ac:spMkLst>
        </pc:spChg>
        <pc:spChg chg="add del mod">
          <ac:chgData name="Palit, Tapti" userId="dec6fbcd-7598-406a-8cbf-504d4a3bac15" providerId="ADAL" clId="{ECD42228-5B96-4A72-B268-C46DF994E6B7}" dt="2024-01-22T21:23:28.821" v="9409" actId="478"/>
          <ac:spMkLst>
            <pc:docMk/>
            <pc:sldMk cId="2408660723" sldId="872"/>
            <ac:spMk id="27" creationId="{BE5A3C25-C7B5-3FF9-6B24-BB807DF983F5}"/>
          </ac:spMkLst>
        </pc:spChg>
        <pc:spChg chg="add del mod">
          <ac:chgData name="Palit, Tapti" userId="dec6fbcd-7598-406a-8cbf-504d4a3bac15" providerId="ADAL" clId="{ECD42228-5B96-4A72-B268-C46DF994E6B7}" dt="2024-01-22T21:23:43.963" v="9413" actId="478"/>
          <ac:spMkLst>
            <pc:docMk/>
            <pc:sldMk cId="2408660723" sldId="872"/>
            <ac:spMk id="28" creationId="{E31AC298-2095-CEC7-0658-06606C6DD97B}"/>
          </ac:spMkLst>
        </pc:spChg>
        <pc:spChg chg="add del mod">
          <ac:chgData name="Palit, Tapti" userId="dec6fbcd-7598-406a-8cbf-504d4a3bac15" providerId="ADAL" clId="{ECD42228-5B96-4A72-B268-C46DF994E6B7}" dt="2024-01-22T21:23:43.963" v="9413" actId="478"/>
          <ac:spMkLst>
            <pc:docMk/>
            <pc:sldMk cId="2408660723" sldId="872"/>
            <ac:spMk id="29" creationId="{D922EA03-8260-4D45-69B9-69A89A68D141}"/>
          </ac:spMkLst>
        </pc:spChg>
        <pc:spChg chg="add del mod">
          <ac:chgData name="Palit, Tapti" userId="dec6fbcd-7598-406a-8cbf-504d4a3bac15" providerId="ADAL" clId="{ECD42228-5B96-4A72-B268-C46DF994E6B7}" dt="2024-01-22T21:23:43.963" v="9413" actId="478"/>
          <ac:spMkLst>
            <pc:docMk/>
            <pc:sldMk cId="2408660723" sldId="872"/>
            <ac:spMk id="30" creationId="{7A61ABD9-B2E8-3E48-0D0C-1034D2B88D4C}"/>
          </ac:spMkLst>
        </pc:spChg>
        <pc:spChg chg="add del mod">
          <ac:chgData name="Palit, Tapti" userId="dec6fbcd-7598-406a-8cbf-504d4a3bac15" providerId="ADAL" clId="{ECD42228-5B96-4A72-B268-C46DF994E6B7}" dt="2024-01-22T21:23:28.821" v="9409" actId="478"/>
          <ac:spMkLst>
            <pc:docMk/>
            <pc:sldMk cId="2408660723" sldId="872"/>
            <ac:spMk id="37" creationId="{ABB2EDF6-AF8D-41E4-BE59-C9E6F00E552D}"/>
          </ac:spMkLst>
        </pc:spChg>
        <pc:spChg chg="add del mod">
          <ac:chgData name="Palit, Tapti" userId="dec6fbcd-7598-406a-8cbf-504d4a3bac15" providerId="ADAL" clId="{ECD42228-5B96-4A72-B268-C46DF994E6B7}" dt="2024-01-22T21:23:31.598" v="9410" actId="478"/>
          <ac:spMkLst>
            <pc:docMk/>
            <pc:sldMk cId="2408660723" sldId="872"/>
            <ac:spMk id="38" creationId="{9E7FF2BF-76EF-F67E-CB86-3020B296EAB9}"/>
          </ac:spMkLst>
        </pc:spChg>
        <pc:spChg chg="add del mod">
          <ac:chgData name="Palit, Tapti" userId="dec6fbcd-7598-406a-8cbf-504d4a3bac15" providerId="ADAL" clId="{ECD42228-5B96-4A72-B268-C46DF994E6B7}" dt="2024-01-22T21:23:43.963" v="9413" actId="478"/>
          <ac:spMkLst>
            <pc:docMk/>
            <pc:sldMk cId="2408660723" sldId="872"/>
            <ac:spMk id="43" creationId="{DC5B0FBF-7396-6F8E-912C-D9927CAA9CAF}"/>
          </ac:spMkLst>
        </pc:spChg>
        <pc:spChg chg="add del mod">
          <ac:chgData name="Palit, Tapti" userId="dec6fbcd-7598-406a-8cbf-504d4a3bac15" providerId="ADAL" clId="{ECD42228-5B96-4A72-B268-C46DF994E6B7}" dt="2024-01-22T21:23:43.963" v="9413" actId="478"/>
          <ac:spMkLst>
            <pc:docMk/>
            <pc:sldMk cId="2408660723" sldId="872"/>
            <ac:spMk id="44" creationId="{A74A00B5-4E03-94D3-BC49-577FFC5D11BC}"/>
          </ac:spMkLst>
        </pc:spChg>
        <pc:spChg chg="add del mod">
          <ac:chgData name="Palit, Tapti" userId="dec6fbcd-7598-406a-8cbf-504d4a3bac15" providerId="ADAL" clId="{ECD42228-5B96-4A72-B268-C46DF994E6B7}" dt="2024-01-22T21:34:14.681" v="9529" actId="478"/>
          <ac:spMkLst>
            <pc:docMk/>
            <pc:sldMk cId="2408660723" sldId="872"/>
            <ac:spMk id="45" creationId="{A1263AB0-C834-1003-DF4F-E9A0BE59DF63}"/>
          </ac:spMkLst>
        </pc:spChg>
        <pc:spChg chg="add del mod">
          <ac:chgData name="Palit, Tapti" userId="dec6fbcd-7598-406a-8cbf-504d4a3bac15" providerId="ADAL" clId="{ECD42228-5B96-4A72-B268-C46DF994E6B7}" dt="2024-01-22T21:34:14.681" v="9529" actId="478"/>
          <ac:spMkLst>
            <pc:docMk/>
            <pc:sldMk cId="2408660723" sldId="872"/>
            <ac:spMk id="46" creationId="{75B3DBE6-A09D-F6CF-B2B8-0E2EAF82064F}"/>
          </ac:spMkLst>
        </pc:spChg>
        <pc:spChg chg="add del mod">
          <ac:chgData name="Palit, Tapti" userId="dec6fbcd-7598-406a-8cbf-504d4a3bac15" providerId="ADAL" clId="{ECD42228-5B96-4A72-B268-C46DF994E6B7}" dt="2024-01-22T21:34:14.681" v="9529" actId="478"/>
          <ac:spMkLst>
            <pc:docMk/>
            <pc:sldMk cId="2408660723" sldId="872"/>
            <ac:spMk id="47" creationId="{37B983AF-86A8-4FF4-4A97-4EF78243A6C8}"/>
          </ac:spMkLst>
        </pc:spChg>
        <pc:spChg chg="add del mod">
          <ac:chgData name="Palit, Tapti" userId="dec6fbcd-7598-406a-8cbf-504d4a3bac15" providerId="ADAL" clId="{ECD42228-5B96-4A72-B268-C46DF994E6B7}" dt="2024-01-22T21:34:17.511" v="9530" actId="478"/>
          <ac:spMkLst>
            <pc:docMk/>
            <pc:sldMk cId="2408660723" sldId="872"/>
            <ac:spMk id="48" creationId="{53AB8AAB-0476-6878-3617-6A3A02088902}"/>
          </ac:spMkLst>
        </pc:spChg>
        <pc:spChg chg="add del mod">
          <ac:chgData name="Palit, Tapti" userId="dec6fbcd-7598-406a-8cbf-504d4a3bac15" providerId="ADAL" clId="{ECD42228-5B96-4A72-B268-C46DF994E6B7}" dt="2024-01-22T21:34:14.681" v="9529" actId="478"/>
          <ac:spMkLst>
            <pc:docMk/>
            <pc:sldMk cId="2408660723" sldId="872"/>
            <ac:spMk id="49" creationId="{82E25503-42BC-298A-EA7B-5151B4C74FD4}"/>
          </ac:spMkLst>
        </pc:spChg>
        <pc:spChg chg="add del mod">
          <ac:chgData name="Palit, Tapti" userId="dec6fbcd-7598-406a-8cbf-504d4a3bac15" providerId="ADAL" clId="{ECD42228-5B96-4A72-B268-C46DF994E6B7}" dt="2024-01-22T21:34:14.681" v="9529" actId="478"/>
          <ac:spMkLst>
            <pc:docMk/>
            <pc:sldMk cId="2408660723" sldId="872"/>
            <ac:spMk id="50" creationId="{F10F6C0C-3488-AF0D-E321-8BD356FFA15D}"/>
          </ac:spMkLst>
        </pc:spChg>
        <pc:spChg chg="add del mod">
          <ac:chgData name="Palit, Tapti" userId="dec6fbcd-7598-406a-8cbf-504d4a3bac15" providerId="ADAL" clId="{ECD42228-5B96-4A72-B268-C46DF994E6B7}" dt="2024-01-22T21:34:14.681" v="9529" actId="478"/>
          <ac:spMkLst>
            <pc:docMk/>
            <pc:sldMk cId="2408660723" sldId="872"/>
            <ac:spMk id="51" creationId="{DD864461-EC68-3FE6-8FC0-69C7E5D32F00}"/>
          </ac:spMkLst>
        </pc:spChg>
        <pc:spChg chg="add del mod">
          <ac:chgData name="Palit, Tapti" userId="dec6fbcd-7598-406a-8cbf-504d4a3bac15" providerId="ADAL" clId="{ECD42228-5B96-4A72-B268-C46DF994E6B7}" dt="2024-01-22T21:34:14.681" v="9529" actId="478"/>
          <ac:spMkLst>
            <pc:docMk/>
            <pc:sldMk cId="2408660723" sldId="872"/>
            <ac:spMk id="52" creationId="{175BC285-39A8-8698-0DC5-655461EBD1E2}"/>
          </ac:spMkLst>
        </pc:spChg>
        <pc:spChg chg="add del mod">
          <ac:chgData name="Palit, Tapti" userId="dec6fbcd-7598-406a-8cbf-504d4a3bac15" providerId="ADAL" clId="{ECD42228-5B96-4A72-B268-C46DF994E6B7}" dt="2024-01-22T21:34:14.681" v="9529" actId="478"/>
          <ac:spMkLst>
            <pc:docMk/>
            <pc:sldMk cId="2408660723" sldId="872"/>
            <ac:spMk id="67" creationId="{3D4DA8FF-E011-15D2-C113-0A9D86FA63F5}"/>
          </ac:spMkLst>
        </pc:spChg>
        <pc:spChg chg="add mod">
          <ac:chgData name="Palit, Tapti" userId="dec6fbcd-7598-406a-8cbf-504d4a3bac15" providerId="ADAL" clId="{ECD42228-5B96-4A72-B268-C46DF994E6B7}" dt="2024-01-22T22:46:25.341" v="9966" actId="1037"/>
          <ac:spMkLst>
            <pc:docMk/>
            <pc:sldMk cId="2408660723" sldId="872"/>
            <ac:spMk id="68" creationId="{85A6101D-4449-C7FA-AD55-AE9F77228355}"/>
          </ac:spMkLst>
        </pc:spChg>
        <pc:spChg chg="add mod">
          <ac:chgData name="Palit, Tapti" userId="dec6fbcd-7598-406a-8cbf-504d4a3bac15" providerId="ADAL" clId="{ECD42228-5B96-4A72-B268-C46DF994E6B7}" dt="2024-01-22T22:46:25.341" v="9966" actId="1037"/>
          <ac:spMkLst>
            <pc:docMk/>
            <pc:sldMk cId="2408660723" sldId="872"/>
            <ac:spMk id="69" creationId="{7EFB7028-98B3-4850-F096-5FA07F50578B}"/>
          </ac:spMkLst>
        </pc:spChg>
        <pc:spChg chg="add mod">
          <ac:chgData name="Palit, Tapti" userId="dec6fbcd-7598-406a-8cbf-504d4a3bac15" providerId="ADAL" clId="{ECD42228-5B96-4A72-B268-C46DF994E6B7}" dt="2024-01-22T22:46:25.341" v="9966" actId="1037"/>
          <ac:spMkLst>
            <pc:docMk/>
            <pc:sldMk cId="2408660723" sldId="872"/>
            <ac:spMk id="70" creationId="{236BA092-55C2-A628-9D7F-6DD9D8B5D7A7}"/>
          </ac:spMkLst>
        </pc:spChg>
        <pc:spChg chg="add mod">
          <ac:chgData name="Palit, Tapti" userId="dec6fbcd-7598-406a-8cbf-504d4a3bac15" providerId="ADAL" clId="{ECD42228-5B96-4A72-B268-C46DF994E6B7}" dt="2024-01-22T22:46:25.341" v="9966" actId="1037"/>
          <ac:spMkLst>
            <pc:docMk/>
            <pc:sldMk cId="2408660723" sldId="872"/>
            <ac:spMk id="71" creationId="{CBB7C0BC-44B9-2636-A750-15462483B67C}"/>
          </ac:spMkLst>
        </pc:spChg>
        <pc:spChg chg="add mod">
          <ac:chgData name="Palit, Tapti" userId="dec6fbcd-7598-406a-8cbf-504d4a3bac15" providerId="ADAL" clId="{ECD42228-5B96-4A72-B268-C46DF994E6B7}" dt="2024-01-22T22:01:03.376" v="9682" actId="1076"/>
          <ac:spMkLst>
            <pc:docMk/>
            <pc:sldMk cId="2408660723" sldId="872"/>
            <ac:spMk id="72" creationId="{02A6E89C-4712-31EF-4860-4072E2AC1EDB}"/>
          </ac:spMkLst>
        </pc:spChg>
        <pc:spChg chg="add mod">
          <ac:chgData name="Palit, Tapti" userId="dec6fbcd-7598-406a-8cbf-504d4a3bac15" providerId="ADAL" clId="{ECD42228-5B96-4A72-B268-C46DF994E6B7}" dt="2024-01-22T22:47:16.590" v="9976" actId="1076"/>
          <ac:spMkLst>
            <pc:docMk/>
            <pc:sldMk cId="2408660723" sldId="872"/>
            <ac:spMk id="73" creationId="{48C74142-37CD-B0F8-D2A1-5A7F849C8F1F}"/>
          </ac:spMkLst>
        </pc:spChg>
        <pc:spChg chg="add mod">
          <ac:chgData name="Palit, Tapti" userId="dec6fbcd-7598-406a-8cbf-504d4a3bac15" providerId="ADAL" clId="{ECD42228-5B96-4A72-B268-C46DF994E6B7}" dt="2024-01-22T22:46:55.800" v="9972" actId="1076"/>
          <ac:spMkLst>
            <pc:docMk/>
            <pc:sldMk cId="2408660723" sldId="872"/>
            <ac:spMk id="74" creationId="{BDD7E8AC-C0B0-BB3A-6C3C-7642E4FBCC04}"/>
          </ac:spMkLst>
        </pc:spChg>
        <pc:spChg chg="add mod">
          <ac:chgData name="Palit, Tapti" userId="dec6fbcd-7598-406a-8cbf-504d4a3bac15" providerId="ADAL" clId="{ECD42228-5B96-4A72-B268-C46DF994E6B7}" dt="2024-01-22T22:47:09.425" v="9974" actId="1076"/>
          <ac:spMkLst>
            <pc:docMk/>
            <pc:sldMk cId="2408660723" sldId="872"/>
            <ac:spMk id="75" creationId="{4E362A27-11F7-16DB-1C18-FA9AB6D47B75}"/>
          </ac:spMkLst>
        </pc:spChg>
        <pc:spChg chg="add mod">
          <ac:chgData name="Palit, Tapti" userId="dec6fbcd-7598-406a-8cbf-504d4a3bac15" providerId="ADAL" clId="{ECD42228-5B96-4A72-B268-C46DF994E6B7}" dt="2024-01-22T22:47:25.711" v="9978" actId="1076"/>
          <ac:spMkLst>
            <pc:docMk/>
            <pc:sldMk cId="2408660723" sldId="872"/>
            <ac:spMk id="76" creationId="{598A1688-DA20-5C28-E654-338BB3C9BB65}"/>
          </ac:spMkLst>
        </pc:spChg>
        <pc:spChg chg="add mod">
          <ac:chgData name="Palit, Tapti" userId="dec6fbcd-7598-406a-8cbf-504d4a3bac15" providerId="ADAL" clId="{ECD42228-5B96-4A72-B268-C46DF994E6B7}" dt="2024-01-22T22:47:31.194" v="9979" actId="1076"/>
          <ac:spMkLst>
            <pc:docMk/>
            <pc:sldMk cId="2408660723" sldId="872"/>
            <ac:spMk id="77" creationId="{2E746E16-E591-E495-2E04-0A63F55BC4B7}"/>
          </ac:spMkLst>
        </pc:spChg>
        <pc:spChg chg="add mod">
          <ac:chgData name="Palit, Tapti" userId="dec6fbcd-7598-406a-8cbf-504d4a3bac15" providerId="ADAL" clId="{ECD42228-5B96-4A72-B268-C46DF994E6B7}" dt="2024-01-22T22:48:03.169" v="9983" actId="1076"/>
          <ac:spMkLst>
            <pc:docMk/>
            <pc:sldMk cId="2408660723" sldId="872"/>
            <ac:spMk id="89" creationId="{71EEF9EF-5E81-3130-7549-991528B2CDCA}"/>
          </ac:spMkLst>
        </pc:spChg>
        <pc:spChg chg="add mod">
          <ac:chgData name="Palit, Tapti" userId="dec6fbcd-7598-406a-8cbf-504d4a3bac15" providerId="ADAL" clId="{ECD42228-5B96-4A72-B268-C46DF994E6B7}" dt="2024-01-22T22:48:03.169" v="9983" actId="1076"/>
          <ac:spMkLst>
            <pc:docMk/>
            <pc:sldMk cId="2408660723" sldId="872"/>
            <ac:spMk id="90" creationId="{07D4A1EE-5370-E0CB-578A-95D7E581166F}"/>
          </ac:spMkLst>
        </pc:spChg>
        <pc:spChg chg="add mod">
          <ac:chgData name="Palit, Tapti" userId="dec6fbcd-7598-406a-8cbf-504d4a3bac15" providerId="ADAL" clId="{ECD42228-5B96-4A72-B268-C46DF994E6B7}" dt="2024-01-22T22:48:03.169" v="9983" actId="1076"/>
          <ac:spMkLst>
            <pc:docMk/>
            <pc:sldMk cId="2408660723" sldId="872"/>
            <ac:spMk id="91" creationId="{43859C28-BBEC-90E0-553E-198E3CB2E6E7}"/>
          </ac:spMkLst>
        </pc:spChg>
        <pc:spChg chg="add mod">
          <ac:chgData name="Palit, Tapti" userId="dec6fbcd-7598-406a-8cbf-504d4a3bac15" providerId="ADAL" clId="{ECD42228-5B96-4A72-B268-C46DF994E6B7}" dt="2024-01-22T22:48:03.169" v="9983" actId="1076"/>
          <ac:spMkLst>
            <pc:docMk/>
            <pc:sldMk cId="2408660723" sldId="872"/>
            <ac:spMk id="92" creationId="{F654D904-0AAD-7EDE-7B64-040FA0F1BD68}"/>
          </ac:spMkLst>
        </pc:spChg>
        <pc:spChg chg="add mod">
          <ac:chgData name="Palit, Tapti" userId="dec6fbcd-7598-406a-8cbf-504d4a3bac15" providerId="ADAL" clId="{ECD42228-5B96-4A72-B268-C46DF994E6B7}" dt="2024-01-22T22:40:41.352" v="9898" actId="1076"/>
          <ac:spMkLst>
            <pc:docMk/>
            <pc:sldMk cId="2408660723" sldId="872"/>
            <ac:spMk id="93" creationId="{CC825269-BD63-B9D6-C8B3-6D8CFFF40A1C}"/>
          </ac:spMkLst>
        </pc:spChg>
        <pc:spChg chg="add mod">
          <ac:chgData name="Palit, Tapti" userId="dec6fbcd-7598-406a-8cbf-504d4a3bac15" providerId="ADAL" clId="{ECD42228-5B96-4A72-B268-C46DF994E6B7}" dt="2024-01-22T22:11:34.043" v="9788" actId="1038"/>
          <ac:spMkLst>
            <pc:docMk/>
            <pc:sldMk cId="2408660723" sldId="872"/>
            <ac:spMk id="94" creationId="{2543E4DB-27AE-838A-FF9D-97F85E542A6C}"/>
          </ac:spMkLst>
        </pc:spChg>
        <pc:spChg chg="add mod">
          <ac:chgData name="Palit, Tapti" userId="dec6fbcd-7598-406a-8cbf-504d4a3bac15" providerId="ADAL" clId="{ECD42228-5B96-4A72-B268-C46DF994E6B7}" dt="2024-01-22T22:50:10.017" v="10029" actId="1038"/>
          <ac:spMkLst>
            <pc:docMk/>
            <pc:sldMk cId="2408660723" sldId="872"/>
            <ac:spMk id="119" creationId="{A8758587-D803-765F-7024-0C74D11D06A7}"/>
          </ac:spMkLst>
        </pc:spChg>
        <pc:spChg chg="add mod">
          <ac:chgData name="Palit, Tapti" userId="dec6fbcd-7598-406a-8cbf-504d4a3bac15" providerId="ADAL" clId="{ECD42228-5B96-4A72-B268-C46DF994E6B7}" dt="2024-01-22T22:50:10.017" v="10029" actId="1038"/>
          <ac:spMkLst>
            <pc:docMk/>
            <pc:sldMk cId="2408660723" sldId="872"/>
            <ac:spMk id="120" creationId="{472123CA-86C3-B080-B901-FDD6AD933727}"/>
          </ac:spMkLst>
        </pc:spChg>
        <pc:spChg chg="add mod">
          <ac:chgData name="Palit, Tapti" userId="dec6fbcd-7598-406a-8cbf-504d4a3bac15" providerId="ADAL" clId="{ECD42228-5B96-4A72-B268-C46DF994E6B7}" dt="2024-01-22T22:50:10.017" v="10029" actId="1038"/>
          <ac:spMkLst>
            <pc:docMk/>
            <pc:sldMk cId="2408660723" sldId="872"/>
            <ac:spMk id="121" creationId="{4413A7DF-2A35-F3E3-66A3-6BFAF26A4D22}"/>
          </ac:spMkLst>
        </pc:spChg>
        <pc:spChg chg="add mod">
          <ac:chgData name="Palit, Tapti" userId="dec6fbcd-7598-406a-8cbf-504d4a3bac15" providerId="ADAL" clId="{ECD42228-5B96-4A72-B268-C46DF994E6B7}" dt="2024-01-22T22:47:52.286" v="9982" actId="14100"/>
          <ac:spMkLst>
            <pc:docMk/>
            <pc:sldMk cId="2408660723" sldId="872"/>
            <ac:spMk id="122" creationId="{C4093362-8F19-E9DC-C64F-27262EDF4EC9}"/>
          </ac:spMkLst>
        </pc:spChg>
        <pc:spChg chg="add mod">
          <ac:chgData name="Palit, Tapti" userId="dec6fbcd-7598-406a-8cbf-504d4a3bac15" providerId="ADAL" clId="{ECD42228-5B96-4A72-B268-C46DF994E6B7}" dt="2024-01-22T22:39:35.631" v="9894" actId="14100"/>
          <ac:spMkLst>
            <pc:docMk/>
            <pc:sldMk cId="2408660723" sldId="872"/>
            <ac:spMk id="123" creationId="{557BBB6D-7718-EA8F-EC0F-54C0084F0A3D}"/>
          </ac:spMkLst>
        </pc:spChg>
        <pc:cxnChg chg="add del mod">
          <ac:chgData name="Palit, Tapti" userId="dec6fbcd-7598-406a-8cbf-504d4a3bac15" providerId="ADAL" clId="{ECD42228-5B96-4A72-B268-C46DF994E6B7}" dt="2024-01-22T21:23:43.963" v="9413" actId="478"/>
          <ac:cxnSpMkLst>
            <pc:docMk/>
            <pc:sldMk cId="2408660723" sldId="872"/>
            <ac:cxnSpMk id="31" creationId="{F1848924-B36B-4E15-B3DF-5960F79FE83C}"/>
          </ac:cxnSpMkLst>
        </pc:cxnChg>
        <pc:cxnChg chg="add del mod">
          <ac:chgData name="Palit, Tapti" userId="dec6fbcd-7598-406a-8cbf-504d4a3bac15" providerId="ADAL" clId="{ECD42228-5B96-4A72-B268-C46DF994E6B7}" dt="2024-01-22T21:23:43.963" v="9413" actId="478"/>
          <ac:cxnSpMkLst>
            <pc:docMk/>
            <pc:sldMk cId="2408660723" sldId="872"/>
            <ac:cxnSpMk id="34" creationId="{F8328C60-6339-ED28-F487-33A70422BA7A}"/>
          </ac:cxnSpMkLst>
        </pc:cxnChg>
        <pc:cxnChg chg="add del mod">
          <ac:chgData name="Palit, Tapti" userId="dec6fbcd-7598-406a-8cbf-504d4a3bac15" providerId="ADAL" clId="{ECD42228-5B96-4A72-B268-C46DF994E6B7}" dt="2024-01-22T21:23:28.821" v="9409" actId="478"/>
          <ac:cxnSpMkLst>
            <pc:docMk/>
            <pc:sldMk cId="2408660723" sldId="872"/>
            <ac:cxnSpMk id="39" creationId="{A73B8B90-3EE8-CD19-C28C-2064C07DDA0B}"/>
          </ac:cxnSpMkLst>
        </pc:cxnChg>
        <pc:cxnChg chg="add del mod">
          <ac:chgData name="Palit, Tapti" userId="dec6fbcd-7598-406a-8cbf-504d4a3bac15" providerId="ADAL" clId="{ECD42228-5B96-4A72-B268-C46DF994E6B7}" dt="2024-01-22T20:56:39.753" v="8854" actId="478"/>
          <ac:cxnSpMkLst>
            <pc:docMk/>
            <pc:sldMk cId="2408660723" sldId="872"/>
            <ac:cxnSpMk id="42" creationId="{597FFBE7-E473-F401-20E5-717A8ADD2CCD}"/>
          </ac:cxnSpMkLst>
        </pc:cxnChg>
        <pc:cxnChg chg="add del mod">
          <ac:chgData name="Palit, Tapti" userId="dec6fbcd-7598-406a-8cbf-504d4a3bac15" providerId="ADAL" clId="{ECD42228-5B96-4A72-B268-C46DF994E6B7}" dt="2024-01-22T21:34:14.681" v="9529" actId="478"/>
          <ac:cxnSpMkLst>
            <pc:docMk/>
            <pc:sldMk cId="2408660723" sldId="872"/>
            <ac:cxnSpMk id="54" creationId="{3AE22CA6-7DAF-713C-BE01-3ABAA06C2880}"/>
          </ac:cxnSpMkLst>
        </pc:cxnChg>
        <pc:cxnChg chg="add del mod">
          <ac:chgData name="Palit, Tapti" userId="dec6fbcd-7598-406a-8cbf-504d4a3bac15" providerId="ADAL" clId="{ECD42228-5B96-4A72-B268-C46DF994E6B7}" dt="2024-01-22T21:34:14.681" v="9529" actId="478"/>
          <ac:cxnSpMkLst>
            <pc:docMk/>
            <pc:sldMk cId="2408660723" sldId="872"/>
            <ac:cxnSpMk id="55" creationId="{D2204698-B4C7-ADF2-6B5B-04B413B12320}"/>
          </ac:cxnSpMkLst>
        </pc:cxnChg>
        <pc:cxnChg chg="add del mod">
          <ac:chgData name="Palit, Tapti" userId="dec6fbcd-7598-406a-8cbf-504d4a3bac15" providerId="ADAL" clId="{ECD42228-5B96-4A72-B268-C46DF994E6B7}" dt="2024-01-22T21:34:14.681" v="9529" actId="478"/>
          <ac:cxnSpMkLst>
            <pc:docMk/>
            <pc:sldMk cId="2408660723" sldId="872"/>
            <ac:cxnSpMk id="58" creationId="{592847CA-57D1-59FC-4EA8-A553E5B3680C}"/>
          </ac:cxnSpMkLst>
        </pc:cxnChg>
        <pc:cxnChg chg="add del mod">
          <ac:chgData name="Palit, Tapti" userId="dec6fbcd-7598-406a-8cbf-504d4a3bac15" providerId="ADAL" clId="{ECD42228-5B96-4A72-B268-C46DF994E6B7}" dt="2024-01-22T21:34:14.681" v="9529" actId="478"/>
          <ac:cxnSpMkLst>
            <pc:docMk/>
            <pc:sldMk cId="2408660723" sldId="872"/>
            <ac:cxnSpMk id="62" creationId="{22AFA3FC-03F5-F37B-19EA-F010316552B5}"/>
          </ac:cxnSpMkLst>
        </pc:cxnChg>
        <pc:cxnChg chg="add mod">
          <ac:chgData name="Palit, Tapti" userId="dec6fbcd-7598-406a-8cbf-504d4a3bac15" providerId="ADAL" clId="{ECD42228-5B96-4A72-B268-C46DF994E6B7}" dt="2024-01-22T22:46:30.799" v="9967" actId="14100"/>
          <ac:cxnSpMkLst>
            <pc:docMk/>
            <pc:sldMk cId="2408660723" sldId="872"/>
            <ac:cxnSpMk id="79" creationId="{1995A9EB-B651-1DEB-01A1-97E6A1A7EB44}"/>
          </ac:cxnSpMkLst>
        </pc:cxnChg>
        <pc:cxnChg chg="add mod">
          <ac:chgData name="Palit, Tapti" userId="dec6fbcd-7598-406a-8cbf-504d4a3bac15" providerId="ADAL" clId="{ECD42228-5B96-4A72-B268-C46DF994E6B7}" dt="2024-01-22T22:46:37.897" v="9968" actId="14100"/>
          <ac:cxnSpMkLst>
            <pc:docMk/>
            <pc:sldMk cId="2408660723" sldId="872"/>
            <ac:cxnSpMk id="80" creationId="{DDDBD334-09CD-CDD6-A60B-07E86A30A62E}"/>
          </ac:cxnSpMkLst>
        </pc:cxnChg>
        <pc:cxnChg chg="add mod">
          <ac:chgData name="Palit, Tapti" userId="dec6fbcd-7598-406a-8cbf-504d4a3bac15" providerId="ADAL" clId="{ECD42228-5B96-4A72-B268-C46DF994E6B7}" dt="2024-01-22T22:46:47.751" v="9971" actId="14100"/>
          <ac:cxnSpMkLst>
            <pc:docMk/>
            <pc:sldMk cId="2408660723" sldId="872"/>
            <ac:cxnSpMk id="83" creationId="{2AE44136-85A0-2F72-D9F3-EFDAF1326E1B}"/>
          </ac:cxnSpMkLst>
        </pc:cxnChg>
        <pc:cxnChg chg="add mod">
          <ac:chgData name="Palit, Tapti" userId="dec6fbcd-7598-406a-8cbf-504d4a3bac15" providerId="ADAL" clId="{ECD42228-5B96-4A72-B268-C46DF994E6B7}" dt="2024-01-22T22:46:42.479" v="9969" actId="14100"/>
          <ac:cxnSpMkLst>
            <pc:docMk/>
            <pc:sldMk cId="2408660723" sldId="872"/>
            <ac:cxnSpMk id="86" creationId="{92F6C5CC-459C-D218-52CC-2683F201F2A5}"/>
          </ac:cxnSpMkLst>
        </pc:cxnChg>
        <pc:cxnChg chg="add mod">
          <ac:chgData name="Palit, Tapti" userId="dec6fbcd-7598-406a-8cbf-504d4a3bac15" providerId="ADAL" clId="{ECD42228-5B96-4A72-B268-C46DF994E6B7}" dt="2024-01-22T22:48:03.169" v="9983" actId="1076"/>
          <ac:cxnSpMkLst>
            <pc:docMk/>
            <pc:sldMk cId="2408660723" sldId="872"/>
            <ac:cxnSpMk id="95" creationId="{91FF723B-76FA-ACB6-4D0F-35749EC1A937}"/>
          </ac:cxnSpMkLst>
        </pc:cxnChg>
        <pc:cxnChg chg="add mod">
          <ac:chgData name="Palit, Tapti" userId="dec6fbcd-7598-406a-8cbf-504d4a3bac15" providerId="ADAL" clId="{ECD42228-5B96-4A72-B268-C46DF994E6B7}" dt="2024-01-22T22:48:03.169" v="9983" actId="1076"/>
          <ac:cxnSpMkLst>
            <pc:docMk/>
            <pc:sldMk cId="2408660723" sldId="872"/>
            <ac:cxnSpMk id="98" creationId="{1B6FCF46-17DD-15AA-D9CA-1D00228958CC}"/>
          </ac:cxnSpMkLst>
        </pc:cxnChg>
        <pc:cxnChg chg="add mod">
          <ac:chgData name="Palit, Tapti" userId="dec6fbcd-7598-406a-8cbf-504d4a3bac15" providerId="ADAL" clId="{ECD42228-5B96-4A72-B268-C46DF994E6B7}" dt="2024-01-22T22:48:03.169" v="9983" actId="1076"/>
          <ac:cxnSpMkLst>
            <pc:docMk/>
            <pc:sldMk cId="2408660723" sldId="872"/>
            <ac:cxnSpMk id="102" creationId="{56EBAE37-38F1-AB55-3917-AF8EC97E13FD}"/>
          </ac:cxnSpMkLst>
        </pc:cxnChg>
        <pc:cxnChg chg="add mod">
          <ac:chgData name="Palit, Tapti" userId="dec6fbcd-7598-406a-8cbf-504d4a3bac15" providerId="ADAL" clId="{ECD42228-5B96-4A72-B268-C46DF994E6B7}" dt="2024-01-22T22:48:03.169" v="9983" actId="1076"/>
          <ac:cxnSpMkLst>
            <pc:docMk/>
            <pc:sldMk cId="2408660723" sldId="872"/>
            <ac:cxnSpMk id="106" creationId="{FAA989A8-09C9-136C-5DC4-F8BD12C6D230}"/>
          </ac:cxnSpMkLst>
        </pc:cxnChg>
        <pc:cxnChg chg="add mod">
          <ac:chgData name="Palit, Tapti" userId="dec6fbcd-7598-406a-8cbf-504d4a3bac15" providerId="ADAL" clId="{ECD42228-5B96-4A72-B268-C46DF994E6B7}" dt="2024-01-22T23:13:33.679" v="10132" actId="692"/>
          <ac:cxnSpMkLst>
            <pc:docMk/>
            <pc:sldMk cId="2408660723" sldId="872"/>
            <ac:cxnSpMk id="114" creationId="{949E0CB2-309E-CB7D-44D9-DEDE509167B3}"/>
          </ac:cxnSpMkLst>
        </pc:cxnChg>
        <pc:cxnChg chg="add mod">
          <ac:chgData name="Palit, Tapti" userId="dec6fbcd-7598-406a-8cbf-504d4a3bac15" providerId="ADAL" clId="{ECD42228-5B96-4A72-B268-C46DF994E6B7}" dt="2024-01-22T23:13:33.679" v="10132" actId="692"/>
          <ac:cxnSpMkLst>
            <pc:docMk/>
            <pc:sldMk cId="2408660723" sldId="872"/>
            <ac:cxnSpMk id="124" creationId="{2D3E9B62-08A8-C716-6E14-9C990E0D00B2}"/>
          </ac:cxnSpMkLst>
        </pc:cxnChg>
        <pc:cxnChg chg="add mod">
          <ac:chgData name="Palit, Tapti" userId="dec6fbcd-7598-406a-8cbf-504d4a3bac15" providerId="ADAL" clId="{ECD42228-5B96-4A72-B268-C46DF994E6B7}" dt="2024-01-22T23:13:33.679" v="10132" actId="692"/>
          <ac:cxnSpMkLst>
            <pc:docMk/>
            <pc:sldMk cId="2408660723" sldId="872"/>
            <ac:cxnSpMk id="128" creationId="{1EC88E57-C365-2010-E398-FF0EC53A2EE9}"/>
          </ac:cxnSpMkLst>
        </pc:cxnChg>
        <pc:cxnChg chg="add mod">
          <ac:chgData name="Palit, Tapti" userId="dec6fbcd-7598-406a-8cbf-504d4a3bac15" providerId="ADAL" clId="{ECD42228-5B96-4A72-B268-C46DF994E6B7}" dt="2024-01-22T23:13:58.378" v="10136" actId="692"/>
          <ac:cxnSpMkLst>
            <pc:docMk/>
            <pc:sldMk cId="2408660723" sldId="872"/>
            <ac:cxnSpMk id="131" creationId="{BB3B5716-5509-398F-3437-F2F40F31C01F}"/>
          </ac:cxnSpMkLst>
        </pc:cxnChg>
        <pc:cxnChg chg="add mod">
          <ac:chgData name="Palit, Tapti" userId="dec6fbcd-7598-406a-8cbf-504d4a3bac15" providerId="ADAL" clId="{ECD42228-5B96-4A72-B268-C46DF994E6B7}" dt="2024-01-22T23:13:33.679" v="10132" actId="692"/>
          <ac:cxnSpMkLst>
            <pc:docMk/>
            <pc:sldMk cId="2408660723" sldId="872"/>
            <ac:cxnSpMk id="134" creationId="{009894AD-F63E-23C9-4283-64572FE708B6}"/>
          </ac:cxnSpMkLst>
        </pc:cxnChg>
        <pc:cxnChg chg="add mod">
          <ac:chgData name="Palit, Tapti" userId="dec6fbcd-7598-406a-8cbf-504d4a3bac15" providerId="ADAL" clId="{ECD42228-5B96-4A72-B268-C46DF994E6B7}" dt="2024-01-22T23:13:52.018" v="10135" actId="692"/>
          <ac:cxnSpMkLst>
            <pc:docMk/>
            <pc:sldMk cId="2408660723" sldId="872"/>
            <ac:cxnSpMk id="138" creationId="{FA4F285C-141C-A7BA-7981-9D1DF673D05F}"/>
          </ac:cxnSpMkLst>
        </pc:cxnChg>
        <pc:cxnChg chg="add mod">
          <ac:chgData name="Palit, Tapti" userId="dec6fbcd-7598-406a-8cbf-504d4a3bac15" providerId="ADAL" clId="{ECD42228-5B96-4A72-B268-C46DF994E6B7}" dt="2024-01-22T23:13:33.679" v="10132" actId="692"/>
          <ac:cxnSpMkLst>
            <pc:docMk/>
            <pc:sldMk cId="2408660723" sldId="872"/>
            <ac:cxnSpMk id="141" creationId="{DB93AF19-6361-AF57-25D2-CA9711C32DEA}"/>
          </ac:cxnSpMkLst>
        </pc:cxnChg>
        <pc:cxnChg chg="add mod">
          <ac:chgData name="Palit, Tapti" userId="dec6fbcd-7598-406a-8cbf-504d4a3bac15" providerId="ADAL" clId="{ECD42228-5B96-4A72-B268-C46DF994E6B7}" dt="2024-01-22T23:13:33.679" v="10132" actId="692"/>
          <ac:cxnSpMkLst>
            <pc:docMk/>
            <pc:sldMk cId="2408660723" sldId="872"/>
            <ac:cxnSpMk id="144" creationId="{309EAA1A-71A8-590E-DBEC-E00C8D715B63}"/>
          </ac:cxnSpMkLst>
        </pc:cxnChg>
        <pc:cxnChg chg="add mod">
          <ac:chgData name="Palit, Tapti" userId="dec6fbcd-7598-406a-8cbf-504d4a3bac15" providerId="ADAL" clId="{ECD42228-5B96-4A72-B268-C46DF994E6B7}" dt="2024-01-22T23:13:44.198" v="10134" actId="692"/>
          <ac:cxnSpMkLst>
            <pc:docMk/>
            <pc:sldMk cId="2408660723" sldId="872"/>
            <ac:cxnSpMk id="147" creationId="{E5945E59-750D-3390-36A4-F79755922713}"/>
          </ac:cxnSpMkLst>
        </pc:cxnChg>
        <pc:cxnChg chg="add mod">
          <ac:chgData name="Palit, Tapti" userId="dec6fbcd-7598-406a-8cbf-504d4a3bac15" providerId="ADAL" clId="{ECD42228-5B96-4A72-B268-C46DF994E6B7}" dt="2024-01-22T23:13:33.679" v="10132" actId="692"/>
          <ac:cxnSpMkLst>
            <pc:docMk/>
            <pc:sldMk cId="2408660723" sldId="872"/>
            <ac:cxnSpMk id="150" creationId="{142AF6C2-1848-23BF-FB05-77782E4383DF}"/>
          </ac:cxnSpMkLst>
        </pc:cxnChg>
        <pc:cxnChg chg="add mod">
          <ac:chgData name="Palit, Tapti" userId="dec6fbcd-7598-406a-8cbf-504d4a3bac15" providerId="ADAL" clId="{ECD42228-5B96-4A72-B268-C46DF994E6B7}" dt="2024-01-22T23:13:40.811" v="10133" actId="692"/>
          <ac:cxnSpMkLst>
            <pc:docMk/>
            <pc:sldMk cId="2408660723" sldId="872"/>
            <ac:cxnSpMk id="153" creationId="{FA2D0149-238D-DFBD-7BDE-A704CF19414A}"/>
          </ac:cxnSpMkLst>
        </pc:cxnChg>
        <pc:cxnChg chg="add mod">
          <ac:chgData name="Palit, Tapti" userId="dec6fbcd-7598-406a-8cbf-504d4a3bac15" providerId="ADAL" clId="{ECD42228-5B96-4A72-B268-C46DF994E6B7}" dt="2024-01-22T23:13:33.679" v="10132" actId="692"/>
          <ac:cxnSpMkLst>
            <pc:docMk/>
            <pc:sldMk cId="2408660723" sldId="872"/>
            <ac:cxnSpMk id="156" creationId="{26D7CC6A-C00B-FEE7-7676-7DD83B091B67}"/>
          </ac:cxnSpMkLst>
        </pc:cxnChg>
        <pc:cxnChg chg="add mod">
          <ac:chgData name="Palit, Tapti" userId="dec6fbcd-7598-406a-8cbf-504d4a3bac15" providerId="ADAL" clId="{ECD42228-5B96-4A72-B268-C46DF994E6B7}" dt="2024-01-22T23:13:33.679" v="10132" actId="692"/>
          <ac:cxnSpMkLst>
            <pc:docMk/>
            <pc:sldMk cId="2408660723" sldId="872"/>
            <ac:cxnSpMk id="159" creationId="{D2612839-69C0-FB4F-05DF-DCE27D227AEA}"/>
          </ac:cxnSpMkLst>
        </pc:cxnChg>
      </pc:sldChg>
      <pc:sldChg chg="modSp add del mod">
        <pc:chgData name="Palit, Tapti" userId="dec6fbcd-7598-406a-8cbf-504d4a3bac15" providerId="ADAL" clId="{ECD42228-5B96-4A72-B268-C46DF994E6B7}" dt="2024-01-16T04:15:43.045" v="5779" actId="20577"/>
        <pc:sldMkLst>
          <pc:docMk/>
          <pc:sldMk cId="4242902094" sldId="872"/>
        </pc:sldMkLst>
        <pc:spChg chg="mod">
          <ac:chgData name="Palit, Tapti" userId="dec6fbcd-7598-406a-8cbf-504d4a3bac15" providerId="ADAL" clId="{ECD42228-5B96-4A72-B268-C46DF994E6B7}" dt="2024-01-16T04:15:43.045" v="5779" actId="20577"/>
          <ac:spMkLst>
            <pc:docMk/>
            <pc:sldMk cId="4242902094" sldId="872"/>
            <ac:spMk id="2" creationId="{F8B8D02F-DFDB-4EB1-8C2E-1677EEE15BF7}"/>
          </ac:spMkLst>
        </pc:spChg>
        <pc:spChg chg="mod">
          <ac:chgData name="Palit, Tapti" userId="dec6fbcd-7598-406a-8cbf-504d4a3bac15" providerId="ADAL" clId="{ECD42228-5B96-4A72-B268-C46DF994E6B7}" dt="2024-01-14T19:15:44.382" v="346"/>
          <ac:spMkLst>
            <pc:docMk/>
            <pc:sldMk cId="4242902094" sldId="872"/>
            <ac:spMk id="4" creationId="{6B1F8454-81B1-434A-AEB0-0FF8F15F1F73}"/>
          </ac:spMkLst>
        </pc:spChg>
      </pc:sldChg>
      <pc:sldChg chg="modSp add del">
        <pc:chgData name="Palit, Tapti" userId="dec6fbcd-7598-406a-8cbf-504d4a3bac15" providerId="ADAL" clId="{ECD42228-5B96-4A72-B268-C46DF994E6B7}" dt="2024-01-14T19:30:22.093" v="474"/>
        <pc:sldMkLst>
          <pc:docMk/>
          <pc:sldMk cId="713957104" sldId="873"/>
        </pc:sldMkLst>
        <pc:spChg chg="mod">
          <ac:chgData name="Palit, Tapti" userId="dec6fbcd-7598-406a-8cbf-504d4a3bac15" providerId="ADAL" clId="{ECD42228-5B96-4A72-B268-C46DF994E6B7}" dt="2024-01-14T19:15:44.382" v="346"/>
          <ac:spMkLst>
            <pc:docMk/>
            <pc:sldMk cId="713957104" sldId="873"/>
            <ac:spMk id="2" creationId="{A7B9CA2E-A6F3-4003-A1CE-CEE7FFF1A159}"/>
          </ac:spMkLst>
        </pc:spChg>
        <pc:spChg chg="mod">
          <ac:chgData name="Palit, Tapti" userId="dec6fbcd-7598-406a-8cbf-504d4a3bac15" providerId="ADAL" clId="{ECD42228-5B96-4A72-B268-C46DF994E6B7}" dt="2024-01-14T19:15:44.382" v="346"/>
          <ac:spMkLst>
            <pc:docMk/>
            <pc:sldMk cId="713957104" sldId="873"/>
            <ac:spMk id="4" creationId="{7AE675F1-274A-4707-95E2-FB6DADA59BA1}"/>
          </ac:spMkLst>
        </pc:spChg>
      </pc:sldChg>
      <pc:sldChg chg="add del">
        <pc:chgData name="Palit, Tapti" userId="dec6fbcd-7598-406a-8cbf-504d4a3bac15" providerId="ADAL" clId="{ECD42228-5B96-4A72-B268-C46DF994E6B7}" dt="2024-01-22T21:00:52.811" v="8878" actId="2696"/>
        <pc:sldMkLst>
          <pc:docMk/>
          <pc:sldMk cId="2463239331" sldId="873"/>
        </pc:sldMkLst>
      </pc:sldChg>
      <pc:sldChg chg="add del mod modShow">
        <pc:chgData name="Palit, Tapti" userId="dec6fbcd-7598-406a-8cbf-504d4a3bac15" providerId="ADAL" clId="{ECD42228-5B96-4A72-B268-C46DF994E6B7}" dt="2024-01-28T03:44:01.241" v="67437" actId="47"/>
        <pc:sldMkLst>
          <pc:docMk/>
          <pc:sldMk cId="3651350890" sldId="873"/>
        </pc:sldMkLst>
      </pc:sldChg>
      <pc:sldChg chg="addSp delSp modSp add del mod modAnim modNotesTx">
        <pc:chgData name="Palit, Tapti" userId="dec6fbcd-7598-406a-8cbf-504d4a3bac15" providerId="ADAL" clId="{ECD42228-5B96-4A72-B268-C46DF994E6B7}" dt="2024-01-23T19:45:14.107" v="33068" actId="2696"/>
        <pc:sldMkLst>
          <pc:docMk/>
          <pc:sldMk cId="1202856001" sldId="874"/>
        </pc:sldMkLst>
        <pc:spChg chg="add del mod">
          <ac:chgData name="Palit, Tapti" userId="dec6fbcd-7598-406a-8cbf-504d4a3bac15" providerId="ADAL" clId="{ECD42228-5B96-4A72-B268-C46DF994E6B7}" dt="2024-01-22T22:48:09.086" v="9984" actId="478"/>
          <ac:spMkLst>
            <pc:docMk/>
            <pc:sldMk cId="1202856001" sldId="874"/>
            <ac:spMk id="2" creationId="{F3A37A07-31BD-D1CF-B1B9-92C314035162}"/>
          </ac:spMkLst>
        </pc:spChg>
        <pc:spChg chg="add del mod">
          <ac:chgData name="Palit, Tapti" userId="dec6fbcd-7598-406a-8cbf-504d4a3bac15" providerId="ADAL" clId="{ECD42228-5B96-4A72-B268-C46DF994E6B7}" dt="2024-01-22T22:48:09.086" v="9984" actId="478"/>
          <ac:spMkLst>
            <pc:docMk/>
            <pc:sldMk cId="1202856001" sldId="874"/>
            <ac:spMk id="3" creationId="{419EB715-E666-3E69-9BDB-42D26147BDB4}"/>
          </ac:spMkLst>
        </pc:spChg>
        <pc:spChg chg="add del mod">
          <ac:chgData name="Palit, Tapti" userId="dec6fbcd-7598-406a-8cbf-504d4a3bac15" providerId="ADAL" clId="{ECD42228-5B96-4A72-B268-C46DF994E6B7}" dt="2024-01-22T22:48:09.086" v="9984" actId="478"/>
          <ac:spMkLst>
            <pc:docMk/>
            <pc:sldMk cId="1202856001" sldId="874"/>
            <ac:spMk id="5" creationId="{1EAEF15F-840C-1FF3-E556-385BCE6048C4}"/>
          </ac:spMkLst>
        </pc:spChg>
        <pc:spChg chg="add del mod">
          <ac:chgData name="Palit, Tapti" userId="dec6fbcd-7598-406a-8cbf-504d4a3bac15" providerId="ADAL" clId="{ECD42228-5B96-4A72-B268-C46DF994E6B7}" dt="2024-01-22T22:48:09.086" v="9984" actId="478"/>
          <ac:spMkLst>
            <pc:docMk/>
            <pc:sldMk cId="1202856001" sldId="874"/>
            <ac:spMk id="6" creationId="{7D446BA2-013E-2AD2-579E-5F7D326E5C08}"/>
          </ac:spMkLst>
        </pc:spChg>
        <pc:spChg chg="add del mod">
          <ac:chgData name="Palit, Tapti" userId="dec6fbcd-7598-406a-8cbf-504d4a3bac15" providerId="ADAL" clId="{ECD42228-5B96-4A72-B268-C46DF994E6B7}" dt="2024-01-22T22:48:09.086" v="9984" actId="478"/>
          <ac:spMkLst>
            <pc:docMk/>
            <pc:sldMk cId="1202856001" sldId="874"/>
            <ac:spMk id="7" creationId="{61F3B732-262E-EB64-C431-D75003131B5C}"/>
          </ac:spMkLst>
        </pc:spChg>
        <pc:spChg chg="add del mod">
          <ac:chgData name="Palit, Tapti" userId="dec6fbcd-7598-406a-8cbf-504d4a3bac15" providerId="ADAL" clId="{ECD42228-5B96-4A72-B268-C46DF994E6B7}" dt="2024-01-22T22:48:09.086" v="9984" actId="478"/>
          <ac:spMkLst>
            <pc:docMk/>
            <pc:sldMk cId="1202856001" sldId="874"/>
            <ac:spMk id="8" creationId="{16F1B702-E204-AB40-832A-E01602E85FE7}"/>
          </ac:spMkLst>
        </pc:spChg>
        <pc:spChg chg="add del mod">
          <ac:chgData name="Palit, Tapti" userId="dec6fbcd-7598-406a-8cbf-504d4a3bac15" providerId="ADAL" clId="{ECD42228-5B96-4A72-B268-C46DF994E6B7}" dt="2024-01-22T22:48:09.086" v="9984" actId="478"/>
          <ac:spMkLst>
            <pc:docMk/>
            <pc:sldMk cId="1202856001" sldId="874"/>
            <ac:spMk id="10" creationId="{B376515E-5467-DA0B-DC8F-007BABA2A531}"/>
          </ac:spMkLst>
        </pc:spChg>
        <pc:spChg chg="add del mod">
          <ac:chgData name="Palit, Tapti" userId="dec6fbcd-7598-406a-8cbf-504d4a3bac15" providerId="ADAL" clId="{ECD42228-5B96-4A72-B268-C46DF994E6B7}" dt="2024-01-22T22:48:09.086" v="9984" actId="478"/>
          <ac:spMkLst>
            <pc:docMk/>
            <pc:sldMk cId="1202856001" sldId="874"/>
            <ac:spMk id="11" creationId="{2D1BD119-0290-E42C-EC5F-9BBED918299D}"/>
          </ac:spMkLst>
        </pc:spChg>
        <pc:spChg chg="mod">
          <ac:chgData name="Palit, Tapti" userId="dec6fbcd-7598-406a-8cbf-504d4a3bac15" providerId="ADAL" clId="{ECD42228-5B96-4A72-B268-C46DF994E6B7}" dt="2024-01-22T23:30:15.028" v="10248" actId="20577"/>
          <ac:spMkLst>
            <pc:docMk/>
            <pc:sldMk cId="1202856001" sldId="874"/>
            <ac:spMk id="12" creationId="{428921C8-2D68-030B-6014-906ABC828331}"/>
          </ac:spMkLst>
        </pc:spChg>
        <pc:spChg chg="add del mod">
          <ac:chgData name="Palit, Tapti" userId="dec6fbcd-7598-406a-8cbf-504d4a3bac15" providerId="ADAL" clId="{ECD42228-5B96-4A72-B268-C46DF994E6B7}" dt="2024-01-22T22:48:09.086" v="9984" actId="478"/>
          <ac:spMkLst>
            <pc:docMk/>
            <pc:sldMk cId="1202856001" sldId="874"/>
            <ac:spMk id="13" creationId="{25407B26-5331-713B-9E8F-C13C529E231B}"/>
          </ac:spMkLst>
        </pc:spChg>
        <pc:spChg chg="add del mod">
          <ac:chgData name="Palit, Tapti" userId="dec6fbcd-7598-406a-8cbf-504d4a3bac15" providerId="ADAL" clId="{ECD42228-5B96-4A72-B268-C46DF994E6B7}" dt="2024-01-22T22:48:09.086" v="9984" actId="478"/>
          <ac:spMkLst>
            <pc:docMk/>
            <pc:sldMk cId="1202856001" sldId="874"/>
            <ac:spMk id="14" creationId="{3BBBAD4E-7B96-05E8-4E64-87DD7977F9DE}"/>
          </ac:spMkLst>
        </pc:spChg>
        <pc:spChg chg="add del mod">
          <ac:chgData name="Palit, Tapti" userId="dec6fbcd-7598-406a-8cbf-504d4a3bac15" providerId="ADAL" clId="{ECD42228-5B96-4A72-B268-C46DF994E6B7}" dt="2024-01-22T22:48:09.086" v="9984" actId="478"/>
          <ac:spMkLst>
            <pc:docMk/>
            <pc:sldMk cId="1202856001" sldId="874"/>
            <ac:spMk id="20" creationId="{36D0A434-034C-E7FE-5423-2D214F84B245}"/>
          </ac:spMkLst>
        </pc:spChg>
        <pc:spChg chg="add del mod">
          <ac:chgData name="Palit, Tapti" userId="dec6fbcd-7598-406a-8cbf-504d4a3bac15" providerId="ADAL" clId="{ECD42228-5B96-4A72-B268-C46DF994E6B7}" dt="2024-01-22T22:48:09.086" v="9984" actId="478"/>
          <ac:spMkLst>
            <pc:docMk/>
            <pc:sldMk cId="1202856001" sldId="874"/>
            <ac:spMk id="21" creationId="{7D63CFD4-FF44-FE81-1331-FE3262B0DA80}"/>
          </ac:spMkLst>
        </pc:spChg>
        <pc:spChg chg="add del mod">
          <ac:chgData name="Palit, Tapti" userId="dec6fbcd-7598-406a-8cbf-504d4a3bac15" providerId="ADAL" clId="{ECD42228-5B96-4A72-B268-C46DF994E6B7}" dt="2024-01-22T22:48:09.086" v="9984" actId="478"/>
          <ac:spMkLst>
            <pc:docMk/>
            <pc:sldMk cId="1202856001" sldId="874"/>
            <ac:spMk id="22" creationId="{D8DDC8D8-7737-E3E4-9527-D02066D07A26}"/>
          </ac:spMkLst>
        </pc:spChg>
        <pc:spChg chg="add del mod">
          <ac:chgData name="Palit, Tapti" userId="dec6fbcd-7598-406a-8cbf-504d4a3bac15" providerId="ADAL" clId="{ECD42228-5B96-4A72-B268-C46DF994E6B7}" dt="2024-01-22T22:48:09.086" v="9984" actId="478"/>
          <ac:spMkLst>
            <pc:docMk/>
            <pc:sldMk cId="1202856001" sldId="874"/>
            <ac:spMk id="23" creationId="{F8A4C0A5-A9A3-C244-81AA-E3CB777EC4C9}"/>
          </ac:spMkLst>
        </pc:spChg>
        <pc:spChg chg="add del mod">
          <ac:chgData name="Palit, Tapti" userId="dec6fbcd-7598-406a-8cbf-504d4a3bac15" providerId="ADAL" clId="{ECD42228-5B96-4A72-B268-C46DF994E6B7}" dt="2024-01-22T22:48:09.086" v="9984" actId="478"/>
          <ac:spMkLst>
            <pc:docMk/>
            <pc:sldMk cId="1202856001" sldId="874"/>
            <ac:spMk id="24" creationId="{2B072438-F21A-C5FD-1755-9F8D99CDB605}"/>
          </ac:spMkLst>
        </pc:spChg>
        <pc:spChg chg="add del mod">
          <ac:chgData name="Palit, Tapti" userId="dec6fbcd-7598-406a-8cbf-504d4a3bac15" providerId="ADAL" clId="{ECD42228-5B96-4A72-B268-C46DF994E6B7}" dt="2024-01-22T22:48:09.086" v="9984" actId="478"/>
          <ac:spMkLst>
            <pc:docMk/>
            <pc:sldMk cId="1202856001" sldId="874"/>
            <ac:spMk id="25" creationId="{3BD9A9EE-5702-DC87-C1F6-6E6E0C88744F}"/>
          </ac:spMkLst>
        </pc:spChg>
        <pc:spChg chg="add del mod">
          <ac:chgData name="Palit, Tapti" userId="dec6fbcd-7598-406a-8cbf-504d4a3bac15" providerId="ADAL" clId="{ECD42228-5B96-4A72-B268-C46DF994E6B7}" dt="2024-01-22T22:46:10.820" v="9948" actId="478"/>
          <ac:spMkLst>
            <pc:docMk/>
            <pc:sldMk cId="1202856001" sldId="874"/>
            <ac:spMk id="31" creationId="{40AE46A9-6A86-B244-7331-0EE1C5E900CD}"/>
          </ac:spMkLst>
        </pc:spChg>
        <pc:spChg chg="add del mod">
          <ac:chgData name="Palit, Tapti" userId="dec6fbcd-7598-406a-8cbf-504d4a3bac15" providerId="ADAL" clId="{ECD42228-5B96-4A72-B268-C46DF994E6B7}" dt="2024-01-22T22:46:10.820" v="9948" actId="478"/>
          <ac:spMkLst>
            <pc:docMk/>
            <pc:sldMk cId="1202856001" sldId="874"/>
            <ac:spMk id="32" creationId="{2FD98988-49C3-CDD2-8181-A2C7704A7632}"/>
          </ac:spMkLst>
        </pc:spChg>
        <pc:spChg chg="add mod">
          <ac:chgData name="Palit, Tapti" userId="dec6fbcd-7598-406a-8cbf-504d4a3bac15" providerId="ADAL" clId="{ECD42228-5B96-4A72-B268-C46DF994E6B7}" dt="2024-01-22T22:48:19.830" v="9985"/>
          <ac:spMkLst>
            <pc:docMk/>
            <pc:sldMk cId="1202856001" sldId="874"/>
            <ac:spMk id="45" creationId="{9446F129-4086-3C72-5013-98335834E313}"/>
          </ac:spMkLst>
        </pc:spChg>
        <pc:spChg chg="add mod">
          <ac:chgData name="Palit, Tapti" userId="dec6fbcd-7598-406a-8cbf-504d4a3bac15" providerId="ADAL" clId="{ECD42228-5B96-4A72-B268-C46DF994E6B7}" dt="2024-01-22T22:48:19.830" v="9985"/>
          <ac:spMkLst>
            <pc:docMk/>
            <pc:sldMk cId="1202856001" sldId="874"/>
            <ac:spMk id="46" creationId="{1300B3EF-64EA-568E-8105-98CF3D5C4A88}"/>
          </ac:spMkLst>
        </pc:spChg>
        <pc:spChg chg="add mod">
          <ac:chgData name="Palit, Tapti" userId="dec6fbcd-7598-406a-8cbf-504d4a3bac15" providerId="ADAL" clId="{ECD42228-5B96-4A72-B268-C46DF994E6B7}" dt="2024-01-22T22:48:19.830" v="9985"/>
          <ac:spMkLst>
            <pc:docMk/>
            <pc:sldMk cId="1202856001" sldId="874"/>
            <ac:spMk id="47" creationId="{17FB6262-9843-B297-EF5D-9613166EAA35}"/>
          </ac:spMkLst>
        </pc:spChg>
        <pc:spChg chg="add mod">
          <ac:chgData name="Palit, Tapti" userId="dec6fbcd-7598-406a-8cbf-504d4a3bac15" providerId="ADAL" clId="{ECD42228-5B96-4A72-B268-C46DF994E6B7}" dt="2024-01-22T22:48:19.830" v="9985"/>
          <ac:spMkLst>
            <pc:docMk/>
            <pc:sldMk cId="1202856001" sldId="874"/>
            <ac:spMk id="48" creationId="{287EA81A-4BF1-2E9C-9E62-B4AD3372D4E0}"/>
          </ac:spMkLst>
        </pc:spChg>
        <pc:spChg chg="add mod">
          <ac:chgData name="Palit, Tapti" userId="dec6fbcd-7598-406a-8cbf-504d4a3bac15" providerId="ADAL" clId="{ECD42228-5B96-4A72-B268-C46DF994E6B7}" dt="2024-01-22T22:48:19.830" v="9985"/>
          <ac:spMkLst>
            <pc:docMk/>
            <pc:sldMk cId="1202856001" sldId="874"/>
            <ac:spMk id="49" creationId="{4C7FA4DD-7FD9-B30C-D96E-CDFC13A54320}"/>
          </ac:spMkLst>
        </pc:spChg>
        <pc:spChg chg="add mod">
          <ac:chgData name="Palit, Tapti" userId="dec6fbcd-7598-406a-8cbf-504d4a3bac15" providerId="ADAL" clId="{ECD42228-5B96-4A72-B268-C46DF994E6B7}" dt="2024-01-22T22:48:19.830" v="9985"/>
          <ac:spMkLst>
            <pc:docMk/>
            <pc:sldMk cId="1202856001" sldId="874"/>
            <ac:spMk id="50" creationId="{C67CF01D-EFCB-F367-13C4-A9B992CBADEC}"/>
          </ac:spMkLst>
        </pc:spChg>
        <pc:spChg chg="add mod">
          <ac:chgData name="Palit, Tapti" userId="dec6fbcd-7598-406a-8cbf-504d4a3bac15" providerId="ADAL" clId="{ECD42228-5B96-4A72-B268-C46DF994E6B7}" dt="2024-01-22T22:48:19.830" v="9985"/>
          <ac:spMkLst>
            <pc:docMk/>
            <pc:sldMk cId="1202856001" sldId="874"/>
            <ac:spMk id="51" creationId="{BF66F890-5AE1-82EC-DF37-A7BB0BCFEFC1}"/>
          </ac:spMkLst>
        </pc:spChg>
        <pc:spChg chg="add mod">
          <ac:chgData name="Palit, Tapti" userId="dec6fbcd-7598-406a-8cbf-504d4a3bac15" providerId="ADAL" clId="{ECD42228-5B96-4A72-B268-C46DF994E6B7}" dt="2024-01-22T22:48:19.830" v="9985"/>
          <ac:spMkLst>
            <pc:docMk/>
            <pc:sldMk cId="1202856001" sldId="874"/>
            <ac:spMk id="52" creationId="{6AE5578D-BE30-2189-F2B1-07177B85FA67}"/>
          </ac:spMkLst>
        </pc:spChg>
        <pc:spChg chg="add mod">
          <ac:chgData name="Palit, Tapti" userId="dec6fbcd-7598-406a-8cbf-504d4a3bac15" providerId="ADAL" clId="{ECD42228-5B96-4A72-B268-C46DF994E6B7}" dt="2024-01-22T22:48:19.830" v="9985"/>
          <ac:spMkLst>
            <pc:docMk/>
            <pc:sldMk cId="1202856001" sldId="874"/>
            <ac:spMk id="53" creationId="{AF9C61BB-E7DE-2926-FD11-4D7F69180F94}"/>
          </ac:spMkLst>
        </pc:spChg>
        <pc:spChg chg="add mod">
          <ac:chgData name="Palit, Tapti" userId="dec6fbcd-7598-406a-8cbf-504d4a3bac15" providerId="ADAL" clId="{ECD42228-5B96-4A72-B268-C46DF994E6B7}" dt="2024-01-22T22:48:19.830" v="9985"/>
          <ac:spMkLst>
            <pc:docMk/>
            <pc:sldMk cId="1202856001" sldId="874"/>
            <ac:spMk id="54" creationId="{D2293DF6-3507-E436-7072-AD172E85FE38}"/>
          </ac:spMkLst>
        </pc:spChg>
        <pc:spChg chg="add mod">
          <ac:chgData name="Palit, Tapti" userId="dec6fbcd-7598-406a-8cbf-504d4a3bac15" providerId="ADAL" clId="{ECD42228-5B96-4A72-B268-C46DF994E6B7}" dt="2024-01-22T22:48:19.830" v="9985"/>
          <ac:spMkLst>
            <pc:docMk/>
            <pc:sldMk cId="1202856001" sldId="874"/>
            <ac:spMk id="59" creationId="{3B6DD8E3-468A-5016-3552-CDB490006862}"/>
          </ac:spMkLst>
        </pc:spChg>
        <pc:spChg chg="add mod">
          <ac:chgData name="Palit, Tapti" userId="dec6fbcd-7598-406a-8cbf-504d4a3bac15" providerId="ADAL" clId="{ECD42228-5B96-4A72-B268-C46DF994E6B7}" dt="2024-01-22T22:48:19.830" v="9985"/>
          <ac:spMkLst>
            <pc:docMk/>
            <pc:sldMk cId="1202856001" sldId="874"/>
            <ac:spMk id="60" creationId="{10604342-B2D8-BB5E-734D-D03260CB1079}"/>
          </ac:spMkLst>
        </pc:spChg>
        <pc:spChg chg="add mod">
          <ac:chgData name="Palit, Tapti" userId="dec6fbcd-7598-406a-8cbf-504d4a3bac15" providerId="ADAL" clId="{ECD42228-5B96-4A72-B268-C46DF994E6B7}" dt="2024-01-22T22:48:19.830" v="9985"/>
          <ac:spMkLst>
            <pc:docMk/>
            <pc:sldMk cId="1202856001" sldId="874"/>
            <ac:spMk id="61" creationId="{82CB5AB9-0E65-7142-E0B4-25C17A5025B3}"/>
          </ac:spMkLst>
        </pc:spChg>
        <pc:spChg chg="add mod">
          <ac:chgData name="Palit, Tapti" userId="dec6fbcd-7598-406a-8cbf-504d4a3bac15" providerId="ADAL" clId="{ECD42228-5B96-4A72-B268-C46DF994E6B7}" dt="2024-01-22T22:48:19.830" v="9985"/>
          <ac:spMkLst>
            <pc:docMk/>
            <pc:sldMk cId="1202856001" sldId="874"/>
            <ac:spMk id="62" creationId="{70A0292B-3697-940D-322C-3EC386911B97}"/>
          </ac:spMkLst>
        </pc:spChg>
        <pc:spChg chg="add mod">
          <ac:chgData name="Palit, Tapti" userId="dec6fbcd-7598-406a-8cbf-504d4a3bac15" providerId="ADAL" clId="{ECD42228-5B96-4A72-B268-C46DF994E6B7}" dt="2024-01-22T22:48:19.830" v="9985"/>
          <ac:spMkLst>
            <pc:docMk/>
            <pc:sldMk cId="1202856001" sldId="874"/>
            <ac:spMk id="63" creationId="{3DB9CE08-E310-947F-5BE3-ED084F14A40C}"/>
          </ac:spMkLst>
        </pc:spChg>
        <pc:spChg chg="add mod">
          <ac:chgData name="Palit, Tapti" userId="dec6fbcd-7598-406a-8cbf-504d4a3bac15" providerId="ADAL" clId="{ECD42228-5B96-4A72-B268-C46DF994E6B7}" dt="2024-01-22T22:48:19.830" v="9985"/>
          <ac:spMkLst>
            <pc:docMk/>
            <pc:sldMk cId="1202856001" sldId="874"/>
            <ac:spMk id="64" creationId="{859F31E6-2719-94C6-2F44-B4150346ABDF}"/>
          </ac:spMkLst>
        </pc:spChg>
        <pc:spChg chg="add del mod">
          <ac:chgData name="Palit, Tapti" userId="dec6fbcd-7598-406a-8cbf-504d4a3bac15" providerId="ADAL" clId="{ECD42228-5B96-4A72-B268-C46DF994E6B7}" dt="2024-01-22T23:35:04.139" v="10292" actId="478"/>
          <ac:spMkLst>
            <pc:docMk/>
            <pc:sldMk cId="1202856001" sldId="874"/>
            <ac:spMk id="70" creationId="{695C60F8-F3E3-6523-4815-A39577F04BAE}"/>
          </ac:spMkLst>
        </pc:spChg>
        <pc:spChg chg="add del mod">
          <ac:chgData name="Palit, Tapti" userId="dec6fbcd-7598-406a-8cbf-504d4a3bac15" providerId="ADAL" clId="{ECD42228-5B96-4A72-B268-C46DF994E6B7}" dt="2024-01-22T23:35:04.139" v="10292" actId="478"/>
          <ac:spMkLst>
            <pc:docMk/>
            <pc:sldMk cId="1202856001" sldId="874"/>
            <ac:spMk id="71" creationId="{0C699A5A-6323-3F38-CA30-13D94F961A17}"/>
          </ac:spMkLst>
        </pc:spChg>
        <pc:spChg chg="add mod">
          <ac:chgData name="Palit, Tapti" userId="dec6fbcd-7598-406a-8cbf-504d4a3bac15" providerId="ADAL" clId="{ECD42228-5B96-4A72-B268-C46DF994E6B7}" dt="2024-01-22T22:53:13.182" v="10088" actId="1036"/>
          <ac:spMkLst>
            <pc:docMk/>
            <pc:sldMk cId="1202856001" sldId="874"/>
            <ac:spMk id="84" creationId="{23FB8C37-132D-9FD0-4274-D66BB5D34E35}"/>
          </ac:spMkLst>
        </pc:spChg>
        <pc:spChg chg="add mod">
          <ac:chgData name="Palit, Tapti" userId="dec6fbcd-7598-406a-8cbf-504d4a3bac15" providerId="ADAL" clId="{ECD42228-5B96-4A72-B268-C46DF994E6B7}" dt="2024-01-22T22:52:56.476" v="10079" actId="1036"/>
          <ac:spMkLst>
            <pc:docMk/>
            <pc:sldMk cId="1202856001" sldId="874"/>
            <ac:spMk id="85" creationId="{9CB6E79A-D828-10E9-0C62-8A65CE368FBF}"/>
          </ac:spMkLst>
        </pc:spChg>
        <pc:spChg chg="add mod">
          <ac:chgData name="Palit, Tapti" userId="dec6fbcd-7598-406a-8cbf-504d4a3bac15" providerId="ADAL" clId="{ECD42228-5B96-4A72-B268-C46DF994E6B7}" dt="2024-01-22T22:53:26.665" v="10093" actId="1035"/>
          <ac:spMkLst>
            <pc:docMk/>
            <pc:sldMk cId="1202856001" sldId="874"/>
            <ac:spMk id="86" creationId="{0138782F-4C5C-21C9-FD86-0FDA23D57AF9}"/>
          </ac:spMkLst>
        </pc:spChg>
        <pc:spChg chg="add mod">
          <ac:chgData name="Palit, Tapti" userId="dec6fbcd-7598-406a-8cbf-504d4a3bac15" providerId="ADAL" clId="{ECD42228-5B96-4A72-B268-C46DF994E6B7}" dt="2024-01-22T22:49:46.842" v="9987" actId="1076"/>
          <ac:spMkLst>
            <pc:docMk/>
            <pc:sldMk cId="1202856001" sldId="874"/>
            <ac:spMk id="87" creationId="{701C1FA3-D4D0-5B99-3A86-48E11EDD9B91}"/>
          </ac:spMkLst>
        </pc:spChg>
        <pc:spChg chg="add del mod">
          <ac:chgData name="Palit, Tapti" userId="dec6fbcd-7598-406a-8cbf-504d4a3bac15" providerId="ADAL" clId="{ECD42228-5B96-4A72-B268-C46DF994E6B7}" dt="2024-01-22T22:51:00.781" v="10032" actId="478"/>
          <ac:spMkLst>
            <pc:docMk/>
            <pc:sldMk cId="1202856001" sldId="874"/>
            <ac:spMk id="88" creationId="{DB0D3C26-2744-7A27-52EB-13BEF07E7FF3}"/>
          </ac:spMkLst>
        </pc:spChg>
        <pc:spChg chg="add mod">
          <ac:chgData name="Palit, Tapti" userId="dec6fbcd-7598-406a-8cbf-504d4a3bac15" providerId="ADAL" clId="{ECD42228-5B96-4A72-B268-C46DF994E6B7}" dt="2024-01-22T22:51:24.839" v="10040" actId="1076"/>
          <ac:spMkLst>
            <pc:docMk/>
            <pc:sldMk cId="1202856001" sldId="874"/>
            <ac:spMk id="89" creationId="{DA431E7C-5C94-F94D-7C9B-AAA48580F62B}"/>
          </ac:spMkLst>
        </pc:spChg>
        <pc:spChg chg="add mod">
          <ac:chgData name="Palit, Tapti" userId="dec6fbcd-7598-406a-8cbf-504d4a3bac15" providerId="ADAL" clId="{ECD42228-5B96-4A72-B268-C46DF994E6B7}" dt="2024-01-22T22:51:55.193" v="10052" actId="20577"/>
          <ac:spMkLst>
            <pc:docMk/>
            <pc:sldMk cId="1202856001" sldId="874"/>
            <ac:spMk id="90" creationId="{51785EA7-79A2-F61F-D35E-2F961B53FAB3}"/>
          </ac:spMkLst>
        </pc:spChg>
        <pc:spChg chg="add mod">
          <ac:chgData name="Palit, Tapti" userId="dec6fbcd-7598-406a-8cbf-504d4a3bac15" providerId="ADAL" clId="{ECD42228-5B96-4A72-B268-C46DF994E6B7}" dt="2024-01-22T22:51:52.172" v="10050" actId="20577"/>
          <ac:spMkLst>
            <pc:docMk/>
            <pc:sldMk cId="1202856001" sldId="874"/>
            <ac:spMk id="91" creationId="{5532B38C-019B-520E-787F-2DBC646C7838}"/>
          </ac:spMkLst>
        </pc:spChg>
        <pc:spChg chg="add mod">
          <ac:chgData name="Palit, Tapti" userId="dec6fbcd-7598-406a-8cbf-504d4a3bac15" providerId="ADAL" clId="{ECD42228-5B96-4A72-B268-C46DF994E6B7}" dt="2024-01-22T22:51:58.246" v="10054" actId="20577"/>
          <ac:spMkLst>
            <pc:docMk/>
            <pc:sldMk cId="1202856001" sldId="874"/>
            <ac:spMk id="92" creationId="{295B5BC6-ED2F-B253-6CB1-B2AEB9525417}"/>
          </ac:spMkLst>
        </pc:spChg>
        <pc:spChg chg="add mod">
          <ac:chgData name="Palit, Tapti" userId="dec6fbcd-7598-406a-8cbf-504d4a3bac15" providerId="ADAL" clId="{ECD42228-5B96-4A72-B268-C46DF994E6B7}" dt="2024-01-22T23:17:09.115" v="10147" actId="1076"/>
          <ac:spMkLst>
            <pc:docMk/>
            <pc:sldMk cId="1202856001" sldId="874"/>
            <ac:spMk id="143" creationId="{BFD6E4B6-9CA4-5207-71A1-9F75B4F327DF}"/>
          </ac:spMkLst>
        </pc:spChg>
        <pc:spChg chg="add mod">
          <ac:chgData name="Palit, Tapti" userId="dec6fbcd-7598-406a-8cbf-504d4a3bac15" providerId="ADAL" clId="{ECD42228-5B96-4A72-B268-C46DF994E6B7}" dt="2024-01-22T23:24:16.567" v="10166" actId="1076"/>
          <ac:spMkLst>
            <pc:docMk/>
            <pc:sldMk cId="1202856001" sldId="874"/>
            <ac:spMk id="144" creationId="{08A142A8-D17C-9047-A303-AA7FBF5B417D}"/>
          </ac:spMkLst>
        </pc:spChg>
        <pc:spChg chg="add mod">
          <ac:chgData name="Palit, Tapti" userId="dec6fbcd-7598-406a-8cbf-504d4a3bac15" providerId="ADAL" clId="{ECD42228-5B96-4A72-B268-C46DF994E6B7}" dt="2024-01-22T23:24:24.197" v="10172" actId="20577"/>
          <ac:spMkLst>
            <pc:docMk/>
            <pc:sldMk cId="1202856001" sldId="874"/>
            <ac:spMk id="145" creationId="{AD80081F-BAE2-9B1F-378A-25DFCCE371F7}"/>
          </ac:spMkLst>
        </pc:spChg>
        <pc:spChg chg="add mod">
          <ac:chgData name="Palit, Tapti" userId="dec6fbcd-7598-406a-8cbf-504d4a3bac15" providerId="ADAL" clId="{ECD42228-5B96-4A72-B268-C46DF994E6B7}" dt="2024-01-22T23:24:39.290" v="10179" actId="20577"/>
          <ac:spMkLst>
            <pc:docMk/>
            <pc:sldMk cId="1202856001" sldId="874"/>
            <ac:spMk id="146" creationId="{C91B8A5C-5C5C-ED6B-6FA0-8128225FD352}"/>
          </ac:spMkLst>
        </pc:spChg>
        <pc:spChg chg="add mod">
          <ac:chgData name="Palit, Tapti" userId="dec6fbcd-7598-406a-8cbf-504d4a3bac15" providerId="ADAL" clId="{ECD42228-5B96-4A72-B268-C46DF994E6B7}" dt="2024-01-22T23:24:50.822" v="10186" actId="20577"/>
          <ac:spMkLst>
            <pc:docMk/>
            <pc:sldMk cId="1202856001" sldId="874"/>
            <ac:spMk id="147" creationId="{54EC8896-74AB-5A47-0770-77F6BD7D8852}"/>
          </ac:spMkLst>
        </pc:spChg>
        <pc:spChg chg="add mod">
          <ac:chgData name="Palit, Tapti" userId="dec6fbcd-7598-406a-8cbf-504d4a3bac15" providerId="ADAL" clId="{ECD42228-5B96-4A72-B268-C46DF994E6B7}" dt="2024-01-22T23:25:38.284" v="10198" actId="692"/>
          <ac:spMkLst>
            <pc:docMk/>
            <pc:sldMk cId="1202856001" sldId="874"/>
            <ac:spMk id="148" creationId="{6E3FBFD1-82BB-3224-2FA8-0F6A277A5BC2}"/>
          </ac:spMkLst>
        </pc:spChg>
        <pc:spChg chg="add mod">
          <ac:chgData name="Palit, Tapti" userId="dec6fbcd-7598-406a-8cbf-504d4a3bac15" providerId="ADAL" clId="{ECD42228-5B96-4A72-B268-C46DF994E6B7}" dt="2024-01-22T23:25:49.180" v="10201" actId="1076"/>
          <ac:spMkLst>
            <pc:docMk/>
            <pc:sldMk cId="1202856001" sldId="874"/>
            <ac:spMk id="149" creationId="{B0549180-DD63-95F1-763C-62075F6EFD9F}"/>
          </ac:spMkLst>
        </pc:spChg>
        <pc:cxnChg chg="add del mod">
          <ac:chgData name="Palit, Tapti" userId="dec6fbcd-7598-406a-8cbf-504d4a3bac15" providerId="ADAL" clId="{ECD42228-5B96-4A72-B268-C46DF994E6B7}" dt="2024-01-22T22:48:09.086" v="9984" actId="478"/>
          <ac:cxnSpMkLst>
            <pc:docMk/>
            <pc:sldMk cId="1202856001" sldId="874"/>
            <ac:cxnSpMk id="15" creationId="{4BA232B0-5DF2-DE6E-525A-6FC8BE8D65A3}"/>
          </ac:cxnSpMkLst>
        </pc:cxnChg>
        <pc:cxnChg chg="add del mod">
          <ac:chgData name="Palit, Tapti" userId="dec6fbcd-7598-406a-8cbf-504d4a3bac15" providerId="ADAL" clId="{ECD42228-5B96-4A72-B268-C46DF994E6B7}" dt="2024-01-22T22:48:09.086" v="9984" actId="478"/>
          <ac:cxnSpMkLst>
            <pc:docMk/>
            <pc:sldMk cId="1202856001" sldId="874"/>
            <ac:cxnSpMk id="16" creationId="{15E247A8-DDE6-3993-70F9-C773A50A0C5A}"/>
          </ac:cxnSpMkLst>
        </pc:cxnChg>
        <pc:cxnChg chg="add del mod">
          <ac:chgData name="Palit, Tapti" userId="dec6fbcd-7598-406a-8cbf-504d4a3bac15" providerId="ADAL" clId="{ECD42228-5B96-4A72-B268-C46DF994E6B7}" dt="2024-01-22T22:48:09.086" v="9984" actId="478"/>
          <ac:cxnSpMkLst>
            <pc:docMk/>
            <pc:sldMk cId="1202856001" sldId="874"/>
            <ac:cxnSpMk id="18" creationId="{60A292C7-0299-0A94-EB54-5B96F30EF1AD}"/>
          </ac:cxnSpMkLst>
        </pc:cxnChg>
        <pc:cxnChg chg="add del mod">
          <ac:chgData name="Palit, Tapti" userId="dec6fbcd-7598-406a-8cbf-504d4a3bac15" providerId="ADAL" clId="{ECD42228-5B96-4A72-B268-C46DF994E6B7}" dt="2024-01-22T22:48:09.086" v="9984" actId="478"/>
          <ac:cxnSpMkLst>
            <pc:docMk/>
            <pc:sldMk cId="1202856001" sldId="874"/>
            <ac:cxnSpMk id="19" creationId="{EB01FFFA-5734-0E12-A423-495F69CEF445}"/>
          </ac:cxnSpMkLst>
        </pc:cxnChg>
        <pc:cxnChg chg="add del mod">
          <ac:chgData name="Palit, Tapti" userId="dec6fbcd-7598-406a-8cbf-504d4a3bac15" providerId="ADAL" clId="{ECD42228-5B96-4A72-B268-C46DF994E6B7}" dt="2024-01-22T22:48:09.086" v="9984" actId="478"/>
          <ac:cxnSpMkLst>
            <pc:docMk/>
            <pc:sldMk cId="1202856001" sldId="874"/>
            <ac:cxnSpMk id="26" creationId="{CAB7BC6F-B128-011A-2D84-7106FD42C1BF}"/>
          </ac:cxnSpMkLst>
        </pc:cxnChg>
        <pc:cxnChg chg="add del mod">
          <ac:chgData name="Palit, Tapti" userId="dec6fbcd-7598-406a-8cbf-504d4a3bac15" providerId="ADAL" clId="{ECD42228-5B96-4A72-B268-C46DF994E6B7}" dt="2024-01-22T22:48:09.086" v="9984" actId="478"/>
          <ac:cxnSpMkLst>
            <pc:docMk/>
            <pc:sldMk cId="1202856001" sldId="874"/>
            <ac:cxnSpMk id="27" creationId="{A1415C3C-9E9B-4853-149C-CA3ED17ECB30}"/>
          </ac:cxnSpMkLst>
        </pc:cxnChg>
        <pc:cxnChg chg="add del mod">
          <ac:chgData name="Palit, Tapti" userId="dec6fbcd-7598-406a-8cbf-504d4a3bac15" providerId="ADAL" clId="{ECD42228-5B96-4A72-B268-C46DF994E6B7}" dt="2024-01-22T22:48:09.086" v="9984" actId="478"/>
          <ac:cxnSpMkLst>
            <pc:docMk/>
            <pc:sldMk cId="1202856001" sldId="874"/>
            <ac:cxnSpMk id="28" creationId="{463B4DE9-8623-0103-5787-9B9E61DEE8C1}"/>
          </ac:cxnSpMkLst>
        </pc:cxnChg>
        <pc:cxnChg chg="add del mod">
          <ac:chgData name="Palit, Tapti" userId="dec6fbcd-7598-406a-8cbf-504d4a3bac15" providerId="ADAL" clId="{ECD42228-5B96-4A72-B268-C46DF994E6B7}" dt="2024-01-22T22:48:09.086" v="9984" actId="478"/>
          <ac:cxnSpMkLst>
            <pc:docMk/>
            <pc:sldMk cId="1202856001" sldId="874"/>
            <ac:cxnSpMk id="29" creationId="{A7E8601F-AC24-5139-236E-97C70247865A}"/>
          </ac:cxnSpMkLst>
        </pc:cxnChg>
        <pc:cxnChg chg="add del mod">
          <ac:chgData name="Palit, Tapti" userId="dec6fbcd-7598-406a-8cbf-504d4a3bac15" providerId="ADAL" clId="{ECD42228-5B96-4A72-B268-C46DF994E6B7}" dt="2024-01-22T22:48:09.086" v="9984" actId="478"/>
          <ac:cxnSpMkLst>
            <pc:docMk/>
            <pc:sldMk cId="1202856001" sldId="874"/>
            <ac:cxnSpMk id="30" creationId="{E32B667D-F20D-0E50-13B5-E9627AA24189}"/>
          </ac:cxnSpMkLst>
        </pc:cxnChg>
        <pc:cxnChg chg="add del mod">
          <ac:chgData name="Palit, Tapti" userId="dec6fbcd-7598-406a-8cbf-504d4a3bac15" providerId="ADAL" clId="{ECD42228-5B96-4A72-B268-C46DF994E6B7}" dt="2024-01-22T22:48:09.086" v="9984" actId="478"/>
          <ac:cxnSpMkLst>
            <pc:docMk/>
            <pc:sldMk cId="1202856001" sldId="874"/>
            <ac:cxnSpMk id="33" creationId="{D5BC426B-D251-6B38-394F-85DE40B38796}"/>
          </ac:cxnSpMkLst>
        </pc:cxnChg>
        <pc:cxnChg chg="add del mod">
          <ac:chgData name="Palit, Tapti" userId="dec6fbcd-7598-406a-8cbf-504d4a3bac15" providerId="ADAL" clId="{ECD42228-5B96-4A72-B268-C46DF994E6B7}" dt="2024-01-22T22:48:09.086" v="9984" actId="478"/>
          <ac:cxnSpMkLst>
            <pc:docMk/>
            <pc:sldMk cId="1202856001" sldId="874"/>
            <ac:cxnSpMk id="34" creationId="{D8263475-B1E9-CC50-28A0-1E5E96E4508C}"/>
          </ac:cxnSpMkLst>
        </pc:cxnChg>
        <pc:cxnChg chg="add del mod">
          <ac:chgData name="Palit, Tapti" userId="dec6fbcd-7598-406a-8cbf-504d4a3bac15" providerId="ADAL" clId="{ECD42228-5B96-4A72-B268-C46DF994E6B7}" dt="2024-01-22T22:48:09.086" v="9984" actId="478"/>
          <ac:cxnSpMkLst>
            <pc:docMk/>
            <pc:sldMk cId="1202856001" sldId="874"/>
            <ac:cxnSpMk id="35" creationId="{6FE7DD3D-7A4B-5F87-7CF1-71100C57FAB4}"/>
          </ac:cxnSpMkLst>
        </pc:cxnChg>
        <pc:cxnChg chg="add del mod">
          <ac:chgData name="Palit, Tapti" userId="dec6fbcd-7598-406a-8cbf-504d4a3bac15" providerId="ADAL" clId="{ECD42228-5B96-4A72-B268-C46DF994E6B7}" dt="2024-01-22T22:48:09.086" v="9984" actId="478"/>
          <ac:cxnSpMkLst>
            <pc:docMk/>
            <pc:sldMk cId="1202856001" sldId="874"/>
            <ac:cxnSpMk id="36" creationId="{4DC66E47-8A07-99F1-1F10-D33A5FCBB58F}"/>
          </ac:cxnSpMkLst>
        </pc:cxnChg>
        <pc:cxnChg chg="add del mod">
          <ac:chgData name="Palit, Tapti" userId="dec6fbcd-7598-406a-8cbf-504d4a3bac15" providerId="ADAL" clId="{ECD42228-5B96-4A72-B268-C46DF994E6B7}" dt="2024-01-22T22:48:09.086" v="9984" actId="478"/>
          <ac:cxnSpMkLst>
            <pc:docMk/>
            <pc:sldMk cId="1202856001" sldId="874"/>
            <ac:cxnSpMk id="37" creationId="{A37E57A3-B44B-8FBF-565B-6C74B85058F4}"/>
          </ac:cxnSpMkLst>
        </pc:cxnChg>
        <pc:cxnChg chg="add del mod">
          <ac:chgData name="Palit, Tapti" userId="dec6fbcd-7598-406a-8cbf-504d4a3bac15" providerId="ADAL" clId="{ECD42228-5B96-4A72-B268-C46DF994E6B7}" dt="2024-01-22T22:48:09.086" v="9984" actId="478"/>
          <ac:cxnSpMkLst>
            <pc:docMk/>
            <pc:sldMk cId="1202856001" sldId="874"/>
            <ac:cxnSpMk id="38" creationId="{5567863C-F62A-F015-E22C-EDE863F355AB}"/>
          </ac:cxnSpMkLst>
        </pc:cxnChg>
        <pc:cxnChg chg="add del mod">
          <ac:chgData name="Palit, Tapti" userId="dec6fbcd-7598-406a-8cbf-504d4a3bac15" providerId="ADAL" clId="{ECD42228-5B96-4A72-B268-C46DF994E6B7}" dt="2024-01-22T22:48:09.086" v="9984" actId="478"/>
          <ac:cxnSpMkLst>
            <pc:docMk/>
            <pc:sldMk cId="1202856001" sldId="874"/>
            <ac:cxnSpMk id="39" creationId="{4114D319-47F8-B03F-F586-2E4C9D946FBE}"/>
          </ac:cxnSpMkLst>
        </pc:cxnChg>
        <pc:cxnChg chg="add del mod">
          <ac:chgData name="Palit, Tapti" userId="dec6fbcd-7598-406a-8cbf-504d4a3bac15" providerId="ADAL" clId="{ECD42228-5B96-4A72-B268-C46DF994E6B7}" dt="2024-01-22T22:48:09.086" v="9984" actId="478"/>
          <ac:cxnSpMkLst>
            <pc:docMk/>
            <pc:sldMk cId="1202856001" sldId="874"/>
            <ac:cxnSpMk id="40" creationId="{83425A19-C503-AD28-06E8-F7987C50B6A7}"/>
          </ac:cxnSpMkLst>
        </pc:cxnChg>
        <pc:cxnChg chg="add del mod">
          <ac:chgData name="Palit, Tapti" userId="dec6fbcd-7598-406a-8cbf-504d4a3bac15" providerId="ADAL" clId="{ECD42228-5B96-4A72-B268-C46DF994E6B7}" dt="2024-01-22T22:48:09.086" v="9984" actId="478"/>
          <ac:cxnSpMkLst>
            <pc:docMk/>
            <pc:sldMk cId="1202856001" sldId="874"/>
            <ac:cxnSpMk id="41" creationId="{98B2F02B-FD77-5C9A-260B-BE2FC810F25B}"/>
          </ac:cxnSpMkLst>
        </pc:cxnChg>
        <pc:cxnChg chg="add del mod">
          <ac:chgData name="Palit, Tapti" userId="dec6fbcd-7598-406a-8cbf-504d4a3bac15" providerId="ADAL" clId="{ECD42228-5B96-4A72-B268-C46DF994E6B7}" dt="2024-01-22T22:48:09.086" v="9984" actId="478"/>
          <ac:cxnSpMkLst>
            <pc:docMk/>
            <pc:sldMk cId="1202856001" sldId="874"/>
            <ac:cxnSpMk id="42" creationId="{092261DE-F2F5-DBDC-0F4E-F87D5B59DBE0}"/>
          </ac:cxnSpMkLst>
        </pc:cxnChg>
        <pc:cxnChg chg="add del mod">
          <ac:chgData name="Palit, Tapti" userId="dec6fbcd-7598-406a-8cbf-504d4a3bac15" providerId="ADAL" clId="{ECD42228-5B96-4A72-B268-C46DF994E6B7}" dt="2024-01-22T22:48:09.086" v="9984" actId="478"/>
          <ac:cxnSpMkLst>
            <pc:docMk/>
            <pc:sldMk cId="1202856001" sldId="874"/>
            <ac:cxnSpMk id="43" creationId="{A56A53B0-CBF9-9202-9062-23729BAFFCEF}"/>
          </ac:cxnSpMkLst>
        </pc:cxnChg>
        <pc:cxnChg chg="add del mod">
          <ac:chgData name="Palit, Tapti" userId="dec6fbcd-7598-406a-8cbf-504d4a3bac15" providerId="ADAL" clId="{ECD42228-5B96-4A72-B268-C46DF994E6B7}" dt="2024-01-22T22:48:09.086" v="9984" actId="478"/>
          <ac:cxnSpMkLst>
            <pc:docMk/>
            <pc:sldMk cId="1202856001" sldId="874"/>
            <ac:cxnSpMk id="44" creationId="{C764185F-1548-2F53-6724-D96DD1D61231}"/>
          </ac:cxnSpMkLst>
        </pc:cxnChg>
        <pc:cxnChg chg="add mod">
          <ac:chgData name="Palit, Tapti" userId="dec6fbcd-7598-406a-8cbf-504d4a3bac15" providerId="ADAL" clId="{ECD42228-5B96-4A72-B268-C46DF994E6B7}" dt="2024-01-22T22:48:19.830" v="9985"/>
          <ac:cxnSpMkLst>
            <pc:docMk/>
            <pc:sldMk cId="1202856001" sldId="874"/>
            <ac:cxnSpMk id="55" creationId="{71A6EFAF-706E-8C91-3C35-ED5E78AF1988}"/>
          </ac:cxnSpMkLst>
        </pc:cxnChg>
        <pc:cxnChg chg="add mod">
          <ac:chgData name="Palit, Tapti" userId="dec6fbcd-7598-406a-8cbf-504d4a3bac15" providerId="ADAL" clId="{ECD42228-5B96-4A72-B268-C46DF994E6B7}" dt="2024-01-22T22:48:19.830" v="9985"/>
          <ac:cxnSpMkLst>
            <pc:docMk/>
            <pc:sldMk cId="1202856001" sldId="874"/>
            <ac:cxnSpMk id="56" creationId="{7101BBCD-270D-CB9D-DA1E-48E2495A7665}"/>
          </ac:cxnSpMkLst>
        </pc:cxnChg>
        <pc:cxnChg chg="add mod">
          <ac:chgData name="Palit, Tapti" userId="dec6fbcd-7598-406a-8cbf-504d4a3bac15" providerId="ADAL" clId="{ECD42228-5B96-4A72-B268-C46DF994E6B7}" dt="2024-01-22T22:48:19.830" v="9985"/>
          <ac:cxnSpMkLst>
            <pc:docMk/>
            <pc:sldMk cId="1202856001" sldId="874"/>
            <ac:cxnSpMk id="57" creationId="{A59EB1D3-41D1-59FC-9BFB-0602877A6FC1}"/>
          </ac:cxnSpMkLst>
        </pc:cxnChg>
        <pc:cxnChg chg="add mod">
          <ac:chgData name="Palit, Tapti" userId="dec6fbcd-7598-406a-8cbf-504d4a3bac15" providerId="ADAL" clId="{ECD42228-5B96-4A72-B268-C46DF994E6B7}" dt="2024-01-22T22:48:19.830" v="9985"/>
          <ac:cxnSpMkLst>
            <pc:docMk/>
            <pc:sldMk cId="1202856001" sldId="874"/>
            <ac:cxnSpMk id="58" creationId="{605D839F-06C3-CCF8-FE09-685B9C6D731A}"/>
          </ac:cxnSpMkLst>
        </pc:cxnChg>
        <pc:cxnChg chg="add mod">
          <ac:chgData name="Palit, Tapti" userId="dec6fbcd-7598-406a-8cbf-504d4a3bac15" providerId="ADAL" clId="{ECD42228-5B96-4A72-B268-C46DF994E6B7}" dt="2024-01-22T22:48:19.830" v="9985"/>
          <ac:cxnSpMkLst>
            <pc:docMk/>
            <pc:sldMk cId="1202856001" sldId="874"/>
            <ac:cxnSpMk id="65" creationId="{96F3A81B-E6B9-BE84-D854-E12CB16D939E}"/>
          </ac:cxnSpMkLst>
        </pc:cxnChg>
        <pc:cxnChg chg="add mod">
          <ac:chgData name="Palit, Tapti" userId="dec6fbcd-7598-406a-8cbf-504d4a3bac15" providerId="ADAL" clId="{ECD42228-5B96-4A72-B268-C46DF994E6B7}" dt="2024-01-22T22:48:19.830" v="9985"/>
          <ac:cxnSpMkLst>
            <pc:docMk/>
            <pc:sldMk cId="1202856001" sldId="874"/>
            <ac:cxnSpMk id="66" creationId="{4339032F-1BA4-776F-EA61-202A649DD456}"/>
          </ac:cxnSpMkLst>
        </pc:cxnChg>
        <pc:cxnChg chg="add mod">
          <ac:chgData name="Palit, Tapti" userId="dec6fbcd-7598-406a-8cbf-504d4a3bac15" providerId="ADAL" clId="{ECD42228-5B96-4A72-B268-C46DF994E6B7}" dt="2024-01-22T22:48:19.830" v="9985"/>
          <ac:cxnSpMkLst>
            <pc:docMk/>
            <pc:sldMk cId="1202856001" sldId="874"/>
            <ac:cxnSpMk id="67" creationId="{46A53656-23D7-787F-3D00-E5EECB1C7C8E}"/>
          </ac:cxnSpMkLst>
        </pc:cxnChg>
        <pc:cxnChg chg="add mod">
          <ac:chgData name="Palit, Tapti" userId="dec6fbcd-7598-406a-8cbf-504d4a3bac15" providerId="ADAL" clId="{ECD42228-5B96-4A72-B268-C46DF994E6B7}" dt="2024-01-22T22:48:19.830" v="9985"/>
          <ac:cxnSpMkLst>
            <pc:docMk/>
            <pc:sldMk cId="1202856001" sldId="874"/>
            <ac:cxnSpMk id="68" creationId="{E3CAB6C0-773E-71B7-7FCA-4B81AF30C242}"/>
          </ac:cxnSpMkLst>
        </pc:cxnChg>
        <pc:cxnChg chg="add mod">
          <ac:chgData name="Palit, Tapti" userId="dec6fbcd-7598-406a-8cbf-504d4a3bac15" providerId="ADAL" clId="{ECD42228-5B96-4A72-B268-C46DF994E6B7}" dt="2024-01-22T23:14:21.756" v="10137" actId="692"/>
          <ac:cxnSpMkLst>
            <pc:docMk/>
            <pc:sldMk cId="1202856001" sldId="874"/>
            <ac:cxnSpMk id="69" creationId="{083DD5C0-210F-AE40-C400-CE5E659369C4}"/>
          </ac:cxnSpMkLst>
        </pc:cxnChg>
        <pc:cxnChg chg="add mod">
          <ac:chgData name="Palit, Tapti" userId="dec6fbcd-7598-406a-8cbf-504d4a3bac15" providerId="ADAL" clId="{ECD42228-5B96-4A72-B268-C46DF994E6B7}" dt="2024-01-22T23:14:21.756" v="10137" actId="692"/>
          <ac:cxnSpMkLst>
            <pc:docMk/>
            <pc:sldMk cId="1202856001" sldId="874"/>
            <ac:cxnSpMk id="72" creationId="{BE305476-B283-94C9-9526-83F47FFF193F}"/>
          </ac:cxnSpMkLst>
        </pc:cxnChg>
        <pc:cxnChg chg="add mod">
          <ac:chgData name="Palit, Tapti" userId="dec6fbcd-7598-406a-8cbf-504d4a3bac15" providerId="ADAL" clId="{ECD42228-5B96-4A72-B268-C46DF994E6B7}" dt="2024-01-22T23:14:21.756" v="10137" actId="692"/>
          <ac:cxnSpMkLst>
            <pc:docMk/>
            <pc:sldMk cId="1202856001" sldId="874"/>
            <ac:cxnSpMk id="73" creationId="{EFFA66B9-AD9B-B462-0E13-C223931248FA}"/>
          </ac:cxnSpMkLst>
        </pc:cxnChg>
        <pc:cxnChg chg="add mod">
          <ac:chgData name="Palit, Tapti" userId="dec6fbcd-7598-406a-8cbf-504d4a3bac15" providerId="ADAL" clId="{ECD42228-5B96-4A72-B268-C46DF994E6B7}" dt="2024-01-22T23:14:27.965" v="10138" actId="692"/>
          <ac:cxnSpMkLst>
            <pc:docMk/>
            <pc:sldMk cId="1202856001" sldId="874"/>
            <ac:cxnSpMk id="74" creationId="{BF2A1045-AC8F-0E82-B21F-DE7BB281A16D}"/>
          </ac:cxnSpMkLst>
        </pc:cxnChg>
        <pc:cxnChg chg="add mod">
          <ac:chgData name="Palit, Tapti" userId="dec6fbcd-7598-406a-8cbf-504d4a3bac15" providerId="ADAL" clId="{ECD42228-5B96-4A72-B268-C46DF994E6B7}" dt="2024-01-22T23:14:21.756" v="10137" actId="692"/>
          <ac:cxnSpMkLst>
            <pc:docMk/>
            <pc:sldMk cId="1202856001" sldId="874"/>
            <ac:cxnSpMk id="75" creationId="{20DED83A-23AF-6B76-A3B0-858C7844CAAF}"/>
          </ac:cxnSpMkLst>
        </pc:cxnChg>
        <pc:cxnChg chg="add mod">
          <ac:chgData name="Palit, Tapti" userId="dec6fbcd-7598-406a-8cbf-504d4a3bac15" providerId="ADAL" clId="{ECD42228-5B96-4A72-B268-C46DF994E6B7}" dt="2024-01-22T23:14:21.756" v="10137" actId="692"/>
          <ac:cxnSpMkLst>
            <pc:docMk/>
            <pc:sldMk cId="1202856001" sldId="874"/>
            <ac:cxnSpMk id="76" creationId="{97327816-B921-A03A-1FCE-E26655FB57E1}"/>
          </ac:cxnSpMkLst>
        </pc:cxnChg>
        <pc:cxnChg chg="add mod">
          <ac:chgData name="Palit, Tapti" userId="dec6fbcd-7598-406a-8cbf-504d4a3bac15" providerId="ADAL" clId="{ECD42228-5B96-4A72-B268-C46DF994E6B7}" dt="2024-01-22T23:14:27.965" v="10138" actId="692"/>
          <ac:cxnSpMkLst>
            <pc:docMk/>
            <pc:sldMk cId="1202856001" sldId="874"/>
            <ac:cxnSpMk id="77" creationId="{843859F2-257C-C26D-EA5A-0F608DF8B309}"/>
          </ac:cxnSpMkLst>
        </pc:cxnChg>
        <pc:cxnChg chg="add mod">
          <ac:chgData name="Palit, Tapti" userId="dec6fbcd-7598-406a-8cbf-504d4a3bac15" providerId="ADAL" clId="{ECD42228-5B96-4A72-B268-C46DF994E6B7}" dt="2024-01-22T23:14:21.756" v="10137" actId="692"/>
          <ac:cxnSpMkLst>
            <pc:docMk/>
            <pc:sldMk cId="1202856001" sldId="874"/>
            <ac:cxnSpMk id="78" creationId="{B791F0E2-E1F9-2AC0-7C01-897B253E91CB}"/>
          </ac:cxnSpMkLst>
        </pc:cxnChg>
        <pc:cxnChg chg="add mod">
          <ac:chgData name="Palit, Tapti" userId="dec6fbcd-7598-406a-8cbf-504d4a3bac15" providerId="ADAL" clId="{ECD42228-5B96-4A72-B268-C46DF994E6B7}" dt="2024-01-22T23:14:34.480" v="10140" actId="692"/>
          <ac:cxnSpMkLst>
            <pc:docMk/>
            <pc:sldMk cId="1202856001" sldId="874"/>
            <ac:cxnSpMk id="79" creationId="{3086B9FE-35A1-F933-7146-A8261A680739}"/>
          </ac:cxnSpMkLst>
        </pc:cxnChg>
        <pc:cxnChg chg="add mod">
          <ac:chgData name="Palit, Tapti" userId="dec6fbcd-7598-406a-8cbf-504d4a3bac15" providerId="ADAL" clId="{ECD42228-5B96-4A72-B268-C46DF994E6B7}" dt="2024-01-22T23:14:21.756" v="10137" actId="692"/>
          <ac:cxnSpMkLst>
            <pc:docMk/>
            <pc:sldMk cId="1202856001" sldId="874"/>
            <ac:cxnSpMk id="80" creationId="{21828F35-144C-F87C-0B4A-85492A790C06}"/>
          </ac:cxnSpMkLst>
        </pc:cxnChg>
        <pc:cxnChg chg="add mod">
          <ac:chgData name="Palit, Tapti" userId="dec6fbcd-7598-406a-8cbf-504d4a3bac15" providerId="ADAL" clId="{ECD42228-5B96-4A72-B268-C46DF994E6B7}" dt="2024-01-22T23:14:38.083" v="10141" actId="692"/>
          <ac:cxnSpMkLst>
            <pc:docMk/>
            <pc:sldMk cId="1202856001" sldId="874"/>
            <ac:cxnSpMk id="81" creationId="{18DFF6F9-7925-6CB6-ABFA-74AE30134EC2}"/>
          </ac:cxnSpMkLst>
        </pc:cxnChg>
        <pc:cxnChg chg="add mod">
          <ac:chgData name="Palit, Tapti" userId="dec6fbcd-7598-406a-8cbf-504d4a3bac15" providerId="ADAL" clId="{ECD42228-5B96-4A72-B268-C46DF994E6B7}" dt="2024-01-22T23:14:21.756" v="10137" actId="692"/>
          <ac:cxnSpMkLst>
            <pc:docMk/>
            <pc:sldMk cId="1202856001" sldId="874"/>
            <ac:cxnSpMk id="82" creationId="{AD9A1A02-3B1B-4BB2-41BB-00F30DAC6582}"/>
          </ac:cxnSpMkLst>
        </pc:cxnChg>
        <pc:cxnChg chg="add mod">
          <ac:chgData name="Palit, Tapti" userId="dec6fbcd-7598-406a-8cbf-504d4a3bac15" providerId="ADAL" clId="{ECD42228-5B96-4A72-B268-C46DF994E6B7}" dt="2024-01-22T23:14:42.574" v="10142" actId="14100"/>
          <ac:cxnSpMkLst>
            <pc:docMk/>
            <pc:sldMk cId="1202856001" sldId="874"/>
            <ac:cxnSpMk id="83" creationId="{45ED2D41-499A-DE34-F6D7-3FB0A713352A}"/>
          </ac:cxnSpMkLst>
        </pc:cxnChg>
        <pc:cxnChg chg="add mod">
          <ac:chgData name="Palit, Tapti" userId="dec6fbcd-7598-406a-8cbf-504d4a3bac15" providerId="ADAL" clId="{ECD42228-5B96-4A72-B268-C46DF994E6B7}" dt="2024-01-22T23:15:46.858" v="10143" actId="692"/>
          <ac:cxnSpMkLst>
            <pc:docMk/>
            <pc:sldMk cId="1202856001" sldId="874"/>
            <ac:cxnSpMk id="93" creationId="{E9ED3C37-979D-6097-3787-5AB5B1389A15}"/>
          </ac:cxnSpMkLst>
        </pc:cxnChg>
        <pc:cxnChg chg="add mod">
          <ac:chgData name="Palit, Tapti" userId="dec6fbcd-7598-406a-8cbf-504d4a3bac15" providerId="ADAL" clId="{ECD42228-5B96-4A72-B268-C46DF994E6B7}" dt="2024-01-22T23:15:46.858" v="10143" actId="692"/>
          <ac:cxnSpMkLst>
            <pc:docMk/>
            <pc:sldMk cId="1202856001" sldId="874"/>
            <ac:cxnSpMk id="96" creationId="{9A915BDD-BE62-3895-476F-0DFD080EDB50}"/>
          </ac:cxnSpMkLst>
        </pc:cxnChg>
        <pc:cxnChg chg="add mod">
          <ac:chgData name="Palit, Tapti" userId="dec6fbcd-7598-406a-8cbf-504d4a3bac15" providerId="ADAL" clId="{ECD42228-5B96-4A72-B268-C46DF994E6B7}" dt="2024-01-22T23:15:46.858" v="10143" actId="692"/>
          <ac:cxnSpMkLst>
            <pc:docMk/>
            <pc:sldMk cId="1202856001" sldId="874"/>
            <ac:cxnSpMk id="99" creationId="{12953C14-3A03-14D3-E642-5DC36EB29AAA}"/>
          </ac:cxnSpMkLst>
        </pc:cxnChg>
        <pc:cxnChg chg="add mod">
          <ac:chgData name="Palit, Tapti" userId="dec6fbcd-7598-406a-8cbf-504d4a3bac15" providerId="ADAL" clId="{ECD42228-5B96-4A72-B268-C46DF994E6B7}" dt="2024-01-22T22:52:56.476" v="10079" actId="1036"/>
          <ac:cxnSpMkLst>
            <pc:docMk/>
            <pc:sldMk cId="1202856001" sldId="874"/>
            <ac:cxnSpMk id="102" creationId="{3BA34556-5519-D342-B606-9AF7B778E745}"/>
          </ac:cxnSpMkLst>
        </pc:cxnChg>
        <pc:cxnChg chg="add mod">
          <ac:chgData name="Palit, Tapti" userId="dec6fbcd-7598-406a-8cbf-504d4a3bac15" providerId="ADAL" clId="{ECD42228-5B96-4A72-B268-C46DF994E6B7}" dt="2024-01-22T22:53:13.182" v="10088" actId="1036"/>
          <ac:cxnSpMkLst>
            <pc:docMk/>
            <pc:sldMk cId="1202856001" sldId="874"/>
            <ac:cxnSpMk id="105" creationId="{AD3A95F9-4CA8-A257-66C6-A5A7EA1ABDEA}"/>
          </ac:cxnSpMkLst>
        </pc:cxnChg>
        <pc:cxnChg chg="add mod">
          <ac:chgData name="Palit, Tapti" userId="dec6fbcd-7598-406a-8cbf-504d4a3bac15" providerId="ADAL" clId="{ECD42228-5B96-4A72-B268-C46DF994E6B7}" dt="2024-01-22T22:53:26.665" v="10093" actId="1035"/>
          <ac:cxnSpMkLst>
            <pc:docMk/>
            <pc:sldMk cId="1202856001" sldId="874"/>
            <ac:cxnSpMk id="108" creationId="{2A813B70-324E-24E6-5045-5061FC5E1C75}"/>
          </ac:cxnSpMkLst>
        </pc:cxnChg>
        <pc:cxnChg chg="add mod">
          <ac:chgData name="Palit, Tapti" userId="dec6fbcd-7598-406a-8cbf-504d4a3bac15" providerId="ADAL" clId="{ECD42228-5B96-4A72-B268-C46DF994E6B7}" dt="2024-01-22T22:53:35.504" v="10096" actId="14100"/>
          <ac:cxnSpMkLst>
            <pc:docMk/>
            <pc:sldMk cId="1202856001" sldId="874"/>
            <ac:cxnSpMk id="111" creationId="{F70DC2E5-1710-6B06-B58C-5E0B6A8F8326}"/>
          </ac:cxnSpMkLst>
        </pc:cxnChg>
        <pc:cxnChg chg="add mod">
          <ac:chgData name="Palit, Tapti" userId="dec6fbcd-7598-406a-8cbf-504d4a3bac15" providerId="ADAL" clId="{ECD42228-5B96-4A72-B268-C46DF994E6B7}" dt="2024-01-22T23:15:46.858" v="10143" actId="692"/>
          <ac:cxnSpMkLst>
            <pc:docMk/>
            <pc:sldMk cId="1202856001" sldId="874"/>
            <ac:cxnSpMk id="114" creationId="{FC231DA3-4900-813C-30BF-EC9CD64CD1A3}"/>
          </ac:cxnSpMkLst>
        </pc:cxnChg>
        <pc:cxnChg chg="add mod">
          <ac:chgData name="Palit, Tapti" userId="dec6fbcd-7598-406a-8cbf-504d4a3bac15" providerId="ADAL" clId="{ECD42228-5B96-4A72-B268-C46DF994E6B7}" dt="2024-01-22T23:15:46.858" v="10143" actId="692"/>
          <ac:cxnSpMkLst>
            <pc:docMk/>
            <pc:sldMk cId="1202856001" sldId="874"/>
            <ac:cxnSpMk id="117" creationId="{26EB5098-53D3-DE97-4ACB-D231953C9E76}"/>
          </ac:cxnSpMkLst>
        </pc:cxnChg>
        <pc:cxnChg chg="add mod">
          <ac:chgData name="Palit, Tapti" userId="dec6fbcd-7598-406a-8cbf-504d4a3bac15" providerId="ADAL" clId="{ECD42228-5B96-4A72-B268-C46DF994E6B7}" dt="2024-01-22T23:15:46.858" v="10143" actId="692"/>
          <ac:cxnSpMkLst>
            <pc:docMk/>
            <pc:sldMk cId="1202856001" sldId="874"/>
            <ac:cxnSpMk id="120" creationId="{780E17A5-825B-9E56-7746-94DD3D9E2588}"/>
          </ac:cxnSpMkLst>
        </pc:cxnChg>
        <pc:cxnChg chg="add mod">
          <ac:chgData name="Palit, Tapti" userId="dec6fbcd-7598-406a-8cbf-504d4a3bac15" providerId="ADAL" clId="{ECD42228-5B96-4A72-B268-C46DF994E6B7}" dt="2024-01-22T23:15:46.858" v="10143" actId="692"/>
          <ac:cxnSpMkLst>
            <pc:docMk/>
            <pc:sldMk cId="1202856001" sldId="874"/>
            <ac:cxnSpMk id="123" creationId="{F167F19F-2BD5-7582-7BAC-AB19A0EF0C64}"/>
          </ac:cxnSpMkLst>
        </pc:cxnChg>
        <pc:cxnChg chg="add mod">
          <ac:chgData name="Palit, Tapti" userId="dec6fbcd-7598-406a-8cbf-504d4a3bac15" providerId="ADAL" clId="{ECD42228-5B96-4A72-B268-C46DF994E6B7}" dt="2024-01-22T23:15:46.858" v="10143" actId="692"/>
          <ac:cxnSpMkLst>
            <pc:docMk/>
            <pc:sldMk cId="1202856001" sldId="874"/>
            <ac:cxnSpMk id="127" creationId="{198E27B7-A12C-E827-89F8-EA40DE9A26B3}"/>
          </ac:cxnSpMkLst>
        </pc:cxnChg>
        <pc:cxnChg chg="add mod">
          <ac:chgData name="Palit, Tapti" userId="dec6fbcd-7598-406a-8cbf-504d4a3bac15" providerId="ADAL" clId="{ECD42228-5B96-4A72-B268-C46DF994E6B7}" dt="2024-01-22T23:11:48.582" v="10116" actId="14100"/>
          <ac:cxnSpMkLst>
            <pc:docMk/>
            <pc:sldMk cId="1202856001" sldId="874"/>
            <ac:cxnSpMk id="130" creationId="{527AF174-3028-BA85-A26A-27B664066E8D}"/>
          </ac:cxnSpMkLst>
        </pc:cxnChg>
        <pc:cxnChg chg="add mod">
          <ac:chgData name="Palit, Tapti" userId="dec6fbcd-7598-406a-8cbf-504d4a3bac15" providerId="ADAL" clId="{ECD42228-5B96-4A72-B268-C46DF994E6B7}" dt="2024-01-22T23:15:53.082" v="10145" actId="692"/>
          <ac:cxnSpMkLst>
            <pc:docMk/>
            <pc:sldMk cId="1202856001" sldId="874"/>
            <ac:cxnSpMk id="133" creationId="{1207CE81-CE07-3967-5425-F3D27F4351E8}"/>
          </ac:cxnSpMkLst>
        </pc:cxnChg>
        <pc:cxnChg chg="add mod">
          <ac:chgData name="Palit, Tapti" userId="dec6fbcd-7598-406a-8cbf-504d4a3bac15" providerId="ADAL" clId="{ECD42228-5B96-4A72-B268-C46DF994E6B7}" dt="2024-01-22T23:15:50.153" v="10144" actId="692"/>
          <ac:cxnSpMkLst>
            <pc:docMk/>
            <pc:sldMk cId="1202856001" sldId="874"/>
            <ac:cxnSpMk id="136" creationId="{4B005A70-BA52-66C6-5A62-AACD1416FB53}"/>
          </ac:cxnSpMkLst>
        </pc:cxnChg>
        <pc:cxnChg chg="add mod">
          <ac:chgData name="Palit, Tapti" userId="dec6fbcd-7598-406a-8cbf-504d4a3bac15" providerId="ADAL" clId="{ECD42228-5B96-4A72-B268-C46DF994E6B7}" dt="2024-01-22T23:15:46.858" v="10143" actId="692"/>
          <ac:cxnSpMkLst>
            <pc:docMk/>
            <pc:sldMk cId="1202856001" sldId="874"/>
            <ac:cxnSpMk id="139" creationId="{1B92C335-F5C4-0726-0C16-667E63CC864C}"/>
          </ac:cxnSpMkLst>
        </pc:cxnChg>
      </pc:sldChg>
      <pc:sldChg chg="add del mod modShow">
        <pc:chgData name="Palit, Tapti" userId="dec6fbcd-7598-406a-8cbf-504d4a3bac15" providerId="ADAL" clId="{ECD42228-5B96-4A72-B268-C46DF994E6B7}" dt="2024-01-28T03:44:01.241" v="67437" actId="47"/>
        <pc:sldMkLst>
          <pc:docMk/>
          <pc:sldMk cId="1820364774" sldId="874"/>
        </pc:sldMkLst>
      </pc:sldChg>
      <pc:sldChg chg="add">
        <pc:chgData name="Palit, Tapti" userId="dec6fbcd-7598-406a-8cbf-504d4a3bac15" providerId="ADAL" clId="{ECD42228-5B96-4A72-B268-C46DF994E6B7}" dt="2024-01-14T21:26:16.537" v="1659"/>
        <pc:sldMkLst>
          <pc:docMk/>
          <pc:sldMk cId="3578406948" sldId="874"/>
        </pc:sldMkLst>
      </pc:sldChg>
      <pc:sldChg chg="addSp delSp modSp add del mod modAnim modNotesTx">
        <pc:chgData name="Palit, Tapti" userId="dec6fbcd-7598-406a-8cbf-504d4a3bac15" providerId="ADAL" clId="{ECD42228-5B96-4A72-B268-C46DF994E6B7}" dt="2024-01-23T19:45:14.107" v="33068" actId="2696"/>
        <pc:sldMkLst>
          <pc:docMk/>
          <pc:sldMk cId="296931833" sldId="875"/>
        </pc:sldMkLst>
        <pc:spChg chg="add del mod">
          <ac:chgData name="Palit, Tapti" userId="dec6fbcd-7598-406a-8cbf-504d4a3bac15" providerId="ADAL" clId="{ECD42228-5B96-4A72-B268-C46DF994E6B7}" dt="2024-01-22T23:30:41.681" v="10255" actId="478"/>
          <ac:spMkLst>
            <pc:docMk/>
            <pc:sldMk cId="296931833" sldId="875"/>
            <ac:spMk id="2" creationId="{3526769A-968B-9F02-D736-93347D4900D8}"/>
          </ac:spMkLst>
        </pc:spChg>
        <pc:spChg chg="add del mod">
          <ac:chgData name="Palit, Tapti" userId="dec6fbcd-7598-406a-8cbf-504d4a3bac15" providerId="ADAL" clId="{ECD42228-5B96-4A72-B268-C46DF994E6B7}" dt="2024-01-22T23:30:49.896" v="10257" actId="478"/>
          <ac:spMkLst>
            <pc:docMk/>
            <pc:sldMk cId="296931833" sldId="875"/>
            <ac:spMk id="3" creationId="{50C939DD-2FAC-9A4D-8D0E-5C117F99AB02}"/>
          </ac:spMkLst>
        </pc:spChg>
        <pc:spChg chg="add mod">
          <ac:chgData name="Palit, Tapti" userId="dec6fbcd-7598-406a-8cbf-504d4a3bac15" providerId="ADAL" clId="{ECD42228-5B96-4A72-B268-C46DF994E6B7}" dt="2024-01-22T23:31:09.335" v="10262" actId="1076"/>
          <ac:spMkLst>
            <pc:docMk/>
            <pc:sldMk cId="296931833" sldId="875"/>
            <ac:spMk id="5" creationId="{F1A92983-FE8F-1390-3811-E7A0FB57DFA6}"/>
          </ac:spMkLst>
        </pc:spChg>
        <pc:spChg chg="add mod">
          <ac:chgData name="Palit, Tapti" userId="dec6fbcd-7598-406a-8cbf-504d4a3bac15" providerId="ADAL" clId="{ECD42228-5B96-4A72-B268-C46DF994E6B7}" dt="2024-01-22T23:31:31.831" v="10271" actId="14100"/>
          <ac:spMkLst>
            <pc:docMk/>
            <pc:sldMk cId="296931833" sldId="875"/>
            <ac:spMk id="6" creationId="{3CE8244B-C982-3E74-2616-BC2A088497F0}"/>
          </ac:spMkLst>
        </pc:spChg>
        <pc:spChg chg="mod">
          <ac:chgData name="Palit, Tapti" userId="dec6fbcd-7598-406a-8cbf-504d4a3bac15" providerId="ADAL" clId="{ECD42228-5B96-4A72-B268-C46DF994E6B7}" dt="2024-01-23T15:55:55.467" v="32704" actId="20577"/>
          <ac:spMkLst>
            <pc:docMk/>
            <pc:sldMk cId="296931833" sldId="875"/>
            <ac:spMk id="9" creationId="{45652F43-CCAC-D15B-5263-666344C4142E}"/>
          </ac:spMkLst>
        </pc:spChg>
        <pc:spChg chg="add del mod">
          <ac:chgData name="Palit, Tapti" userId="dec6fbcd-7598-406a-8cbf-504d4a3bac15" providerId="ADAL" clId="{ECD42228-5B96-4A72-B268-C46DF994E6B7}" dt="2024-01-23T15:54:53.290" v="32662" actId="22"/>
          <ac:spMkLst>
            <pc:docMk/>
            <pc:sldMk cId="296931833" sldId="875"/>
            <ac:spMk id="10" creationId="{0600F756-9276-E11D-99F8-22F000215AA3}"/>
          </ac:spMkLst>
        </pc:spChg>
        <pc:spChg chg="add mod">
          <ac:chgData name="Palit, Tapti" userId="dec6fbcd-7598-406a-8cbf-504d4a3bac15" providerId="ADAL" clId="{ECD42228-5B96-4A72-B268-C46DF994E6B7}" dt="2024-01-23T15:55:46.176" v="32663"/>
          <ac:spMkLst>
            <pc:docMk/>
            <pc:sldMk cId="296931833" sldId="875"/>
            <ac:spMk id="11" creationId="{21C4975F-A07C-84E9-F2B7-1C0B88951084}"/>
          </ac:spMkLst>
        </pc:spChg>
        <pc:spChg chg="mod">
          <ac:chgData name="Palit, Tapti" userId="dec6fbcd-7598-406a-8cbf-504d4a3bac15" providerId="ADAL" clId="{ECD42228-5B96-4A72-B268-C46DF994E6B7}" dt="2024-01-22T23:30:20.748" v="10252" actId="20577"/>
          <ac:spMkLst>
            <pc:docMk/>
            <pc:sldMk cId="296931833" sldId="875"/>
            <ac:spMk id="12" creationId="{428921C8-2D68-030B-6014-906ABC828331}"/>
          </ac:spMkLst>
        </pc:spChg>
        <pc:spChg chg="del">
          <ac:chgData name="Palit, Tapti" userId="dec6fbcd-7598-406a-8cbf-504d4a3bac15" providerId="ADAL" clId="{ECD42228-5B96-4A72-B268-C46DF994E6B7}" dt="2024-01-22T23:34:58.470" v="10291" actId="478"/>
          <ac:spMkLst>
            <pc:docMk/>
            <pc:sldMk cId="296931833" sldId="875"/>
            <ac:spMk id="70" creationId="{695C60F8-F3E3-6523-4815-A39577F04BAE}"/>
          </ac:spMkLst>
        </pc:spChg>
        <pc:spChg chg="del">
          <ac:chgData name="Palit, Tapti" userId="dec6fbcd-7598-406a-8cbf-504d4a3bac15" providerId="ADAL" clId="{ECD42228-5B96-4A72-B268-C46DF994E6B7}" dt="2024-01-22T23:34:58.470" v="10291" actId="478"/>
          <ac:spMkLst>
            <pc:docMk/>
            <pc:sldMk cId="296931833" sldId="875"/>
            <ac:spMk id="71" creationId="{0C699A5A-6323-3F38-CA30-13D94F961A17}"/>
          </ac:spMkLst>
        </pc:spChg>
        <pc:spChg chg="mod">
          <ac:chgData name="Palit, Tapti" userId="dec6fbcd-7598-406a-8cbf-504d4a3bac15" providerId="ADAL" clId="{ECD42228-5B96-4A72-B268-C46DF994E6B7}" dt="2024-01-22T23:31:04.270" v="10261" actId="1076"/>
          <ac:spMkLst>
            <pc:docMk/>
            <pc:sldMk cId="296931833" sldId="875"/>
            <ac:spMk id="146" creationId="{C91B8A5C-5C5C-ED6B-6FA0-8128225FD352}"/>
          </ac:spMkLst>
        </pc:spChg>
        <pc:cxnChg chg="mod">
          <ac:chgData name="Palit, Tapti" userId="dec6fbcd-7598-406a-8cbf-504d4a3bac15" providerId="ADAL" clId="{ECD42228-5B96-4A72-B268-C46DF994E6B7}" dt="2024-01-22T23:33:38.023" v="10282" actId="14100"/>
          <ac:cxnSpMkLst>
            <pc:docMk/>
            <pc:sldMk cId="296931833" sldId="875"/>
            <ac:cxnSpMk id="117" creationId="{26EB5098-53D3-DE97-4ACB-D231953C9E76}"/>
          </ac:cxnSpMkLst>
        </pc:cxnChg>
        <pc:cxnChg chg="mod">
          <ac:chgData name="Palit, Tapti" userId="dec6fbcd-7598-406a-8cbf-504d4a3bac15" providerId="ADAL" clId="{ECD42228-5B96-4A72-B268-C46DF994E6B7}" dt="2024-01-22T23:34:02.231" v="10285" actId="692"/>
          <ac:cxnSpMkLst>
            <pc:docMk/>
            <pc:sldMk cId="296931833" sldId="875"/>
            <ac:cxnSpMk id="130" creationId="{527AF174-3028-BA85-A26A-27B664066E8D}"/>
          </ac:cxnSpMkLst>
        </pc:cxnChg>
      </pc:sldChg>
      <pc:sldChg chg="add del mod modShow">
        <pc:chgData name="Palit, Tapti" userId="dec6fbcd-7598-406a-8cbf-504d4a3bac15" providerId="ADAL" clId="{ECD42228-5B96-4A72-B268-C46DF994E6B7}" dt="2024-01-28T03:44:01.241" v="67437" actId="47"/>
        <pc:sldMkLst>
          <pc:docMk/>
          <pc:sldMk cId="4180896120" sldId="875"/>
        </pc:sldMkLst>
      </pc:sldChg>
      <pc:sldChg chg="addSp delSp modSp new mod modClrScheme modAnim addCm chgLayout modNotesTx">
        <pc:chgData name="Palit, Tapti" userId="dec6fbcd-7598-406a-8cbf-504d4a3bac15" providerId="ADAL" clId="{ECD42228-5B96-4A72-B268-C46DF994E6B7}" dt="2024-01-16T18:39:26.235" v="7031" actId="20577"/>
        <pc:sldMkLst>
          <pc:docMk/>
          <pc:sldMk cId="4229178325" sldId="875"/>
        </pc:sldMkLst>
        <pc:spChg chg="add del mod ord">
          <ac:chgData name="Palit, Tapti" userId="dec6fbcd-7598-406a-8cbf-504d4a3bac15" providerId="ADAL" clId="{ECD42228-5B96-4A72-B268-C46DF994E6B7}" dt="2024-01-16T01:42:17.309" v="4762" actId="700"/>
          <ac:spMkLst>
            <pc:docMk/>
            <pc:sldMk cId="4229178325" sldId="875"/>
            <ac:spMk id="2" creationId="{D6DD9422-82A2-8E54-35C9-2201BF828BEA}"/>
          </ac:spMkLst>
        </pc:spChg>
        <pc:spChg chg="mod ord">
          <ac:chgData name="Palit, Tapti" userId="dec6fbcd-7598-406a-8cbf-504d4a3bac15" providerId="ADAL" clId="{ECD42228-5B96-4A72-B268-C46DF994E6B7}" dt="2024-01-16T16:57:53.140" v="6633" actId="700"/>
          <ac:spMkLst>
            <pc:docMk/>
            <pc:sldMk cId="4229178325" sldId="875"/>
            <ac:spMk id="3" creationId="{5FE994FB-161C-1490-BED0-9CBC11AC53CF}"/>
          </ac:spMkLst>
        </pc:spChg>
        <pc:spChg chg="mod ord">
          <ac:chgData name="Palit, Tapti" userId="dec6fbcd-7598-406a-8cbf-504d4a3bac15" providerId="ADAL" clId="{ECD42228-5B96-4A72-B268-C46DF994E6B7}" dt="2024-01-16T16:57:53.140" v="6633" actId="700"/>
          <ac:spMkLst>
            <pc:docMk/>
            <pc:sldMk cId="4229178325" sldId="875"/>
            <ac:spMk id="4" creationId="{BFF57BF7-3371-9300-79FF-D72E29E8F757}"/>
          </ac:spMkLst>
        </pc:spChg>
        <pc:spChg chg="add del">
          <ac:chgData name="Palit, Tapti" userId="dec6fbcd-7598-406a-8cbf-504d4a3bac15" providerId="ADAL" clId="{ECD42228-5B96-4A72-B268-C46DF994E6B7}" dt="2024-01-16T01:42:17.309" v="4762" actId="700"/>
          <ac:spMkLst>
            <pc:docMk/>
            <pc:sldMk cId="4229178325" sldId="875"/>
            <ac:spMk id="5" creationId="{A72F244F-938A-FF0C-1EA1-36591B4622CB}"/>
          </ac:spMkLst>
        </pc:spChg>
        <pc:spChg chg="add del mod ord">
          <ac:chgData name="Palit, Tapti" userId="dec6fbcd-7598-406a-8cbf-504d4a3bac15" providerId="ADAL" clId="{ECD42228-5B96-4A72-B268-C46DF994E6B7}" dt="2024-01-16T02:18:40.721" v="4870" actId="700"/>
          <ac:spMkLst>
            <pc:docMk/>
            <pc:sldMk cId="4229178325" sldId="875"/>
            <ac:spMk id="6" creationId="{DE5726D5-F3E3-5CF9-786F-C0346B896843}"/>
          </ac:spMkLst>
        </pc:spChg>
        <pc:spChg chg="add del mod ord">
          <ac:chgData name="Palit, Tapti" userId="dec6fbcd-7598-406a-8cbf-504d4a3bac15" providerId="ADAL" clId="{ECD42228-5B96-4A72-B268-C46DF994E6B7}" dt="2024-01-16T03:02:48.142" v="5151" actId="478"/>
          <ac:spMkLst>
            <pc:docMk/>
            <pc:sldMk cId="4229178325" sldId="875"/>
            <ac:spMk id="7" creationId="{D0816BC0-5A58-1C86-A062-5386DFF4158D}"/>
          </ac:spMkLst>
        </pc:spChg>
        <pc:spChg chg="add del mod ord">
          <ac:chgData name="Palit, Tapti" userId="dec6fbcd-7598-406a-8cbf-504d4a3bac15" providerId="ADAL" clId="{ECD42228-5B96-4A72-B268-C46DF994E6B7}" dt="2024-01-16T03:02:43.848" v="5150" actId="478"/>
          <ac:spMkLst>
            <pc:docMk/>
            <pc:sldMk cId="4229178325" sldId="875"/>
            <ac:spMk id="8" creationId="{55CC6AF2-F08D-395B-DB0A-BF50ACFFCB1A}"/>
          </ac:spMkLst>
        </pc:spChg>
        <pc:spChg chg="add del mod ord">
          <ac:chgData name="Palit, Tapti" userId="dec6fbcd-7598-406a-8cbf-504d4a3bac15" providerId="ADAL" clId="{ECD42228-5B96-4A72-B268-C46DF994E6B7}" dt="2024-01-16T03:02:51.247" v="5152" actId="478"/>
          <ac:spMkLst>
            <pc:docMk/>
            <pc:sldMk cId="4229178325" sldId="875"/>
            <ac:spMk id="9" creationId="{96687681-C73B-78B1-BDBF-872534289391}"/>
          </ac:spMkLst>
        </pc:spChg>
        <pc:spChg chg="add mod">
          <ac:chgData name="Palit, Tapti" userId="dec6fbcd-7598-406a-8cbf-504d4a3bac15" providerId="ADAL" clId="{ECD42228-5B96-4A72-B268-C46DF994E6B7}" dt="2024-01-16T16:54:21.141" v="6624" actId="20577"/>
          <ac:spMkLst>
            <pc:docMk/>
            <pc:sldMk cId="4229178325" sldId="875"/>
            <ac:spMk id="10" creationId="{4A15446E-34AF-64E1-7C90-A8DFADBBC603}"/>
          </ac:spMkLst>
        </pc:spChg>
        <pc:spChg chg="add del mod">
          <ac:chgData name="Palit, Tapti" userId="dec6fbcd-7598-406a-8cbf-504d4a3bac15" providerId="ADAL" clId="{ECD42228-5B96-4A72-B268-C46DF994E6B7}" dt="2024-01-16T02:29:06.530" v="5029" actId="478"/>
          <ac:spMkLst>
            <pc:docMk/>
            <pc:sldMk cId="4229178325" sldId="875"/>
            <ac:spMk id="11" creationId="{891FE687-320F-3D7B-E11B-C9D95FAE7BC7}"/>
          </ac:spMkLst>
        </pc:spChg>
        <pc:spChg chg="add del mod">
          <ac:chgData name="Palit, Tapti" userId="dec6fbcd-7598-406a-8cbf-504d4a3bac15" providerId="ADAL" clId="{ECD42228-5B96-4A72-B268-C46DF994E6B7}" dt="2024-01-16T02:29:06.530" v="5029" actId="478"/>
          <ac:spMkLst>
            <pc:docMk/>
            <pc:sldMk cId="4229178325" sldId="875"/>
            <ac:spMk id="12" creationId="{93CF2E8D-2C77-05CC-D802-2927C4FA1BC0}"/>
          </ac:spMkLst>
        </pc:spChg>
        <pc:spChg chg="add mod topLvl">
          <ac:chgData name="Palit, Tapti" userId="dec6fbcd-7598-406a-8cbf-504d4a3bac15" providerId="ADAL" clId="{ECD42228-5B96-4A72-B268-C46DF994E6B7}" dt="2024-01-16T03:54:21.924" v="5683" actId="1038"/>
          <ac:spMkLst>
            <pc:docMk/>
            <pc:sldMk cId="4229178325" sldId="875"/>
            <ac:spMk id="13" creationId="{3B61CAC2-4D97-F840-6423-69848205DA36}"/>
          </ac:spMkLst>
        </pc:spChg>
        <pc:spChg chg="add mod topLvl">
          <ac:chgData name="Palit, Tapti" userId="dec6fbcd-7598-406a-8cbf-504d4a3bac15" providerId="ADAL" clId="{ECD42228-5B96-4A72-B268-C46DF994E6B7}" dt="2024-01-16T03:54:21.924" v="5683" actId="1038"/>
          <ac:spMkLst>
            <pc:docMk/>
            <pc:sldMk cId="4229178325" sldId="875"/>
            <ac:spMk id="14" creationId="{E1163A98-65D8-5105-FCA1-7BFA5A12E0C5}"/>
          </ac:spMkLst>
        </pc:spChg>
        <pc:spChg chg="add del mod">
          <ac:chgData name="Palit, Tapti" userId="dec6fbcd-7598-406a-8cbf-504d4a3bac15" providerId="ADAL" clId="{ECD42228-5B96-4A72-B268-C46DF994E6B7}" dt="2024-01-16T02:30:09.072" v="5046" actId="478"/>
          <ac:spMkLst>
            <pc:docMk/>
            <pc:sldMk cId="4229178325" sldId="875"/>
            <ac:spMk id="15" creationId="{0E559D10-1148-B762-8045-532DB1648A8C}"/>
          </ac:spMkLst>
        </pc:spChg>
        <pc:spChg chg="add mod topLvl">
          <ac:chgData name="Palit, Tapti" userId="dec6fbcd-7598-406a-8cbf-504d4a3bac15" providerId="ADAL" clId="{ECD42228-5B96-4A72-B268-C46DF994E6B7}" dt="2024-01-16T03:54:21.924" v="5683" actId="1038"/>
          <ac:spMkLst>
            <pc:docMk/>
            <pc:sldMk cId="4229178325" sldId="875"/>
            <ac:spMk id="16" creationId="{21BB8DA7-E027-3F8D-B424-0A3348860376}"/>
          </ac:spMkLst>
        </pc:spChg>
        <pc:spChg chg="add mod topLvl">
          <ac:chgData name="Palit, Tapti" userId="dec6fbcd-7598-406a-8cbf-504d4a3bac15" providerId="ADAL" clId="{ECD42228-5B96-4A72-B268-C46DF994E6B7}" dt="2024-01-16T16:54:54.367" v="6628" actId="20577"/>
          <ac:spMkLst>
            <pc:docMk/>
            <pc:sldMk cId="4229178325" sldId="875"/>
            <ac:spMk id="23" creationId="{7C9B05AE-BA7F-2D5F-592B-6CE5A56EF80C}"/>
          </ac:spMkLst>
        </pc:spChg>
        <pc:spChg chg="add del mod">
          <ac:chgData name="Palit, Tapti" userId="dec6fbcd-7598-406a-8cbf-504d4a3bac15" providerId="ADAL" clId="{ECD42228-5B96-4A72-B268-C46DF994E6B7}" dt="2024-01-16T03:35:36.359" v="5545" actId="478"/>
          <ac:spMkLst>
            <pc:docMk/>
            <pc:sldMk cId="4229178325" sldId="875"/>
            <ac:spMk id="29" creationId="{3FB3035F-45D3-D2E1-A900-D8D6F1542AEE}"/>
          </ac:spMkLst>
        </pc:spChg>
        <pc:spChg chg="add mod topLvl">
          <ac:chgData name="Palit, Tapti" userId="dec6fbcd-7598-406a-8cbf-504d4a3bac15" providerId="ADAL" clId="{ECD42228-5B96-4A72-B268-C46DF994E6B7}" dt="2024-01-16T03:54:21.924" v="5683" actId="1038"/>
          <ac:spMkLst>
            <pc:docMk/>
            <pc:sldMk cId="4229178325" sldId="875"/>
            <ac:spMk id="42" creationId="{58A3508D-F979-7F39-0912-7560543E9A04}"/>
          </ac:spMkLst>
        </pc:spChg>
        <pc:spChg chg="add mod">
          <ac:chgData name="Palit, Tapti" userId="dec6fbcd-7598-406a-8cbf-504d4a3bac15" providerId="ADAL" clId="{ECD42228-5B96-4A72-B268-C46DF994E6B7}" dt="2024-01-16T15:53:26.120" v="6583" actId="20577"/>
          <ac:spMkLst>
            <pc:docMk/>
            <pc:sldMk cId="4229178325" sldId="875"/>
            <ac:spMk id="45" creationId="{29F1AD62-8FEE-03CD-2FEE-2BD105BA38AE}"/>
          </ac:spMkLst>
        </pc:spChg>
        <pc:spChg chg="add mod">
          <ac:chgData name="Palit, Tapti" userId="dec6fbcd-7598-406a-8cbf-504d4a3bac15" providerId="ADAL" clId="{ECD42228-5B96-4A72-B268-C46DF994E6B7}" dt="2024-01-16T03:54:21.924" v="5683" actId="1038"/>
          <ac:spMkLst>
            <pc:docMk/>
            <pc:sldMk cId="4229178325" sldId="875"/>
            <ac:spMk id="46" creationId="{56470CD4-7136-F4FB-2175-C06D01C96225}"/>
          </ac:spMkLst>
        </pc:spChg>
        <pc:spChg chg="add mod">
          <ac:chgData name="Palit, Tapti" userId="dec6fbcd-7598-406a-8cbf-504d4a3bac15" providerId="ADAL" clId="{ECD42228-5B96-4A72-B268-C46DF994E6B7}" dt="2024-01-16T03:54:21.924" v="5683" actId="1038"/>
          <ac:spMkLst>
            <pc:docMk/>
            <pc:sldMk cId="4229178325" sldId="875"/>
            <ac:spMk id="53" creationId="{450A3A35-06F1-B19B-657F-D6D3CA1C29D0}"/>
          </ac:spMkLst>
        </pc:spChg>
        <pc:spChg chg="add mod">
          <ac:chgData name="Palit, Tapti" userId="dec6fbcd-7598-406a-8cbf-504d4a3bac15" providerId="ADAL" clId="{ECD42228-5B96-4A72-B268-C46DF994E6B7}" dt="2024-01-16T03:54:21.924" v="5683" actId="1038"/>
          <ac:spMkLst>
            <pc:docMk/>
            <pc:sldMk cId="4229178325" sldId="875"/>
            <ac:spMk id="54" creationId="{913074AF-9E82-8DCD-73AF-A89C55B92F7F}"/>
          </ac:spMkLst>
        </pc:spChg>
        <pc:spChg chg="add del mod">
          <ac:chgData name="Palit, Tapti" userId="dec6fbcd-7598-406a-8cbf-504d4a3bac15" providerId="ADAL" clId="{ECD42228-5B96-4A72-B268-C46DF994E6B7}" dt="2024-01-16T03:21:35.992" v="5290" actId="478"/>
          <ac:spMkLst>
            <pc:docMk/>
            <pc:sldMk cId="4229178325" sldId="875"/>
            <ac:spMk id="56" creationId="{33BCAB2F-2591-63BE-9C6C-0034DA12C848}"/>
          </ac:spMkLst>
        </pc:spChg>
        <pc:spChg chg="add del mod">
          <ac:chgData name="Palit, Tapti" userId="dec6fbcd-7598-406a-8cbf-504d4a3bac15" providerId="ADAL" clId="{ECD42228-5B96-4A72-B268-C46DF994E6B7}" dt="2024-01-16T03:21:59.887" v="5296" actId="11529"/>
          <ac:spMkLst>
            <pc:docMk/>
            <pc:sldMk cId="4229178325" sldId="875"/>
            <ac:spMk id="57" creationId="{F501C5EC-A76F-6F43-7CB5-1AF379CDF2EE}"/>
          </ac:spMkLst>
        </pc:spChg>
        <pc:spChg chg="add mod">
          <ac:chgData name="Palit, Tapti" userId="dec6fbcd-7598-406a-8cbf-504d4a3bac15" providerId="ADAL" clId="{ECD42228-5B96-4A72-B268-C46DF994E6B7}" dt="2024-01-16T03:54:21.924" v="5683" actId="1038"/>
          <ac:spMkLst>
            <pc:docMk/>
            <pc:sldMk cId="4229178325" sldId="875"/>
            <ac:spMk id="58" creationId="{E580BD8F-11D7-3F1B-63D9-68A442AA1327}"/>
          </ac:spMkLst>
        </pc:spChg>
        <pc:spChg chg="add mod topLvl">
          <ac:chgData name="Palit, Tapti" userId="dec6fbcd-7598-406a-8cbf-504d4a3bac15" providerId="ADAL" clId="{ECD42228-5B96-4A72-B268-C46DF994E6B7}" dt="2024-01-16T03:54:21.924" v="5683" actId="1038"/>
          <ac:spMkLst>
            <pc:docMk/>
            <pc:sldMk cId="4229178325" sldId="875"/>
            <ac:spMk id="59" creationId="{92049930-3E5B-D97C-5BCA-B02CADBEEA7B}"/>
          </ac:spMkLst>
        </pc:spChg>
        <pc:spChg chg="add del mod ord">
          <ac:chgData name="Palit, Tapti" userId="dec6fbcd-7598-406a-8cbf-504d4a3bac15" providerId="ADAL" clId="{ECD42228-5B96-4A72-B268-C46DF994E6B7}" dt="2024-01-16T03:24:53.072" v="5395" actId="478"/>
          <ac:spMkLst>
            <pc:docMk/>
            <pc:sldMk cId="4229178325" sldId="875"/>
            <ac:spMk id="60" creationId="{32251209-FBEA-814F-4F75-2F8DD7238D20}"/>
          </ac:spMkLst>
        </pc:spChg>
        <pc:spChg chg="add del mod ord">
          <ac:chgData name="Palit, Tapti" userId="dec6fbcd-7598-406a-8cbf-504d4a3bac15" providerId="ADAL" clId="{ECD42228-5B96-4A72-B268-C46DF994E6B7}" dt="2024-01-16T03:25:25.358" v="5453" actId="478"/>
          <ac:spMkLst>
            <pc:docMk/>
            <pc:sldMk cId="4229178325" sldId="875"/>
            <ac:spMk id="61" creationId="{B9EFC998-B059-9CC0-D9C4-E7D7104F7ED2}"/>
          </ac:spMkLst>
        </pc:spChg>
        <pc:spChg chg="add mod topLvl">
          <ac:chgData name="Palit, Tapti" userId="dec6fbcd-7598-406a-8cbf-504d4a3bac15" providerId="ADAL" clId="{ECD42228-5B96-4A72-B268-C46DF994E6B7}" dt="2024-01-16T03:54:21.924" v="5683" actId="1038"/>
          <ac:spMkLst>
            <pc:docMk/>
            <pc:sldMk cId="4229178325" sldId="875"/>
            <ac:spMk id="64" creationId="{227ECAD8-7896-3292-9278-A478B0687A4D}"/>
          </ac:spMkLst>
        </pc:spChg>
        <pc:spChg chg="add mod">
          <ac:chgData name="Palit, Tapti" userId="dec6fbcd-7598-406a-8cbf-504d4a3bac15" providerId="ADAL" clId="{ECD42228-5B96-4A72-B268-C46DF994E6B7}" dt="2024-01-16T03:54:21.924" v="5683" actId="1038"/>
          <ac:spMkLst>
            <pc:docMk/>
            <pc:sldMk cId="4229178325" sldId="875"/>
            <ac:spMk id="93" creationId="{075D6DC6-EF2F-82C8-F82D-04A48DDD5739}"/>
          </ac:spMkLst>
        </pc:spChg>
        <pc:spChg chg="add mod">
          <ac:chgData name="Palit, Tapti" userId="dec6fbcd-7598-406a-8cbf-504d4a3bac15" providerId="ADAL" clId="{ECD42228-5B96-4A72-B268-C46DF994E6B7}" dt="2024-01-16T03:54:21.924" v="5683" actId="1038"/>
          <ac:spMkLst>
            <pc:docMk/>
            <pc:sldMk cId="4229178325" sldId="875"/>
            <ac:spMk id="94" creationId="{7EE1029A-306E-634D-34FD-91A8B87BCE9B}"/>
          </ac:spMkLst>
        </pc:spChg>
        <pc:spChg chg="add mod">
          <ac:chgData name="Palit, Tapti" userId="dec6fbcd-7598-406a-8cbf-504d4a3bac15" providerId="ADAL" clId="{ECD42228-5B96-4A72-B268-C46DF994E6B7}" dt="2024-01-16T03:54:21.924" v="5683" actId="1038"/>
          <ac:spMkLst>
            <pc:docMk/>
            <pc:sldMk cId="4229178325" sldId="875"/>
            <ac:spMk id="95" creationId="{D6CF86C7-A985-858B-05C0-983E4EE737B5}"/>
          </ac:spMkLst>
        </pc:spChg>
        <pc:spChg chg="add mod">
          <ac:chgData name="Palit, Tapti" userId="dec6fbcd-7598-406a-8cbf-504d4a3bac15" providerId="ADAL" clId="{ECD42228-5B96-4A72-B268-C46DF994E6B7}" dt="2024-01-16T03:54:21.924" v="5683" actId="1038"/>
          <ac:spMkLst>
            <pc:docMk/>
            <pc:sldMk cId="4229178325" sldId="875"/>
            <ac:spMk id="96" creationId="{E1AAE232-2187-24F6-5AF9-51FE1F88EADA}"/>
          </ac:spMkLst>
        </pc:spChg>
        <pc:spChg chg="add mod">
          <ac:chgData name="Palit, Tapti" userId="dec6fbcd-7598-406a-8cbf-504d4a3bac15" providerId="ADAL" clId="{ECD42228-5B96-4A72-B268-C46DF994E6B7}" dt="2024-01-16T03:54:21.924" v="5683" actId="1038"/>
          <ac:spMkLst>
            <pc:docMk/>
            <pc:sldMk cId="4229178325" sldId="875"/>
            <ac:spMk id="100" creationId="{53814E5C-5D7D-628C-DD84-C9F1A4B2F578}"/>
          </ac:spMkLst>
        </pc:spChg>
        <pc:spChg chg="add mod">
          <ac:chgData name="Palit, Tapti" userId="dec6fbcd-7598-406a-8cbf-504d4a3bac15" providerId="ADAL" clId="{ECD42228-5B96-4A72-B268-C46DF994E6B7}" dt="2024-01-16T03:54:21.924" v="5683" actId="1038"/>
          <ac:spMkLst>
            <pc:docMk/>
            <pc:sldMk cId="4229178325" sldId="875"/>
            <ac:spMk id="101" creationId="{BDEC4FF6-0EA7-569A-A49B-7BDBB053BCC6}"/>
          </ac:spMkLst>
        </pc:spChg>
        <pc:spChg chg="add del mod">
          <ac:chgData name="Palit, Tapti" userId="dec6fbcd-7598-406a-8cbf-504d4a3bac15" providerId="ADAL" clId="{ECD42228-5B96-4A72-B268-C46DF994E6B7}" dt="2024-01-16T03:53:38.821" v="5657" actId="6264"/>
          <ac:spMkLst>
            <pc:docMk/>
            <pc:sldMk cId="4229178325" sldId="875"/>
            <ac:spMk id="104" creationId="{5DEB1948-9DA3-C81B-27A2-9BC554785883}"/>
          </ac:spMkLst>
        </pc:spChg>
        <pc:spChg chg="add del mod">
          <ac:chgData name="Palit, Tapti" userId="dec6fbcd-7598-406a-8cbf-504d4a3bac15" providerId="ADAL" clId="{ECD42228-5B96-4A72-B268-C46DF994E6B7}" dt="2024-01-16T03:53:38.821" v="5657" actId="6264"/>
          <ac:spMkLst>
            <pc:docMk/>
            <pc:sldMk cId="4229178325" sldId="875"/>
            <ac:spMk id="105" creationId="{46200F19-ED10-EA7B-9A6B-7B40E134DDB5}"/>
          </ac:spMkLst>
        </pc:spChg>
        <pc:spChg chg="add del mod ord">
          <ac:chgData name="Palit, Tapti" userId="dec6fbcd-7598-406a-8cbf-504d4a3bac15" providerId="ADAL" clId="{ECD42228-5B96-4A72-B268-C46DF994E6B7}" dt="2024-01-16T03:54:00.586" v="5658" actId="478"/>
          <ac:spMkLst>
            <pc:docMk/>
            <pc:sldMk cId="4229178325" sldId="875"/>
            <ac:spMk id="106" creationId="{420EF710-B3F2-1D2D-EB5C-9B50AB2F0CCC}"/>
          </ac:spMkLst>
        </pc:spChg>
        <pc:spChg chg="add del mod ord">
          <ac:chgData name="Palit, Tapti" userId="dec6fbcd-7598-406a-8cbf-504d4a3bac15" providerId="ADAL" clId="{ECD42228-5B96-4A72-B268-C46DF994E6B7}" dt="2024-01-16T04:19:45.860" v="5904" actId="700"/>
          <ac:spMkLst>
            <pc:docMk/>
            <pc:sldMk cId="4229178325" sldId="875"/>
            <ac:spMk id="107" creationId="{09600FCB-F7AD-D87C-4317-19F8BB67DF0D}"/>
          </ac:spMkLst>
        </pc:spChg>
        <pc:spChg chg="add del mod">
          <ac:chgData name="Palit, Tapti" userId="dec6fbcd-7598-406a-8cbf-504d4a3bac15" providerId="ADAL" clId="{ECD42228-5B96-4A72-B268-C46DF994E6B7}" dt="2024-01-16T14:29:14.210" v="6495" actId="478"/>
          <ac:spMkLst>
            <pc:docMk/>
            <pc:sldMk cId="4229178325" sldId="875"/>
            <ac:spMk id="108" creationId="{4B9272DF-F622-80D9-33B6-8C1879727C4E}"/>
          </ac:spMkLst>
        </pc:spChg>
        <pc:spChg chg="add del mod">
          <ac:chgData name="Palit, Tapti" userId="dec6fbcd-7598-406a-8cbf-504d4a3bac15" providerId="ADAL" clId="{ECD42228-5B96-4A72-B268-C46DF994E6B7}" dt="2024-01-16T14:29:08.825" v="6493" actId="478"/>
          <ac:spMkLst>
            <pc:docMk/>
            <pc:sldMk cId="4229178325" sldId="875"/>
            <ac:spMk id="109" creationId="{63C7FF64-6A9B-0A1F-A3C3-8D44239D5064}"/>
          </ac:spMkLst>
        </pc:spChg>
        <pc:spChg chg="add mod">
          <ac:chgData name="Palit, Tapti" userId="dec6fbcd-7598-406a-8cbf-504d4a3bac15" providerId="ADAL" clId="{ECD42228-5B96-4A72-B268-C46DF994E6B7}" dt="2024-01-16T04:18:39.085" v="5850" actId="1076"/>
          <ac:spMkLst>
            <pc:docMk/>
            <pc:sldMk cId="4229178325" sldId="875"/>
            <ac:spMk id="110" creationId="{EFF58830-D0DB-C02C-9EC1-6D2E9C84DEF0}"/>
          </ac:spMkLst>
        </pc:spChg>
        <pc:spChg chg="add del mod ord">
          <ac:chgData name="Palit, Tapti" userId="dec6fbcd-7598-406a-8cbf-504d4a3bac15" providerId="ADAL" clId="{ECD42228-5B96-4A72-B268-C46DF994E6B7}" dt="2024-01-16T04:19:51.478" v="5905" actId="478"/>
          <ac:spMkLst>
            <pc:docMk/>
            <pc:sldMk cId="4229178325" sldId="875"/>
            <ac:spMk id="111" creationId="{1A17BBFC-DCE2-76C0-1CBA-4488047494D8}"/>
          </ac:spMkLst>
        </pc:spChg>
        <pc:spChg chg="add mod">
          <ac:chgData name="Palit, Tapti" userId="dec6fbcd-7598-406a-8cbf-504d4a3bac15" providerId="ADAL" clId="{ECD42228-5B96-4A72-B268-C46DF994E6B7}" dt="2024-01-16T17:02:24.423" v="6755" actId="14100"/>
          <ac:spMkLst>
            <pc:docMk/>
            <pc:sldMk cId="4229178325" sldId="875"/>
            <ac:spMk id="112" creationId="{3B6BBB52-4A1E-CC82-DDC2-EC5496F71688}"/>
          </ac:spMkLst>
        </pc:spChg>
        <pc:spChg chg="add mod">
          <ac:chgData name="Palit, Tapti" userId="dec6fbcd-7598-406a-8cbf-504d4a3bac15" providerId="ADAL" clId="{ECD42228-5B96-4A72-B268-C46DF994E6B7}" dt="2024-01-16T17:02:36.335" v="6757" actId="14100"/>
          <ac:spMkLst>
            <pc:docMk/>
            <pc:sldMk cId="4229178325" sldId="875"/>
            <ac:spMk id="113" creationId="{093D63DE-518E-FCB0-78E7-3F52940F6B53}"/>
          </ac:spMkLst>
        </pc:spChg>
        <pc:spChg chg="add mod">
          <ac:chgData name="Palit, Tapti" userId="dec6fbcd-7598-406a-8cbf-504d4a3bac15" providerId="ADAL" clId="{ECD42228-5B96-4A72-B268-C46DF994E6B7}" dt="2024-01-16T17:02:30.982" v="6756" actId="14100"/>
          <ac:spMkLst>
            <pc:docMk/>
            <pc:sldMk cId="4229178325" sldId="875"/>
            <ac:spMk id="114" creationId="{7116ADB7-F8EA-7D2D-B761-36774083928D}"/>
          </ac:spMkLst>
        </pc:spChg>
        <pc:spChg chg="add del mod ord">
          <ac:chgData name="Palit, Tapti" userId="dec6fbcd-7598-406a-8cbf-504d4a3bac15" providerId="ADAL" clId="{ECD42228-5B96-4A72-B268-C46DF994E6B7}" dt="2024-01-16T17:00:21.320" v="6753" actId="478"/>
          <ac:spMkLst>
            <pc:docMk/>
            <pc:sldMk cId="4229178325" sldId="875"/>
            <ac:spMk id="118" creationId="{F18835FC-C433-7957-98E9-B85BB81D8512}"/>
          </ac:spMkLst>
        </pc:spChg>
        <pc:spChg chg="add mod ord">
          <ac:chgData name="Palit, Tapti" userId="dec6fbcd-7598-406a-8cbf-504d4a3bac15" providerId="ADAL" clId="{ECD42228-5B96-4A72-B268-C46DF994E6B7}" dt="2024-01-16T18:39:26.235" v="7031" actId="20577"/>
          <ac:spMkLst>
            <pc:docMk/>
            <pc:sldMk cId="4229178325" sldId="875"/>
            <ac:spMk id="119" creationId="{7C78F0A2-7188-58B6-ED35-36C02E70F337}"/>
          </ac:spMkLst>
        </pc:spChg>
        <pc:grpChg chg="add del mod">
          <ac:chgData name="Palit, Tapti" userId="dec6fbcd-7598-406a-8cbf-504d4a3bac15" providerId="ADAL" clId="{ECD42228-5B96-4A72-B268-C46DF994E6B7}" dt="2024-01-16T03:39:04.169" v="5570" actId="165"/>
          <ac:grpSpMkLst>
            <pc:docMk/>
            <pc:sldMk cId="4229178325" sldId="875"/>
            <ac:grpSpMk id="62" creationId="{BF0A9CC3-0CF1-0ED9-92F9-53FD88678170}"/>
          </ac:grpSpMkLst>
        </pc:grpChg>
        <pc:grpChg chg="add del mod">
          <ac:chgData name="Palit, Tapti" userId="dec6fbcd-7598-406a-8cbf-504d4a3bac15" providerId="ADAL" clId="{ECD42228-5B96-4A72-B268-C46DF994E6B7}" dt="2024-01-16T03:44:02.844" v="5601" actId="165"/>
          <ac:grpSpMkLst>
            <pc:docMk/>
            <pc:sldMk cId="4229178325" sldId="875"/>
            <ac:grpSpMk id="92" creationId="{75064B06-5504-66F7-BC8A-303171556E22}"/>
          </ac:grpSpMkLst>
        </pc:grpChg>
        <pc:cxnChg chg="add mod topLvl">
          <ac:chgData name="Palit, Tapti" userId="dec6fbcd-7598-406a-8cbf-504d4a3bac15" providerId="ADAL" clId="{ECD42228-5B96-4A72-B268-C46DF994E6B7}" dt="2024-01-16T03:54:21.924" v="5683" actId="1038"/>
          <ac:cxnSpMkLst>
            <pc:docMk/>
            <pc:sldMk cId="4229178325" sldId="875"/>
            <ac:cxnSpMk id="18" creationId="{6B24FD24-4FC8-FFDD-16CD-6463BA38CCC7}"/>
          </ac:cxnSpMkLst>
        </pc:cxnChg>
        <pc:cxnChg chg="add del mod">
          <ac:chgData name="Palit, Tapti" userId="dec6fbcd-7598-406a-8cbf-504d4a3bac15" providerId="ADAL" clId="{ECD42228-5B96-4A72-B268-C46DF994E6B7}" dt="2024-01-16T03:34:48.113" v="5531" actId="478"/>
          <ac:cxnSpMkLst>
            <pc:docMk/>
            <pc:sldMk cId="4229178325" sldId="875"/>
            <ac:cxnSpMk id="19" creationId="{88EAF6B3-792D-0764-CF7C-3DBE04D14615}"/>
          </ac:cxnSpMkLst>
        </pc:cxnChg>
        <pc:cxnChg chg="add del mod">
          <ac:chgData name="Palit, Tapti" userId="dec6fbcd-7598-406a-8cbf-504d4a3bac15" providerId="ADAL" clId="{ECD42228-5B96-4A72-B268-C46DF994E6B7}" dt="2024-01-16T02:31:07.092" v="5075" actId="478"/>
          <ac:cxnSpMkLst>
            <pc:docMk/>
            <pc:sldMk cId="4229178325" sldId="875"/>
            <ac:cxnSpMk id="22" creationId="{35A0B31A-0B7C-6C78-436B-20298764E241}"/>
          </ac:cxnSpMkLst>
        </pc:cxnChg>
        <pc:cxnChg chg="add mod topLvl">
          <ac:chgData name="Palit, Tapti" userId="dec6fbcd-7598-406a-8cbf-504d4a3bac15" providerId="ADAL" clId="{ECD42228-5B96-4A72-B268-C46DF994E6B7}" dt="2024-01-16T15:52:49.661" v="6554" actId="1076"/>
          <ac:cxnSpMkLst>
            <pc:docMk/>
            <pc:sldMk cId="4229178325" sldId="875"/>
            <ac:cxnSpMk id="30" creationId="{60C516F1-B6A5-8C9A-AE10-E58F20DFDEB8}"/>
          </ac:cxnSpMkLst>
        </pc:cxnChg>
        <pc:cxnChg chg="add del mod">
          <ac:chgData name="Palit, Tapti" userId="dec6fbcd-7598-406a-8cbf-504d4a3bac15" providerId="ADAL" clId="{ECD42228-5B96-4A72-B268-C46DF994E6B7}" dt="2024-01-16T03:36:57.753" v="5553" actId="478"/>
          <ac:cxnSpMkLst>
            <pc:docMk/>
            <pc:sldMk cId="4229178325" sldId="875"/>
            <ac:cxnSpMk id="33" creationId="{B5C56B25-5D4F-B6B2-3A3D-43635D872601}"/>
          </ac:cxnSpMkLst>
        </pc:cxnChg>
        <pc:cxnChg chg="add del mod">
          <ac:chgData name="Palit, Tapti" userId="dec6fbcd-7598-406a-8cbf-504d4a3bac15" providerId="ADAL" clId="{ECD42228-5B96-4A72-B268-C46DF994E6B7}" dt="2024-01-16T03:37:06.269" v="5554" actId="478"/>
          <ac:cxnSpMkLst>
            <pc:docMk/>
            <pc:sldMk cId="4229178325" sldId="875"/>
            <ac:cxnSpMk id="43" creationId="{12B25BE9-4D11-4B68-C2E8-E87CB7A84704}"/>
          </ac:cxnSpMkLst>
        </pc:cxnChg>
        <pc:cxnChg chg="add del mod">
          <ac:chgData name="Palit, Tapti" userId="dec6fbcd-7598-406a-8cbf-504d4a3bac15" providerId="ADAL" clId="{ECD42228-5B96-4A72-B268-C46DF994E6B7}" dt="2024-01-16T03:35:25.188" v="5544" actId="478"/>
          <ac:cxnSpMkLst>
            <pc:docMk/>
            <pc:sldMk cId="4229178325" sldId="875"/>
            <ac:cxnSpMk id="50" creationId="{B46F5D14-CFCA-8F9A-6AC7-D788E9F4197E}"/>
          </ac:cxnSpMkLst>
        </pc:cxnChg>
        <pc:cxnChg chg="add mod topLvl">
          <ac:chgData name="Palit, Tapti" userId="dec6fbcd-7598-406a-8cbf-504d4a3bac15" providerId="ADAL" clId="{ECD42228-5B96-4A72-B268-C46DF994E6B7}" dt="2024-01-16T03:54:21.924" v="5683" actId="1038"/>
          <ac:cxnSpMkLst>
            <pc:docMk/>
            <pc:sldMk cId="4229178325" sldId="875"/>
            <ac:cxnSpMk id="75" creationId="{77B38C21-5F39-3594-03E0-CE7C5A23CC1B}"/>
          </ac:cxnSpMkLst>
        </pc:cxnChg>
        <pc:cxnChg chg="add mod topLvl">
          <ac:chgData name="Palit, Tapti" userId="dec6fbcd-7598-406a-8cbf-504d4a3bac15" providerId="ADAL" clId="{ECD42228-5B96-4A72-B268-C46DF994E6B7}" dt="2024-01-16T15:52:49.661" v="6554" actId="1076"/>
          <ac:cxnSpMkLst>
            <pc:docMk/>
            <pc:sldMk cId="4229178325" sldId="875"/>
            <ac:cxnSpMk id="80" creationId="{54F97FEC-2FD1-2EFF-C082-9B77D0ACE08D}"/>
          </ac:cxnSpMkLst>
        </pc:cxnChg>
        <pc:cxnChg chg="add mod topLvl">
          <ac:chgData name="Palit, Tapti" userId="dec6fbcd-7598-406a-8cbf-504d4a3bac15" providerId="ADAL" clId="{ECD42228-5B96-4A72-B268-C46DF994E6B7}" dt="2024-01-16T03:54:21.924" v="5683" actId="1038"/>
          <ac:cxnSpMkLst>
            <pc:docMk/>
            <pc:sldMk cId="4229178325" sldId="875"/>
            <ac:cxnSpMk id="89" creationId="{3F6A463A-1416-3036-CCF9-1D7F043EAA38}"/>
          </ac:cxnSpMkLst>
        </pc:cxnChg>
        <pc:cxnChg chg="add mod">
          <ac:chgData name="Palit, Tapti" userId="dec6fbcd-7598-406a-8cbf-504d4a3bac15" providerId="ADAL" clId="{ECD42228-5B96-4A72-B268-C46DF994E6B7}" dt="2024-01-16T03:54:21.924" v="5683" actId="1038"/>
          <ac:cxnSpMkLst>
            <pc:docMk/>
            <pc:sldMk cId="4229178325" sldId="875"/>
            <ac:cxnSpMk id="97" creationId="{6B25C1E5-E46B-2278-133D-45BF584405B1}"/>
          </ac:cxnSpMkLst>
        </pc:cxnChg>
        <pc:cxnChg chg="add mod">
          <ac:chgData name="Palit, Tapti" userId="dec6fbcd-7598-406a-8cbf-504d4a3bac15" providerId="ADAL" clId="{ECD42228-5B96-4A72-B268-C46DF994E6B7}" dt="2024-01-16T16:52:26.509" v="6609"/>
          <ac:cxnSpMkLst>
            <pc:docMk/>
            <pc:sldMk cId="4229178325" sldId="875"/>
            <ac:cxnSpMk id="117" creationId="{BF3F52D6-DC6B-3996-895C-26189CC72DA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14:36:40.373" v="6526"/>
              <pc2:cmMkLst xmlns:pc2="http://schemas.microsoft.com/office/powerpoint/2019/9/main/command">
                <pc:docMk/>
                <pc:sldMk cId="4229178325" sldId="875"/>
                <pc2:cmMk id="{7EFFEAAC-3758-4429-81CB-6737B76B51DD}"/>
              </pc2:cmMkLst>
            </pc226:cmChg>
          </p:ext>
        </pc:extLst>
      </pc:sldChg>
      <pc:sldChg chg="add del mod modShow">
        <pc:chgData name="Palit, Tapti" userId="dec6fbcd-7598-406a-8cbf-504d4a3bac15" providerId="ADAL" clId="{ECD42228-5B96-4A72-B268-C46DF994E6B7}" dt="2024-01-28T03:44:01.241" v="67437" actId="47"/>
        <pc:sldMkLst>
          <pc:docMk/>
          <pc:sldMk cId="811315313" sldId="876"/>
        </pc:sldMkLst>
      </pc:sldChg>
      <pc:sldChg chg="addSp delSp modSp new mod modClrScheme delAnim modAnim chgLayout">
        <pc:chgData name="Palit, Tapti" userId="dec6fbcd-7598-406a-8cbf-504d4a3bac15" providerId="ADAL" clId="{ECD42228-5B96-4A72-B268-C46DF994E6B7}" dt="2024-01-16T19:14:57.037" v="7320" actId="6549"/>
        <pc:sldMkLst>
          <pc:docMk/>
          <pc:sldMk cId="2344568267" sldId="876"/>
        </pc:sldMkLst>
        <pc:spChg chg="mod ord">
          <ac:chgData name="Palit, Tapti" userId="dec6fbcd-7598-406a-8cbf-504d4a3bac15" providerId="ADAL" clId="{ECD42228-5B96-4A72-B268-C46DF994E6B7}" dt="2024-01-16T19:14:57.037" v="7320" actId="6549"/>
          <ac:spMkLst>
            <pc:docMk/>
            <pc:sldMk cId="2344568267" sldId="876"/>
            <ac:spMk id="2" creationId="{5331F909-ED14-5E9B-0948-7FB76FB6F640}"/>
          </ac:spMkLst>
        </pc:spChg>
        <pc:spChg chg="mod ord">
          <ac:chgData name="Palit, Tapti" userId="dec6fbcd-7598-406a-8cbf-504d4a3bac15" providerId="ADAL" clId="{ECD42228-5B96-4A72-B268-C46DF994E6B7}" dt="2024-01-16T19:14:51.826" v="7318" actId="20577"/>
          <ac:spMkLst>
            <pc:docMk/>
            <pc:sldMk cId="2344568267" sldId="876"/>
            <ac:spMk id="3" creationId="{F97B2BB2-BFBD-8019-A7CA-D1CFD8FFCFA7}"/>
          </ac:spMkLst>
        </pc:spChg>
        <pc:spChg chg="mod ord">
          <ac:chgData name="Palit, Tapti" userId="dec6fbcd-7598-406a-8cbf-504d4a3bac15" providerId="ADAL" clId="{ECD42228-5B96-4A72-B268-C46DF994E6B7}" dt="2024-01-16T16:58:23.548" v="6637" actId="700"/>
          <ac:spMkLst>
            <pc:docMk/>
            <pc:sldMk cId="2344568267" sldId="876"/>
            <ac:spMk id="4" creationId="{6B59ADFF-B5DA-EF43-0E4E-FB3DF981B04F}"/>
          </ac:spMkLst>
        </pc:spChg>
        <pc:spChg chg="del">
          <ac:chgData name="Palit, Tapti" userId="dec6fbcd-7598-406a-8cbf-504d4a3bac15" providerId="ADAL" clId="{ECD42228-5B96-4A72-B268-C46DF994E6B7}" dt="2024-01-16T04:21:11.195" v="6066" actId="700"/>
          <ac:spMkLst>
            <pc:docMk/>
            <pc:sldMk cId="2344568267" sldId="876"/>
            <ac:spMk id="5" creationId="{150717A6-B68C-51C7-6A1D-510F9E38E2B1}"/>
          </ac:spMkLst>
        </pc:spChg>
        <pc:spChg chg="add del mod ord">
          <ac:chgData name="Palit, Tapti" userId="dec6fbcd-7598-406a-8cbf-504d4a3bac15" providerId="ADAL" clId="{ECD42228-5B96-4A72-B268-C46DF994E6B7}" dt="2024-01-16T04:32:22.356" v="6191" actId="478"/>
          <ac:spMkLst>
            <pc:docMk/>
            <pc:sldMk cId="2344568267" sldId="876"/>
            <ac:spMk id="6" creationId="{29B43953-15D2-6546-548C-86B3D6CC521A}"/>
          </ac:spMkLst>
        </pc:spChg>
        <pc:spChg chg="add del mod ord">
          <ac:chgData name="Palit, Tapti" userId="dec6fbcd-7598-406a-8cbf-504d4a3bac15" providerId="ADAL" clId="{ECD42228-5B96-4A72-B268-C46DF994E6B7}" dt="2024-01-16T04:24:59.233" v="6102" actId="700"/>
          <ac:spMkLst>
            <pc:docMk/>
            <pc:sldMk cId="2344568267" sldId="876"/>
            <ac:spMk id="7" creationId="{473D0011-A641-2272-F3A5-7C0E6B6C09F7}"/>
          </ac:spMkLst>
        </pc:spChg>
        <pc:spChg chg="add del mod ord">
          <ac:chgData name="Palit, Tapti" userId="dec6fbcd-7598-406a-8cbf-504d4a3bac15" providerId="ADAL" clId="{ECD42228-5B96-4A72-B268-C46DF994E6B7}" dt="2024-01-16T04:24:59.233" v="6102" actId="700"/>
          <ac:spMkLst>
            <pc:docMk/>
            <pc:sldMk cId="2344568267" sldId="876"/>
            <ac:spMk id="8" creationId="{41C2EC75-D001-BB14-6ED9-43FC3928DA66}"/>
          </ac:spMkLst>
        </pc:spChg>
        <pc:spChg chg="add mod">
          <ac:chgData name="Palit, Tapti" userId="dec6fbcd-7598-406a-8cbf-504d4a3bac15" providerId="ADAL" clId="{ECD42228-5B96-4A72-B268-C46DF994E6B7}" dt="2024-01-16T16:54:39.916" v="6625"/>
          <ac:spMkLst>
            <pc:docMk/>
            <pc:sldMk cId="2344568267" sldId="876"/>
            <ac:spMk id="9" creationId="{45E2616E-235F-703B-F01A-94D5E9BAA98D}"/>
          </ac:spMkLst>
        </pc:spChg>
        <pc:spChg chg="add mod">
          <ac:chgData name="Palit, Tapti" userId="dec6fbcd-7598-406a-8cbf-504d4a3bac15" providerId="ADAL" clId="{ECD42228-5B96-4A72-B268-C46DF994E6B7}" dt="2024-01-16T04:25:35.548" v="6108" actId="164"/>
          <ac:spMkLst>
            <pc:docMk/>
            <pc:sldMk cId="2344568267" sldId="876"/>
            <ac:spMk id="10" creationId="{88E69A9C-C12A-AFC1-15B0-CA9A13E7531E}"/>
          </ac:spMkLst>
        </pc:spChg>
        <pc:spChg chg="add mod">
          <ac:chgData name="Palit, Tapti" userId="dec6fbcd-7598-406a-8cbf-504d4a3bac15" providerId="ADAL" clId="{ECD42228-5B96-4A72-B268-C46DF994E6B7}" dt="2024-01-16T04:25:35.548" v="6108" actId="164"/>
          <ac:spMkLst>
            <pc:docMk/>
            <pc:sldMk cId="2344568267" sldId="876"/>
            <ac:spMk id="11" creationId="{50C85A5B-05E3-8C1D-E1E0-4D727CE2B2F0}"/>
          </ac:spMkLst>
        </pc:spChg>
        <pc:spChg chg="add mod">
          <ac:chgData name="Palit, Tapti" userId="dec6fbcd-7598-406a-8cbf-504d4a3bac15" providerId="ADAL" clId="{ECD42228-5B96-4A72-B268-C46DF994E6B7}" dt="2024-01-16T04:25:35.548" v="6108" actId="164"/>
          <ac:spMkLst>
            <pc:docMk/>
            <pc:sldMk cId="2344568267" sldId="876"/>
            <ac:spMk id="12" creationId="{D6EF5057-998C-8787-F167-F3F2A0E0AFAD}"/>
          </ac:spMkLst>
        </pc:spChg>
        <pc:spChg chg="add mod">
          <ac:chgData name="Palit, Tapti" userId="dec6fbcd-7598-406a-8cbf-504d4a3bac15" providerId="ADAL" clId="{ECD42228-5B96-4A72-B268-C46DF994E6B7}" dt="2024-01-16T16:54:59.129" v="6630" actId="20577"/>
          <ac:spMkLst>
            <pc:docMk/>
            <pc:sldMk cId="2344568267" sldId="876"/>
            <ac:spMk id="14" creationId="{D264326F-26F0-F32A-B093-1DD987046D86}"/>
          </ac:spMkLst>
        </pc:spChg>
        <pc:spChg chg="add mod">
          <ac:chgData name="Palit, Tapti" userId="dec6fbcd-7598-406a-8cbf-504d4a3bac15" providerId="ADAL" clId="{ECD42228-5B96-4A72-B268-C46DF994E6B7}" dt="2024-01-16T04:25:35.548" v="6108" actId="164"/>
          <ac:spMkLst>
            <pc:docMk/>
            <pc:sldMk cId="2344568267" sldId="876"/>
            <ac:spMk id="16" creationId="{20F3D019-FD50-C13A-7F7E-0FECBDBE6DB8}"/>
          </ac:spMkLst>
        </pc:spChg>
        <pc:spChg chg="add mod">
          <ac:chgData name="Palit, Tapti" userId="dec6fbcd-7598-406a-8cbf-504d4a3bac15" providerId="ADAL" clId="{ECD42228-5B96-4A72-B268-C46DF994E6B7}" dt="2024-01-16T04:25:35.548" v="6108" actId="164"/>
          <ac:spMkLst>
            <pc:docMk/>
            <pc:sldMk cId="2344568267" sldId="876"/>
            <ac:spMk id="17" creationId="{A3FABA11-B789-6EFC-8919-503BF1C814CF}"/>
          </ac:spMkLst>
        </pc:spChg>
        <pc:spChg chg="add mod">
          <ac:chgData name="Palit, Tapti" userId="dec6fbcd-7598-406a-8cbf-504d4a3bac15" providerId="ADAL" clId="{ECD42228-5B96-4A72-B268-C46DF994E6B7}" dt="2024-01-16T04:25:35.548" v="6108" actId="164"/>
          <ac:spMkLst>
            <pc:docMk/>
            <pc:sldMk cId="2344568267" sldId="876"/>
            <ac:spMk id="18" creationId="{4411AF6C-641B-F274-A784-F0383706C8D7}"/>
          </ac:spMkLst>
        </pc:spChg>
        <pc:spChg chg="add del mod">
          <ac:chgData name="Palit, Tapti" userId="dec6fbcd-7598-406a-8cbf-504d4a3bac15" providerId="ADAL" clId="{ECD42228-5B96-4A72-B268-C46DF994E6B7}" dt="2024-01-16T04:26:17.396" v="6118" actId="478"/>
          <ac:spMkLst>
            <pc:docMk/>
            <pc:sldMk cId="2344568267" sldId="876"/>
            <ac:spMk id="22" creationId="{FCFAD468-FCD9-4728-ABE9-B6636D8C2258}"/>
          </ac:spMkLst>
        </pc:spChg>
        <pc:spChg chg="add mod">
          <ac:chgData name="Palit, Tapti" userId="dec6fbcd-7598-406a-8cbf-504d4a3bac15" providerId="ADAL" clId="{ECD42228-5B96-4A72-B268-C46DF994E6B7}" dt="2024-01-16T04:25:35.548" v="6108" actId="164"/>
          <ac:spMkLst>
            <pc:docMk/>
            <pc:sldMk cId="2344568267" sldId="876"/>
            <ac:spMk id="23" creationId="{13941798-765E-0FA3-8181-47FB3B3052D3}"/>
          </ac:spMkLst>
        </pc:spChg>
        <pc:spChg chg="add mod">
          <ac:chgData name="Palit, Tapti" userId="dec6fbcd-7598-406a-8cbf-504d4a3bac15" providerId="ADAL" clId="{ECD42228-5B96-4A72-B268-C46DF994E6B7}" dt="2024-01-16T04:25:35.548" v="6108" actId="164"/>
          <ac:spMkLst>
            <pc:docMk/>
            <pc:sldMk cId="2344568267" sldId="876"/>
            <ac:spMk id="24" creationId="{039A6A16-2EB0-8019-67DD-79004534D44F}"/>
          </ac:spMkLst>
        </pc:spChg>
        <pc:spChg chg="add del mod">
          <ac:chgData name="Palit, Tapti" userId="dec6fbcd-7598-406a-8cbf-504d4a3bac15" providerId="ADAL" clId="{ECD42228-5B96-4A72-B268-C46DF994E6B7}" dt="2024-01-16T04:28:45.103" v="6121" actId="478"/>
          <ac:spMkLst>
            <pc:docMk/>
            <pc:sldMk cId="2344568267" sldId="876"/>
            <ac:spMk id="25" creationId="{F0A19683-30AD-476A-4D1B-FB57E6E3856B}"/>
          </ac:spMkLst>
        </pc:spChg>
        <pc:spChg chg="add mod ord">
          <ac:chgData name="Palit, Tapti" userId="dec6fbcd-7598-406a-8cbf-504d4a3bac15" providerId="ADAL" clId="{ECD42228-5B96-4A72-B268-C46DF994E6B7}" dt="2024-01-16T04:26:13.042" v="6116" actId="167"/>
          <ac:spMkLst>
            <pc:docMk/>
            <pc:sldMk cId="2344568267" sldId="876"/>
            <ac:spMk id="27" creationId="{5B17AF87-7318-D8DC-8015-6A2C07165442}"/>
          </ac:spMkLst>
        </pc:spChg>
        <pc:spChg chg="add mod ord">
          <ac:chgData name="Palit, Tapti" userId="dec6fbcd-7598-406a-8cbf-504d4a3bac15" providerId="ADAL" clId="{ECD42228-5B96-4A72-B268-C46DF994E6B7}" dt="2024-01-16T04:28:41.253" v="6119" actId="167"/>
          <ac:spMkLst>
            <pc:docMk/>
            <pc:sldMk cId="2344568267" sldId="876"/>
            <ac:spMk id="28" creationId="{D9DC291D-6C75-D15A-D1E4-3C48EF4C5AAC}"/>
          </ac:spMkLst>
        </pc:spChg>
        <pc:spChg chg="add mod">
          <ac:chgData name="Palit, Tapti" userId="dec6fbcd-7598-406a-8cbf-504d4a3bac15" providerId="ADAL" clId="{ECD42228-5B96-4A72-B268-C46DF994E6B7}" dt="2024-01-16T04:25:35.548" v="6108" actId="164"/>
          <ac:spMkLst>
            <pc:docMk/>
            <pc:sldMk cId="2344568267" sldId="876"/>
            <ac:spMk id="29" creationId="{46E77DBB-9705-1E5A-31C1-D79322DE650B}"/>
          </ac:spMkLst>
        </pc:spChg>
        <pc:spChg chg="add mod">
          <ac:chgData name="Palit, Tapti" userId="dec6fbcd-7598-406a-8cbf-504d4a3bac15" providerId="ADAL" clId="{ECD42228-5B96-4A72-B268-C46DF994E6B7}" dt="2024-01-16T04:25:35.548" v="6108" actId="164"/>
          <ac:spMkLst>
            <pc:docMk/>
            <pc:sldMk cId="2344568267" sldId="876"/>
            <ac:spMk id="30" creationId="{82590E3A-CA8C-5E05-9E48-4A42AF264AB3}"/>
          </ac:spMkLst>
        </pc:spChg>
        <pc:spChg chg="add mod">
          <ac:chgData name="Palit, Tapti" userId="dec6fbcd-7598-406a-8cbf-504d4a3bac15" providerId="ADAL" clId="{ECD42228-5B96-4A72-B268-C46DF994E6B7}" dt="2024-01-16T04:25:47.564" v="6111" actId="1076"/>
          <ac:spMkLst>
            <pc:docMk/>
            <pc:sldMk cId="2344568267" sldId="876"/>
            <ac:spMk id="31" creationId="{D96DB06E-09E5-833E-0BC3-A9C505DC584E}"/>
          </ac:spMkLst>
        </pc:spChg>
        <pc:spChg chg="add mod">
          <ac:chgData name="Palit, Tapti" userId="dec6fbcd-7598-406a-8cbf-504d4a3bac15" providerId="ADAL" clId="{ECD42228-5B96-4A72-B268-C46DF994E6B7}" dt="2024-01-16T17:04:38.813" v="6797" actId="1076"/>
          <ac:spMkLst>
            <pc:docMk/>
            <pc:sldMk cId="2344568267" sldId="876"/>
            <ac:spMk id="33" creationId="{D24A23FD-CA18-5366-568C-E106460D0D34}"/>
          </ac:spMkLst>
        </pc:spChg>
        <pc:spChg chg="add mod">
          <ac:chgData name="Palit, Tapti" userId="dec6fbcd-7598-406a-8cbf-504d4a3bac15" providerId="ADAL" clId="{ECD42228-5B96-4A72-B268-C46DF994E6B7}" dt="2024-01-16T17:04:31.130" v="6796" actId="1076"/>
          <ac:spMkLst>
            <pc:docMk/>
            <pc:sldMk cId="2344568267" sldId="876"/>
            <ac:spMk id="34" creationId="{AA6C6F47-9B53-DBB9-3B2B-193C25420266}"/>
          </ac:spMkLst>
        </pc:spChg>
        <pc:spChg chg="add mod">
          <ac:chgData name="Palit, Tapti" userId="dec6fbcd-7598-406a-8cbf-504d4a3bac15" providerId="ADAL" clId="{ECD42228-5B96-4A72-B268-C46DF994E6B7}" dt="2024-01-16T16:59:01.436" v="6663" actId="1035"/>
          <ac:spMkLst>
            <pc:docMk/>
            <pc:sldMk cId="2344568267" sldId="876"/>
            <ac:spMk id="35" creationId="{81E105AE-52AC-E35A-BFC3-B32AA56B6763}"/>
          </ac:spMkLst>
        </pc:spChg>
        <pc:spChg chg="add mod">
          <ac:chgData name="Palit, Tapti" userId="dec6fbcd-7598-406a-8cbf-504d4a3bac15" providerId="ADAL" clId="{ECD42228-5B96-4A72-B268-C46DF994E6B7}" dt="2024-01-16T04:32:29.148" v="6193" actId="2711"/>
          <ac:spMkLst>
            <pc:docMk/>
            <pc:sldMk cId="2344568267" sldId="876"/>
            <ac:spMk id="38" creationId="{5C810122-060A-A3D4-BF1C-4BD977A009F9}"/>
          </ac:spMkLst>
        </pc:spChg>
        <pc:spChg chg="add del mod">
          <ac:chgData name="Palit, Tapti" userId="dec6fbcd-7598-406a-8cbf-504d4a3bac15" providerId="ADAL" clId="{ECD42228-5B96-4A72-B268-C46DF994E6B7}" dt="2024-01-16T16:58:38.226" v="6639" actId="478"/>
          <ac:spMkLst>
            <pc:docMk/>
            <pc:sldMk cId="2344568267" sldId="876"/>
            <ac:spMk id="39" creationId="{FE19E25C-9236-BA18-1B31-46772D4D8A93}"/>
          </ac:spMkLst>
        </pc:spChg>
        <pc:spChg chg="add del mod ord">
          <ac:chgData name="Palit, Tapti" userId="dec6fbcd-7598-406a-8cbf-504d4a3bac15" providerId="ADAL" clId="{ECD42228-5B96-4A72-B268-C46DF994E6B7}" dt="2024-01-16T16:58:14.664" v="6635" actId="700"/>
          <ac:spMkLst>
            <pc:docMk/>
            <pc:sldMk cId="2344568267" sldId="876"/>
            <ac:spMk id="44" creationId="{EFE80A3F-D2DF-9561-F565-51EF32CF78C4}"/>
          </ac:spMkLst>
        </pc:spChg>
        <pc:spChg chg="add del mod ord">
          <ac:chgData name="Palit, Tapti" userId="dec6fbcd-7598-406a-8cbf-504d4a3bac15" providerId="ADAL" clId="{ECD42228-5B96-4A72-B268-C46DF994E6B7}" dt="2024-01-16T16:58:23.548" v="6637" actId="700"/>
          <ac:spMkLst>
            <pc:docMk/>
            <pc:sldMk cId="2344568267" sldId="876"/>
            <ac:spMk id="45" creationId="{39C4A11D-014F-39C9-05AC-393F2B64CCF8}"/>
          </ac:spMkLst>
        </pc:spChg>
        <pc:spChg chg="add mod ord">
          <ac:chgData name="Palit, Tapti" userId="dec6fbcd-7598-406a-8cbf-504d4a3bac15" providerId="ADAL" clId="{ECD42228-5B96-4A72-B268-C46DF994E6B7}" dt="2024-01-16T16:58:23.548" v="6637" actId="700"/>
          <ac:spMkLst>
            <pc:docMk/>
            <pc:sldMk cId="2344568267" sldId="876"/>
            <ac:spMk id="46" creationId="{E49E3ACC-2814-43AE-02AE-4FCB76619508}"/>
          </ac:spMkLst>
        </pc:spChg>
        <pc:spChg chg="add mod ord">
          <ac:chgData name="Palit, Tapti" userId="dec6fbcd-7598-406a-8cbf-504d4a3bac15" providerId="ADAL" clId="{ECD42228-5B96-4A72-B268-C46DF994E6B7}" dt="2024-01-16T16:59:07.705" v="6665" actId="20577"/>
          <ac:spMkLst>
            <pc:docMk/>
            <pc:sldMk cId="2344568267" sldId="876"/>
            <ac:spMk id="47" creationId="{EA0A921E-16B8-A7D4-D6E9-F3000A291622}"/>
          </ac:spMkLst>
        </pc:spChg>
        <pc:grpChg chg="add mod">
          <ac:chgData name="Palit, Tapti" userId="dec6fbcd-7598-406a-8cbf-504d4a3bac15" providerId="ADAL" clId="{ECD42228-5B96-4A72-B268-C46DF994E6B7}" dt="2024-01-16T16:59:01.436" v="6663" actId="1035"/>
          <ac:grpSpMkLst>
            <pc:docMk/>
            <pc:sldMk cId="2344568267" sldId="876"/>
            <ac:grpSpMk id="32" creationId="{93AEE048-C2B2-ADC0-DD28-61D6E1740D71}"/>
          </ac:grpSpMkLst>
        </pc:grpChg>
        <pc:cxnChg chg="add mod">
          <ac:chgData name="Palit, Tapti" userId="dec6fbcd-7598-406a-8cbf-504d4a3bac15" providerId="ADAL" clId="{ECD42228-5B96-4A72-B268-C46DF994E6B7}" dt="2024-01-16T04:25:35.548" v="6108" actId="164"/>
          <ac:cxnSpMkLst>
            <pc:docMk/>
            <pc:sldMk cId="2344568267" sldId="876"/>
            <ac:cxnSpMk id="13" creationId="{658AA6A3-6782-D5F7-98BF-90A0B252F9C2}"/>
          </ac:cxnSpMkLst>
        </pc:cxnChg>
        <pc:cxnChg chg="add mod">
          <ac:chgData name="Palit, Tapti" userId="dec6fbcd-7598-406a-8cbf-504d4a3bac15" providerId="ADAL" clId="{ECD42228-5B96-4A72-B268-C46DF994E6B7}" dt="2024-01-16T04:25:35.548" v="6108" actId="164"/>
          <ac:cxnSpMkLst>
            <pc:docMk/>
            <pc:sldMk cId="2344568267" sldId="876"/>
            <ac:cxnSpMk id="15" creationId="{16ABA878-751A-E74F-8D66-96ACBC79DFD6}"/>
          </ac:cxnSpMkLst>
        </pc:cxnChg>
        <pc:cxnChg chg="add mod">
          <ac:chgData name="Palit, Tapti" userId="dec6fbcd-7598-406a-8cbf-504d4a3bac15" providerId="ADAL" clId="{ECD42228-5B96-4A72-B268-C46DF994E6B7}" dt="2024-01-16T04:25:35.548" v="6108" actId="164"/>
          <ac:cxnSpMkLst>
            <pc:docMk/>
            <pc:sldMk cId="2344568267" sldId="876"/>
            <ac:cxnSpMk id="19" creationId="{F61C636B-4D52-07A7-51CA-10B8E6D9265D}"/>
          </ac:cxnSpMkLst>
        </pc:cxnChg>
        <pc:cxnChg chg="add mod">
          <ac:chgData name="Palit, Tapti" userId="dec6fbcd-7598-406a-8cbf-504d4a3bac15" providerId="ADAL" clId="{ECD42228-5B96-4A72-B268-C46DF994E6B7}" dt="2024-01-16T04:25:35.548" v="6108" actId="164"/>
          <ac:cxnSpMkLst>
            <pc:docMk/>
            <pc:sldMk cId="2344568267" sldId="876"/>
            <ac:cxnSpMk id="20" creationId="{8E16EA84-192A-EAB4-2D3E-E3111C6683A0}"/>
          </ac:cxnSpMkLst>
        </pc:cxnChg>
        <pc:cxnChg chg="add mod">
          <ac:chgData name="Palit, Tapti" userId="dec6fbcd-7598-406a-8cbf-504d4a3bac15" providerId="ADAL" clId="{ECD42228-5B96-4A72-B268-C46DF994E6B7}" dt="2024-01-16T04:25:35.548" v="6108" actId="164"/>
          <ac:cxnSpMkLst>
            <pc:docMk/>
            <pc:sldMk cId="2344568267" sldId="876"/>
            <ac:cxnSpMk id="21" creationId="{3A139B75-4091-07CD-8B42-DEA0040191AD}"/>
          </ac:cxnSpMkLst>
        </pc:cxnChg>
        <pc:cxnChg chg="add mod">
          <ac:chgData name="Palit, Tapti" userId="dec6fbcd-7598-406a-8cbf-504d4a3bac15" providerId="ADAL" clId="{ECD42228-5B96-4A72-B268-C46DF994E6B7}" dt="2024-01-16T04:25:35.548" v="6108" actId="164"/>
          <ac:cxnSpMkLst>
            <pc:docMk/>
            <pc:sldMk cId="2344568267" sldId="876"/>
            <ac:cxnSpMk id="26" creationId="{229B5E53-EBD9-DD00-FD1F-3AAE73C2219A}"/>
          </ac:cxnSpMkLst>
        </pc:cxnChg>
        <pc:cxnChg chg="add mod">
          <ac:chgData name="Palit, Tapti" userId="dec6fbcd-7598-406a-8cbf-504d4a3bac15" providerId="ADAL" clId="{ECD42228-5B96-4A72-B268-C46DF994E6B7}" dt="2024-01-16T16:51:19.158" v="6606" actId="14100"/>
          <ac:cxnSpMkLst>
            <pc:docMk/>
            <pc:sldMk cId="2344568267" sldId="876"/>
            <ac:cxnSpMk id="41" creationId="{4647950D-FFD6-D78A-1DBA-B03A6B4E51C7}"/>
          </ac:cxnSpMkLst>
        </pc:cxnChg>
      </pc:sldChg>
      <pc:sldChg chg="addSp delSp modSp add del mod ord delAnim modAnim modNotesTx">
        <pc:chgData name="Palit, Tapti" userId="dec6fbcd-7598-406a-8cbf-504d4a3bac15" providerId="ADAL" clId="{ECD42228-5B96-4A72-B268-C46DF994E6B7}" dt="2024-01-25T01:33:10.127" v="45385" actId="2696"/>
        <pc:sldMkLst>
          <pc:docMk/>
          <pc:sldMk cId="3318823025" sldId="876"/>
        </pc:sldMkLst>
        <pc:spChg chg="add mod">
          <ac:chgData name="Palit, Tapti" userId="dec6fbcd-7598-406a-8cbf-504d4a3bac15" providerId="ADAL" clId="{ECD42228-5B96-4A72-B268-C46DF994E6B7}" dt="2024-01-23T00:26:57.675" v="10736" actId="1076"/>
          <ac:spMkLst>
            <pc:docMk/>
            <pc:sldMk cId="3318823025" sldId="876"/>
            <ac:spMk id="2" creationId="{0B3EF019-A691-8AEC-2488-AF5D6867D5E0}"/>
          </ac:spMkLst>
        </pc:spChg>
        <pc:spChg chg="add mod">
          <ac:chgData name="Palit, Tapti" userId="dec6fbcd-7598-406a-8cbf-504d4a3bac15" providerId="ADAL" clId="{ECD42228-5B96-4A72-B268-C46DF994E6B7}" dt="2024-01-23T00:26:57.675" v="10736" actId="1076"/>
          <ac:spMkLst>
            <pc:docMk/>
            <pc:sldMk cId="3318823025" sldId="876"/>
            <ac:spMk id="5" creationId="{5F7FA714-6974-907B-5A8E-AE6E48BE8E03}"/>
          </ac:spMkLst>
        </pc:spChg>
        <pc:spChg chg="del">
          <ac:chgData name="Palit, Tapti" userId="dec6fbcd-7598-406a-8cbf-504d4a3bac15" providerId="ADAL" clId="{ECD42228-5B96-4A72-B268-C46DF994E6B7}" dt="2024-01-23T00:17:39.327" v="10626" actId="478"/>
          <ac:spMkLst>
            <pc:docMk/>
            <pc:sldMk cId="3318823025" sldId="876"/>
            <ac:spMk id="6" creationId="{821024D9-C149-D54D-C458-7E9CF9688443}"/>
          </ac:spMkLst>
        </pc:spChg>
        <pc:spChg chg="add mod">
          <ac:chgData name="Palit, Tapti" userId="dec6fbcd-7598-406a-8cbf-504d4a3bac15" providerId="ADAL" clId="{ECD42228-5B96-4A72-B268-C46DF994E6B7}" dt="2024-01-23T00:27:36.644" v="10750" actId="1076"/>
          <ac:spMkLst>
            <pc:docMk/>
            <pc:sldMk cId="3318823025" sldId="876"/>
            <ac:spMk id="7" creationId="{C35AD6F8-9DA3-2D45-825C-DBEB2FC08F89}"/>
          </ac:spMkLst>
        </pc:spChg>
        <pc:spChg chg="add mod">
          <ac:chgData name="Palit, Tapti" userId="dec6fbcd-7598-406a-8cbf-504d4a3bac15" providerId="ADAL" clId="{ECD42228-5B96-4A72-B268-C46DF994E6B7}" dt="2024-01-23T00:27:40.956" v="10751" actId="1076"/>
          <ac:spMkLst>
            <pc:docMk/>
            <pc:sldMk cId="3318823025" sldId="876"/>
            <ac:spMk id="8" creationId="{EA78C458-12F0-5F57-0A04-E298609B9653}"/>
          </ac:spMkLst>
        </pc:spChg>
        <pc:spChg chg="add mod">
          <ac:chgData name="Palit, Tapti" userId="dec6fbcd-7598-406a-8cbf-504d4a3bac15" providerId="ADAL" clId="{ECD42228-5B96-4A72-B268-C46DF994E6B7}" dt="2024-01-23T00:26:57.675" v="10736" actId="1076"/>
          <ac:spMkLst>
            <pc:docMk/>
            <pc:sldMk cId="3318823025" sldId="876"/>
            <ac:spMk id="10" creationId="{179E423C-29A9-4EFE-31DF-FDE0901D4251}"/>
          </ac:spMkLst>
        </pc:spChg>
        <pc:spChg chg="add mod">
          <ac:chgData name="Palit, Tapti" userId="dec6fbcd-7598-406a-8cbf-504d4a3bac15" providerId="ADAL" clId="{ECD42228-5B96-4A72-B268-C46DF994E6B7}" dt="2024-01-23T00:27:49.891" v="10752" actId="1076"/>
          <ac:spMkLst>
            <pc:docMk/>
            <pc:sldMk cId="3318823025" sldId="876"/>
            <ac:spMk id="11" creationId="{C44CBC77-E32B-2E11-6EFD-A56328899797}"/>
          </ac:spMkLst>
        </pc:spChg>
        <pc:spChg chg="del">
          <ac:chgData name="Palit, Tapti" userId="dec6fbcd-7598-406a-8cbf-504d4a3bac15" providerId="ADAL" clId="{ECD42228-5B96-4A72-B268-C46DF994E6B7}" dt="2024-01-23T00:17:43.511" v="10628" actId="478"/>
          <ac:spMkLst>
            <pc:docMk/>
            <pc:sldMk cId="3318823025" sldId="876"/>
            <ac:spMk id="12" creationId="{748B66DF-750E-585B-E4C7-6FCBBD8AF6F7}"/>
          </ac:spMkLst>
        </pc:spChg>
        <pc:spChg chg="del">
          <ac:chgData name="Palit, Tapti" userId="dec6fbcd-7598-406a-8cbf-504d4a3bac15" providerId="ADAL" clId="{ECD42228-5B96-4A72-B268-C46DF994E6B7}" dt="2024-01-23T00:17:47.295" v="10629" actId="478"/>
          <ac:spMkLst>
            <pc:docMk/>
            <pc:sldMk cId="3318823025" sldId="876"/>
            <ac:spMk id="13" creationId="{6A99A5FF-9F6E-9425-7798-325E5723C97E}"/>
          </ac:spMkLst>
        </pc:spChg>
        <pc:spChg chg="del">
          <ac:chgData name="Palit, Tapti" userId="dec6fbcd-7598-406a-8cbf-504d4a3bac15" providerId="ADAL" clId="{ECD42228-5B96-4A72-B268-C46DF994E6B7}" dt="2024-01-23T00:17:47.295" v="10629" actId="478"/>
          <ac:spMkLst>
            <pc:docMk/>
            <pc:sldMk cId="3318823025" sldId="876"/>
            <ac:spMk id="14" creationId="{085A093B-5030-8886-DF99-63FD4EBCCE87}"/>
          </ac:spMkLst>
        </pc:spChg>
        <pc:spChg chg="del">
          <ac:chgData name="Palit, Tapti" userId="dec6fbcd-7598-406a-8cbf-504d4a3bac15" providerId="ADAL" clId="{ECD42228-5B96-4A72-B268-C46DF994E6B7}" dt="2024-01-23T00:17:47.295" v="10629" actId="478"/>
          <ac:spMkLst>
            <pc:docMk/>
            <pc:sldMk cId="3318823025" sldId="876"/>
            <ac:spMk id="15" creationId="{282993C0-48C9-68C0-5319-656C2097FE88}"/>
          </ac:spMkLst>
        </pc:spChg>
        <pc:spChg chg="del">
          <ac:chgData name="Palit, Tapti" userId="dec6fbcd-7598-406a-8cbf-504d4a3bac15" providerId="ADAL" clId="{ECD42228-5B96-4A72-B268-C46DF994E6B7}" dt="2024-01-23T00:17:41.522" v="10627" actId="478"/>
          <ac:spMkLst>
            <pc:docMk/>
            <pc:sldMk cId="3318823025" sldId="876"/>
            <ac:spMk id="21" creationId="{B2C0C030-3802-CBD1-1B1B-D8EE61C5B0B6}"/>
          </ac:spMkLst>
        </pc:spChg>
        <pc:spChg chg="del">
          <ac:chgData name="Palit, Tapti" userId="dec6fbcd-7598-406a-8cbf-504d4a3bac15" providerId="ADAL" clId="{ECD42228-5B96-4A72-B268-C46DF994E6B7}" dt="2024-01-23T00:17:47.295" v="10629" actId="478"/>
          <ac:spMkLst>
            <pc:docMk/>
            <pc:sldMk cId="3318823025" sldId="876"/>
            <ac:spMk id="22" creationId="{E2EA7B44-6503-BFE7-9908-97A335C74796}"/>
          </ac:spMkLst>
        </pc:spChg>
        <pc:spChg chg="mod">
          <ac:chgData name="Palit, Tapti" userId="dec6fbcd-7598-406a-8cbf-504d4a3bac15" providerId="ADAL" clId="{ECD42228-5B96-4A72-B268-C46DF994E6B7}" dt="2024-01-23T00:32:09.398" v="10855" actId="115"/>
          <ac:spMkLst>
            <pc:docMk/>
            <pc:sldMk cId="3318823025" sldId="876"/>
            <ac:spMk id="23" creationId="{10637CE5-84C9-4720-8F11-B2298C44BE31}"/>
          </ac:spMkLst>
        </pc:spChg>
        <pc:spChg chg="del">
          <ac:chgData name="Palit, Tapti" userId="dec6fbcd-7598-406a-8cbf-504d4a3bac15" providerId="ADAL" clId="{ECD42228-5B96-4A72-B268-C46DF994E6B7}" dt="2024-01-23T00:17:47.295" v="10629" actId="478"/>
          <ac:spMkLst>
            <pc:docMk/>
            <pc:sldMk cId="3318823025" sldId="876"/>
            <ac:spMk id="26" creationId="{9474042F-51C9-D2E7-833E-F68FDA574E38}"/>
          </ac:spMkLst>
        </pc:spChg>
        <pc:spChg chg="add mod">
          <ac:chgData name="Palit, Tapti" userId="dec6fbcd-7598-406a-8cbf-504d4a3bac15" providerId="ADAL" clId="{ECD42228-5B96-4A72-B268-C46DF994E6B7}" dt="2024-01-24T02:02:41.687" v="34935" actId="1076"/>
          <ac:spMkLst>
            <pc:docMk/>
            <pc:sldMk cId="3318823025" sldId="876"/>
            <ac:spMk id="29" creationId="{29E4DC29-25B8-9243-5458-3EC0DAFDC3C6}"/>
          </ac:spMkLst>
        </pc:spChg>
        <pc:spChg chg="del">
          <ac:chgData name="Palit, Tapti" userId="dec6fbcd-7598-406a-8cbf-504d4a3bac15" providerId="ADAL" clId="{ECD42228-5B96-4A72-B268-C46DF994E6B7}" dt="2024-01-23T00:17:49.599" v="10630" actId="478"/>
          <ac:spMkLst>
            <pc:docMk/>
            <pc:sldMk cId="3318823025" sldId="876"/>
            <ac:spMk id="31" creationId="{1C800B88-DBC0-4439-618F-7D5ED7FDDF00}"/>
          </ac:spMkLst>
        </pc:spChg>
        <pc:spChg chg="del">
          <ac:chgData name="Palit, Tapti" userId="dec6fbcd-7598-406a-8cbf-504d4a3bac15" providerId="ADAL" clId="{ECD42228-5B96-4A72-B268-C46DF994E6B7}" dt="2024-01-23T00:17:52.057" v="10631" actId="478"/>
          <ac:spMkLst>
            <pc:docMk/>
            <pc:sldMk cId="3318823025" sldId="876"/>
            <ac:spMk id="32" creationId="{8D9F3527-1EDE-F769-6D36-FD62BC175F9A}"/>
          </ac:spMkLst>
        </pc:spChg>
        <pc:spChg chg="add mod">
          <ac:chgData name="Palit, Tapti" userId="dec6fbcd-7598-406a-8cbf-504d4a3bac15" providerId="ADAL" clId="{ECD42228-5B96-4A72-B268-C46DF994E6B7}" dt="2024-01-23T00:29:41.424" v="10813" actId="1076"/>
          <ac:spMkLst>
            <pc:docMk/>
            <pc:sldMk cId="3318823025" sldId="876"/>
            <ac:spMk id="36" creationId="{04E25AA4-9E2C-BD11-0AB8-86C10CCD6526}"/>
          </ac:spMkLst>
        </pc:spChg>
        <pc:spChg chg="add mod">
          <ac:chgData name="Palit, Tapti" userId="dec6fbcd-7598-406a-8cbf-504d4a3bac15" providerId="ADAL" clId="{ECD42228-5B96-4A72-B268-C46DF994E6B7}" dt="2024-01-23T00:34:37.316" v="10899" actId="14100"/>
          <ac:spMkLst>
            <pc:docMk/>
            <pc:sldMk cId="3318823025" sldId="876"/>
            <ac:spMk id="38" creationId="{8564AB84-C332-8635-7752-381F8B716608}"/>
          </ac:spMkLst>
        </pc:spChg>
        <pc:spChg chg="add mod">
          <ac:chgData name="Palit, Tapti" userId="dec6fbcd-7598-406a-8cbf-504d4a3bac15" providerId="ADAL" clId="{ECD42228-5B96-4A72-B268-C46DF994E6B7}" dt="2024-01-23T00:32:21.755" v="10865" actId="20577"/>
          <ac:spMkLst>
            <pc:docMk/>
            <pc:sldMk cId="3318823025" sldId="876"/>
            <ac:spMk id="41" creationId="{0DB7EB89-FE14-2D31-B8A8-43E03DCD7BC8}"/>
          </ac:spMkLst>
        </pc:spChg>
        <pc:picChg chg="del">
          <ac:chgData name="Palit, Tapti" userId="dec6fbcd-7598-406a-8cbf-504d4a3bac15" providerId="ADAL" clId="{ECD42228-5B96-4A72-B268-C46DF994E6B7}" dt="2024-01-23T00:17:47.295" v="10629" actId="478"/>
          <ac:picMkLst>
            <pc:docMk/>
            <pc:sldMk cId="3318823025" sldId="876"/>
            <ac:picMk id="30" creationId="{F696AE7E-520D-50CF-F761-34E3CBEE2776}"/>
          </ac:picMkLst>
        </pc:picChg>
        <pc:picChg chg="del">
          <ac:chgData name="Palit, Tapti" userId="dec6fbcd-7598-406a-8cbf-504d4a3bac15" providerId="ADAL" clId="{ECD42228-5B96-4A72-B268-C46DF994E6B7}" dt="2024-01-23T00:17:47.295" v="10629" actId="478"/>
          <ac:picMkLst>
            <pc:docMk/>
            <pc:sldMk cId="3318823025" sldId="876"/>
            <ac:picMk id="1026" creationId="{0F4AE3E8-89B0-E534-CDFB-93D44DD83B5C}"/>
          </ac:picMkLst>
        </pc:picChg>
        <pc:picChg chg="mod">
          <ac:chgData name="Palit, Tapti" userId="dec6fbcd-7598-406a-8cbf-504d4a3bac15" providerId="ADAL" clId="{ECD42228-5B96-4A72-B268-C46DF994E6B7}" dt="2024-01-23T00:30:40.386" v="10826" actId="1076"/>
          <ac:picMkLst>
            <pc:docMk/>
            <pc:sldMk cId="3318823025" sldId="876"/>
            <ac:picMk id="1028" creationId="{E9722519-4CBB-170E-1D2E-CD42605796C6}"/>
          </ac:picMkLst>
        </pc:picChg>
        <pc:cxnChg chg="del">
          <ac:chgData name="Palit, Tapti" userId="dec6fbcd-7598-406a-8cbf-504d4a3bac15" providerId="ADAL" clId="{ECD42228-5B96-4A72-B268-C46DF994E6B7}" dt="2024-01-23T00:17:47.295" v="10629" actId="478"/>
          <ac:cxnSpMkLst>
            <pc:docMk/>
            <pc:sldMk cId="3318823025" sldId="876"/>
            <ac:cxnSpMk id="17" creationId="{AB58CB26-294B-CB29-4F2F-26AD9CB8CF58}"/>
          </ac:cxnSpMkLst>
        </pc:cxnChg>
        <pc:cxnChg chg="del">
          <ac:chgData name="Palit, Tapti" userId="dec6fbcd-7598-406a-8cbf-504d4a3bac15" providerId="ADAL" clId="{ECD42228-5B96-4A72-B268-C46DF994E6B7}" dt="2024-01-23T00:17:47.295" v="10629" actId="478"/>
          <ac:cxnSpMkLst>
            <pc:docMk/>
            <pc:sldMk cId="3318823025" sldId="876"/>
            <ac:cxnSpMk id="18" creationId="{7E0151AE-6C37-77F7-07F4-D1564417028F}"/>
          </ac:cxnSpMkLst>
        </pc:cxnChg>
        <pc:cxnChg chg="add mod">
          <ac:chgData name="Palit, Tapti" userId="dec6fbcd-7598-406a-8cbf-504d4a3bac15" providerId="ADAL" clId="{ECD42228-5B96-4A72-B268-C46DF994E6B7}" dt="2024-01-23T00:30:00.322" v="10823" actId="692"/>
          <ac:cxnSpMkLst>
            <pc:docMk/>
            <pc:sldMk cId="3318823025" sldId="876"/>
            <ac:cxnSpMk id="19" creationId="{3C5F54A0-FC0F-C40C-B302-D2BE2CC49D12}"/>
          </ac:cxnSpMkLst>
        </pc:cxnChg>
        <pc:cxnChg chg="add mod">
          <ac:chgData name="Palit, Tapti" userId="dec6fbcd-7598-406a-8cbf-504d4a3bac15" providerId="ADAL" clId="{ECD42228-5B96-4A72-B268-C46DF994E6B7}" dt="2024-01-23T00:30:03.469" v="10824" actId="692"/>
          <ac:cxnSpMkLst>
            <pc:docMk/>
            <pc:sldMk cId="3318823025" sldId="876"/>
            <ac:cxnSpMk id="20" creationId="{5017863F-01ED-7D30-22EA-245A56992907}"/>
          </ac:cxnSpMkLst>
        </pc:cxnChg>
        <pc:cxnChg chg="del">
          <ac:chgData name="Palit, Tapti" userId="dec6fbcd-7598-406a-8cbf-504d4a3bac15" providerId="ADAL" clId="{ECD42228-5B96-4A72-B268-C46DF994E6B7}" dt="2024-01-23T00:17:47.295" v="10629" actId="478"/>
          <ac:cxnSpMkLst>
            <pc:docMk/>
            <pc:sldMk cId="3318823025" sldId="876"/>
            <ac:cxnSpMk id="25" creationId="{57E3192A-90F3-7707-BFE5-B90D7894389B}"/>
          </ac:cxnSpMkLst>
        </pc:cxnChg>
        <pc:cxnChg chg="del">
          <ac:chgData name="Palit, Tapti" userId="dec6fbcd-7598-406a-8cbf-504d4a3bac15" providerId="ADAL" clId="{ECD42228-5B96-4A72-B268-C46DF994E6B7}" dt="2024-01-23T00:17:47.295" v="10629" actId="478"/>
          <ac:cxnSpMkLst>
            <pc:docMk/>
            <pc:sldMk cId="3318823025" sldId="876"/>
            <ac:cxnSpMk id="27" creationId="{3D0A41F0-EA52-7840-FABF-27A5D9D2D103}"/>
          </ac:cxnSpMkLst>
        </pc:cxnChg>
        <pc:cxnChg chg="add mod">
          <ac:chgData name="Palit, Tapti" userId="dec6fbcd-7598-406a-8cbf-504d4a3bac15" providerId="ADAL" clId="{ECD42228-5B96-4A72-B268-C46DF994E6B7}" dt="2024-01-23T00:32:04.763" v="10854" actId="14100"/>
          <ac:cxnSpMkLst>
            <pc:docMk/>
            <pc:sldMk cId="3318823025" sldId="876"/>
            <ac:cxnSpMk id="34" creationId="{A5EB6FF9-E685-3E6F-E4AE-3253611CED26}"/>
          </ac:cxnSpMkLst>
        </pc:cxnChg>
        <pc:cxnChg chg="del">
          <ac:chgData name="Palit, Tapti" userId="dec6fbcd-7598-406a-8cbf-504d4a3bac15" providerId="ADAL" clId="{ECD42228-5B96-4A72-B268-C46DF994E6B7}" dt="2024-01-23T00:17:47.295" v="10629" actId="478"/>
          <ac:cxnSpMkLst>
            <pc:docMk/>
            <pc:sldMk cId="3318823025" sldId="876"/>
            <ac:cxnSpMk id="35" creationId="{AA12FFF8-46ED-7748-1BBC-B480F13D50B1}"/>
          </ac:cxnSpMkLst>
        </pc:cxnChg>
      </pc:sldChg>
      <pc:sldChg chg="addSp delSp modSp add del mod delAnim modAnim modNotesTx">
        <pc:chgData name="Palit, Tapti" userId="dec6fbcd-7598-406a-8cbf-504d4a3bac15" providerId="ADAL" clId="{ECD42228-5B96-4A72-B268-C46DF994E6B7}" dt="2024-01-25T01:33:10.127" v="45385" actId="2696"/>
        <pc:sldMkLst>
          <pc:docMk/>
          <pc:sldMk cId="199416346" sldId="877"/>
        </pc:sldMkLst>
        <pc:spChg chg="mod">
          <ac:chgData name="Palit, Tapti" userId="dec6fbcd-7598-406a-8cbf-504d4a3bac15" providerId="ADAL" clId="{ECD42228-5B96-4A72-B268-C46DF994E6B7}" dt="2024-01-23T00:35:24.360" v="10915" actId="20577"/>
          <ac:spMkLst>
            <pc:docMk/>
            <pc:sldMk cId="199416346" sldId="877"/>
            <ac:spMk id="3" creationId="{A4639FD3-4045-0546-F61C-4BCF8BB9F26E}"/>
          </ac:spMkLst>
        </pc:spChg>
        <pc:spChg chg="add mod">
          <ac:chgData name="Palit, Tapti" userId="dec6fbcd-7598-406a-8cbf-504d4a3bac15" providerId="ADAL" clId="{ECD42228-5B96-4A72-B268-C46DF994E6B7}" dt="2024-01-23T00:36:26.467" v="10956" actId="1076"/>
          <ac:spMkLst>
            <pc:docMk/>
            <pc:sldMk cId="199416346" sldId="877"/>
            <ac:spMk id="6" creationId="{B256A711-8D5D-315A-DA1E-C714E84C07BD}"/>
          </ac:spMkLst>
        </pc:spChg>
        <pc:spChg chg="del mod">
          <ac:chgData name="Palit, Tapti" userId="dec6fbcd-7598-406a-8cbf-504d4a3bac15" providerId="ADAL" clId="{ECD42228-5B96-4A72-B268-C46DF994E6B7}" dt="2024-01-23T14:11:36.510" v="22208" actId="478"/>
          <ac:spMkLst>
            <pc:docMk/>
            <pc:sldMk cId="199416346" sldId="877"/>
            <ac:spMk id="9" creationId="{776F7550-BD12-3D30-57A8-288CB9028E51}"/>
          </ac:spMkLst>
        </pc:spChg>
        <pc:spChg chg="add mod">
          <ac:chgData name="Palit, Tapti" userId="dec6fbcd-7598-406a-8cbf-504d4a3bac15" providerId="ADAL" clId="{ECD42228-5B96-4A72-B268-C46DF994E6B7}" dt="2024-01-23T14:11:36.510" v="22208" actId="478"/>
          <ac:spMkLst>
            <pc:docMk/>
            <pc:sldMk cId="199416346" sldId="877"/>
            <ac:spMk id="13" creationId="{656D8AC2-F715-D0AF-CCB9-7971BFA47404}"/>
          </ac:spMkLst>
        </pc:spChg>
        <pc:spChg chg="mod">
          <ac:chgData name="Palit, Tapti" userId="dec6fbcd-7598-406a-8cbf-504d4a3bac15" providerId="ADAL" clId="{ECD42228-5B96-4A72-B268-C46DF994E6B7}" dt="2024-01-24T02:25:00.263" v="35301" actId="207"/>
          <ac:spMkLst>
            <pc:docMk/>
            <pc:sldMk cId="199416346" sldId="877"/>
            <ac:spMk id="29" creationId="{29E4DC29-25B8-9243-5458-3EC0DAFDC3C6}"/>
          </ac:spMkLst>
        </pc:spChg>
      </pc:sldChg>
      <pc:sldChg chg="addSp delSp modSp add mod delAnim modAnim addCm delCm">
        <pc:chgData name="Palit, Tapti" userId="dec6fbcd-7598-406a-8cbf-504d4a3bac15" providerId="ADAL" clId="{ECD42228-5B96-4A72-B268-C46DF994E6B7}" dt="2024-01-16T19:49:53.579" v="7774" actId="113"/>
        <pc:sldMkLst>
          <pc:docMk/>
          <pc:sldMk cId="827043054" sldId="877"/>
        </pc:sldMkLst>
        <pc:spChg chg="add del">
          <ac:chgData name="Palit, Tapti" userId="dec6fbcd-7598-406a-8cbf-504d4a3bac15" providerId="ADAL" clId="{ECD42228-5B96-4A72-B268-C46DF994E6B7}" dt="2024-01-16T18:49:24.911" v="7180" actId="478"/>
          <ac:spMkLst>
            <pc:docMk/>
            <pc:sldMk cId="827043054" sldId="877"/>
            <ac:spMk id="2" creationId="{5331F909-ED14-5E9B-0948-7FB76FB6F640}"/>
          </ac:spMkLst>
        </pc:spChg>
        <pc:spChg chg="mod">
          <ac:chgData name="Palit, Tapti" userId="dec6fbcd-7598-406a-8cbf-504d4a3bac15" providerId="ADAL" clId="{ECD42228-5B96-4A72-B268-C46DF994E6B7}" dt="2024-01-16T19:16:57.863" v="7397" actId="20577"/>
          <ac:spMkLst>
            <pc:docMk/>
            <pc:sldMk cId="827043054" sldId="877"/>
            <ac:spMk id="3" creationId="{F97B2BB2-BFBD-8019-A7CA-D1CFD8FFCFA7}"/>
          </ac:spMkLst>
        </pc:spChg>
        <pc:spChg chg="add mod">
          <ac:chgData name="Palit, Tapti" userId="dec6fbcd-7598-406a-8cbf-504d4a3bac15" providerId="ADAL" clId="{ECD42228-5B96-4A72-B268-C46DF994E6B7}" dt="2024-01-16T19:34:11.870" v="7693" actId="20577"/>
          <ac:spMkLst>
            <pc:docMk/>
            <pc:sldMk cId="827043054" sldId="877"/>
            <ac:spMk id="6" creationId="{27000B85-CAB2-448B-DDEA-FF2D1F5EF871}"/>
          </ac:spMkLst>
        </pc:spChg>
        <pc:spChg chg="mod">
          <ac:chgData name="Palit, Tapti" userId="dec6fbcd-7598-406a-8cbf-504d4a3bac15" providerId="ADAL" clId="{ECD42228-5B96-4A72-B268-C46DF994E6B7}" dt="2024-01-16T18:44:12.020" v="7142" actId="20577"/>
          <ac:spMkLst>
            <pc:docMk/>
            <pc:sldMk cId="827043054" sldId="877"/>
            <ac:spMk id="9" creationId="{45E2616E-235F-703B-F01A-94D5E9BAA98D}"/>
          </ac:spMkLst>
        </pc:spChg>
        <pc:spChg chg="add mod">
          <ac:chgData name="Palit, Tapti" userId="dec6fbcd-7598-406a-8cbf-504d4a3bac15" providerId="ADAL" clId="{ECD42228-5B96-4A72-B268-C46DF994E6B7}" dt="2024-01-16T18:55:18.441" v="7224" actId="164"/>
          <ac:spMkLst>
            <pc:docMk/>
            <pc:sldMk cId="827043054" sldId="877"/>
            <ac:spMk id="22" creationId="{937CB56E-881C-22FE-C661-C4B7C0A472B5}"/>
          </ac:spMkLst>
        </pc:spChg>
        <pc:spChg chg="del">
          <ac:chgData name="Palit, Tapti" userId="dec6fbcd-7598-406a-8cbf-504d4a3bac15" providerId="ADAL" clId="{ECD42228-5B96-4A72-B268-C46DF994E6B7}" dt="2024-01-16T18:41:18.614" v="7065" actId="478"/>
          <ac:spMkLst>
            <pc:docMk/>
            <pc:sldMk cId="827043054" sldId="877"/>
            <ac:spMk id="31" creationId="{D96DB06E-09E5-833E-0BC3-A9C505DC584E}"/>
          </ac:spMkLst>
        </pc:spChg>
        <pc:spChg chg="del">
          <ac:chgData name="Palit, Tapti" userId="dec6fbcd-7598-406a-8cbf-504d4a3bac15" providerId="ADAL" clId="{ECD42228-5B96-4A72-B268-C46DF994E6B7}" dt="2024-01-16T18:41:25.249" v="7067" actId="478"/>
          <ac:spMkLst>
            <pc:docMk/>
            <pc:sldMk cId="827043054" sldId="877"/>
            <ac:spMk id="33" creationId="{D24A23FD-CA18-5366-568C-E106460D0D34}"/>
          </ac:spMkLst>
        </pc:spChg>
        <pc:spChg chg="del">
          <ac:chgData name="Palit, Tapti" userId="dec6fbcd-7598-406a-8cbf-504d4a3bac15" providerId="ADAL" clId="{ECD42228-5B96-4A72-B268-C46DF994E6B7}" dt="2024-01-16T18:41:21.224" v="7066" actId="478"/>
          <ac:spMkLst>
            <pc:docMk/>
            <pc:sldMk cId="827043054" sldId="877"/>
            <ac:spMk id="34" creationId="{AA6C6F47-9B53-DBB9-3B2B-193C25420266}"/>
          </ac:spMkLst>
        </pc:spChg>
        <pc:spChg chg="del">
          <ac:chgData name="Palit, Tapti" userId="dec6fbcd-7598-406a-8cbf-504d4a3bac15" providerId="ADAL" clId="{ECD42228-5B96-4A72-B268-C46DF994E6B7}" dt="2024-01-16T18:44:38.607" v="7143" actId="478"/>
          <ac:spMkLst>
            <pc:docMk/>
            <pc:sldMk cId="827043054" sldId="877"/>
            <ac:spMk id="35" creationId="{81E105AE-52AC-E35A-BFC3-B32AA56B6763}"/>
          </ac:spMkLst>
        </pc:spChg>
        <pc:spChg chg="del">
          <ac:chgData name="Palit, Tapti" userId="dec6fbcd-7598-406a-8cbf-504d4a3bac15" providerId="ADAL" clId="{ECD42228-5B96-4A72-B268-C46DF994E6B7}" dt="2024-01-16T18:41:18.614" v="7065" actId="478"/>
          <ac:spMkLst>
            <pc:docMk/>
            <pc:sldMk cId="827043054" sldId="877"/>
            <ac:spMk id="38" creationId="{5C810122-060A-A3D4-BF1C-4BD977A009F9}"/>
          </ac:spMkLst>
        </pc:spChg>
        <pc:spChg chg="add mod ord">
          <ac:chgData name="Palit, Tapti" userId="dec6fbcd-7598-406a-8cbf-504d4a3bac15" providerId="ADAL" clId="{ECD42228-5B96-4A72-B268-C46DF994E6B7}" dt="2024-01-16T19:00:32.905" v="7268" actId="164"/>
          <ac:spMkLst>
            <pc:docMk/>
            <pc:sldMk cId="827043054" sldId="877"/>
            <ac:spMk id="42" creationId="{D9B509EE-27CE-CAEB-F776-B9635BCD785E}"/>
          </ac:spMkLst>
        </pc:spChg>
        <pc:spChg chg="add mod ord">
          <ac:chgData name="Palit, Tapti" userId="dec6fbcd-7598-406a-8cbf-504d4a3bac15" providerId="ADAL" clId="{ECD42228-5B96-4A72-B268-C46DF994E6B7}" dt="2024-01-16T19:00:32.905" v="7268" actId="164"/>
          <ac:spMkLst>
            <pc:docMk/>
            <pc:sldMk cId="827043054" sldId="877"/>
            <ac:spMk id="43" creationId="{8D390DE5-EADA-A398-24B8-1711DFB615DD}"/>
          </ac:spMkLst>
        </pc:spChg>
        <pc:spChg chg="add del mod">
          <ac:chgData name="Palit, Tapti" userId="dec6fbcd-7598-406a-8cbf-504d4a3bac15" providerId="ADAL" clId="{ECD42228-5B96-4A72-B268-C46DF994E6B7}" dt="2024-01-16T18:49:17.964" v="7179" actId="478"/>
          <ac:spMkLst>
            <pc:docMk/>
            <pc:sldMk cId="827043054" sldId="877"/>
            <ac:spMk id="45" creationId="{8A244D01-2CF2-8DBD-ED6C-68D2ED765CA1}"/>
          </ac:spMkLst>
        </pc:spChg>
        <pc:spChg chg="del">
          <ac:chgData name="Palit, Tapti" userId="dec6fbcd-7598-406a-8cbf-504d4a3bac15" providerId="ADAL" clId="{ECD42228-5B96-4A72-B268-C46DF994E6B7}" dt="2024-01-16T18:49:30.302" v="7182" actId="478"/>
          <ac:spMkLst>
            <pc:docMk/>
            <pc:sldMk cId="827043054" sldId="877"/>
            <ac:spMk id="46" creationId="{E49E3ACC-2814-43AE-02AE-4FCB76619508}"/>
          </ac:spMkLst>
        </pc:spChg>
        <pc:spChg chg="del">
          <ac:chgData name="Palit, Tapti" userId="dec6fbcd-7598-406a-8cbf-504d4a3bac15" providerId="ADAL" clId="{ECD42228-5B96-4A72-B268-C46DF994E6B7}" dt="2024-01-16T18:42:01.653" v="7077" actId="478"/>
          <ac:spMkLst>
            <pc:docMk/>
            <pc:sldMk cId="827043054" sldId="877"/>
            <ac:spMk id="47" creationId="{EA0A921E-16B8-A7D4-D6E9-F3000A291622}"/>
          </ac:spMkLst>
        </pc:spChg>
        <pc:spChg chg="add del mod">
          <ac:chgData name="Palit, Tapti" userId="dec6fbcd-7598-406a-8cbf-504d4a3bac15" providerId="ADAL" clId="{ECD42228-5B96-4A72-B268-C46DF994E6B7}" dt="2024-01-16T18:49:27.788" v="7181" actId="478"/>
          <ac:spMkLst>
            <pc:docMk/>
            <pc:sldMk cId="827043054" sldId="877"/>
            <ac:spMk id="49" creationId="{1C95375A-392D-709A-EA92-D0E673CCD79F}"/>
          </ac:spMkLst>
        </pc:spChg>
        <pc:spChg chg="add mod">
          <ac:chgData name="Palit, Tapti" userId="dec6fbcd-7598-406a-8cbf-504d4a3bac15" providerId="ADAL" clId="{ECD42228-5B96-4A72-B268-C46DF994E6B7}" dt="2024-01-16T18:49:38.443" v="7184" actId="1076"/>
          <ac:spMkLst>
            <pc:docMk/>
            <pc:sldMk cId="827043054" sldId="877"/>
            <ac:spMk id="50" creationId="{FAD414A3-F182-FC5F-BF1E-03CA78681F3C}"/>
          </ac:spMkLst>
        </pc:spChg>
        <pc:spChg chg="add mod">
          <ac:chgData name="Palit, Tapti" userId="dec6fbcd-7598-406a-8cbf-504d4a3bac15" providerId="ADAL" clId="{ECD42228-5B96-4A72-B268-C46DF994E6B7}" dt="2024-01-16T18:49:38.443" v="7184" actId="1076"/>
          <ac:spMkLst>
            <pc:docMk/>
            <pc:sldMk cId="827043054" sldId="877"/>
            <ac:spMk id="51" creationId="{F5BB0FC3-8FF1-2E84-1CA5-C444E5C31519}"/>
          </ac:spMkLst>
        </pc:spChg>
        <pc:spChg chg="add mod">
          <ac:chgData name="Palit, Tapti" userId="dec6fbcd-7598-406a-8cbf-504d4a3bac15" providerId="ADAL" clId="{ECD42228-5B96-4A72-B268-C46DF994E6B7}" dt="2024-01-16T18:49:38.443" v="7184" actId="1076"/>
          <ac:spMkLst>
            <pc:docMk/>
            <pc:sldMk cId="827043054" sldId="877"/>
            <ac:spMk id="52" creationId="{A8472B19-C6C7-0DE2-3D65-AEAC3C600F76}"/>
          </ac:spMkLst>
        </pc:spChg>
        <pc:spChg chg="add mod">
          <ac:chgData name="Palit, Tapti" userId="dec6fbcd-7598-406a-8cbf-504d4a3bac15" providerId="ADAL" clId="{ECD42228-5B96-4A72-B268-C46DF994E6B7}" dt="2024-01-16T18:49:38.443" v="7184" actId="1076"/>
          <ac:spMkLst>
            <pc:docMk/>
            <pc:sldMk cId="827043054" sldId="877"/>
            <ac:spMk id="53" creationId="{AA92F96D-6F4D-ED90-15F1-9A20D448FD70}"/>
          </ac:spMkLst>
        </pc:spChg>
        <pc:spChg chg="add mod">
          <ac:chgData name="Palit, Tapti" userId="dec6fbcd-7598-406a-8cbf-504d4a3bac15" providerId="ADAL" clId="{ECD42228-5B96-4A72-B268-C46DF994E6B7}" dt="2024-01-16T18:49:38.443" v="7184" actId="1076"/>
          <ac:spMkLst>
            <pc:docMk/>
            <pc:sldMk cId="827043054" sldId="877"/>
            <ac:spMk id="54" creationId="{E46015FA-2818-FE4D-EAC5-7F422D640DA0}"/>
          </ac:spMkLst>
        </pc:spChg>
        <pc:spChg chg="add mod ord">
          <ac:chgData name="Palit, Tapti" userId="dec6fbcd-7598-406a-8cbf-504d4a3bac15" providerId="ADAL" clId="{ECD42228-5B96-4A72-B268-C46DF994E6B7}" dt="2024-01-16T19:00:32.905" v="7268" actId="164"/>
          <ac:spMkLst>
            <pc:docMk/>
            <pc:sldMk cId="827043054" sldId="877"/>
            <ac:spMk id="55" creationId="{6D899612-B314-186D-290B-43A801D0DAE2}"/>
          </ac:spMkLst>
        </pc:spChg>
        <pc:spChg chg="add mod ord">
          <ac:chgData name="Palit, Tapti" userId="dec6fbcd-7598-406a-8cbf-504d4a3bac15" providerId="ADAL" clId="{ECD42228-5B96-4A72-B268-C46DF994E6B7}" dt="2024-01-16T19:00:32.905" v="7268" actId="164"/>
          <ac:spMkLst>
            <pc:docMk/>
            <pc:sldMk cId="827043054" sldId="877"/>
            <ac:spMk id="56" creationId="{52D5E54B-D360-D2A3-DD84-18442CE6B137}"/>
          </ac:spMkLst>
        </pc:spChg>
        <pc:spChg chg="add mod">
          <ac:chgData name="Palit, Tapti" userId="dec6fbcd-7598-406a-8cbf-504d4a3bac15" providerId="ADAL" clId="{ECD42228-5B96-4A72-B268-C46DF994E6B7}" dt="2024-01-16T19:00:32.905" v="7268" actId="164"/>
          <ac:spMkLst>
            <pc:docMk/>
            <pc:sldMk cId="827043054" sldId="877"/>
            <ac:spMk id="63" creationId="{8B1E9497-4829-B319-0AA1-D9728B0F8D00}"/>
          </ac:spMkLst>
        </pc:spChg>
        <pc:spChg chg="add mod">
          <ac:chgData name="Palit, Tapti" userId="dec6fbcd-7598-406a-8cbf-504d4a3bac15" providerId="ADAL" clId="{ECD42228-5B96-4A72-B268-C46DF994E6B7}" dt="2024-01-16T19:00:32.905" v="7268" actId="164"/>
          <ac:spMkLst>
            <pc:docMk/>
            <pc:sldMk cId="827043054" sldId="877"/>
            <ac:spMk id="64" creationId="{223685C6-EF83-A54B-CE1B-2337FECEAAE9}"/>
          </ac:spMkLst>
        </pc:spChg>
        <pc:spChg chg="add mod">
          <ac:chgData name="Palit, Tapti" userId="dec6fbcd-7598-406a-8cbf-504d4a3bac15" providerId="ADAL" clId="{ECD42228-5B96-4A72-B268-C46DF994E6B7}" dt="2024-01-16T19:04:55.526" v="7278" actId="14100"/>
          <ac:spMkLst>
            <pc:docMk/>
            <pc:sldMk cId="827043054" sldId="877"/>
            <ac:spMk id="66" creationId="{6688BE9A-AD2A-E815-B665-4E16E5FF865F}"/>
          </ac:spMkLst>
        </pc:spChg>
        <pc:spChg chg="add mod">
          <ac:chgData name="Palit, Tapti" userId="dec6fbcd-7598-406a-8cbf-504d4a3bac15" providerId="ADAL" clId="{ECD42228-5B96-4A72-B268-C46DF994E6B7}" dt="2024-01-16T19:06:48.337" v="7297" actId="164"/>
          <ac:spMkLst>
            <pc:docMk/>
            <pc:sldMk cId="827043054" sldId="877"/>
            <ac:spMk id="67" creationId="{3F03F47A-5F86-1C1B-C572-3BDC5B3903B5}"/>
          </ac:spMkLst>
        </pc:spChg>
        <pc:spChg chg="add mod">
          <ac:chgData name="Palit, Tapti" userId="dec6fbcd-7598-406a-8cbf-504d4a3bac15" providerId="ADAL" clId="{ECD42228-5B96-4A72-B268-C46DF994E6B7}" dt="2024-01-16T19:06:48.337" v="7297" actId="164"/>
          <ac:spMkLst>
            <pc:docMk/>
            <pc:sldMk cId="827043054" sldId="877"/>
            <ac:spMk id="68" creationId="{80A5AA9E-7C1F-A769-4339-2C1A8E7204E0}"/>
          </ac:spMkLst>
        </pc:spChg>
        <pc:spChg chg="add mod">
          <ac:chgData name="Palit, Tapti" userId="dec6fbcd-7598-406a-8cbf-504d4a3bac15" providerId="ADAL" clId="{ECD42228-5B96-4A72-B268-C46DF994E6B7}" dt="2024-01-16T19:06:48.337" v="7297" actId="164"/>
          <ac:spMkLst>
            <pc:docMk/>
            <pc:sldMk cId="827043054" sldId="877"/>
            <ac:spMk id="69" creationId="{6A77998C-3124-B9CC-B2D0-0D4104E04761}"/>
          </ac:spMkLst>
        </pc:spChg>
        <pc:spChg chg="add mod">
          <ac:chgData name="Palit, Tapti" userId="dec6fbcd-7598-406a-8cbf-504d4a3bac15" providerId="ADAL" clId="{ECD42228-5B96-4A72-B268-C46DF994E6B7}" dt="2024-01-16T19:06:48.337" v="7297" actId="164"/>
          <ac:spMkLst>
            <pc:docMk/>
            <pc:sldMk cId="827043054" sldId="877"/>
            <ac:spMk id="77" creationId="{402BFDC3-0ABE-477B-886E-F11E9CE25560}"/>
          </ac:spMkLst>
        </pc:spChg>
        <pc:spChg chg="add mod">
          <ac:chgData name="Palit, Tapti" userId="dec6fbcd-7598-406a-8cbf-504d4a3bac15" providerId="ADAL" clId="{ECD42228-5B96-4A72-B268-C46DF994E6B7}" dt="2024-01-16T19:06:48.337" v="7297" actId="164"/>
          <ac:spMkLst>
            <pc:docMk/>
            <pc:sldMk cId="827043054" sldId="877"/>
            <ac:spMk id="78" creationId="{5C09D4CF-1009-A39C-68AB-02242782DA32}"/>
          </ac:spMkLst>
        </pc:spChg>
        <pc:spChg chg="add mod">
          <ac:chgData name="Palit, Tapti" userId="dec6fbcd-7598-406a-8cbf-504d4a3bac15" providerId="ADAL" clId="{ECD42228-5B96-4A72-B268-C46DF994E6B7}" dt="2024-01-16T19:07:24.111" v="7301" actId="14100"/>
          <ac:spMkLst>
            <pc:docMk/>
            <pc:sldMk cId="827043054" sldId="877"/>
            <ac:spMk id="80" creationId="{082E490B-EF7D-E5DC-618E-6792DA0C762F}"/>
          </ac:spMkLst>
        </pc:spChg>
        <pc:spChg chg="add mod">
          <ac:chgData name="Palit, Tapti" userId="dec6fbcd-7598-406a-8cbf-504d4a3bac15" providerId="ADAL" clId="{ECD42228-5B96-4A72-B268-C46DF994E6B7}" dt="2024-01-16T19:17:32.505" v="7402" actId="692"/>
          <ac:spMkLst>
            <pc:docMk/>
            <pc:sldMk cId="827043054" sldId="877"/>
            <ac:spMk id="81" creationId="{83957C71-328E-7043-A7C6-637BF15AAE42}"/>
          </ac:spMkLst>
        </pc:spChg>
        <pc:spChg chg="add mod">
          <ac:chgData name="Palit, Tapti" userId="dec6fbcd-7598-406a-8cbf-504d4a3bac15" providerId="ADAL" clId="{ECD42228-5B96-4A72-B268-C46DF994E6B7}" dt="2024-01-16T19:29:41.250" v="7507" actId="14100"/>
          <ac:spMkLst>
            <pc:docMk/>
            <pc:sldMk cId="827043054" sldId="877"/>
            <ac:spMk id="82" creationId="{D5553777-1066-617F-4627-250982CC9EFF}"/>
          </ac:spMkLst>
        </pc:spChg>
        <pc:spChg chg="add del mod">
          <ac:chgData name="Palit, Tapti" userId="dec6fbcd-7598-406a-8cbf-504d4a3bac15" providerId="ADAL" clId="{ECD42228-5B96-4A72-B268-C46DF994E6B7}" dt="2024-01-16T19:21:45.294" v="7492" actId="478"/>
          <ac:spMkLst>
            <pc:docMk/>
            <pc:sldMk cId="827043054" sldId="877"/>
            <ac:spMk id="86" creationId="{908388A2-5DA7-5614-E716-1BC35AE2C64B}"/>
          </ac:spMkLst>
        </pc:spChg>
        <pc:spChg chg="add mod">
          <ac:chgData name="Palit, Tapti" userId="dec6fbcd-7598-406a-8cbf-504d4a3bac15" providerId="ADAL" clId="{ECD42228-5B96-4A72-B268-C46DF994E6B7}" dt="2024-01-16T19:49:45.383" v="7772" actId="1076"/>
          <ac:spMkLst>
            <pc:docMk/>
            <pc:sldMk cId="827043054" sldId="877"/>
            <ac:spMk id="89" creationId="{B2613BB0-429B-C509-A63C-B554226BB0DE}"/>
          </ac:spMkLst>
        </pc:spChg>
        <pc:spChg chg="add mod">
          <ac:chgData name="Palit, Tapti" userId="dec6fbcd-7598-406a-8cbf-504d4a3bac15" providerId="ADAL" clId="{ECD42228-5B96-4A72-B268-C46DF994E6B7}" dt="2024-01-16T19:49:45.383" v="7772" actId="1076"/>
          <ac:spMkLst>
            <pc:docMk/>
            <pc:sldMk cId="827043054" sldId="877"/>
            <ac:spMk id="90" creationId="{A66C9BFD-E43D-1775-3A32-C1035BD32ECC}"/>
          </ac:spMkLst>
        </pc:spChg>
        <pc:grpChg chg="del">
          <ac:chgData name="Palit, Tapti" userId="dec6fbcd-7598-406a-8cbf-504d4a3bac15" providerId="ADAL" clId="{ECD42228-5B96-4A72-B268-C46DF994E6B7}" dt="2024-01-16T18:44:38.607" v="7143" actId="478"/>
          <ac:grpSpMkLst>
            <pc:docMk/>
            <pc:sldMk cId="827043054" sldId="877"/>
            <ac:grpSpMk id="32" creationId="{93AEE048-C2B2-ADC0-DD28-61D6E1740D71}"/>
          </ac:grpSpMkLst>
        </pc:grpChg>
        <pc:grpChg chg="add mod">
          <ac:chgData name="Palit, Tapti" userId="dec6fbcd-7598-406a-8cbf-504d4a3bac15" providerId="ADAL" clId="{ECD42228-5B96-4A72-B268-C46DF994E6B7}" dt="2024-01-16T18:55:18.441" v="7224" actId="164"/>
          <ac:grpSpMkLst>
            <pc:docMk/>
            <pc:sldMk cId="827043054" sldId="877"/>
            <ac:grpSpMk id="60" creationId="{AA8A736C-54DF-CB01-4150-A652DE8A4593}"/>
          </ac:grpSpMkLst>
        </pc:grpChg>
        <pc:grpChg chg="add mod">
          <ac:chgData name="Palit, Tapti" userId="dec6fbcd-7598-406a-8cbf-504d4a3bac15" providerId="ADAL" clId="{ECD42228-5B96-4A72-B268-C46DF994E6B7}" dt="2024-01-16T19:00:32.905" v="7268" actId="164"/>
          <ac:grpSpMkLst>
            <pc:docMk/>
            <pc:sldMk cId="827043054" sldId="877"/>
            <ac:grpSpMk id="65" creationId="{63930E89-B354-D80A-2B1E-E0BF41C197A6}"/>
          </ac:grpSpMkLst>
        </pc:grpChg>
        <pc:grpChg chg="add mod">
          <ac:chgData name="Palit, Tapti" userId="dec6fbcd-7598-406a-8cbf-504d4a3bac15" providerId="ADAL" clId="{ECD42228-5B96-4A72-B268-C46DF994E6B7}" dt="2024-01-16T19:06:48.337" v="7297" actId="164"/>
          <ac:grpSpMkLst>
            <pc:docMk/>
            <pc:sldMk cId="827043054" sldId="877"/>
            <ac:grpSpMk id="79" creationId="{228906D9-2491-6B48-D71C-E24BE67E8335}"/>
          </ac:grpSpMkLst>
        </pc:grpChg>
        <pc:graphicFrameChg chg="add mod modGraphic">
          <ac:chgData name="Palit, Tapti" userId="dec6fbcd-7598-406a-8cbf-504d4a3bac15" providerId="ADAL" clId="{ECD42228-5B96-4A72-B268-C46DF994E6B7}" dt="2024-01-16T19:49:53.579" v="7774" actId="113"/>
          <ac:graphicFrameMkLst>
            <pc:docMk/>
            <pc:sldMk cId="827043054" sldId="877"/>
            <ac:graphicFrameMk id="88" creationId="{668E8770-1C6E-4B95-EE6B-EEA752974F52}"/>
          </ac:graphicFrameMkLst>
        </pc:graphicFrameChg>
        <pc:cxnChg chg="add mod">
          <ac:chgData name="Palit, Tapti" userId="dec6fbcd-7598-406a-8cbf-504d4a3bac15" providerId="ADAL" clId="{ECD42228-5B96-4A72-B268-C46DF994E6B7}" dt="2024-01-16T18:55:18.441" v="7224" actId="164"/>
          <ac:cxnSpMkLst>
            <pc:docMk/>
            <pc:sldMk cId="827043054" sldId="877"/>
            <ac:cxnSpMk id="7" creationId="{D67BA25C-81AA-2756-8310-2160B126003B}"/>
          </ac:cxnSpMkLst>
        </pc:cxnChg>
        <pc:cxnChg chg="add mod">
          <ac:chgData name="Palit, Tapti" userId="dec6fbcd-7598-406a-8cbf-504d4a3bac15" providerId="ADAL" clId="{ECD42228-5B96-4A72-B268-C46DF994E6B7}" dt="2024-01-16T18:55:18.441" v="7224" actId="164"/>
          <ac:cxnSpMkLst>
            <pc:docMk/>
            <pc:sldMk cId="827043054" sldId="877"/>
            <ac:cxnSpMk id="8" creationId="{1AFD980E-5C8D-2BA5-9788-D25634017667}"/>
          </ac:cxnSpMkLst>
        </pc:cxnChg>
        <pc:cxnChg chg="mod">
          <ac:chgData name="Palit, Tapti" userId="dec6fbcd-7598-406a-8cbf-504d4a3bac15" providerId="ADAL" clId="{ECD42228-5B96-4A72-B268-C46DF994E6B7}" dt="2024-01-16T18:44:38.607" v="7143" actId="478"/>
          <ac:cxnSpMkLst>
            <pc:docMk/>
            <pc:sldMk cId="827043054" sldId="877"/>
            <ac:cxnSpMk id="13" creationId="{658AA6A3-6782-D5F7-98BF-90A0B252F9C2}"/>
          </ac:cxnSpMkLst>
        </pc:cxnChg>
        <pc:cxnChg chg="mod">
          <ac:chgData name="Palit, Tapti" userId="dec6fbcd-7598-406a-8cbf-504d4a3bac15" providerId="ADAL" clId="{ECD42228-5B96-4A72-B268-C46DF994E6B7}" dt="2024-01-16T18:44:38.607" v="7143" actId="478"/>
          <ac:cxnSpMkLst>
            <pc:docMk/>
            <pc:sldMk cId="827043054" sldId="877"/>
            <ac:cxnSpMk id="15" creationId="{16ABA878-751A-E74F-8D66-96ACBC79DFD6}"/>
          </ac:cxnSpMkLst>
        </pc:cxnChg>
        <pc:cxnChg chg="mod">
          <ac:chgData name="Palit, Tapti" userId="dec6fbcd-7598-406a-8cbf-504d4a3bac15" providerId="ADAL" clId="{ECD42228-5B96-4A72-B268-C46DF994E6B7}" dt="2024-01-16T18:44:38.607" v="7143" actId="478"/>
          <ac:cxnSpMkLst>
            <pc:docMk/>
            <pc:sldMk cId="827043054" sldId="877"/>
            <ac:cxnSpMk id="19" creationId="{F61C636B-4D52-07A7-51CA-10B8E6D9265D}"/>
          </ac:cxnSpMkLst>
        </pc:cxnChg>
        <pc:cxnChg chg="mod">
          <ac:chgData name="Palit, Tapti" userId="dec6fbcd-7598-406a-8cbf-504d4a3bac15" providerId="ADAL" clId="{ECD42228-5B96-4A72-B268-C46DF994E6B7}" dt="2024-01-16T18:44:38.607" v="7143" actId="478"/>
          <ac:cxnSpMkLst>
            <pc:docMk/>
            <pc:sldMk cId="827043054" sldId="877"/>
            <ac:cxnSpMk id="20" creationId="{8E16EA84-192A-EAB4-2D3E-E3111C6683A0}"/>
          </ac:cxnSpMkLst>
        </pc:cxnChg>
        <pc:cxnChg chg="mod">
          <ac:chgData name="Palit, Tapti" userId="dec6fbcd-7598-406a-8cbf-504d4a3bac15" providerId="ADAL" clId="{ECD42228-5B96-4A72-B268-C46DF994E6B7}" dt="2024-01-16T18:44:38.607" v="7143" actId="478"/>
          <ac:cxnSpMkLst>
            <pc:docMk/>
            <pc:sldMk cId="827043054" sldId="877"/>
            <ac:cxnSpMk id="21" creationId="{3A139B75-4091-07CD-8B42-DEA0040191AD}"/>
          </ac:cxnSpMkLst>
        </pc:cxnChg>
        <pc:cxnChg chg="mod">
          <ac:chgData name="Palit, Tapti" userId="dec6fbcd-7598-406a-8cbf-504d4a3bac15" providerId="ADAL" clId="{ECD42228-5B96-4A72-B268-C46DF994E6B7}" dt="2024-01-16T18:44:38.607" v="7143" actId="478"/>
          <ac:cxnSpMkLst>
            <pc:docMk/>
            <pc:sldMk cId="827043054" sldId="877"/>
            <ac:cxnSpMk id="26" creationId="{229B5E53-EBD9-DD00-FD1F-3AAE73C2219A}"/>
          </ac:cxnSpMkLst>
        </pc:cxnChg>
        <pc:cxnChg chg="del">
          <ac:chgData name="Palit, Tapti" userId="dec6fbcd-7598-406a-8cbf-504d4a3bac15" providerId="ADAL" clId="{ECD42228-5B96-4A72-B268-C46DF994E6B7}" dt="2024-01-16T18:41:27.278" v="7068" actId="478"/>
          <ac:cxnSpMkLst>
            <pc:docMk/>
            <pc:sldMk cId="827043054" sldId="877"/>
            <ac:cxnSpMk id="41" creationId="{4647950D-FFD6-D78A-1DBA-B03A6B4E51C7}"/>
          </ac:cxnSpMkLst>
        </pc:cxnChg>
        <pc:cxnChg chg="add mod">
          <ac:chgData name="Palit, Tapti" userId="dec6fbcd-7598-406a-8cbf-504d4a3bac15" providerId="ADAL" clId="{ECD42228-5B96-4A72-B268-C46DF994E6B7}" dt="2024-01-16T19:00:32.905" v="7268" actId="164"/>
          <ac:cxnSpMkLst>
            <pc:docMk/>
            <pc:sldMk cId="827043054" sldId="877"/>
            <ac:cxnSpMk id="58" creationId="{97F7EDC7-982F-63BB-8A1C-7DC3934FA117}"/>
          </ac:cxnSpMkLst>
        </pc:cxnChg>
        <pc:cxnChg chg="add mod">
          <ac:chgData name="Palit, Tapti" userId="dec6fbcd-7598-406a-8cbf-504d4a3bac15" providerId="ADAL" clId="{ECD42228-5B96-4A72-B268-C46DF994E6B7}" dt="2024-01-16T19:00:32.905" v="7268" actId="164"/>
          <ac:cxnSpMkLst>
            <pc:docMk/>
            <pc:sldMk cId="827043054" sldId="877"/>
            <ac:cxnSpMk id="61" creationId="{3645EF62-408B-ED20-0407-AC6A951278C5}"/>
          </ac:cxnSpMkLst>
        </pc:cxnChg>
        <pc:cxnChg chg="add mod">
          <ac:chgData name="Palit, Tapti" userId="dec6fbcd-7598-406a-8cbf-504d4a3bac15" providerId="ADAL" clId="{ECD42228-5B96-4A72-B268-C46DF994E6B7}" dt="2024-01-16T19:06:48.337" v="7297" actId="164"/>
          <ac:cxnSpMkLst>
            <pc:docMk/>
            <pc:sldMk cId="827043054" sldId="877"/>
            <ac:cxnSpMk id="70" creationId="{80A0E084-FF57-A167-1EDE-380822CD6397}"/>
          </ac:cxnSpMkLst>
        </pc:cxnChg>
        <pc:cxnChg chg="add mod">
          <ac:chgData name="Palit, Tapti" userId="dec6fbcd-7598-406a-8cbf-504d4a3bac15" providerId="ADAL" clId="{ECD42228-5B96-4A72-B268-C46DF994E6B7}" dt="2024-01-16T19:06:48.337" v="7297" actId="164"/>
          <ac:cxnSpMkLst>
            <pc:docMk/>
            <pc:sldMk cId="827043054" sldId="877"/>
            <ac:cxnSpMk id="74" creationId="{D72FDB6C-0B58-EFE0-61E6-79C4D19CCA14}"/>
          </ac:cxnSpMkLst>
        </pc:cxnChg>
        <pc:cxnChg chg="add mod">
          <ac:chgData name="Palit, Tapti" userId="dec6fbcd-7598-406a-8cbf-504d4a3bac15" providerId="ADAL" clId="{ECD42228-5B96-4A72-B268-C46DF994E6B7}" dt="2024-01-16T19:29:41.250" v="7507" actId="14100"/>
          <ac:cxnSpMkLst>
            <pc:docMk/>
            <pc:sldMk cId="827043054" sldId="877"/>
            <ac:cxnSpMk id="84" creationId="{40270977-C0A9-6385-B3F8-F5C4215090FB}"/>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16T18:54:10.673" v="7213"/>
              <pc2:cmMkLst xmlns:pc2="http://schemas.microsoft.com/office/powerpoint/2019/9/main/command">
                <pc:docMk/>
                <pc:sldMk cId="827043054" sldId="877"/>
                <pc2:cmMk id="{7661AF6D-7C46-4C03-A91C-AF0B669962A9}"/>
              </pc2:cmMkLst>
            </pc226:cmChg>
            <pc226:cmChg xmlns:pc226="http://schemas.microsoft.com/office/powerpoint/2022/06/main/command" chg="add">
              <pc226:chgData name="Palit, Tapti" userId="dec6fbcd-7598-406a-8cbf-504d4a3bac15" providerId="ADAL" clId="{ECD42228-5B96-4A72-B268-C46DF994E6B7}" dt="2024-01-16T18:54:39.695" v="7214"/>
              <pc2:cmMkLst xmlns:pc2="http://schemas.microsoft.com/office/powerpoint/2019/9/main/command">
                <pc:docMk/>
                <pc:sldMk cId="827043054" sldId="877"/>
                <pc2:cmMk id="{47E38E7A-314B-41C3-AE4F-74BEA6E37C35}"/>
              </pc2:cmMkLst>
            </pc226:cmChg>
          </p:ext>
        </pc:extLst>
      </pc:sldChg>
      <pc:sldChg chg="add del mod modShow">
        <pc:chgData name="Palit, Tapti" userId="dec6fbcd-7598-406a-8cbf-504d4a3bac15" providerId="ADAL" clId="{ECD42228-5B96-4A72-B268-C46DF994E6B7}" dt="2024-01-28T03:44:01.241" v="67437" actId="47"/>
        <pc:sldMkLst>
          <pc:docMk/>
          <pc:sldMk cId="1038416440" sldId="877"/>
        </pc:sldMkLst>
      </pc:sldChg>
      <pc:sldChg chg="add del mod modShow">
        <pc:chgData name="Palit, Tapti" userId="dec6fbcd-7598-406a-8cbf-504d4a3bac15" providerId="ADAL" clId="{ECD42228-5B96-4A72-B268-C46DF994E6B7}" dt="2024-01-28T03:44:01.241" v="67437" actId="47"/>
        <pc:sldMkLst>
          <pc:docMk/>
          <pc:sldMk cId="644989758" sldId="878"/>
        </pc:sldMkLst>
      </pc:sldChg>
      <pc:sldChg chg="addSp delSp modSp new del mod ord delAnim modAnim modNotesTx">
        <pc:chgData name="Palit, Tapti" userId="dec6fbcd-7598-406a-8cbf-504d4a3bac15" providerId="ADAL" clId="{ECD42228-5B96-4A72-B268-C46DF994E6B7}" dt="2024-01-25T01:33:10.127" v="45385" actId="2696"/>
        <pc:sldMkLst>
          <pc:docMk/>
          <pc:sldMk cId="3116049212" sldId="878"/>
        </pc:sldMkLst>
        <pc:spChg chg="mod">
          <ac:chgData name="Palit, Tapti" userId="dec6fbcd-7598-406a-8cbf-504d4a3bac15" providerId="ADAL" clId="{ECD42228-5B96-4A72-B268-C46DF994E6B7}" dt="2024-01-23T00:37:14.152" v="10982" actId="20577"/>
          <ac:spMkLst>
            <pc:docMk/>
            <pc:sldMk cId="3116049212" sldId="878"/>
            <ac:spMk id="3" creationId="{58DAD1E5-81AA-1170-EB63-65D96B6A67C5}"/>
          </ac:spMkLst>
        </pc:spChg>
        <pc:spChg chg="add mod">
          <ac:chgData name="Palit, Tapti" userId="dec6fbcd-7598-406a-8cbf-504d4a3bac15" providerId="ADAL" clId="{ECD42228-5B96-4A72-B268-C46DF994E6B7}" dt="2024-01-23T00:37:36.784" v="10985" actId="208"/>
          <ac:spMkLst>
            <pc:docMk/>
            <pc:sldMk cId="3116049212" sldId="878"/>
            <ac:spMk id="6" creationId="{252B21B6-A223-15EA-F3BA-EBA9EBF93935}"/>
          </ac:spMkLst>
        </pc:spChg>
        <pc:spChg chg="add mod">
          <ac:chgData name="Palit, Tapti" userId="dec6fbcd-7598-406a-8cbf-504d4a3bac15" providerId="ADAL" clId="{ECD42228-5B96-4A72-B268-C46DF994E6B7}" dt="2024-01-23T00:43:07.124" v="11099" actId="1076"/>
          <ac:spMkLst>
            <pc:docMk/>
            <pc:sldMk cId="3116049212" sldId="878"/>
            <ac:spMk id="7" creationId="{48435F8D-07F6-40AB-42B8-FBF479D25A3D}"/>
          </ac:spMkLst>
        </pc:spChg>
        <pc:spChg chg="add mod">
          <ac:chgData name="Palit, Tapti" userId="dec6fbcd-7598-406a-8cbf-504d4a3bac15" providerId="ADAL" clId="{ECD42228-5B96-4A72-B268-C46DF994E6B7}" dt="2024-01-23T00:46:49.378" v="11187" actId="1076"/>
          <ac:spMkLst>
            <pc:docMk/>
            <pc:sldMk cId="3116049212" sldId="878"/>
            <ac:spMk id="8" creationId="{D8A0A01F-7ABF-C56A-320C-9B178DE974C0}"/>
          </ac:spMkLst>
        </pc:spChg>
        <pc:spChg chg="add mod">
          <ac:chgData name="Palit, Tapti" userId="dec6fbcd-7598-406a-8cbf-504d4a3bac15" providerId="ADAL" clId="{ECD42228-5B96-4A72-B268-C46DF994E6B7}" dt="2024-01-23T00:52:33.037" v="11325" actId="20577"/>
          <ac:spMkLst>
            <pc:docMk/>
            <pc:sldMk cId="3116049212" sldId="878"/>
            <ac:spMk id="9" creationId="{58545784-411A-6F13-D69E-D40DA147D570}"/>
          </ac:spMkLst>
        </pc:spChg>
        <pc:spChg chg="add mod">
          <ac:chgData name="Palit, Tapti" userId="dec6fbcd-7598-406a-8cbf-504d4a3bac15" providerId="ADAL" clId="{ECD42228-5B96-4A72-B268-C46DF994E6B7}" dt="2024-01-23T00:52:40.781" v="11339" actId="20577"/>
          <ac:spMkLst>
            <pc:docMk/>
            <pc:sldMk cId="3116049212" sldId="878"/>
            <ac:spMk id="10" creationId="{B8E2CF43-2706-861E-C6F8-B7716FF5F54C}"/>
          </ac:spMkLst>
        </pc:spChg>
        <pc:spChg chg="add mod">
          <ac:chgData name="Palit, Tapti" userId="dec6fbcd-7598-406a-8cbf-504d4a3bac15" providerId="ADAL" clId="{ECD42228-5B96-4A72-B268-C46DF994E6B7}" dt="2024-01-23T00:52:44.458" v="11342" actId="20577"/>
          <ac:spMkLst>
            <pc:docMk/>
            <pc:sldMk cId="3116049212" sldId="878"/>
            <ac:spMk id="11" creationId="{137E66DC-B650-0A57-D249-0E1772277256}"/>
          </ac:spMkLst>
        </pc:spChg>
        <pc:spChg chg="add mod">
          <ac:chgData name="Palit, Tapti" userId="dec6fbcd-7598-406a-8cbf-504d4a3bac15" providerId="ADAL" clId="{ECD42228-5B96-4A72-B268-C46DF994E6B7}" dt="2024-01-23T00:45:51.338" v="11151" actId="20577"/>
          <ac:spMkLst>
            <pc:docMk/>
            <pc:sldMk cId="3116049212" sldId="878"/>
            <ac:spMk id="19" creationId="{CBD8CDCF-5D15-9DA8-E0ED-3E8313B72AEC}"/>
          </ac:spMkLst>
        </pc:spChg>
        <pc:spChg chg="add mod">
          <ac:chgData name="Palit, Tapti" userId="dec6fbcd-7598-406a-8cbf-504d4a3bac15" providerId="ADAL" clId="{ECD42228-5B96-4A72-B268-C46DF994E6B7}" dt="2024-01-23T00:47:34.173" v="11194" actId="1076"/>
          <ac:spMkLst>
            <pc:docMk/>
            <pc:sldMk cId="3116049212" sldId="878"/>
            <ac:spMk id="22" creationId="{FE03B974-9F3A-8386-E93D-EA2DCBF7EC44}"/>
          </ac:spMkLst>
        </pc:spChg>
        <pc:spChg chg="add mod">
          <ac:chgData name="Palit, Tapti" userId="dec6fbcd-7598-406a-8cbf-504d4a3bac15" providerId="ADAL" clId="{ECD42228-5B96-4A72-B268-C46DF994E6B7}" dt="2024-01-23T00:51:56.274" v="11292" actId="1076"/>
          <ac:spMkLst>
            <pc:docMk/>
            <pc:sldMk cId="3116049212" sldId="878"/>
            <ac:spMk id="24" creationId="{D1D1C1A7-DCFD-0E39-8182-865696E63ACA}"/>
          </ac:spMkLst>
        </pc:spChg>
        <pc:spChg chg="add del mod">
          <ac:chgData name="Palit, Tapti" userId="dec6fbcd-7598-406a-8cbf-504d4a3bac15" providerId="ADAL" clId="{ECD42228-5B96-4A72-B268-C46DF994E6B7}" dt="2024-01-23T00:48:16.869" v="11201" actId="478"/>
          <ac:spMkLst>
            <pc:docMk/>
            <pc:sldMk cId="3116049212" sldId="878"/>
            <ac:spMk id="26" creationId="{A5E1DA8F-3FAA-6FD2-CC7A-EDD0593CA40E}"/>
          </ac:spMkLst>
        </pc:spChg>
        <pc:spChg chg="add mod">
          <ac:chgData name="Palit, Tapti" userId="dec6fbcd-7598-406a-8cbf-504d4a3bac15" providerId="ADAL" clId="{ECD42228-5B96-4A72-B268-C46DF994E6B7}" dt="2024-01-23T00:52:11.556" v="11295" actId="1076"/>
          <ac:spMkLst>
            <pc:docMk/>
            <pc:sldMk cId="3116049212" sldId="878"/>
            <ac:spMk id="27" creationId="{01BBBDC3-12C9-AAC0-4A96-EFD5B857F49A}"/>
          </ac:spMkLst>
        </pc:spChg>
        <pc:spChg chg="add del mod">
          <ac:chgData name="Palit, Tapti" userId="dec6fbcd-7598-406a-8cbf-504d4a3bac15" providerId="ADAL" clId="{ECD42228-5B96-4A72-B268-C46DF994E6B7}" dt="2024-01-23T00:54:53.222" v="11369" actId="478"/>
          <ac:spMkLst>
            <pc:docMk/>
            <pc:sldMk cId="3116049212" sldId="878"/>
            <ac:spMk id="28" creationId="{E51AF264-9760-0BB0-482D-8045E3E4595E}"/>
          </ac:spMkLst>
        </pc:spChg>
        <pc:picChg chg="add mod">
          <ac:chgData name="Palit, Tapti" userId="dec6fbcd-7598-406a-8cbf-504d4a3bac15" providerId="ADAL" clId="{ECD42228-5B96-4A72-B268-C46DF994E6B7}" dt="2024-01-23T00:47:08.209" v="11189" actId="1076"/>
          <ac:picMkLst>
            <pc:docMk/>
            <pc:sldMk cId="3116049212" sldId="878"/>
            <ac:picMk id="21" creationId="{BAC87A7B-5B70-9BA2-8718-C6132A5DD99E}"/>
          </ac:picMkLst>
        </pc:picChg>
        <pc:cxnChg chg="add mod">
          <ac:chgData name="Palit, Tapti" userId="dec6fbcd-7598-406a-8cbf-504d4a3bac15" providerId="ADAL" clId="{ECD42228-5B96-4A72-B268-C46DF994E6B7}" dt="2024-01-23T00:44:49.051" v="11105" actId="692"/>
          <ac:cxnSpMkLst>
            <pc:docMk/>
            <pc:sldMk cId="3116049212" sldId="878"/>
            <ac:cxnSpMk id="13" creationId="{2B55F72F-D993-4E18-6395-2A4FB68BB5F1}"/>
          </ac:cxnSpMkLst>
        </pc:cxnChg>
        <pc:cxnChg chg="add mod">
          <ac:chgData name="Palit, Tapti" userId="dec6fbcd-7598-406a-8cbf-504d4a3bac15" providerId="ADAL" clId="{ECD42228-5B96-4A72-B268-C46DF994E6B7}" dt="2024-01-23T00:46:49.378" v="11187" actId="1076"/>
          <ac:cxnSpMkLst>
            <pc:docMk/>
            <pc:sldMk cId="3116049212" sldId="878"/>
            <ac:cxnSpMk id="16" creationId="{89302659-1A50-96E3-70A8-C52C511EB84A}"/>
          </ac:cxnSpMkLst>
        </pc:cxnChg>
        <pc:cxnChg chg="add mod">
          <ac:chgData name="Palit, Tapti" userId="dec6fbcd-7598-406a-8cbf-504d4a3bac15" providerId="ADAL" clId="{ECD42228-5B96-4A72-B268-C46DF994E6B7}" dt="2024-01-23T00:52:05.695" v="11294" actId="208"/>
          <ac:cxnSpMkLst>
            <pc:docMk/>
            <pc:sldMk cId="3116049212" sldId="878"/>
            <ac:cxnSpMk id="23" creationId="{A91CECD8-3233-881B-5885-B8949D536F5F}"/>
          </ac:cxnSpMkLst>
        </pc:cxnChg>
      </pc:sldChg>
      <pc:sldChg chg="addSp delSp modSp add del mod setBg">
        <pc:chgData name="Palit, Tapti" userId="dec6fbcd-7598-406a-8cbf-504d4a3bac15" providerId="ADAL" clId="{ECD42228-5B96-4A72-B268-C46DF994E6B7}" dt="2024-01-16T04:47:47.292" v="6486" actId="255"/>
        <pc:sldMkLst>
          <pc:docMk/>
          <pc:sldMk cId="4106136446" sldId="878"/>
        </pc:sldMkLst>
        <pc:spChg chg="mod">
          <ac:chgData name="Palit, Tapti" userId="dec6fbcd-7598-406a-8cbf-504d4a3bac15" providerId="ADAL" clId="{ECD42228-5B96-4A72-B268-C46DF994E6B7}" dt="2024-01-16T01:42:15.300" v="4760" actId="26606"/>
          <ac:spMkLst>
            <pc:docMk/>
            <pc:sldMk cId="4106136446" sldId="878"/>
            <ac:spMk id="2" creationId="{43307816-7BFB-322B-7DF4-0CFEEE31BD9E}"/>
          </ac:spMkLst>
        </pc:spChg>
        <pc:spChg chg="mod">
          <ac:chgData name="Palit, Tapti" userId="dec6fbcd-7598-406a-8cbf-504d4a3bac15" providerId="ADAL" clId="{ECD42228-5B96-4A72-B268-C46DF994E6B7}" dt="2024-01-16T01:42:15.300" v="4760" actId="26606"/>
          <ac:spMkLst>
            <pc:docMk/>
            <pc:sldMk cId="4106136446" sldId="878"/>
            <ac:spMk id="4" creationId="{6227F2ED-404E-7843-3C5A-1A723AFD086C}"/>
          </ac:spMkLst>
        </pc:spChg>
        <pc:spChg chg="mod">
          <ac:chgData name="Palit, Tapti" userId="dec6fbcd-7598-406a-8cbf-504d4a3bac15" providerId="ADAL" clId="{ECD42228-5B96-4A72-B268-C46DF994E6B7}" dt="2024-01-16T01:42:15.300" v="4760" actId="26606"/>
          <ac:spMkLst>
            <pc:docMk/>
            <pc:sldMk cId="4106136446" sldId="878"/>
            <ac:spMk id="7" creationId="{B3118DC6-8D31-BB2B-F7E7-8F14A04E4759}"/>
          </ac:spMkLst>
        </pc:spChg>
        <pc:spChg chg="mod">
          <ac:chgData name="Palit, Tapti" userId="dec6fbcd-7598-406a-8cbf-504d4a3bac15" providerId="ADAL" clId="{ECD42228-5B96-4A72-B268-C46DF994E6B7}" dt="2024-01-16T01:42:15.300" v="4760" actId="26606"/>
          <ac:spMkLst>
            <pc:docMk/>
            <pc:sldMk cId="4106136446" sldId="878"/>
            <ac:spMk id="8" creationId="{2C4D375D-3E29-0DB5-68EF-64CCE376569C}"/>
          </ac:spMkLst>
        </pc:spChg>
        <pc:spChg chg="mod">
          <ac:chgData name="Palit, Tapti" userId="dec6fbcd-7598-406a-8cbf-504d4a3bac15" providerId="ADAL" clId="{ECD42228-5B96-4A72-B268-C46DF994E6B7}" dt="2024-01-16T01:42:15.300" v="4760" actId="26606"/>
          <ac:spMkLst>
            <pc:docMk/>
            <pc:sldMk cId="4106136446" sldId="878"/>
            <ac:spMk id="9" creationId="{BFA6F52C-0219-E685-DB28-87A1A69F4C30}"/>
          </ac:spMkLst>
        </pc:spChg>
        <pc:spChg chg="mod">
          <ac:chgData name="Palit, Tapti" userId="dec6fbcd-7598-406a-8cbf-504d4a3bac15" providerId="ADAL" clId="{ECD42228-5B96-4A72-B268-C46DF994E6B7}" dt="2024-01-16T01:42:15.300" v="4760" actId="26606"/>
          <ac:spMkLst>
            <pc:docMk/>
            <pc:sldMk cId="4106136446" sldId="878"/>
            <ac:spMk id="10" creationId="{F33C5856-D54D-7847-C899-B8C45FC2C80E}"/>
          </ac:spMkLst>
        </pc:spChg>
        <pc:spChg chg="mod">
          <ac:chgData name="Palit, Tapti" userId="dec6fbcd-7598-406a-8cbf-504d4a3bac15" providerId="ADAL" clId="{ECD42228-5B96-4A72-B268-C46DF994E6B7}" dt="2024-01-16T01:42:15.300" v="4760" actId="26606"/>
          <ac:spMkLst>
            <pc:docMk/>
            <pc:sldMk cId="4106136446" sldId="878"/>
            <ac:spMk id="11" creationId="{7325C5C9-25DA-D42D-4776-3A8282C386CD}"/>
          </ac:spMkLst>
        </pc:spChg>
        <pc:spChg chg="mod">
          <ac:chgData name="Palit, Tapti" userId="dec6fbcd-7598-406a-8cbf-504d4a3bac15" providerId="ADAL" clId="{ECD42228-5B96-4A72-B268-C46DF994E6B7}" dt="2024-01-16T01:42:15.300" v="4760" actId="26606"/>
          <ac:spMkLst>
            <pc:docMk/>
            <pc:sldMk cId="4106136446" sldId="878"/>
            <ac:spMk id="12" creationId="{872B8558-E42F-8D8C-7E34-39D57AED5BEC}"/>
          </ac:spMkLst>
        </pc:spChg>
        <pc:spChg chg="mod">
          <ac:chgData name="Palit, Tapti" userId="dec6fbcd-7598-406a-8cbf-504d4a3bac15" providerId="ADAL" clId="{ECD42228-5B96-4A72-B268-C46DF994E6B7}" dt="2024-01-16T01:42:15.300" v="4760" actId="26606"/>
          <ac:spMkLst>
            <pc:docMk/>
            <pc:sldMk cId="4106136446" sldId="878"/>
            <ac:spMk id="14" creationId="{6F866D0F-1452-D02C-7949-C95EC7C93DD5}"/>
          </ac:spMkLst>
        </pc:spChg>
        <pc:spChg chg="mod">
          <ac:chgData name="Palit, Tapti" userId="dec6fbcd-7598-406a-8cbf-504d4a3bac15" providerId="ADAL" clId="{ECD42228-5B96-4A72-B268-C46DF994E6B7}" dt="2024-01-16T01:42:15.300" v="4760" actId="26606"/>
          <ac:spMkLst>
            <pc:docMk/>
            <pc:sldMk cId="4106136446" sldId="878"/>
            <ac:spMk id="15" creationId="{333811DD-A797-786E-8BA4-B695AF563655}"/>
          </ac:spMkLst>
        </pc:spChg>
        <pc:spChg chg="mod">
          <ac:chgData name="Palit, Tapti" userId="dec6fbcd-7598-406a-8cbf-504d4a3bac15" providerId="ADAL" clId="{ECD42228-5B96-4A72-B268-C46DF994E6B7}" dt="2024-01-16T01:42:15.300" v="4760" actId="26606"/>
          <ac:spMkLst>
            <pc:docMk/>
            <pc:sldMk cId="4106136446" sldId="878"/>
            <ac:spMk id="18" creationId="{8D802BA6-0B8A-B10B-54E5-9FF6FB5E4BD3}"/>
          </ac:spMkLst>
        </pc:spChg>
        <pc:spChg chg="mod">
          <ac:chgData name="Palit, Tapti" userId="dec6fbcd-7598-406a-8cbf-504d4a3bac15" providerId="ADAL" clId="{ECD42228-5B96-4A72-B268-C46DF994E6B7}" dt="2024-01-16T01:42:15.300" v="4760" actId="26606"/>
          <ac:spMkLst>
            <pc:docMk/>
            <pc:sldMk cId="4106136446" sldId="878"/>
            <ac:spMk id="19" creationId="{13899F3A-FF26-D649-6588-9ABAB627E77C}"/>
          </ac:spMkLst>
        </pc:spChg>
        <pc:spChg chg="mod">
          <ac:chgData name="Palit, Tapti" userId="dec6fbcd-7598-406a-8cbf-504d4a3bac15" providerId="ADAL" clId="{ECD42228-5B96-4A72-B268-C46DF994E6B7}" dt="2024-01-16T01:42:15.300" v="4760" actId="26606"/>
          <ac:spMkLst>
            <pc:docMk/>
            <pc:sldMk cId="4106136446" sldId="878"/>
            <ac:spMk id="20" creationId="{821A3CD9-3827-7FA8-6537-12D73768D3A2}"/>
          </ac:spMkLst>
        </pc:spChg>
        <pc:spChg chg="add del">
          <ac:chgData name="Palit, Tapti" userId="dec6fbcd-7598-406a-8cbf-504d4a3bac15" providerId="ADAL" clId="{ECD42228-5B96-4A72-B268-C46DF994E6B7}" dt="2024-01-16T01:42:12.381" v="4756" actId="26606"/>
          <ac:spMkLst>
            <pc:docMk/>
            <pc:sldMk cId="4106136446" sldId="878"/>
            <ac:spMk id="25" creationId="{53B021B3-DE93-4AB7-8A18-CF5F1CED88B8}"/>
          </ac:spMkLst>
        </pc:spChg>
        <pc:spChg chg="add del">
          <ac:chgData name="Palit, Tapti" userId="dec6fbcd-7598-406a-8cbf-504d4a3bac15" providerId="ADAL" clId="{ECD42228-5B96-4A72-B268-C46DF994E6B7}" dt="2024-01-16T01:42:12.381" v="4756" actId="26606"/>
          <ac:spMkLst>
            <pc:docMk/>
            <pc:sldMk cId="4106136446" sldId="878"/>
            <ac:spMk id="27" creationId="{52D502E5-F6B4-4D58-B4AE-FC466FF15EE8}"/>
          </ac:spMkLst>
        </pc:spChg>
        <pc:spChg chg="add del">
          <ac:chgData name="Palit, Tapti" userId="dec6fbcd-7598-406a-8cbf-504d4a3bac15" providerId="ADAL" clId="{ECD42228-5B96-4A72-B268-C46DF994E6B7}" dt="2024-01-16T01:42:12.381" v="4756" actId="26606"/>
          <ac:spMkLst>
            <pc:docMk/>
            <pc:sldMk cId="4106136446" sldId="878"/>
            <ac:spMk id="29" creationId="{9DECDBF4-02B6-4BB4-B65B-B8107AD6A9E8}"/>
          </ac:spMkLst>
        </pc:spChg>
        <pc:spChg chg="add del">
          <ac:chgData name="Palit, Tapti" userId="dec6fbcd-7598-406a-8cbf-504d4a3bac15" providerId="ADAL" clId="{ECD42228-5B96-4A72-B268-C46DF994E6B7}" dt="2024-01-16T01:42:13.590" v="4758" actId="26606"/>
          <ac:spMkLst>
            <pc:docMk/>
            <pc:sldMk cId="4106136446" sldId="878"/>
            <ac:spMk id="31" creationId="{6C4028FD-8BAA-4A19-BFDE-594D991B7552}"/>
          </ac:spMkLst>
        </pc:spChg>
        <pc:spChg chg="add del">
          <ac:chgData name="Palit, Tapti" userId="dec6fbcd-7598-406a-8cbf-504d4a3bac15" providerId="ADAL" clId="{ECD42228-5B96-4A72-B268-C46DF994E6B7}" dt="2024-01-16T01:42:15.300" v="4760" actId="26606"/>
          <ac:spMkLst>
            <pc:docMk/>
            <pc:sldMk cId="4106136446" sldId="878"/>
            <ac:spMk id="33" creationId="{BACC6370-2D7E-4714-9D71-7542949D7D5D}"/>
          </ac:spMkLst>
        </pc:spChg>
        <pc:spChg chg="add del">
          <ac:chgData name="Palit, Tapti" userId="dec6fbcd-7598-406a-8cbf-504d4a3bac15" providerId="ADAL" clId="{ECD42228-5B96-4A72-B268-C46DF994E6B7}" dt="2024-01-16T01:42:15.300" v="4760" actId="26606"/>
          <ac:spMkLst>
            <pc:docMk/>
            <pc:sldMk cId="4106136446" sldId="878"/>
            <ac:spMk id="34" creationId="{F68B3F68-107C-434F-AA38-110D5EA91B85}"/>
          </ac:spMkLst>
        </pc:spChg>
        <pc:spChg chg="add del">
          <ac:chgData name="Palit, Tapti" userId="dec6fbcd-7598-406a-8cbf-504d4a3bac15" providerId="ADAL" clId="{ECD42228-5B96-4A72-B268-C46DF994E6B7}" dt="2024-01-16T01:42:15.300" v="4760" actId="26606"/>
          <ac:spMkLst>
            <pc:docMk/>
            <pc:sldMk cId="4106136446" sldId="878"/>
            <ac:spMk id="35" creationId="{AAD0DBB9-1A4B-4391-81D4-CB19F9AB918A}"/>
          </ac:spMkLst>
        </pc:spChg>
        <pc:spChg chg="add del">
          <ac:chgData name="Palit, Tapti" userId="dec6fbcd-7598-406a-8cbf-504d4a3bac15" providerId="ADAL" clId="{ECD42228-5B96-4A72-B268-C46DF994E6B7}" dt="2024-01-16T01:42:15.300" v="4760" actId="26606"/>
          <ac:spMkLst>
            <pc:docMk/>
            <pc:sldMk cId="4106136446" sldId="878"/>
            <ac:spMk id="36" creationId="{063BBA22-50EA-4C4D-BE05-F1CE4E63AA56}"/>
          </ac:spMkLst>
        </pc:spChg>
        <pc:graphicFrameChg chg="mod modGraphic">
          <ac:chgData name="Palit, Tapti" userId="dec6fbcd-7598-406a-8cbf-504d4a3bac15" providerId="ADAL" clId="{ECD42228-5B96-4A72-B268-C46DF994E6B7}" dt="2024-01-16T04:47:47.292" v="6486" actId="255"/>
          <ac:graphicFrameMkLst>
            <pc:docMk/>
            <pc:sldMk cId="4106136446" sldId="878"/>
            <ac:graphicFrameMk id="5" creationId="{3A575547-83BE-2DB9-68F9-3B02678257AA}"/>
          </ac:graphicFrameMkLst>
        </pc:graphicFrameChg>
      </pc:sldChg>
      <pc:sldChg chg="modSp add del mod">
        <pc:chgData name="Palit, Tapti" userId="dec6fbcd-7598-406a-8cbf-504d4a3bac15" providerId="ADAL" clId="{ECD42228-5B96-4A72-B268-C46DF994E6B7}" dt="2024-01-23T00:54:10.449" v="11357" actId="47"/>
        <pc:sldMkLst>
          <pc:docMk/>
          <pc:sldMk cId="576729603" sldId="879"/>
        </pc:sldMkLst>
        <pc:spChg chg="mod">
          <ac:chgData name="Palit, Tapti" userId="dec6fbcd-7598-406a-8cbf-504d4a3bac15" providerId="ADAL" clId="{ECD42228-5B96-4A72-B268-C46DF994E6B7}" dt="2024-01-23T00:50:07.439" v="11231" actId="20577"/>
          <ac:spMkLst>
            <pc:docMk/>
            <pc:sldMk cId="576729603" sldId="879"/>
            <ac:spMk id="3" creationId="{58DAD1E5-81AA-1170-EB63-65D96B6A67C5}"/>
          </ac:spMkLst>
        </pc:spChg>
      </pc:sldChg>
      <pc:sldChg chg="addSp delSp modSp add del mod delAnim modAnim addCm modCm modNotesTx">
        <pc:chgData name="Palit, Tapti" userId="dec6fbcd-7598-406a-8cbf-504d4a3bac15" providerId="ADAL" clId="{ECD42228-5B96-4A72-B268-C46DF994E6B7}" dt="2024-01-25T01:33:10.127" v="45385" actId="2696"/>
        <pc:sldMkLst>
          <pc:docMk/>
          <pc:sldMk cId="1808779352" sldId="879"/>
        </pc:sldMkLst>
        <pc:spChg chg="mod">
          <ac:chgData name="Palit, Tapti" userId="dec6fbcd-7598-406a-8cbf-504d4a3bac15" providerId="ADAL" clId="{ECD42228-5B96-4A72-B268-C46DF994E6B7}" dt="2024-01-23T00:54:23.668" v="11367" actId="20577"/>
          <ac:spMkLst>
            <pc:docMk/>
            <pc:sldMk cId="1808779352" sldId="879"/>
            <ac:spMk id="3" creationId="{58DAD1E5-81AA-1170-EB63-65D96B6A67C5}"/>
          </ac:spMkLst>
        </pc:spChg>
        <pc:spChg chg="del mod">
          <ac:chgData name="Palit, Tapti" userId="dec6fbcd-7598-406a-8cbf-504d4a3bac15" providerId="ADAL" clId="{ECD42228-5B96-4A72-B268-C46DF994E6B7}" dt="2024-01-23T14:11:41.049" v="22209" actId="478"/>
          <ac:spMkLst>
            <pc:docMk/>
            <pc:sldMk cId="1808779352" sldId="879"/>
            <ac:spMk id="5" creationId="{BC2A2CDE-3DE4-A959-668B-22F78A94DE95}"/>
          </ac:spMkLst>
        </pc:spChg>
        <pc:spChg chg="mod">
          <ac:chgData name="Palit, Tapti" userId="dec6fbcd-7598-406a-8cbf-504d4a3bac15" providerId="ADAL" clId="{ECD42228-5B96-4A72-B268-C46DF994E6B7}" dt="2024-01-23T00:55:41.315" v="11396" actId="1076"/>
          <ac:spMkLst>
            <pc:docMk/>
            <pc:sldMk cId="1808779352" sldId="879"/>
            <ac:spMk id="10" creationId="{B8E2CF43-2706-861E-C6F8-B7716FF5F54C}"/>
          </ac:spMkLst>
        </pc:spChg>
        <pc:spChg chg="add mod">
          <ac:chgData name="Palit, Tapti" userId="dec6fbcd-7598-406a-8cbf-504d4a3bac15" providerId="ADAL" clId="{ECD42228-5B96-4A72-B268-C46DF994E6B7}" dt="2024-01-23T00:55:21.597" v="11395" actId="1076"/>
          <ac:spMkLst>
            <pc:docMk/>
            <pc:sldMk cId="1808779352" sldId="879"/>
            <ac:spMk id="12" creationId="{ABC57FF3-D4D8-6BAD-3E5A-71BACF3FD32A}"/>
          </ac:spMkLst>
        </pc:spChg>
        <pc:spChg chg="add mod">
          <ac:chgData name="Palit, Tapti" userId="dec6fbcd-7598-406a-8cbf-504d4a3bac15" providerId="ADAL" clId="{ECD42228-5B96-4A72-B268-C46DF994E6B7}" dt="2024-01-23T14:11:41.049" v="22209" actId="478"/>
          <ac:spMkLst>
            <pc:docMk/>
            <pc:sldMk cId="1808779352" sldId="879"/>
            <ac:spMk id="15" creationId="{28A633C3-2F45-A070-A7DE-46A275851454}"/>
          </ac:spMkLst>
        </pc:spChg>
        <pc:spChg chg="mod">
          <ac:chgData name="Palit, Tapti" userId="dec6fbcd-7598-406a-8cbf-504d4a3bac15" providerId="ADAL" clId="{ECD42228-5B96-4A72-B268-C46DF994E6B7}" dt="2024-01-24T02:25:08.584" v="35302" actId="207"/>
          <ac:spMkLst>
            <pc:docMk/>
            <pc:sldMk cId="1808779352" sldId="879"/>
            <ac:spMk id="28" creationId="{E51AF264-9760-0BB0-482D-8045E3E4595E}"/>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17:51:35.386" v="32749"/>
              <pc2:cmMkLst xmlns:pc2="http://schemas.microsoft.com/office/powerpoint/2019/9/main/command">
                <pc:docMk/>
                <pc:sldMk cId="1808779352" sldId="879"/>
                <pc2:cmMk id="{1F91DBB5-5E90-460D-9A41-E517EA4A2CAD}"/>
              </pc2:cmMkLst>
              <pc226:cmRplyChg chg="add">
                <pc226:chgData name="Palit, Tapti" userId="dec6fbcd-7598-406a-8cbf-504d4a3bac15" providerId="ADAL" clId="{ECD42228-5B96-4A72-B268-C46DF994E6B7}" dt="2024-01-23T17:51:35.386" v="32749"/>
                <pc2:cmRplyMkLst xmlns:pc2="http://schemas.microsoft.com/office/powerpoint/2019/9/main/command">
                  <pc:docMk/>
                  <pc:sldMk cId="1808779352" sldId="879"/>
                  <pc2:cmMk id="{1F91DBB5-5E90-460D-9A41-E517EA4A2CAD}"/>
                  <pc2:cmRplyMk id="{8C5D5AAD-7404-4FE6-944A-DD537AD40312}"/>
                </pc2:cmRplyMkLst>
              </pc226:cmRplyChg>
            </pc226:cmChg>
          </p:ext>
        </pc:extLst>
      </pc:sldChg>
      <pc:sldChg chg="add del mod modShow">
        <pc:chgData name="Palit, Tapti" userId="dec6fbcd-7598-406a-8cbf-504d4a3bac15" providerId="ADAL" clId="{ECD42228-5B96-4A72-B268-C46DF994E6B7}" dt="2024-01-28T03:44:01.241" v="67437" actId="47"/>
        <pc:sldMkLst>
          <pc:docMk/>
          <pc:sldMk cId="2930566401" sldId="879"/>
        </pc:sldMkLst>
      </pc:sldChg>
      <pc:sldChg chg="modSp add del">
        <pc:chgData name="Palit, Tapti" userId="dec6fbcd-7598-406a-8cbf-504d4a3bac15" providerId="ADAL" clId="{ECD42228-5B96-4A72-B268-C46DF994E6B7}" dt="2024-01-14T20:15:23.749" v="556"/>
        <pc:sldMkLst>
          <pc:docMk/>
          <pc:sldMk cId="3116451716" sldId="879"/>
        </pc:sldMkLst>
        <pc:spChg chg="mod">
          <ac:chgData name="Palit, Tapti" userId="dec6fbcd-7598-406a-8cbf-504d4a3bac15" providerId="ADAL" clId="{ECD42228-5B96-4A72-B268-C46DF994E6B7}" dt="2024-01-14T19:15:44.382" v="346"/>
          <ac:spMkLst>
            <pc:docMk/>
            <pc:sldMk cId="3116451716" sldId="879"/>
            <ac:spMk id="2" creationId="{1E66A126-7EC2-4AF7-BDAC-279CE10164EC}"/>
          </ac:spMkLst>
        </pc:spChg>
        <pc:spChg chg="mod">
          <ac:chgData name="Palit, Tapti" userId="dec6fbcd-7598-406a-8cbf-504d4a3bac15" providerId="ADAL" clId="{ECD42228-5B96-4A72-B268-C46DF994E6B7}" dt="2024-01-14T19:15:44.382" v="346"/>
          <ac:spMkLst>
            <pc:docMk/>
            <pc:sldMk cId="3116451716" sldId="879"/>
            <ac:spMk id="4" creationId="{8010EC48-2D64-4513-8B58-BFD0F3CEBE18}"/>
          </ac:spMkLst>
        </pc:spChg>
      </pc:sldChg>
      <pc:sldChg chg="modSp add del mod addCm">
        <pc:chgData name="Palit, Tapti" userId="dec6fbcd-7598-406a-8cbf-504d4a3bac15" providerId="ADAL" clId="{ECD42228-5B96-4A72-B268-C46DF994E6B7}" dt="2024-01-16T02:12:55.643" v="4770"/>
        <pc:sldMkLst>
          <pc:docMk/>
          <pc:sldMk cId="387342752" sldId="880"/>
        </pc:sldMkLst>
        <pc:spChg chg="mod">
          <ac:chgData name="Palit, Tapti" userId="dec6fbcd-7598-406a-8cbf-504d4a3bac15" providerId="ADAL" clId="{ECD42228-5B96-4A72-B268-C46DF994E6B7}" dt="2024-01-14T19:15:44.382" v="346"/>
          <ac:spMkLst>
            <pc:docMk/>
            <pc:sldMk cId="387342752" sldId="880"/>
            <ac:spMk id="2" creationId="{AB28845A-0EFC-412A-884A-D4194C16F2EE}"/>
          </ac:spMkLst>
        </pc:spChg>
        <pc:spChg chg="mod">
          <ac:chgData name="Palit, Tapti" userId="dec6fbcd-7598-406a-8cbf-504d4a3bac15" providerId="ADAL" clId="{ECD42228-5B96-4A72-B268-C46DF994E6B7}" dt="2024-01-14T20:12:22.607" v="535" actId="14100"/>
          <ac:spMkLst>
            <pc:docMk/>
            <pc:sldMk cId="387342752" sldId="880"/>
            <ac:spMk id="3" creationId="{3669C538-7A1B-40D8-B6E3-0CB7DC200F1F}"/>
          </ac:spMkLst>
        </pc:spChg>
        <pc:spChg chg="mod">
          <ac:chgData name="Palit, Tapti" userId="dec6fbcd-7598-406a-8cbf-504d4a3bac15" providerId="ADAL" clId="{ECD42228-5B96-4A72-B268-C46DF994E6B7}" dt="2024-01-14T19:15:44.382" v="346"/>
          <ac:spMkLst>
            <pc:docMk/>
            <pc:sldMk cId="387342752" sldId="880"/>
            <ac:spMk id="4" creationId="{7126102E-3F88-4CF0-9BDE-D372B773C9EF}"/>
          </ac:spMkLst>
        </pc:spChg>
        <pc:spChg chg="mod">
          <ac:chgData name="Palit, Tapti" userId="dec6fbcd-7598-406a-8cbf-504d4a3bac15" providerId="ADAL" clId="{ECD42228-5B96-4A72-B268-C46DF994E6B7}" dt="2024-01-14T19:15:44.382" v="346"/>
          <ac:spMkLst>
            <pc:docMk/>
            <pc:sldMk cId="387342752" sldId="880"/>
            <ac:spMk id="5" creationId="{19E9A9E3-58EB-496A-B94A-C1DE0DDAE6CF}"/>
          </ac:spMkLst>
        </pc:spChg>
        <pc:spChg chg="mod">
          <ac:chgData name="Palit, Tapti" userId="dec6fbcd-7598-406a-8cbf-504d4a3bac15" providerId="ADAL" clId="{ECD42228-5B96-4A72-B268-C46DF994E6B7}" dt="2024-01-14T20:12:25.775" v="536" actId="14100"/>
          <ac:spMkLst>
            <pc:docMk/>
            <pc:sldMk cId="387342752" sldId="880"/>
            <ac:spMk id="8" creationId="{96DE7249-81C1-415A-96EE-F24654F9C95D}"/>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2:12:55.643" v="4770"/>
              <pc2:cmMkLst xmlns:pc2="http://schemas.microsoft.com/office/powerpoint/2019/9/main/command">
                <pc:docMk/>
                <pc:sldMk cId="387342752" sldId="880"/>
                <pc2:cmMk id="{FC09B0D2-6197-40CE-B0CD-10CECD75D60D}"/>
              </pc2:cmMkLst>
            </pc226:cmChg>
          </p:ext>
        </pc:extLst>
      </pc:sldChg>
      <pc:sldChg chg="add del mod modShow">
        <pc:chgData name="Palit, Tapti" userId="dec6fbcd-7598-406a-8cbf-504d4a3bac15" providerId="ADAL" clId="{ECD42228-5B96-4A72-B268-C46DF994E6B7}" dt="2024-01-28T03:44:01.241" v="67437" actId="47"/>
        <pc:sldMkLst>
          <pc:docMk/>
          <pc:sldMk cId="744618341" sldId="880"/>
        </pc:sldMkLst>
      </pc:sldChg>
      <pc:sldChg chg="addSp delSp modSp add del mod delAnim modAnim modNotesTx">
        <pc:chgData name="Palit, Tapti" userId="dec6fbcd-7598-406a-8cbf-504d4a3bac15" providerId="ADAL" clId="{ECD42228-5B96-4A72-B268-C46DF994E6B7}" dt="2024-01-25T01:33:10.127" v="45385" actId="2696"/>
        <pc:sldMkLst>
          <pc:docMk/>
          <pc:sldMk cId="1404472563" sldId="880"/>
        </pc:sldMkLst>
        <pc:spChg chg="mod">
          <ac:chgData name="Palit, Tapti" userId="dec6fbcd-7598-406a-8cbf-504d4a3bac15" providerId="ADAL" clId="{ECD42228-5B96-4A72-B268-C46DF994E6B7}" dt="2024-01-23T00:57:00.772" v="11502" actId="20577"/>
          <ac:spMkLst>
            <pc:docMk/>
            <pc:sldMk cId="1404472563" sldId="880"/>
            <ac:spMk id="3" creationId="{A4639FD3-4045-0546-F61C-4BCF8BB9F26E}"/>
          </ac:spMkLst>
        </pc:spChg>
        <pc:spChg chg="del">
          <ac:chgData name="Palit, Tapti" userId="dec6fbcd-7598-406a-8cbf-504d4a3bac15" providerId="ADAL" clId="{ECD42228-5B96-4A72-B268-C46DF994E6B7}" dt="2024-01-23T00:57:03.488" v="11503" actId="478"/>
          <ac:spMkLst>
            <pc:docMk/>
            <pc:sldMk cId="1404472563" sldId="880"/>
            <ac:spMk id="6" creationId="{B256A711-8D5D-315A-DA1E-C714E84C07BD}"/>
          </ac:spMkLst>
        </pc:spChg>
        <pc:spChg chg="del">
          <ac:chgData name="Palit, Tapti" userId="dec6fbcd-7598-406a-8cbf-504d4a3bac15" providerId="ADAL" clId="{ECD42228-5B96-4A72-B268-C46DF994E6B7}" dt="2024-01-23T00:57:35.128" v="11537" actId="478"/>
          <ac:spMkLst>
            <pc:docMk/>
            <pc:sldMk cId="1404472563" sldId="880"/>
            <ac:spMk id="9" creationId="{776F7550-BD12-3D30-57A8-288CB9028E51}"/>
          </ac:spMkLst>
        </pc:spChg>
        <pc:spChg chg="add mod">
          <ac:chgData name="Palit, Tapti" userId="dec6fbcd-7598-406a-8cbf-504d4a3bac15" providerId="ADAL" clId="{ECD42228-5B96-4A72-B268-C46DF994E6B7}" dt="2024-01-23T00:57:35.128" v="11537" actId="478"/>
          <ac:spMkLst>
            <pc:docMk/>
            <pc:sldMk cId="1404472563" sldId="880"/>
            <ac:spMk id="13" creationId="{28E7C844-F95E-BFB6-3495-C317F3DB59CE}"/>
          </ac:spMkLst>
        </pc:spChg>
        <pc:spChg chg="mod">
          <ac:chgData name="Palit, Tapti" userId="dec6fbcd-7598-406a-8cbf-504d4a3bac15" providerId="ADAL" clId="{ECD42228-5B96-4A72-B268-C46DF994E6B7}" dt="2024-01-24T03:42:07.645" v="38662" actId="207"/>
          <ac:spMkLst>
            <pc:docMk/>
            <pc:sldMk cId="1404472563" sldId="880"/>
            <ac:spMk id="29" creationId="{29E4DC29-25B8-9243-5458-3EC0DAFDC3C6}"/>
          </ac:spMkLst>
        </pc:spChg>
        <pc:cxnChg chg="mod">
          <ac:chgData name="Palit, Tapti" userId="dec6fbcd-7598-406a-8cbf-504d4a3bac15" providerId="ADAL" clId="{ECD42228-5B96-4A72-B268-C46DF994E6B7}" dt="2024-01-23T00:57:10.855" v="11504" actId="208"/>
          <ac:cxnSpMkLst>
            <pc:docMk/>
            <pc:sldMk cId="1404472563" sldId="880"/>
            <ac:cxnSpMk id="34" creationId="{A5EB6FF9-E685-3E6F-E4AE-3253611CED26}"/>
          </ac:cxnSpMkLst>
        </pc:cxnChg>
      </pc:sldChg>
      <pc:sldChg chg="add del mod modShow">
        <pc:chgData name="Palit, Tapti" userId="dec6fbcd-7598-406a-8cbf-504d4a3bac15" providerId="ADAL" clId="{ECD42228-5B96-4A72-B268-C46DF994E6B7}" dt="2024-01-28T03:44:01.241" v="67437" actId="47"/>
        <pc:sldMkLst>
          <pc:docMk/>
          <pc:sldMk cId="3640962192" sldId="881"/>
        </pc:sldMkLst>
      </pc:sldChg>
      <pc:sldChg chg="addSp delSp modSp add mod">
        <pc:chgData name="Palit, Tapti" userId="dec6fbcd-7598-406a-8cbf-504d4a3bac15" providerId="ADAL" clId="{ECD42228-5B96-4A72-B268-C46DF994E6B7}" dt="2024-01-14T23:15:28.356" v="3165" actId="20577"/>
        <pc:sldMkLst>
          <pc:docMk/>
          <pc:sldMk cId="3910175739" sldId="881"/>
        </pc:sldMkLst>
        <pc:spChg chg="mod">
          <ac:chgData name="Palit, Tapti" userId="dec6fbcd-7598-406a-8cbf-504d4a3bac15" providerId="ADAL" clId="{ECD42228-5B96-4A72-B268-C46DF994E6B7}" dt="2024-01-14T23:15:28.356" v="3165" actId="20577"/>
          <ac:spMkLst>
            <pc:docMk/>
            <pc:sldMk cId="3910175739" sldId="881"/>
            <ac:spMk id="2" creationId="{80ACFC51-CA2B-1477-DFCF-8A384F61F51C}"/>
          </ac:spMkLst>
        </pc:spChg>
        <pc:spChg chg="mod">
          <ac:chgData name="Palit, Tapti" userId="dec6fbcd-7598-406a-8cbf-504d4a3bac15" providerId="ADAL" clId="{ECD42228-5B96-4A72-B268-C46DF994E6B7}" dt="2024-01-14T22:50:47.088" v="2858" actId="20577"/>
          <ac:spMkLst>
            <pc:docMk/>
            <pc:sldMk cId="3910175739" sldId="881"/>
            <ac:spMk id="3" creationId="{8D1C862C-042B-A7A5-8E88-1EBEA7AF6498}"/>
          </ac:spMkLst>
        </pc:spChg>
        <pc:spChg chg="add mod">
          <ac:chgData name="Palit, Tapti" userId="dec6fbcd-7598-406a-8cbf-504d4a3bac15" providerId="ADAL" clId="{ECD42228-5B96-4A72-B268-C46DF994E6B7}" dt="2024-01-14T22:53:45.073" v="2884" actId="207"/>
          <ac:spMkLst>
            <pc:docMk/>
            <pc:sldMk cId="3910175739" sldId="881"/>
            <ac:spMk id="5" creationId="{248ABD4E-4A47-11D7-D36E-F5FEA27D4B05}"/>
          </ac:spMkLst>
        </pc:spChg>
        <pc:spChg chg="add mod">
          <ac:chgData name="Palit, Tapti" userId="dec6fbcd-7598-406a-8cbf-504d4a3bac15" providerId="ADAL" clId="{ECD42228-5B96-4A72-B268-C46DF994E6B7}" dt="2024-01-14T22:53:48.699" v="2885" actId="207"/>
          <ac:spMkLst>
            <pc:docMk/>
            <pc:sldMk cId="3910175739" sldId="881"/>
            <ac:spMk id="6" creationId="{AF3D3F77-4980-6190-762A-4A63FE255297}"/>
          </ac:spMkLst>
        </pc:spChg>
        <pc:spChg chg="del">
          <ac:chgData name="Palit, Tapti" userId="dec6fbcd-7598-406a-8cbf-504d4a3bac15" providerId="ADAL" clId="{ECD42228-5B96-4A72-B268-C46DF994E6B7}" dt="2024-01-14T23:15:19.228" v="3116" actId="478"/>
          <ac:spMkLst>
            <pc:docMk/>
            <pc:sldMk cId="3910175739" sldId="881"/>
            <ac:spMk id="7" creationId="{81525AB4-4819-3FA8-6040-4CA5D749B0A0}"/>
          </ac:spMkLst>
        </pc:spChg>
        <pc:spChg chg="add mod">
          <ac:chgData name="Palit, Tapti" userId="dec6fbcd-7598-406a-8cbf-504d4a3bac15" providerId="ADAL" clId="{ECD42228-5B96-4A72-B268-C46DF994E6B7}" dt="2024-01-14T22:52:48.108" v="2881" actId="1076"/>
          <ac:spMkLst>
            <pc:docMk/>
            <pc:sldMk cId="3910175739" sldId="881"/>
            <ac:spMk id="11" creationId="{3AE381B6-5D57-4132-0495-23F8D4E8DE04}"/>
          </ac:spMkLst>
        </pc:spChg>
        <pc:spChg chg="add mod">
          <ac:chgData name="Palit, Tapti" userId="dec6fbcd-7598-406a-8cbf-504d4a3bac15" providerId="ADAL" clId="{ECD42228-5B96-4A72-B268-C46DF994E6B7}" dt="2024-01-14T22:55:09.101" v="2910" actId="1076"/>
          <ac:spMkLst>
            <pc:docMk/>
            <pc:sldMk cId="3910175739" sldId="881"/>
            <ac:spMk id="12" creationId="{4EC6AA97-A551-E851-866B-C1E7C2170D8A}"/>
          </ac:spMkLst>
        </pc:spChg>
        <pc:spChg chg="add mod">
          <ac:chgData name="Palit, Tapti" userId="dec6fbcd-7598-406a-8cbf-504d4a3bac15" providerId="ADAL" clId="{ECD42228-5B96-4A72-B268-C46DF994E6B7}" dt="2024-01-14T22:54:58.798" v="2907" actId="14100"/>
          <ac:spMkLst>
            <pc:docMk/>
            <pc:sldMk cId="3910175739" sldId="881"/>
            <ac:spMk id="14" creationId="{6A763BA6-DC5A-31ED-E187-3EEC0FD0AD77}"/>
          </ac:spMkLst>
        </pc:spChg>
        <pc:spChg chg="mod">
          <ac:chgData name="Palit, Tapti" userId="dec6fbcd-7598-406a-8cbf-504d4a3bac15" providerId="ADAL" clId="{ECD42228-5B96-4A72-B268-C46DF994E6B7}" dt="2024-01-14T22:55:19.682" v="2911" actId="692"/>
          <ac:spMkLst>
            <pc:docMk/>
            <pc:sldMk cId="3910175739" sldId="881"/>
            <ac:spMk id="16" creationId="{273FDC44-F8B6-D34D-0015-FA14BCD37E0C}"/>
          </ac:spMkLst>
        </pc:spChg>
        <pc:cxnChg chg="add mod">
          <ac:chgData name="Palit, Tapti" userId="dec6fbcd-7598-406a-8cbf-504d4a3bac15" providerId="ADAL" clId="{ECD42228-5B96-4A72-B268-C46DF994E6B7}" dt="2024-01-14T22:52:42.524" v="2880" actId="1076"/>
          <ac:cxnSpMkLst>
            <pc:docMk/>
            <pc:sldMk cId="3910175739" sldId="881"/>
            <ac:cxnSpMk id="9" creationId="{B493402B-1DC5-FD06-6250-A8FEC4A0BD15}"/>
          </ac:cxnSpMkLst>
        </pc:cxnChg>
        <pc:cxnChg chg="add mod">
          <ac:chgData name="Palit, Tapti" userId="dec6fbcd-7598-406a-8cbf-504d4a3bac15" providerId="ADAL" clId="{ECD42228-5B96-4A72-B268-C46DF994E6B7}" dt="2024-01-14T22:55:09.101" v="2910" actId="1076"/>
          <ac:cxnSpMkLst>
            <pc:docMk/>
            <pc:sldMk cId="3910175739" sldId="881"/>
            <ac:cxnSpMk id="13" creationId="{EB763596-09F7-621D-9A36-01E3131CEC5C}"/>
          </ac:cxnSpMkLst>
        </pc:cxnChg>
        <pc:cxnChg chg="add mod">
          <ac:chgData name="Palit, Tapti" userId="dec6fbcd-7598-406a-8cbf-504d4a3bac15" providerId="ADAL" clId="{ECD42228-5B96-4A72-B268-C46DF994E6B7}" dt="2024-01-14T22:52:42.524" v="2880" actId="1076"/>
          <ac:cxnSpMkLst>
            <pc:docMk/>
            <pc:sldMk cId="3910175739" sldId="881"/>
            <ac:cxnSpMk id="15" creationId="{A15E2A1C-B723-DA87-C8A0-8335FE2AB15E}"/>
          </ac:cxnSpMkLst>
        </pc:cxnChg>
      </pc:sldChg>
      <pc:sldChg chg="addSp delSp modSp add del mod ord delAnim modAnim addCm delCm modNotesTx">
        <pc:chgData name="Palit, Tapti" userId="dec6fbcd-7598-406a-8cbf-504d4a3bac15" providerId="ADAL" clId="{ECD42228-5B96-4A72-B268-C46DF994E6B7}" dt="2024-01-25T01:33:10.127" v="45385" actId="2696"/>
        <pc:sldMkLst>
          <pc:docMk/>
          <pc:sldMk cId="4210693655" sldId="881"/>
        </pc:sldMkLst>
        <pc:spChg chg="mod">
          <ac:chgData name="Palit, Tapti" userId="dec6fbcd-7598-406a-8cbf-504d4a3bac15" providerId="ADAL" clId="{ECD42228-5B96-4A72-B268-C46DF994E6B7}" dt="2024-01-24T02:25:48.190" v="35304" actId="5793"/>
          <ac:spMkLst>
            <pc:docMk/>
            <pc:sldMk cId="4210693655" sldId="881"/>
            <ac:spMk id="2" creationId="{1F7260FC-2647-41AB-5D09-58FB84925038}"/>
          </ac:spMkLst>
        </pc:spChg>
        <pc:spChg chg="mod">
          <ac:chgData name="Palit, Tapti" userId="dec6fbcd-7598-406a-8cbf-504d4a3bac15" providerId="ADAL" clId="{ECD42228-5B96-4A72-B268-C46DF994E6B7}" dt="2024-01-23T00:58:37.512" v="11591" actId="20577"/>
          <ac:spMkLst>
            <pc:docMk/>
            <pc:sldMk cId="4210693655" sldId="881"/>
            <ac:spMk id="3" creationId="{58DAD1E5-81AA-1170-EB63-65D96B6A67C5}"/>
          </ac:spMkLst>
        </pc:spChg>
        <pc:spChg chg="del">
          <ac:chgData name="Palit, Tapti" userId="dec6fbcd-7598-406a-8cbf-504d4a3bac15" providerId="ADAL" clId="{ECD42228-5B96-4A72-B268-C46DF994E6B7}" dt="2024-01-23T00:58:42.165" v="11592" actId="478"/>
          <ac:spMkLst>
            <pc:docMk/>
            <pc:sldMk cId="4210693655" sldId="881"/>
            <ac:spMk id="5" creationId="{BC2A2CDE-3DE4-A959-668B-22F78A94DE95}"/>
          </ac:spMkLst>
        </pc:spChg>
        <pc:spChg chg="del">
          <ac:chgData name="Palit, Tapti" userId="dec6fbcd-7598-406a-8cbf-504d4a3bac15" providerId="ADAL" clId="{ECD42228-5B96-4A72-B268-C46DF994E6B7}" dt="2024-01-23T00:58:03.606" v="11565" actId="478"/>
          <ac:spMkLst>
            <pc:docMk/>
            <pc:sldMk cId="4210693655" sldId="881"/>
            <ac:spMk id="12" creationId="{ABC57FF3-D4D8-6BAD-3E5A-71BACF3FD32A}"/>
          </ac:spMkLst>
        </pc:spChg>
        <pc:spChg chg="add mod">
          <ac:chgData name="Palit, Tapti" userId="dec6fbcd-7598-406a-8cbf-504d4a3bac15" providerId="ADAL" clId="{ECD42228-5B96-4A72-B268-C46DF994E6B7}" dt="2024-01-23T00:58:42.165" v="11592" actId="478"/>
          <ac:spMkLst>
            <pc:docMk/>
            <pc:sldMk cId="4210693655" sldId="881"/>
            <ac:spMk id="15" creationId="{8E9EE59C-DCD1-E83E-6CD7-9029F59A9215}"/>
          </ac:spMkLst>
        </pc:spChg>
        <pc:spChg chg="mod">
          <ac:chgData name="Palit, Tapti" userId="dec6fbcd-7598-406a-8cbf-504d4a3bac15" providerId="ADAL" clId="{ECD42228-5B96-4A72-B268-C46DF994E6B7}" dt="2024-01-24T03:42:15.472" v="38663" actId="207"/>
          <ac:spMkLst>
            <pc:docMk/>
            <pc:sldMk cId="4210693655" sldId="881"/>
            <ac:spMk id="28" creationId="{E51AF264-9760-0BB0-482D-8045E3E4595E}"/>
          </ac:spMkLst>
        </pc:spChg>
        <pc:cxnChg chg="mod">
          <ac:chgData name="Palit, Tapti" userId="dec6fbcd-7598-406a-8cbf-504d4a3bac15" providerId="ADAL" clId="{ECD42228-5B96-4A72-B268-C46DF994E6B7}" dt="2024-01-23T00:58:27.011" v="11566" actId="692"/>
          <ac:cxnSpMkLst>
            <pc:docMk/>
            <pc:sldMk cId="4210693655" sldId="881"/>
            <ac:cxnSpMk id="23" creationId="{A91CECD8-3233-881B-5885-B8949D536F5F}"/>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50:21.666" v="32745"/>
              <pc2:cmMkLst xmlns:pc2="http://schemas.microsoft.com/office/powerpoint/2019/9/main/command">
                <pc:docMk/>
                <pc:sldMk cId="4210693655" sldId="881"/>
                <pc2:cmMk id="{889D0404-F52B-44DF-85A5-154796F46510}"/>
              </pc2:cmMkLst>
            </pc226:cmChg>
          </p:ext>
        </pc:extLst>
      </pc:sldChg>
      <pc:sldChg chg="modSp add del">
        <pc:chgData name="Palit, Tapti" userId="dec6fbcd-7598-406a-8cbf-504d4a3bac15" providerId="ADAL" clId="{ECD42228-5B96-4A72-B268-C46DF994E6B7}" dt="2024-01-14T20:26:10.929" v="732"/>
        <pc:sldMkLst>
          <pc:docMk/>
          <pc:sldMk cId="2649866034" sldId="882"/>
        </pc:sldMkLst>
        <pc:spChg chg="mod">
          <ac:chgData name="Palit, Tapti" userId="dec6fbcd-7598-406a-8cbf-504d4a3bac15" providerId="ADAL" clId="{ECD42228-5B96-4A72-B268-C46DF994E6B7}" dt="2024-01-14T20:26:10.929" v="732"/>
          <ac:spMkLst>
            <pc:docMk/>
            <pc:sldMk cId="2649866034" sldId="882"/>
            <ac:spMk id="2" creationId="{7ED4E59B-8510-1BDB-2406-4637F92CEC7C}"/>
          </ac:spMkLst>
        </pc:spChg>
        <pc:spChg chg="mod">
          <ac:chgData name="Palit, Tapti" userId="dec6fbcd-7598-406a-8cbf-504d4a3bac15" providerId="ADAL" clId="{ECD42228-5B96-4A72-B268-C46DF994E6B7}" dt="2024-01-14T20:26:10.929" v="732"/>
          <ac:spMkLst>
            <pc:docMk/>
            <pc:sldMk cId="2649866034" sldId="882"/>
            <ac:spMk id="4" creationId="{113AF6C6-7D64-6939-13E8-8FC17B278B75}"/>
          </ac:spMkLst>
        </pc:spChg>
      </pc:sldChg>
      <pc:sldChg chg="add del mod modShow">
        <pc:chgData name="Palit, Tapti" userId="dec6fbcd-7598-406a-8cbf-504d4a3bac15" providerId="ADAL" clId="{ECD42228-5B96-4A72-B268-C46DF994E6B7}" dt="2024-01-28T03:44:01.241" v="67437" actId="47"/>
        <pc:sldMkLst>
          <pc:docMk/>
          <pc:sldMk cId="3068419223" sldId="882"/>
        </pc:sldMkLst>
      </pc:sldChg>
      <pc:sldChg chg="addSp delSp modSp new add del mod modClrScheme chgLayout modNotesTx">
        <pc:chgData name="Palit, Tapti" userId="dec6fbcd-7598-406a-8cbf-504d4a3bac15" providerId="ADAL" clId="{ECD42228-5B96-4A72-B268-C46DF994E6B7}" dt="2024-01-25T01:33:10.127" v="45385" actId="2696"/>
        <pc:sldMkLst>
          <pc:docMk/>
          <pc:sldMk cId="3144217460" sldId="882"/>
        </pc:sldMkLst>
        <pc:spChg chg="mod ord">
          <ac:chgData name="Palit, Tapti" userId="dec6fbcd-7598-406a-8cbf-504d4a3bac15" providerId="ADAL" clId="{ECD42228-5B96-4A72-B268-C46DF994E6B7}" dt="2024-01-23T01:36:40.853" v="12663" actId="700"/>
          <ac:spMkLst>
            <pc:docMk/>
            <pc:sldMk cId="3144217460" sldId="882"/>
            <ac:spMk id="2" creationId="{EB3D43F0-3496-839F-C407-31618EF096DC}"/>
          </ac:spMkLst>
        </pc:spChg>
        <pc:spChg chg="mod ord">
          <ac:chgData name="Palit, Tapti" userId="dec6fbcd-7598-406a-8cbf-504d4a3bac15" providerId="ADAL" clId="{ECD42228-5B96-4A72-B268-C46DF994E6B7}" dt="2024-01-23T01:36:40.853" v="12663" actId="700"/>
          <ac:spMkLst>
            <pc:docMk/>
            <pc:sldMk cId="3144217460" sldId="882"/>
            <ac:spMk id="3" creationId="{BF49F439-5735-4275-A014-1A5D2B7B534F}"/>
          </ac:spMkLst>
        </pc:spChg>
        <pc:spChg chg="mod ord">
          <ac:chgData name="Palit, Tapti" userId="dec6fbcd-7598-406a-8cbf-504d4a3bac15" providerId="ADAL" clId="{ECD42228-5B96-4A72-B268-C46DF994E6B7}" dt="2024-01-23T01:36:40.853" v="12663" actId="700"/>
          <ac:spMkLst>
            <pc:docMk/>
            <pc:sldMk cId="3144217460" sldId="882"/>
            <ac:spMk id="4" creationId="{BB9070CC-B07D-2111-6090-B13C748C7B68}"/>
          </ac:spMkLst>
        </pc:spChg>
        <pc:spChg chg="del">
          <ac:chgData name="Palit, Tapti" userId="dec6fbcd-7598-406a-8cbf-504d4a3bac15" providerId="ADAL" clId="{ECD42228-5B96-4A72-B268-C46DF994E6B7}" dt="2024-01-23T01:36:40.853" v="12663" actId="700"/>
          <ac:spMkLst>
            <pc:docMk/>
            <pc:sldMk cId="3144217460" sldId="882"/>
            <ac:spMk id="5" creationId="{74F731D0-0974-A1C4-131E-2C938B21C7E3}"/>
          </ac:spMkLst>
        </pc:spChg>
        <pc:spChg chg="add mod">
          <ac:chgData name="Palit, Tapti" userId="dec6fbcd-7598-406a-8cbf-504d4a3bac15" providerId="ADAL" clId="{ECD42228-5B96-4A72-B268-C46DF994E6B7}" dt="2024-01-23T01:26:58.837" v="12302" actId="113"/>
          <ac:spMkLst>
            <pc:docMk/>
            <pc:sldMk cId="3144217460" sldId="882"/>
            <ac:spMk id="6" creationId="{B7A00D1F-6307-7B8B-9341-07A4E618B002}"/>
          </ac:spMkLst>
        </pc:spChg>
        <pc:spChg chg="add mod">
          <ac:chgData name="Palit, Tapti" userId="dec6fbcd-7598-406a-8cbf-504d4a3bac15" providerId="ADAL" clId="{ECD42228-5B96-4A72-B268-C46DF994E6B7}" dt="2024-01-23T01:27:01.014" v="12303" actId="113"/>
          <ac:spMkLst>
            <pc:docMk/>
            <pc:sldMk cId="3144217460" sldId="882"/>
            <ac:spMk id="7" creationId="{B0803C13-F12D-2130-FB68-EB8EFAA14E8C}"/>
          </ac:spMkLst>
        </pc:spChg>
        <pc:spChg chg="add mod">
          <ac:chgData name="Palit, Tapti" userId="dec6fbcd-7598-406a-8cbf-504d4a3bac15" providerId="ADAL" clId="{ECD42228-5B96-4A72-B268-C46DF994E6B7}" dt="2024-01-23T01:27:03.046" v="12304" actId="113"/>
          <ac:spMkLst>
            <pc:docMk/>
            <pc:sldMk cId="3144217460" sldId="882"/>
            <ac:spMk id="8" creationId="{A73F4725-3FA7-039C-2F50-E20613B1CBA9}"/>
          </ac:spMkLst>
        </pc:spChg>
        <pc:spChg chg="add mod">
          <ac:chgData name="Palit, Tapti" userId="dec6fbcd-7598-406a-8cbf-504d4a3bac15" providerId="ADAL" clId="{ECD42228-5B96-4A72-B268-C46DF994E6B7}" dt="2024-01-23T01:27:04.846" v="12305" actId="113"/>
          <ac:spMkLst>
            <pc:docMk/>
            <pc:sldMk cId="3144217460" sldId="882"/>
            <ac:spMk id="9" creationId="{2818976B-B372-0E3B-DC21-5104C65A552D}"/>
          </ac:spMkLst>
        </pc:spChg>
        <pc:spChg chg="add mod">
          <ac:chgData name="Palit, Tapti" userId="dec6fbcd-7598-406a-8cbf-504d4a3bac15" providerId="ADAL" clId="{ECD42228-5B96-4A72-B268-C46DF994E6B7}" dt="2024-01-23T01:27:06.598" v="12306" actId="113"/>
          <ac:spMkLst>
            <pc:docMk/>
            <pc:sldMk cId="3144217460" sldId="882"/>
            <ac:spMk id="10" creationId="{9D5AF9B2-2BD2-D9F0-6BA6-93F7769E9313}"/>
          </ac:spMkLst>
        </pc:spChg>
        <pc:spChg chg="add mod">
          <ac:chgData name="Palit, Tapti" userId="dec6fbcd-7598-406a-8cbf-504d4a3bac15" providerId="ADAL" clId="{ECD42228-5B96-4A72-B268-C46DF994E6B7}" dt="2024-01-23T01:27:08.695" v="12307" actId="113"/>
          <ac:spMkLst>
            <pc:docMk/>
            <pc:sldMk cId="3144217460" sldId="882"/>
            <ac:spMk id="11" creationId="{1F6B04A3-3284-4BF9-323E-8492E7133D71}"/>
          </ac:spMkLst>
        </pc:spChg>
        <pc:spChg chg="add mod">
          <ac:chgData name="Palit, Tapti" userId="dec6fbcd-7598-406a-8cbf-504d4a3bac15" providerId="ADAL" clId="{ECD42228-5B96-4A72-B268-C46DF994E6B7}" dt="2024-01-23T01:27:10.645" v="12308" actId="113"/>
          <ac:spMkLst>
            <pc:docMk/>
            <pc:sldMk cId="3144217460" sldId="882"/>
            <ac:spMk id="12" creationId="{2B170381-781C-E611-EDCF-EB588C6926E4}"/>
          </ac:spMkLst>
        </pc:spChg>
        <pc:spChg chg="add mod">
          <ac:chgData name="Palit, Tapti" userId="dec6fbcd-7598-406a-8cbf-504d4a3bac15" providerId="ADAL" clId="{ECD42228-5B96-4A72-B268-C46DF994E6B7}" dt="2024-01-23T01:27:12.763" v="12309" actId="113"/>
          <ac:spMkLst>
            <pc:docMk/>
            <pc:sldMk cId="3144217460" sldId="882"/>
            <ac:spMk id="13" creationId="{12C67A29-8CDE-D230-BDA0-A6590465848D}"/>
          </ac:spMkLst>
        </pc:spChg>
        <pc:spChg chg="add mod">
          <ac:chgData name="Palit, Tapti" userId="dec6fbcd-7598-406a-8cbf-504d4a3bac15" providerId="ADAL" clId="{ECD42228-5B96-4A72-B268-C46DF994E6B7}" dt="2024-01-23T01:27:14.950" v="12310" actId="113"/>
          <ac:spMkLst>
            <pc:docMk/>
            <pc:sldMk cId="3144217460" sldId="882"/>
            <ac:spMk id="14" creationId="{925F158B-1BF4-044B-6D22-E12D944FFA66}"/>
          </ac:spMkLst>
        </pc:spChg>
      </pc:sldChg>
      <pc:sldChg chg="addSp delSp modSp new del mod">
        <pc:chgData name="Palit, Tapti" userId="dec6fbcd-7598-406a-8cbf-504d4a3bac15" providerId="ADAL" clId="{ECD42228-5B96-4A72-B268-C46DF994E6B7}" dt="2024-01-23T01:28:16.597" v="12323" actId="47"/>
        <pc:sldMkLst>
          <pc:docMk/>
          <pc:sldMk cId="396866893" sldId="883"/>
        </pc:sldMkLst>
        <pc:spChg chg="mod">
          <ac:chgData name="Palit, Tapti" userId="dec6fbcd-7598-406a-8cbf-504d4a3bac15" providerId="ADAL" clId="{ECD42228-5B96-4A72-B268-C46DF994E6B7}" dt="2024-01-23T01:14:10.345" v="11967" actId="20577"/>
          <ac:spMkLst>
            <pc:docMk/>
            <pc:sldMk cId="396866893" sldId="883"/>
            <ac:spMk id="2" creationId="{1D4BD2C2-022F-E126-F346-97C4E5539620}"/>
          </ac:spMkLst>
        </pc:spChg>
        <pc:spChg chg="mod">
          <ac:chgData name="Palit, Tapti" userId="dec6fbcd-7598-406a-8cbf-504d4a3bac15" providerId="ADAL" clId="{ECD42228-5B96-4A72-B268-C46DF994E6B7}" dt="2024-01-23T01:13:58.540" v="11935" actId="20577"/>
          <ac:spMkLst>
            <pc:docMk/>
            <pc:sldMk cId="396866893" sldId="883"/>
            <ac:spMk id="3" creationId="{B4502F78-63A3-518D-B3D5-1835E60DA933}"/>
          </ac:spMkLst>
        </pc:spChg>
        <pc:spChg chg="add del mod">
          <ac:chgData name="Palit, Tapti" userId="dec6fbcd-7598-406a-8cbf-504d4a3bac15" providerId="ADAL" clId="{ECD42228-5B96-4A72-B268-C46DF994E6B7}" dt="2024-01-23T01:27:41.580" v="12317" actId="1076"/>
          <ac:spMkLst>
            <pc:docMk/>
            <pc:sldMk cId="396866893" sldId="883"/>
            <ac:spMk id="6" creationId="{9FE57BDB-06A6-D818-CEAC-D54DA77AF9E2}"/>
          </ac:spMkLst>
        </pc:spChg>
        <pc:spChg chg="add mod">
          <ac:chgData name="Palit, Tapti" userId="dec6fbcd-7598-406a-8cbf-504d4a3bac15" providerId="ADAL" clId="{ECD42228-5B96-4A72-B268-C46DF994E6B7}" dt="2024-01-23T01:27:44.482" v="12318" actId="1076"/>
          <ac:spMkLst>
            <pc:docMk/>
            <pc:sldMk cId="396866893" sldId="883"/>
            <ac:spMk id="7" creationId="{42BCDD71-D0FA-FB57-4FF5-C99736476AE1}"/>
          </ac:spMkLst>
        </pc:spChg>
        <pc:spChg chg="add mod">
          <ac:chgData name="Palit, Tapti" userId="dec6fbcd-7598-406a-8cbf-504d4a3bac15" providerId="ADAL" clId="{ECD42228-5B96-4A72-B268-C46DF994E6B7}" dt="2024-01-23T01:27:46.858" v="12319" actId="1076"/>
          <ac:spMkLst>
            <pc:docMk/>
            <pc:sldMk cId="396866893" sldId="883"/>
            <ac:spMk id="8" creationId="{9F715DD9-72AD-9ED5-1321-26A535BD8F87}"/>
          </ac:spMkLst>
        </pc:spChg>
      </pc:sldChg>
      <pc:sldChg chg="add del mod modShow">
        <pc:chgData name="Palit, Tapti" userId="dec6fbcd-7598-406a-8cbf-504d4a3bac15" providerId="ADAL" clId="{ECD42228-5B96-4A72-B268-C46DF994E6B7}" dt="2024-01-28T03:44:01.241" v="67437" actId="47"/>
        <pc:sldMkLst>
          <pc:docMk/>
          <pc:sldMk cId="556129803" sldId="884"/>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2557977293" sldId="884"/>
        </pc:sldMkLst>
        <pc:spChg chg="mod ord">
          <ac:chgData name="Palit, Tapti" userId="dec6fbcd-7598-406a-8cbf-504d4a3bac15" providerId="ADAL" clId="{ECD42228-5B96-4A72-B268-C46DF994E6B7}" dt="2024-01-23T01:42:00.595" v="12926" actId="20577"/>
          <ac:spMkLst>
            <pc:docMk/>
            <pc:sldMk cId="2557977293" sldId="884"/>
            <ac:spMk id="2" creationId="{1D4BD2C2-022F-E126-F346-97C4E5539620}"/>
          </ac:spMkLst>
        </pc:spChg>
        <pc:spChg chg="mod ord">
          <ac:chgData name="Palit, Tapti" userId="dec6fbcd-7598-406a-8cbf-504d4a3bac15" providerId="ADAL" clId="{ECD42228-5B96-4A72-B268-C46DF994E6B7}" dt="2024-01-23T01:36:34.991" v="12662" actId="700"/>
          <ac:spMkLst>
            <pc:docMk/>
            <pc:sldMk cId="2557977293" sldId="884"/>
            <ac:spMk id="3" creationId="{B4502F78-63A3-518D-B3D5-1835E60DA933}"/>
          </ac:spMkLst>
        </pc:spChg>
        <pc:spChg chg="mod ord">
          <ac:chgData name="Palit, Tapti" userId="dec6fbcd-7598-406a-8cbf-504d4a3bac15" providerId="ADAL" clId="{ECD42228-5B96-4A72-B268-C46DF994E6B7}" dt="2024-01-23T01:36:34.991" v="12662" actId="700"/>
          <ac:spMkLst>
            <pc:docMk/>
            <pc:sldMk cId="2557977293" sldId="884"/>
            <ac:spMk id="4" creationId="{D62C3B9F-2EB5-46C4-915F-D6621F4FCC8D}"/>
          </ac:spMkLst>
        </pc:spChg>
        <pc:spChg chg="del">
          <ac:chgData name="Palit, Tapti" userId="dec6fbcd-7598-406a-8cbf-504d4a3bac15" providerId="ADAL" clId="{ECD42228-5B96-4A72-B268-C46DF994E6B7}" dt="2024-01-23T01:36:34.991" v="12662" actId="700"/>
          <ac:spMkLst>
            <pc:docMk/>
            <pc:sldMk cId="2557977293" sldId="884"/>
            <ac:spMk id="5" creationId="{EB48F913-5712-E67F-7981-C56D3E1D73F6}"/>
          </ac:spMkLst>
        </pc:spChg>
        <pc:spChg chg="add del mod">
          <ac:chgData name="Palit, Tapti" userId="dec6fbcd-7598-406a-8cbf-504d4a3bac15" providerId="ADAL" clId="{ECD42228-5B96-4A72-B268-C46DF994E6B7}" dt="2024-01-23T01:45:10.078" v="13021" actId="20577"/>
          <ac:spMkLst>
            <pc:docMk/>
            <pc:sldMk cId="2557977293" sldId="884"/>
            <ac:spMk id="6" creationId="{9FE57BDB-06A6-D818-CEAC-D54DA77AF9E2}"/>
          </ac:spMkLst>
        </pc:spChg>
        <pc:spChg chg="mod">
          <ac:chgData name="Palit, Tapti" userId="dec6fbcd-7598-406a-8cbf-504d4a3bac15" providerId="ADAL" clId="{ECD42228-5B96-4A72-B268-C46DF994E6B7}" dt="2024-01-23T01:35:00.418" v="12630" actId="1035"/>
          <ac:spMkLst>
            <pc:docMk/>
            <pc:sldMk cId="2557977293" sldId="884"/>
            <ac:spMk id="7" creationId="{42BCDD71-D0FA-FB57-4FF5-C99736476AE1}"/>
          </ac:spMkLst>
        </pc:spChg>
        <pc:spChg chg="mod">
          <ac:chgData name="Palit, Tapti" userId="dec6fbcd-7598-406a-8cbf-504d4a3bac15" providerId="ADAL" clId="{ECD42228-5B96-4A72-B268-C46DF994E6B7}" dt="2024-01-23T01:35:00.418" v="12630" actId="1035"/>
          <ac:spMkLst>
            <pc:docMk/>
            <pc:sldMk cId="2557977293" sldId="884"/>
            <ac:spMk id="8" creationId="{9F715DD9-72AD-9ED5-1321-26A535BD8F87}"/>
          </ac:spMkLst>
        </pc:spChg>
        <pc:spChg chg="add mod">
          <ac:chgData name="Palit, Tapti" userId="dec6fbcd-7598-406a-8cbf-504d4a3bac15" providerId="ADAL" clId="{ECD42228-5B96-4A72-B268-C46DF994E6B7}" dt="2024-01-23T01:37:27.412" v="12675" actId="1076"/>
          <ac:spMkLst>
            <pc:docMk/>
            <pc:sldMk cId="2557977293" sldId="884"/>
            <ac:spMk id="9" creationId="{2518A8B8-2514-637F-CC78-867A4FC82B8A}"/>
          </ac:spMkLst>
        </pc:spChg>
        <pc:spChg chg="add mod">
          <ac:chgData name="Palit, Tapti" userId="dec6fbcd-7598-406a-8cbf-504d4a3bac15" providerId="ADAL" clId="{ECD42228-5B96-4A72-B268-C46DF994E6B7}" dt="2024-01-23T01:37:27.412" v="12675" actId="1076"/>
          <ac:spMkLst>
            <pc:docMk/>
            <pc:sldMk cId="2557977293" sldId="884"/>
            <ac:spMk id="10" creationId="{789653C2-E604-00C4-1EDD-FAE5D30CAC8A}"/>
          </ac:spMkLst>
        </pc:spChg>
        <pc:spChg chg="add mod">
          <ac:chgData name="Palit, Tapti" userId="dec6fbcd-7598-406a-8cbf-504d4a3bac15" providerId="ADAL" clId="{ECD42228-5B96-4A72-B268-C46DF994E6B7}" dt="2024-01-23T01:37:27.412" v="12675" actId="1076"/>
          <ac:spMkLst>
            <pc:docMk/>
            <pc:sldMk cId="2557977293" sldId="884"/>
            <ac:spMk id="12" creationId="{9BACDA53-C198-D62E-756B-C31139A8A0BD}"/>
          </ac:spMkLst>
        </pc:spChg>
        <pc:spChg chg="add mod">
          <ac:chgData name="Palit, Tapti" userId="dec6fbcd-7598-406a-8cbf-504d4a3bac15" providerId="ADAL" clId="{ECD42228-5B96-4A72-B268-C46DF994E6B7}" dt="2024-01-23T01:37:27.412" v="12675" actId="1076"/>
          <ac:spMkLst>
            <pc:docMk/>
            <pc:sldMk cId="2557977293" sldId="884"/>
            <ac:spMk id="13" creationId="{3BEF6D25-4971-219E-654A-F9DA6B8FB0FB}"/>
          </ac:spMkLst>
        </pc:spChg>
        <pc:spChg chg="add mod">
          <ac:chgData name="Palit, Tapti" userId="dec6fbcd-7598-406a-8cbf-504d4a3bac15" providerId="ADAL" clId="{ECD42228-5B96-4A72-B268-C46DF994E6B7}" dt="2024-01-23T01:37:27.412" v="12675" actId="1076"/>
          <ac:spMkLst>
            <pc:docMk/>
            <pc:sldMk cId="2557977293" sldId="884"/>
            <ac:spMk id="20" creationId="{BEECE632-48F1-FA8C-D7EA-F73ECDFC5B25}"/>
          </ac:spMkLst>
        </pc:spChg>
        <pc:spChg chg="add mod">
          <ac:chgData name="Palit, Tapti" userId="dec6fbcd-7598-406a-8cbf-504d4a3bac15" providerId="ADAL" clId="{ECD42228-5B96-4A72-B268-C46DF994E6B7}" dt="2024-01-23T01:37:27.412" v="12675" actId="1076"/>
          <ac:spMkLst>
            <pc:docMk/>
            <pc:sldMk cId="2557977293" sldId="884"/>
            <ac:spMk id="21" creationId="{3C4A674F-A5E7-1714-B6C0-9164EF34F0D0}"/>
          </ac:spMkLst>
        </pc:spChg>
        <pc:spChg chg="add mod">
          <ac:chgData name="Palit, Tapti" userId="dec6fbcd-7598-406a-8cbf-504d4a3bac15" providerId="ADAL" clId="{ECD42228-5B96-4A72-B268-C46DF994E6B7}" dt="2024-01-23T01:37:27.412" v="12675" actId="1076"/>
          <ac:spMkLst>
            <pc:docMk/>
            <pc:sldMk cId="2557977293" sldId="884"/>
            <ac:spMk id="25" creationId="{0DE18CCE-717A-38C6-7522-C2EBDB03E3A4}"/>
          </ac:spMkLst>
        </pc:spChg>
        <pc:spChg chg="add mod">
          <ac:chgData name="Palit, Tapti" userId="dec6fbcd-7598-406a-8cbf-504d4a3bac15" providerId="ADAL" clId="{ECD42228-5B96-4A72-B268-C46DF994E6B7}" dt="2024-01-23T01:37:27.412" v="12675" actId="1076"/>
          <ac:spMkLst>
            <pc:docMk/>
            <pc:sldMk cId="2557977293" sldId="884"/>
            <ac:spMk id="26" creationId="{17FBE7D4-FC99-AC95-25CC-A41C78DD482D}"/>
          </ac:spMkLst>
        </pc:spChg>
        <pc:cxnChg chg="add mod">
          <ac:chgData name="Palit, Tapti" userId="dec6fbcd-7598-406a-8cbf-504d4a3bac15" providerId="ADAL" clId="{ECD42228-5B96-4A72-B268-C46DF994E6B7}" dt="2024-01-23T01:37:27.412" v="12675" actId="1076"/>
          <ac:cxnSpMkLst>
            <pc:docMk/>
            <pc:sldMk cId="2557977293" sldId="884"/>
            <ac:cxnSpMk id="11" creationId="{3BAC6F71-0B0E-AF7B-EA61-B70E76060487}"/>
          </ac:cxnSpMkLst>
        </pc:cxnChg>
        <pc:cxnChg chg="add mod">
          <ac:chgData name="Palit, Tapti" userId="dec6fbcd-7598-406a-8cbf-504d4a3bac15" providerId="ADAL" clId="{ECD42228-5B96-4A72-B268-C46DF994E6B7}" dt="2024-01-23T01:37:27.412" v="12675" actId="1076"/>
          <ac:cxnSpMkLst>
            <pc:docMk/>
            <pc:sldMk cId="2557977293" sldId="884"/>
            <ac:cxnSpMk id="22" creationId="{D29D4F5A-2B88-D7C6-07B3-113A3DC59C26}"/>
          </ac:cxnSpMkLst>
        </pc:cxnChg>
        <pc:cxnChg chg="add mod">
          <ac:chgData name="Palit, Tapti" userId="dec6fbcd-7598-406a-8cbf-504d4a3bac15" providerId="ADAL" clId="{ECD42228-5B96-4A72-B268-C46DF994E6B7}" dt="2024-01-23T01:37:27.412" v="12675" actId="1076"/>
          <ac:cxnSpMkLst>
            <pc:docMk/>
            <pc:sldMk cId="2557977293" sldId="884"/>
            <ac:cxnSpMk id="27" creationId="{AC338EB5-4483-F4EF-56E2-621E4A9E7677}"/>
          </ac:cxnSpMkLst>
        </pc:cxnChg>
      </pc:sldChg>
      <pc:sldChg chg="addSp delSp modSp add del mod modClrScheme delAnim addCm modCm chgLayout modNotesTx">
        <pc:chgData name="Palit, Tapti" userId="dec6fbcd-7598-406a-8cbf-504d4a3bac15" providerId="ADAL" clId="{ECD42228-5B96-4A72-B268-C46DF994E6B7}" dt="2024-01-25T01:33:10.127" v="45385" actId="2696"/>
        <pc:sldMkLst>
          <pc:docMk/>
          <pc:sldMk cId="71857253" sldId="885"/>
        </pc:sldMkLst>
        <pc:spChg chg="mod ord">
          <ac:chgData name="Palit, Tapti" userId="dec6fbcd-7598-406a-8cbf-504d4a3bac15" providerId="ADAL" clId="{ECD42228-5B96-4A72-B268-C46DF994E6B7}" dt="2024-01-23T02:04:15.556" v="13647" actId="700"/>
          <ac:spMkLst>
            <pc:docMk/>
            <pc:sldMk cId="71857253" sldId="885"/>
            <ac:spMk id="3" creationId="{93EEB3D8-C844-DB58-4713-B81E54F22329}"/>
          </ac:spMkLst>
        </pc:spChg>
        <pc:spChg chg="mod ord">
          <ac:chgData name="Palit, Tapti" userId="dec6fbcd-7598-406a-8cbf-504d4a3bac15" providerId="ADAL" clId="{ECD42228-5B96-4A72-B268-C46DF994E6B7}" dt="2024-01-23T02:04:15.556" v="13647" actId="700"/>
          <ac:spMkLst>
            <pc:docMk/>
            <pc:sldMk cId="71857253" sldId="885"/>
            <ac:spMk id="4" creationId="{AC5E451F-727D-A7ED-EF0E-3354B039E1D1}"/>
          </ac:spMkLst>
        </pc:spChg>
        <pc:spChg chg="del">
          <ac:chgData name="Palit, Tapti" userId="dec6fbcd-7598-406a-8cbf-504d4a3bac15" providerId="ADAL" clId="{ECD42228-5B96-4A72-B268-C46DF994E6B7}" dt="2024-01-23T02:04:10.957" v="13646" actId="478"/>
          <ac:spMkLst>
            <pc:docMk/>
            <pc:sldMk cId="71857253" sldId="885"/>
            <ac:spMk id="5" creationId="{EAC7799E-C301-2278-5F5A-BCAE3EDC8761}"/>
          </ac:spMkLst>
        </pc:spChg>
        <pc:spChg chg="add del mod ord">
          <ac:chgData name="Palit, Tapti" userId="dec6fbcd-7598-406a-8cbf-504d4a3bac15" providerId="ADAL" clId="{ECD42228-5B96-4A72-B268-C46DF994E6B7}" dt="2024-01-23T02:04:15.556" v="13647" actId="700"/>
          <ac:spMkLst>
            <pc:docMk/>
            <pc:sldMk cId="71857253" sldId="885"/>
            <ac:spMk id="7" creationId="{2128F33F-4E23-D78E-6CB3-34505E5F7F33}"/>
          </ac:spMkLst>
        </pc:spChg>
        <pc:spChg chg="add del mod ord">
          <ac:chgData name="Palit, Tapti" userId="dec6fbcd-7598-406a-8cbf-504d4a3bac15" providerId="ADAL" clId="{ECD42228-5B96-4A72-B268-C46DF994E6B7}" dt="2024-01-23T04:19:20.434" v="19381" actId="478"/>
          <ac:spMkLst>
            <pc:docMk/>
            <pc:sldMk cId="71857253" sldId="885"/>
            <ac:spMk id="9" creationId="{A4D819F4-BEC8-E3FF-1317-09DEFB4D99DE}"/>
          </ac:spMkLst>
        </pc:spChg>
        <pc:spChg chg="mod">
          <ac:chgData name="Palit, Tapti" userId="dec6fbcd-7598-406a-8cbf-504d4a3bac15" providerId="ADAL" clId="{ECD42228-5B96-4A72-B268-C46DF994E6B7}" dt="2024-01-23T02:04:50.669" v="13648" actId="692"/>
          <ac:spMkLst>
            <pc:docMk/>
            <pc:sldMk cId="71857253" sldId="885"/>
            <ac:spMk id="43" creationId="{245B3D69-F033-13D6-7C9A-82F31639F820}"/>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24T04:39:26.560" v="40472"/>
              <pc2:cmMkLst xmlns:pc2="http://schemas.microsoft.com/office/powerpoint/2019/9/main/command">
                <pc:docMk/>
                <pc:sldMk cId="71857253" sldId="885"/>
                <pc2:cmMk id="{2BEBA5C5-71E6-43C4-9AC1-28B61F203F35}"/>
              </pc2:cmMkLst>
            </pc226:cmChg>
          </p:ext>
        </pc:extLst>
      </pc:sldChg>
      <pc:sldChg chg="new del">
        <pc:chgData name="Palit, Tapti" userId="dec6fbcd-7598-406a-8cbf-504d4a3bac15" providerId="ADAL" clId="{ECD42228-5B96-4A72-B268-C46DF994E6B7}" dt="2024-01-23T01:49:45.088" v="13169" actId="47"/>
        <pc:sldMkLst>
          <pc:docMk/>
          <pc:sldMk cId="2099181205" sldId="885"/>
        </pc:sldMkLst>
      </pc:sldChg>
      <pc:sldChg chg="add del mod modShow">
        <pc:chgData name="Palit, Tapti" userId="dec6fbcd-7598-406a-8cbf-504d4a3bac15" providerId="ADAL" clId="{ECD42228-5B96-4A72-B268-C46DF994E6B7}" dt="2024-01-28T03:44:01.241" v="67437" actId="47"/>
        <pc:sldMkLst>
          <pc:docMk/>
          <pc:sldMk cId="2631730059" sldId="885"/>
        </pc:sldMkLst>
      </pc:sldChg>
      <pc:sldChg chg="modSp new del mod ord">
        <pc:chgData name="Palit, Tapti" userId="dec6fbcd-7598-406a-8cbf-504d4a3bac15" providerId="ADAL" clId="{ECD42228-5B96-4A72-B268-C46DF994E6B7}" dt="2024-01-23T01:49:37.603" v="13167" actId="47"/>
        <pc:sldMkLst>
          <pc:docMk/>
          <pc:sldMk cId="2661834240" sldId="885"/>
        </pc:sldMkLst>
        <pc:spChg chg="mod">
          <ac:chgData name="Palit, Tapti" userId="dec6fbcd-7598-406a-8cbf-504d4a3bac15" providerId="ADAL" clId="{ECD42228-5B96-4A72-B268-C46DF994E6B7}" dt="2024-01-23T01:48:50.324" v="13166"/>
          <ac:spMkLst>
            <pc:docMk/>
            <pc:sldMk cId="2661834240" sldId="885"/>
            <ac:spMk id="3" creationId="{98249BFE-9DB0-38F1-3FE8-DCD7BC438969}"/>
          </ac:spMkLst>
        </pc:spChg>
      </pc:sldChg>
      <pc:sldChg chg="modSp add mod modNotesTx">
        <pc:chgData name="Palit, Tapti" userId="dec6fbcd-7598-406a-8cbf-504d4a3bac15" providerId="ADAL" clId="{ECD42228-5B96-4A72-B268-C46DF994E6B7}" dt="2024-01-25T13:33:16.920" v="58340" actId="14100"/>
        <pc:sldMkLst>
          <pc:docMk/>
          <pc:sldMk cId="2263543615" sldId="886"/>
        </pc:sldMkLst>
        <pc:spChg chg="mod">
          <ac:chgData name="Palit, Tapti" userId="dec6fbcd-7598-406a-8cbf-504d4a3bac15" providerId="ADAL" clId="{ECD42228-5B96-4A72-B268-C46DF994E6B7}" dt="2024-01-25T13:33:16.920" v="58340" actId="14100"/>
          <ac:spMkLst>
            <pc:docMk/>
            <pc:sldMk cId="2263543615" sldId="886"/>
            <ac:spMk id="6" creationId="{B737CC94-863F-591E-BDD7-067D8999CB94}"/>
          </ac:spMkLst>
        </pc:spChg>
      </pc:sldChg>
      <pc:sldChg chg="modSp add del mod">
        <pc:chgData name="Palit, Tapti" userId="dec6fbcd-7598-406a-8cbf-504d4a3bac15" providerId="ADAL" clId="{ECD42228-5B96-4A72-B268-C46DF994E6B7}" dt="2024-01-25T02:12:53.389" v="46924" actId="2696"/>
        <pc:sldMkLst>
          <pc:docMk/>
          <pc:sldMk cId="3127620984" sldId="886"/>
        </pc:sldMkLst>
        <pc:spChg chg="mod">
          <ac:chgData name="Palit, Tapti" userId="dec6fbcd-7598-406a-8cbf-504d4a3bac15" providerId="ADAL" clId="{ECD42228-5B96-4A72-B268-C46DF994E6B7}" dt="2024-01-23T04:12:06.994" v="19219" actId="6549"/>
          <ac:spMkLst>
            <pc:docMk/>
            <pc:sldMk cId="3127620984" sldId="886"/>
            <ac:spMk id="9" creationId="{05E5E1A5-9203-86D7-D2D2-6F8449423FB7}"/>
          </ac:spMkLst>
        </pc:spChg>
      </pc:sldChg>
      <pc:sldChg chg="del">
        <pc:chgData name="Palit, Tapti" userId="dec6fbcd-7598-406a-8cbf-504d4a3bac15" providerId="ADAL" clId="{ECD42228-5B96-4A72-B268-C46DF994E6B7}" dt="2024-01-28T03:44:01.241" v="67437" actId="47"/>
        <pc:sldMkLst>
          <pc:docMk/>
          <pc:sldMk cId="1680944788" sldId="887"/>
        </pc:sldMkLst>
      </pc:sldChg>
      <pc:sldChg chg="addSp delSp modSp new mod ord modClrScheme delAnim modAnim chgLayout modNotesTx">
        <pc:chgData name="Palit, Tapti" userId="dec6fbcd-7598-406a-8cbf-504d4a3bac15" providerId="ADAL" clId="{ECD42228-5B96-4A72-B268-C46DF994E6B7}" dt="2024-01-25T05:08:18.783" v="50993" actId="1076"/>
        <pc:sldMkLst>
          <pc:docMk/>
          <pc:sldMk cId="3976567652" sldId="887"/>
        </pc:sldMkLst>
        <pc:spChg chg="del mod ord">
          <ac:chgData name="Palit, Tapti" userId="dec6fbcd-7598-406a-8cbf-504d4a3bac15" providerId="ADAL" clId="{ECD42228-5B96-4A72-B268-C46DF994E6B7}" dt="2024-01-23T02:40:16.277" v="14599" actId="700"/>
          <ac:spMkLst>
            <pc:docMk/>
            <pc:sldMk cId="3976567652" sldId="887"/>
            <ac:spMk id="2" creationId="{2159545F-CB3D-7865-7C56-254F633073BE}"/>
          </ac:spMkLst>
        </pc:spChg>
        <pc:spChg chg="mod ord">
          <ac:chgData name="Palit, Tapti" userId="dec6fbcd-7598-406a-8cbf-504d4a3bac15" providerId="ADAL" clId="{ECD42228-5B96-4A72-B268-C46DF994E6B7}" dt="2024-01-23T02:40:21.486" v="14600" actId="700"/>
          <ac:spMkLst>
            <pc:docMk/>
            <pc:sldMk cId="3976567652" sldId="887"/>
            <ac:spMk id="3" creationId="{C2AC3463-E898-8385-593F-593DA4125E40}"/>
          </ac:spMkLst>
        </pc:spChg>
        <pc:spChg chg="mod ord">
          <ac:chgData name="Palit, Tapti" userId="dec6fbcd-7598-406a-8cbf-504d4a3bac15" providerId="ADAL" clId="{ECD42228-5B96-4A72-B268-C46DF994E6B7}" dt="2024-01-23T02:40:21.486" v="14600" actId="700"/>
          <ac:spMkLst>
            <pc:docMk/>
            <pc:sldMk cId="3976567652" sldId="887"/>
            <ac:spMk id="4" creationId="{7309343E-9268-AC9B-BD89-8BFF30271D67}"/>
          </ac:spMkLst>
        </pc:spChg>
        <pc:spChg chg="del">
          <ac:chgData name="Palit, Tapti" userId="dec6fbcd-7598-406a-8cbf-504d4a3bac15" providerId="ADAL" clId="{ECD42228-5B96-4A72-B268-C46DF994E6B7}" dt="2024-01-23T02:40:16.277" v="14599" actId="700"/>
          <ac:spMkLst>
            <pc:docMk/>
            <pc:sldMk cId="3976567652" sldId="887"/>
            <ac:spMk id="5" creationId="{D9FB214D-5F84-D6EF-78EE-CF42AD887C2D}"/>
          </ac:spMkLst>
        </pc:spChg>
        <pc:spChg chg="del">
          <ac:chgData name="Palit, Tapti" userId="dec6fbcd-7598-406a-8cbf-504d4a3bac15" providerId="ADAL" clId="{ECD42228-5B96-4A72-B268-C46DF994E6B7}" dt="2024-01-23T02:40:16.277" v="14599" actId="700"/>
          <ac:spMkLst>
            <pc:docMk/>
            <pc:sldMk cId="3976567652" sldId="887"/>
            <ac:spMk id="6" creationId="{B6FE4CCC-3351-0956-A45D-50F458045F69}"/>
          </ac:spMkLst>
        </pc:spChg>
        <pc:spChg chg="add del mod ord">
          <ac:chgData name="Palit, Tapti" userId="dec6fbcd-7598-406a-8cbf-504d4a3bac15" providerId="ADAL" clId="{ECD42228-5B96-4A72-B268-C46DF994E6B7}" dt="2024-01-23T02:40:21.486" v="14600" actId="700"/>
          <ac:spMkLst>
            <pc:docMk/>
            <pc:sldMk cId="3976567652" sldId="887"/>
            <ac:spMk id="7" creationId="{7F0A7808-F759-C566-EC1B-2BB94E024580}"/>
          </ac:spMkLst>
        </pc:spChg>
        <pc:spChg chg="add del mod ord">
          <ac:chgData name="Palit, Tapti" userId="dec6fbcd-7598-406a-8cbf-504d4a3bac15" providerId="ADAL" clId="{ECD42228-5B96-4A72-B268-C46DF994E6B7}" dt="2024-01-23T02:46:29.900" v="14779" actId="478"/>
          <ac:spMkLst>
            <pc:docMk/>
            <pc:sldMk cId="3976567652" sldId="887"/>
            <ac:spMk id="8" creationId="{F5AE997F-75CA-185D-BD3F-BD4D736B3AE4}"/>
          </ac:spMkLst>
        </pc:spChg>
        <pc:spChg chg="add del mod ord">
          <ac:chgData name="Palit, Tapti" userId="dec6fbcd-7598-406a-8cbf-504d4a3bac15" providerId="ADAL" clId="{ECD42228-5B96-4A72-B268-C46DF994E6B7}" dt="2024-01-23T02:53:21.435" v="15281" actId="478"/>
          <ac:spMkLst>
            <pc:docMk/>
            <pc:sldMk cId="3976567652" sldId="887"/>
            <ac:spMk id="9" creationId="{2FE081FA-FC1E-F8F8-64AB-93D7D4CA1F60}"/>
          </ac:spMkLst>
        </pc:spChg>
        <pc:spChg chg="add mod">
          <ac:chgData name="Palit, Tapti" userId="dec6fbcd-7598-406a-8cbf-504d4a3bac15" providerId="ADAL" clId="{ECD42228-5B96-4A72-B268-C46DF994E6B7}" dt="2024-01-25T03:51:59.796" v="49447" actId="20577"/>
          <ac:spMkLst>
            <pc:docMk/>
            <pc:sldMk cId="3976567652" sldId="887"/>
            <ac:spMk id="10" creationId="{EEA573DB-F656-4DB1-2FEF-7880B86E2669}"/>
          </ac:spMkLst>
        </pc:spChg>
        <pc:spChg chg="add mod">
          <ac:chgData name="Palit, Tapti" userId="dec6fbcd-7598-406a-8cbf-504d4a3bac15" providerId="ADAL" clId="{ECD42228-5B96-4A72-B268-C46DF994E6B7}" dt="2024-01-25T05:08:18.783" v="50993" actId="1076"/>
          <ac:spMkLst>
            <pc:docMk/>
            <pc:sldMk cId="3976567652" sldId="887"/>
            <ac:spMk id="11" creationId="{C1C2447D-700E-4656-1884-D56AD713BCD4}"/>
          </ac:spMkLst>
        </pc:spChg>
        <pc:spChg chg="add mod">
          <ac:chgData name="Palit, Tapti" userId="dec6fbcd-7598-406a-8cbf-504d4a3bac15" providerId="ADAL" clId="{ECD42228-5B96-4A72-B268-C46DF994E6B7}" dt="2024-01-23T02:46:46.926" v="14782" actId="1076"/>
          <ac:spMkLst>
            <pc:docMk/>
            <pc:sldMk cId="3976567652" sldId="887"/>
            <ac:spMk id="11" creationId="{E5E969E0-3A17-659B-64C3-EB6001F90104}"/>
          </ac:spMkLst>
        </pc:spChg>
        <pc:spChg chg="add mod">
          <ac:chgData name="Palit, Tapti" userId="dec6fbcd-7598-406a-8cbf-504d4a3bac15" providerId="ADAL" clId="{ECD42228-5B96-4A72-B268-C46DF994E6B7}" dt="2024-01-23T02:47:53.653" v="14809" actId="1037"/>
          <ac:spMkLst>
            <pc:docMk/>
            <pc:sldMk cId="3976567652" sldId="887"/>
            <ac:spMk id="12" creationId="{18B490F0-B8D0-84DB-04DD-EC2F0F476633}"/>
          </ac:spMkLst>
        </pc:spChg>
        <pc:spChg chg="add mod">
          <ac:chgData name="Palit, Tapti" userId="dec6fbcd-7598-406a-8cbf-504d4a3bac15" providerId="ADAL" clId="{ECD42228-5B96-4A72-B268-C46DF994E6B7}" dt="2024-01-23T02:48:02.953" v="14815" actId="1037"/>
          <ac:spMkLst>
            <pc:docMk/>
            <pc:sldMk cId="3976567652" sldId="887"/>
            <ac:spMk id="13" creationId="{7DD5DAE3-481F-6475-1AE1-CE1A5178F441}"/>
          </ac:spMkLst>
        </pc:spChg>
        <pc:spChg chg="add mod">
          <ac:chgData name="Palit, Tapti" userId="dec6fbcd-7598-406a-8cbf-504d4a3bac15" providerId="ADAL" clId="{ECD42228-5B96-4A72-B268-C46DF994E6B7}" dt="2024-01-25T03:51:27.750" v="49434" actId="478"/>
          <ac:spMkLst>
            <pc:docMk/>
            <pc:sldMk cId="3976567652" sldId="887"/>
            <ac:spMk id="14" creationId="{462D7690-4AF0-F4EE-E123-EE7F9CA22BD0}"/>
          </ac:spMkLst>
        </pc:spChg>
        <pc:spChg chg="add mod">
          <ac:chgData name="Palit, Tapti" userId="dec6fbcd-7598-406a-8cbf-504d4a3bac15" providerId="ADAL" clId="{ECD42228-5B96-4A72-B268-C46DF994E6B7}" dt="2024-01-23T02:56:44.605" v="15597" actId="20577"/>
          <ac:spMkLst>
            <pc:docMk/>
            <pc:sldMk cId="3976567652" sldId="887"/>
            <ac:spMk id="20" creationId="{67DB1604-5770-BF45-6E88-ABB286747E63}"/>
          </ac:spMkLst>
        </pc:spChg>
        <pc:spChg chg="add mod">
          <ac:chgData name="Palit, Tapti" userId="dec6fbcd-7598-406a-8cbf-504d4a3bac15" providerId="ADAL" clId="{ECD42228-5B96-4A72-B268-C46DF994E6B7}" dt="2024-01-23T02:57:09.630" v="15601" actId="207"/>
          <ac:spMkLst>
            <pc:docMk/>
            <pc:sldMk cId="3976567652" sldId="887"/>
            <ac:spMk id="21" creationId="{C803BF47-1D0F-9C45-2B64-D2DD49D48835}"/>
          </ac:spMkLst>
        </pc:spChg>
        <pc:spChg chg="add mod">
          <ac:chgData name="Palit, Tapti" userId="dec6fbcd-7598-406a-8cbf-504d4a3bac15" providerId="ADAL" clId="{ECD42228-5B96-4A72-B268-C46DF994E6B7}" dt="2024-01-23T02:57:46.559" v="15607" actId="1076"/>
          <ac:spMkLst>
            <pc:docMk/>
            <pc:sldMk cId="3976567652" sldId="887"/>
            <ac:spMk id="22" creationId="{A21DFF9E-CFF9-CF82-A9AC-63CC53F753AB}"/>
          </ac:spMkLst>
        </pc:spChg>
        <pc:spChg chg="add mod">
          <ac:chgData name="Palit, Tapti" userId="dec6fbcd-7598-406a-8cbf-504d4a3bac15" providerId="ADAL" clId="{ECD42228-5B96-4A72-B268-C46DF994E6B7}" dt="2024-01-23T02:58:25.606" v="15609" actId="1076"/>
          <ac:spMkLst>
            <pc:docMk/>
            <pc:sldMk cId="3976567652" sldId="887"/>
            <ac:spMk id="23" creationId="{62D4A6D7-C435-AD42-8BE1-9EAB73CCA6ED}"/>
          </ac:spMkLst>
        </pc:spChg>
        <pc:spChg chg="del">
          <ac:chgData name="Palit, Tapti" userId="dec6fbcd-7598-406a-8cbf-504d4a3bac15" providerId="ADAL" clId="{ECD42228-5B96-4A72-B268-C46DF994E6B7}" dt="2024-01-25T03:39:21.248" v="49088" actId="478"/>
          <ac:spMkLst>
            <pc:docMk/>
            <pc:sldMk cId="3976567652" sldId="887"/>
            <ac:spMk id="24" creationId="{7883669F-6042-66F8-9051-62C8F06473DE}"/>
          </ac:spMkLst>
        </pc:spChg>
        <pc:spChg chg="del">
          <ac:chgData name="Palit, Tapti" userId="dec6fbcd-7598-406a-8cbf-504d4a3bac15" providerId="ADAL" clId="{ECD42228-5B96-4A72-B268-C46DF994E6B7}" dt="2024-01-25T03:39:28.547" v="49090" actId="478"/>
          <ac:spMkLst>
            <pc:docMk/>
            <pc:sldMk cId="3976567652" sldId="887"/>
            <ac:spMk id="28" creationId="{E2C8C09F-A457-5E84-0292-CBB73474F96A}"/>
          </ac:spMkLst>
        </pc:spChg>
        <pc:spChg chg="del mod">
          <ac:chgData name="Palit, Tapti" userId="dec6fbcd-7598-406a-8cbf-504d4a3bac15" providerId="ADAL" clId="{ECD42228-5B96-4A72-B268-C46DF994E6B7}" dt="2024-01-25T03:39:21.248" v="49088" actId="478"/>
          <ac:spMkLst>
            <pc:docMk/>
            <pc:sldMk cId="3976567652" sldId="887"/>
            <ac:spMk id="29" creationId="{EF3D68C7-703A-C586-D52A-D25955DBFDCA}"/>
          </ac:spMkLst>
        </pc:spChg>
        <pc:spChg chg="del mod">
          <ac:chgData name="Palit, Tapti" userId="dec6fbcd-7598-406a-8cbf-504d4a3bac15" providerId="ADAL" clId="{ECD42228-5B96-4A72-B268-C46DF994E6B7}" dt="2024-01-25T03:39:21.248" v="49088" actId="478"/>
          <ac:spMkLst>
            <pc:docMk/>
            <pc:sldMk cId="3976567652" sldId="887"/>
            <ac:spMk id="30" creationId="{F35980AB-E1C1-CF21-8901-C2B1BE4C3E5E}"/>
          </ac:spMkLst>
        </pc:spChg>
        <pc:spChg chg="del">
          <ac:chgData name="Palit, Tapti" userId="dec6fbcd-7598-406a-8cbf-504d4a3bac15" providerId="ADAL" clId="{ECD42228-5B96-4A72-B268-C46DF994E6B7}" dt="2024-01-25T03:51:27.750" v="49434" actId="478"/>
          <ac:spMkLst>
            <pc:docMk/>
            <pc:sldMk cId="3976567652" sldId="887"/>
            <ac:spMk id="34" creationId="{337688A2-C1F0-0967-CEF4-B0179A62746A}"/>
          </ac:spMkLst>
        </pc:spChg>
        <pc:grpChg chg="del">
          <ac:chgData name="Palit, Tapti" userId="dec6fbcd-7598-406a-8cbf-504d4a3bac15" providerId="ADAL" clId="{ECD42228-5B96-4A72-B268-C46DF994E6B7}" dt="2024-01-25T03:39:21.248" v="49088" actId="478"/>
          <ac:grpSpMkLst>
            <pc:docMk/>
            <pc:sldMk cId="3976567652" sldId="887"/>
            <ac:grpSpMk id="19" creationId="{99C10DDE-C4D3-B2D7-873D-5089259C72ED}"/>
          </ac:grpSpMkLst>
        </pc:grpChg>
        <pc:graphicFrameChg chg="add mod modGraphic">
          <ac:chgData name="Palit, Tapti" userId="dec6fbcd-7598-406a-8cbf-504d4a3bac15" providerId="ADAL" clId="{ECD42228-5B96-4A72-B268-C46DF994E6B7}" dt="2024-01-25T03:48:52.675" v="49413" actId="20577"/>
          <ac:graphicFrameMkLst>
            <pc:docMk/>
            <pc:sldMk cId="3976567652" sldId="887"/>
            <ac:graphicFrameMk id="12" creationId="{ACF69396-1115-0103-FBDD-196ABEA621B6}"/>
          </ac:graphicFrameMkLst>
        </pc:graphicFrameChg>
        <pc:graphicFrameChg chg="add mod modGraphic">
          <ac:chgData name="Palit, Tapti" userId="dec6fbcd-7598-406a-8cbf-504d4a3bac15" providerId="ADAL" clId="{ECD42228-5B96-4A72-B268-C46DF994E6B7}" dt="2024-01-23T02:47:30.325" v="14800" actId="20577"/>
          <ac:graphicFrameMkLst>
            <pc:docMk/>
            <pc:sldMk cId="3976567652" sldId="887"/>
            <ac:graphicFrameMk id="14" creationId="{47782D33-9D3B-4C31-1D10-C9D686012854}"/>
          </ac:graphicFrameMkLst>
        </pc:graphicFrameChg>
        <pc:cxnChg chg="add mod">
          <ac:chgData name="Palit, Tapti" userId="dec6fbcd-7598-406a-8cbf-504d4a3bac15" providerId="ADAL" clId="{ECD42228-5B96-4A72-B268-C46DF994E6B7}" dt="2024-01-25T03:46:21.375" v="49354" actId="13822"/>
          <ac:cxnSpMkLst>
            <pc:docMk/>
            <pc:sldMk cId="3976567652" sldId="887"/>
            <ac:cxnSpMk id="6" creationId="{88F42F2E-8831-6EB5-EE0D-4CB1D8DC1470}"/>
          </ac:cxnSpMkLst>
        </pc:cxnChg>
        <pc:cxnChg chg="add mod">
          <ac:chgData name="Palit, Tapti" userId="dec6fbcd-7598-406a-8cbf-504d4a3bac15" providerId="ADAL" clId="{ECD42228-5B96-4A72-B268-C46DF994E6B7}" dt="2024-01-25T04:28:12.685" v="50067" actId="14100"/>
          <ac:cxnSpMkLst>
            <pc:docMk/>
            <pc:sldMk cId="3976567652" sldId="887"/>
            <ac:cxnSpMk id="7" creationId="{188FC76F-D918-6DAE-9C87-BC62BB4C17B3}"/>
          </ac:cxnSpMkLst>
        </pc:cxnChg>
        <pc:cxnChg chg="add mod">
          <ac:chgData name="Palit, Tapti" userId="dec6fbcd-7598-406a-8cbf-504d4a3bac15" providerId="ADAL" clId="{ECD42228-5B96-4A72-B268-C46DF994E6B7}" dt="2024-01-23T02:47:53.653" v="14809" actId="1037"/>
          <ac:cxnSpMkLst>
            <pc:docMk/>
            <pc:sldMk cId="3976567652" sldId="887"/>
            <ac:cxnSpMk id="16" creationId="{BAFAA1AF-F0A5-DCB5-D35C-BDB01BD8D844}"/>
          </ac:cxnSpMkLst>
        </pc:cxnChg>
        <pc:cxnChg chg="add mod">
          <ac:chgData name="Palit, Tapti" userId="dec6fbcd-7598-406a-8cbf-504d4a3bac15" providerId="ADAL" clId="{ECD42228-5B96-4A72-B268-C46DF994E6B7}" dt="2024-01-23T02:48:02.953" v="14815" actId="1037"/>
          <ac:cxnSpMkLst>
            <pc:docMk/>
            <pc:sldMk cId="3976567652" sldId="887"/>
            <ac:cxnSpMk id="17" creationId="{F5A9ADBF-BCC8-3622-88B5-E8D0755ECFC9}"/>
          </ac:cxnSpMkLst>
        </pc:cxnChg>
        <pc:cxnChg chg="del mod">
          <ac:chgData name="Palit, Tapti" userId="dec6fbcd-7598-406a-8cbf-504d4a3bac15" providerId="ADAL" clId="{ECD42228-5B96-4A72-B268-C46DF994E6B7}" dt="2024-01-25T03:39:23.523" v="49089" actId="478"/>
          <ac:cxnSpMkLst>
            <pc:docMk/>
            <pc:sldMk cId="3976567652" sldId="887"/>
            <ac:cxnSpMk id="25" creationId="{8A4C34E4-54AE-509A-9399-E1FB9D5774DB}"/>
          </ac:cxnSpMkLst>
        </pc:cxnChg>
      </pc:sldChg>
      <pc:sldChg chg="add del mod modShow">
        <pc:chgData name="Palit, Tapti" userId="dec6fbcd-7598-406a-8cbf-504d4a3bac15" providerId="ADAL" clId="{ECD42228-5B96-4A72-B268-C46DF994E6B7}" dt="2024-01-28T03:44:01.241" v="67437" actId="47"/>
        <pc:sldMkLst>
          <pc:docMk/>
          <pc:sldMk cId="3301180924" sldId="888"/>
        </pc:sldMkLst>
      </pc:sldChg>
      <pc:sldChg chg="addSp delSp modSp new del mod modClrScheme addCm delCm chgLayout modNotesTx">
        <pc:chgData name="Palit, Tapti" userId="dec6fbcd-7598-406a-8cbf-504d4a3bac15" providerId="ADAL" clId="{ECD42228-5B96-4A72-B268-C46DF994E6B7}" dt="2024-01-26T21:23:29.494" v="61897" actId="2696"/>
        <pc:sldMkLst>
          <pc:docMk/>
          <pc:sldMk cId="4097136951" sldId="888"/>
        </pc:sldMkLst>
        <pc:spChg chg="del mod ord">
          <ac:chgData name="Palit, Tapti" userId="dec6fbcd-7598-406a-8cbf-504d4a3bac15" providerId="ADAL" clId="{ECD42228-5B96-4A72-B268-C46DF994E6B7}" dt="2024-01-23T02:51:44.259" v="15069" actId="700"/>
          <ac:spMkLst>
            <pc:docMk/>
            <pc:sldMk cId="4097136951" sldId="888"/>
            <ac:spMk id="2" creationId="{AF33C272-0AF0-A52E-C96E-C481EE365187}"/>
          </ac:spMkLst>
        </pc:spChg>
        <pc:spChg chg="add del mod">
          <ac:chgData name="Palit, Tapti" userId="dec6fbcd-7598-406a-8cbf-504d4a3bac15" providerId="ADAL" clId="{ECD42228-5B96-4A72-B268-C46DF994E6B7}" dt="2024-01-25T02:59:20.143" v="47566" actId="6264"/>
          <ac:spMkLst>
            <pc:docMk/>
            <pc:sldMk cId="4097136951" sldId="888"/>
            <ac:spMk id="2" creationId="{DC27260E-2464-6B7D-3F2E-2B879FEEB426}"/>
          </ac:spMkLst>
        </pc:spChg>
        <pc:spChg chg="mod ord">
          <ac:chgData name="Palit, Tapti" userId="dec6fbcd-7598-406a-8cbf-504d4a3bac15" providerId="ADAL" clId="{ECD42228-5B96-4A72-B268-C46DF994E6B7}" dt="2024-01-25T06:23:58.309" v="54090" actId="700"/>
          <ac:spMkLst>
            <pc:docMk/>
            <pc:sldMk cId="4097136951" sldId="888"/>
            <ac:spMk id="3" creationId="{8236E983-A1AB-BAEC-070D-E86B081F7A76}"/>
          </ac:spMkLst>
        </pc:spChg>
        <pc:spChg chg="mod ord">
          <ac:chgData name="Palit, Tapti" userId="dec6fbcd-7598-406a-8cbf-504d4a3bac15" providerId="ADAL" clId="{ECD42228-5B96-4A72-B268-C46DF994E6B7}" dt="2024-01-25T06:23:58.309" v="54090" actId="700"/>
          <ac:spMkLst>
            <pc:docMk/>
            <pc:sldMk cId="4097136951" sldId="888"/>
            <ac:spMk id="4" creationId="{24032CC4-89BF-2BA1-5023-32FEBF023274}"/>
          </ac:spMkLst>
        </pc:spChg>
        <pc:spChg chg="add del mod">
          <ac:chgData name="Palit, Tapti" userId="dec6fbcd-7598-406a-8cbf-504d4a3bac15" providerId="ADAL" clId="{ECD42228-5B96-4A72-B268-C46DF994E6B7}" dt="2024-01-25T02:59:20.143" v="47566" actId="6264"/>
          <ac:spMkLst>
            <pc:docMk/>
            <pc:sldMk cId="4097136951" sldId="888"/>
            <ac:spMk id="5" creationId="{8787F401-AB4A-D85E-D7DD-6AEAF1F8787B}"/>
          </ac:spMkLst>
        </pc:spChg>
        <pc:spChg chg="del mod ord">
          <ac:chgData name="Palit, Tapti" userId="dec6fbcd-7598-406a-8cbf-504d4a3bac15" providerId="ADAL" clId="{ECD42228-5B96-4A72-B268-C46DF994E6B7}" dt="2024-01-23T02:51:44.259" v="15069" actId="700"/>
          <ac:spMkLst>
            <pc:docMk/>
            <pc:sldMk cId="4097136951" sldId="888"/>
            <ac:spMk id="5" creationId="{A7080B14-99C6-CBAA-FF48-660276001363}"/>
          </ac:spMkLst>
        </pc:spChg>
        <pc:spChg chg="add del mod">
          <ac:chgData name="Palit, Tapti" userId="dec6fbcd-7598-406a-8cbf-504d4a3bac15" providerId="ADAL" clId="{ECD42228-5B96-4A72-B268-C46DF994E6B7}" dt="2024-01-25T02:59:20.143" v="47566" actId="6264"/>
          <ac:spMkLst>
            <pc:docMk/>
            <pc:sldMk cId="4097136951" sldId="888"/>
            <ac:spMk id="6" creationId="{ED2C20F3-1735-EAEF-09EE-8F782EAA158C}"/>
          </ac:spMkLst>
        </pc:spChg>
        <pc:spChg chg="add del mod ord">
          <ac:chgData name="Palit, Tapti" userId="dec6fbcd-7598-406a-8cbf-504d4a3bac15" providerId="ADAL" clId="{ECD42228-5B96-4A72-B268-C46DF994E6B7}" dt="2024-01-23T15:06:36.761" v="27122" actId="478"/>
          <ac:spMkLst>
            <pc:docMk/>
            <pc:sldMk cId="4097136951" sldId="888"/>
            <ac:spMk id="6" creationId="{F5885755-88D6-7285-95BB-B89888EE0B71}"/>
          </ac:spMkLst>
        </pc:spChg>
        <pc:spChg chg="add mod ord">
          <ac:chgData name="Palit, Tapti" userId="dec6fbcd-7598-406a-8cbf-504d4a3bac15" providerId="ADAL" clId="{ECD42228-5B96-4A72-B268-C46DF994E6B7}" dt="2024-01-25T06:24:04.431" v="54108" actId="20577"/>
          <ac:spMkLst>
            <pc:docMk/>
            <pc:sldMk cId="4097136951" sldId="888"/>
            <ac:spMk id="7" creationId="{05B2C013-A15C-AAB6-5070-049E85709C45}"/>
          </ac:spMkLst>
        </pc:spChg>
        <pc:spChg chg="add del mod ord">
          <ac:chgData name="Palit, Tapti" userId="dec6fbcd-7598-406a-8cbf-504d4a3bac15" providerId="ADAL" clId="{ECD42228-5B96-4A72-B268-C46DF994E6B7}" dt="2024-01-23T15:06:36.761" v="27122" actId="478"/>
          <ac:spMkLst>
            <pc:docMk/>
            <pc:sldMk cId="4097136951" sldId="888"/>
            <ac:spMk id="7" creationId="{C434EA30-A10A-4A5E-9276-AD6DE6C0B594}"/>
          </ac:spMkLst>
        </pc:spChg>
        <pc:spChg chg="add del mod">
          <ac:chgData name="Palit, Tapti" userId="dec6fbcd-7598-406a-8cbf-504d4a3bac15" providerId="ADAL" clId="{ECD42228-5B96-4A72-B268-C46DF994E6B7}" dt="2024-01-23T15:06:41.193" v="27123" actId="700"/>
          <ac:spMkLst>
            <pc:docMk/>
            <pc:sldMk cId="4097136951" sldId="888"/>
            <ac:spMk id="9" creationId="{296FAEA8-C2E1-6139-F64C-FD76DA3D464C}"/>
          </ac:spMkLst>
        </pc:spChg>
        <pc:spChg chg="add del mod ord">
          <ac:chgData name="Palit, Tapti" userId="dec6fbcd-7598-406a-8cbf-504d4a3bac15" providerId="ADAL" clId="{ECD42228-5B96-4A72-B268-C46DF994E6B7}" dt="2024-01-23T15:06:41.193" v="27123" actId="700"/>
          <ac:spMkLst>
            <pc:docMk/>
            <pc:sldMk cId="4097136951" sldId="888"/>
            <ac:spMk id="11" creationId="{05FB061B-857A-6952-A61A-4778C18E97F0}"/>
          </ac:spMkLst>
        </pc:spChg>
        <pc:spChg chg="add mod ord">
          <ac:chgData name="Palit, Tapti" userId="dec6fbcd-7598-406a-8cbf-504d4a3bac15" providerId="ADAL" clId="{ECD42228-5B96-4A72-B268-C46DF994E6B7}" dt="2024-01-25T13:35:09.104" v="58443" actId="20577"/>
          <ac:spMkLst>
            <pc:docMk/>
            <pc:sldMk cId="4097136951" sldId="888"/>
            <ac:spMk id="12" creationId="{498AE73A-CEAA-1376-AD9C-8110A90B14BF}"/>
          </ac:spMkLst>
        </pc:spChg>
        <pc:picChg chg="add del mod">
          <ac:chgData name="Palit, Tapti" userId="dec6fbcd-7598-406a-8cbf-504d4a3bac15" providerId="ADAL" clId="{ECD42228-5B96-4A72-B268-C46DF994E6B7}" dt="2024-01-25T03:30:44.482" v="48740" actId="478"/>
          <ac:picMkLst>
            <pc:docMk/>
            <pc:sldMk cId="4097136951" sldId="888"/>
            <ac:picMk id="3074" creationId="{C746B16F-1F15-561E-6450-FFEE628133E5}"/>
          </ac:picMkLst>
        </pc:picChg>
        <pc:picChg chg="add del mod">
          <ac:chgData name="Palit, Tapti" userId="dec6fbcd-7598-406a-8cbf-504d4a3bac15" providerId="ADAL" clId="{ECD42228-5B96-4A72-B268-C46DF994E6B7}" dt="2024-01-25T13:35:57.623" v="58446" actId="478"/>
          <ac:picMkLst>
            <pc:docMk/>
            <pc:sldMk cId="4097136951" sldId="888"/>
            <ac:picMk id="3076" creationId="{26E16DAD-48E1-CD95-693A-FD190AF70FC1}"/>
          </ac:picMkLst>
        </pc:picChg>
        <pc:picChg chg="add mod">
          <ac:chgData name="Palit, Tapti" userId="dec6fbcd-7598-406a-8cbf-504d4a3bac15" providerId="ADAL" clId="{ECD42228-5B96-4A72-B268-C46DF994E6B7}" dt="2024-01-25T03:32:11.653" v="48869" actId="1076"/>
          <ac:picMkLst>
            <pc:docMk/>
            <pc:sldMk cId="4097136951" sldId="888"/>
            <ac:picMk id="3078" creationId="{E7B4BB44-207D-AF75-B605-841BD4E59D8A}"/>
          </ac:picMkLst>
        </pc:picChg>
        <pc:picChg chg="add mod">
          <ac:chgData name="Palit, Tapti" userId="dec6fbcd-7598-406a-8cbf-504d4a3bac15" providerId="ADAL" clId="{ECD42228-5B96-4A72-B268-C46DF994E6B7}" dt="2024-01-25T03:34:06.133" v="48935" actId="1076"/>
          <ac:picMkLst>
            <pc:docMk/>
            <pc:sldMk cId="4097136951" sldId="888"/>
            <ac:picMk id="3080" creationId="{68567777-1E75-80A0-2589-2E2BA7DE8F73}"/>
          </ac:picMkLst>
        </pc:picChg>
        <pc:picChg chg="add">
          <ac:chgData name="Palit, Tapti" userId="dec6fbcd-7598-406a-8cbf-504d4a3bac15" providerId="ADAL" clId="{ECD42228-5B96-4A72-B268-C46DF994E6B7}" dt="2024-01-25T13:35:55.303" v="58445"/>
          <ac:picMkLst>
            <pc:docMk/>
            <pc:sldMk cId="4097136951" sldId="888"/>
            <ac:picMk id="6146" creationId="{7060EE0B-517F-A170-C34A-85F742A331A3}"/>
          </ac:picMkLst>
        </pc:pic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5T13:36:08.249" v="58447"/>
              <pc2:cmMkLst xmlns:pc2="http://schemas.microsoft.com/office/powerpoint/2019/9/main/command">
                <pc:docMk/>
                <pc:sldMk cId="4097136951" sldId="888"/>
                <pc2:cmMk id="{227BAD21-1704-4EBC-9B06-0B4E2DC36488}"/>
              </pc2:cmMkLst>
            </pc226:cmChg>
            <pc226:cmChg xmlns:pc226="http://schemas.microsoft.com/office/powerpoint/2022/06/main/command" chg="add">
              <pc226:chgData name="Palit, Tapti" userId="dec6fbcd-7598-406a-8cbf-504d4a3bac15" providerId="ADAL" clId="{ECD42228-5B96-4A72-B268-C46DF994E6B7}" dt="2024-01-25T13:49:47.720" v="58999"/>
              <pc2:cmMkLst xmlns:pc2="http://schemas.microsoft.com/office/powerpoint/2019/9/main/command">
                <pc:docMk/>
                <pc:sldMk cId="4097136951" sldId="888"/>
                <pc2:cmMk id="{2F6B944E-8A4D-41C4-B829-D7CCA2F91A36}"/>
              </pc2:cmMkLst>
            </pc226:cmChg>
          </p:ext>
        </pc:extLst>
      </pc:sldChg>
      <pc:sldChg chg="addSp delSp modSp add mod modAnim modNotesTx">
        <pc:chgData name="Palit, Tapti" userId="dec6fbcd-7598-406a-8cbf-504d4a3bac15" providerId="ADAL" clId="{ECD42228-5B96-4A72-B268-C46DF994E6B7}" dt="2024-01-23T03:13:59.113" v="16827" actId="20577"/>
        <pc:sldMkLst>
          <pc:docMk/>
          <pc:sldMk cId="1537709732" sldId="889"/>
        </pc:sldMkLst>
        <pc:spChg chg="add mod">
          <ac:chgData name="Palit, Tapti" userId="dec6fbcd-7598-406a-8cbf-504d4a3bac15" providerId="ADAL" clId="{ECD42228-5B96-4A72-B268-C46DF994E6B7}" dt="2024-01-23T03:02:07.180" v="15834"/>
          <ac:spMkLst>
            <pc:docMk/>
            <pc:sldMk cId="1537709732" sldId="889"/>
            <ac:spMk id="2" creationId="{687A758A-1265-EFFD-FFFA-DC4D80BD6E44}"/>
          </ac:spMkLst>
        </pc:spChg>
        <pc:spChg chg="mod">
          <ac:chgData name="Palit, Tapti" userId="dec6fbcd-7598-406a-8cbf-504d4a3bac15" providerId="ADAL" clId="{ECD42228-5B96-4A72-B268-C46DF994E6B7}" dt="2024-01-23T03:08:32.320" v="16295" actId="20577"/>
          <ac:spMkLst>
            <pc:docMk/>
            <pc:sldMk cId="1537709732" sldId="889"/>
            <ac:spMk id="3" creationId="{C2AC3463-E898-8385-593F-593DA4125E40}"/>
          </ac:spMkLst>
        </pc:spChg>
        <pc:spChg chg="add mod">
          <ac:chgData name="Palit, Tapti" userId="dec6fbcd-7598-406a-8cbf-504d4a3bac15" providerId="ADAL" clId="{ECD42228-5B96-4A72-B268-C46DF994E6B7}" dt="2024-01-23T03:04:01.125" v="16019" actId="14100"/>
          <ac:spMkLst>
            <pc:docMk/>
            <pc:sldMk cId="1537709732" sldId="889"/>
            <ac:spMk id="5" creationId="{214FB112-4A6D-3DF7-D43C-6A2E9A83B42C}"/>
          </ac:spMkLst>
        </pc:spChg>
        <pc:spChg chg="mod">
          <ac:chgData name="Palit, Tapti" userId="dec6fbcd-7598-406a-8cbf-504d4a3bac15" providerId="ADAL" clId="{ECD42228-5B96-4A72-B268-C46DF994E6B7}" dt="2024-01-23T03:13:59.113" v="16827" actId="20577"/>
          <ac:spMkLst>
            <pc:docMk/>
            <pc:sldMk cId="1537709732" sldId="889"/>
            <ac:spMk id="10" creationId="{EEA573DB-F656-4DB1-2FEF-7880B86E2669}"/>
          </ac:spMkLst>
        </pc:spChg>
        <pc:spChg chg="add del mod">
          <ac:chgData name="Palit, Tapti" userId="dec6fbcd-7598-406a-8cbf-504d4a3bac15" providerId="ADAL" clId="{ECD42228-5B96-4A72-B268-C46DF994E6B7}" dt="2024-01-23T03:02:11.805" v="15835" actId="1076"/>
          <ac:spMkLst>
            <pc:docMk/>
            <pc:sldMk cId="1537709732" sldId="889"/>
            <ac:spMk id="21" creationId="{C803BF47-1D0F-9C45-2B64-D2DD49D48835}"/>
          </ac:spMkLst>
        </pc:spChg>
        <pc:spChg chg="add del">
          <ac:chgData name="Palit, Tapti" userId="dec6fbcd-7598-406a-8cbf-504d4a3bac15" providerId="ADAL" clId="{ECD42228-5B96-4A72-B268-C46DF994E6B7}" dt="2024-01-23T03:02:05.042" v="15833" actId="478"/>
          <ac:spMkLst>
            <pc:docMk/>
            <pc:sldMk cId="1537709732" sldId="889"/>
            <ac:spMk id="22" creationId="{A21DFF9E-CFF9-CF82-A9AC-63CC53F753AB}"/>
          </ac:spMkLst>
        </pc:spChg>
      </pc:sldChg>
      <pc:sldChg chg="modSp add mod modNotesTx">
        <pc:chgData name="Palit, Tapti" userId="dec6fbcd-7598-406a-8cbf-504d4a3bac15" providerId="ADAL" clId="{ECD42228-5B96-4A72-B268-C46DF994E6B7}" dt="2024-01-23T15:09:42.488" v="27500" actId="20577"/>
        <pc:sldMkLst>
          <pc:docMk/>
          <pc:sldMk cId="491903529" sldId="890"/>
        </pc:sldMkLst>
        <pc:spChg chg="mod">
          <ac:chgData name="Palit, Tapti" userId="dec6fbcd-7598-406a-8cbf-504d4a3bac15" providerId="ADAL" clId="{ECD42228-5B96-4A72-B268-C46DF994E6B7}" dt="2024-01-23T03:08:39.193" v="16311" actId="20577"/>
          <ac:spMkLst>
            <pc:docMk/>
            <pc:sldMk cId="491903529" sldId="890"/>
            <ac:spMk id="3" creationId="{C2AC3463-E898-8385-593F-593DA4125E40}"/>
          </ac:spMkLst>
        </pc:spChg>
        <pc:spChg chg="mod">
          <ac:chgData name="Palit, Tapti" userId="dec6fbcd-7598-406a-8cbf-504d4a3bac15" providerId="ADAL" clId="{ECD42228-5B96-4A72-B268-C46DF994E6B7}" dt="2024-01-23T03:07:58.597" v="16226" actId="1076"/>
          <ac:spMkLst>
            <pc:docMk/>
            <pc:sldMk cId="491903529" sldId="890"/>
            <ac:spMk id="5" creationId="{214FB112-4A6D-3DF7-D43C-6A2E9A83B42C}"/>
          </ac:spMkLst>
        </pc:spChg>
        <pc:spChg chg="mod">
          <ac:chgData name="Palit, Tapti" userId="dec6fbcd-7598-406a-8cbf-504d4a3bac15" providerId="ADAL" clId="{ECD42228-5B96-4A72-B268-C46DF994E6B7}" dt="2024-01-23T03:14:03.738" v="16828" actId="20577"/>
          <ac:spMkLst>
            <pc:docMk/>
            <pc:sldMk cId="491903529" sldId="890"/>
            <ac:spMk id="10" creationId="{EEA573DB-F656-4DB1-2FEF-7880B86E2669}"/>
          </ac:spMkLst>
        </pc:spChg>
        <pc:spChg chg="mod">
          <ac:chgData name="Palit, Tapti" userId="dec6fbcd-7598-406a-8cbf-504d4a3bac15" providerId="ADAL" clId="{ECD42228-5B96-4A72-B268-C46DF994E6B7}" dt="2024-01-23T03:07:58.597" v="16226" actId="1076"/>
          <ac:spMkLst>
            <pc:docMk/>
            <pc:sldMk cId="491903529" sldId="890"/>
            <ac:spMk id="21" creationId="{C803BF47-1D0F-9C45-2B64-D2DD49D48835}"/>
          </ac:spMkLst>
        </pc:spChg>
      </pc:sldChg>
      <pc:sldChg chg="addSp delSp modSp add mod modClrScheme delAnim modAnim chgLayout modNotesTx">
        <pc:chgData name="Palit, Tapti" userId="dec6fbcd-7598-406a-8cbf-504d4a3bac15" providerId="ADAL" clId="{ECD42228-5B96-4A72-B268-C46DF994E6B7}" dt="2024-01-23T15:10:05.825" v="27539" actId="20577"/>
        <pc:sldMkLst>
          <pc:docMk/>
          <pc:sldMk cId="809891943" sldId="891"/>
        </pc:sldMkLst>
        <pc:spChg chg="add mod">
          <ac:chgData name="Palit, Tapti" userId="dec6fbcd-7598-406a-8cbf-504d4a3bac15" providerId="ADAL" clId="{ECD42228-5B96-4A72-B268-C46DF994E6B7}" dt="2024-01-23T03:12:17.356" v="16779" actId="14100"/>
          <ac:spMkLst>
            <pc:docMk/>
            <pc:sldMk cId="809891943" sldId="891"/>
            <ac:spMk id="2" creationId="{97F222EE-10BB-5BF5-7D56-35951A11B61F}"/>
          </ac:spMkLst>
        </pc:spChg>
        <pc:spChg chg="mod ord">
          <ac:chgData name="Palit, Tapti" userId="dec6fbcd-7598-406a-8cbf-504d4a3bac15" providerId="ADAL" clId="{ECD42228-5B96-4A72-B268-C46DF994E6B7}" dt="2024-01-23T03:19:42.501" v="17231" actId="700"/>
          <ac:spMkLst>
            <pc:docMk/>
            <pc:sldMk cId="809891943" sldId="891"/>
            <ac:spMk id="3" creationId="{C2AC3463-E898-8385-593F-593DA4125E40}"/>
          </ac:spMkLst>
        </pc:spChg>
        <pc:spChg chg="mod ord">
          <ac:chgData name="Palit, Tapti" userId="dec6fbcd-7598-406a-8cbf-504d4a3bac15" providerId="ADAL" clId="{ECD42228-5B96-4A72-B268-C46DF994E6B7}" dt="2024-01-23T03:19:42.501" v="17231" actId="700"/>
          <ac:spMkLst>
            <pc:docMk/>
            <pc:sldMk cId="809891943" sldId="891"/>
            <ac:spMk id="4" creationId="{7309343E-9268-AC9B-BD89-8BFF30271D67}"/>
          </ac:spMkLst>
        </pc:spChg>
        <pc:spChg chg="del">
          <ac:chgData name="Palit, Tapti" userId="dec6fbcd-7598-406a-8cbf-504d4a3bac15" providerId="ADAL" clId="{ECD42228-5B96-4A72-B268-C46DF994E6B7}" dt="2024-01-23T03:10:45.776" v="16603" actId="478"/>
          <ac:spMkLst>
            <pc:docMk/>
            <pc:sldMk cId="809891943" sldId="891"/>
            <ac:spMk id="5" creationId="{214FB112-4A6D-3DF7-D43C-6A2E9A83B42C}"/>
          </ac:spMkLst>
        </pc:spChg>
        <pc:spChg chg="add mod">
          <ac:chgData name="Palit, Tapti" userId="dec6fbcd-7598-406a-8cbf-504d4a3bac15" providerId="ADAL" clId="{ECD42228-5B96-4A72-B268-C46DF994E6B7}" dt="2024-01-23T03:15:41.285" v="17028" actId="1076"/>
          <ac:spMkLst>
            <pc:docMk/>
            <pc:sldMk cId="809891943" sldId="891"/>
            <ac:spMk id="6" creationId="{720DF1AF-4A15-908F-5F01-97CDBA9ED66E}"/>
          </ac:spMkLst>
        </pc:spChg>
        <pc:spChg chg="add mod">
          <ac:chgData name="Palit, Tapti" userId="dec6fbcd-7598-406a-8cbf-504d4a3bac15" providerId="ADAL" clId="{ECD42228-5B96-4A72-B268-C46DF994E6B7}" dt="2024-01-23T03:16:01.177" v="17077" actId="1076"/>
          <ac:spMkLst>
            <pc:docMk/>
            <pc:sldMk cId="809891943" sldId="891"/>
            <ac:spMk id="7" creationId="{D28C5FC1-2886-BDA8-55C4-3926BA509E46}"/>
          </ac:spMkLst>
        </pc:spChg>
        <pc:spChg chg="add mod">
          <ac:chgData name="Palit, Tapti" userId="dec6fbcd-7598-406a-8cbf-504d4a3bac15" providerId="ADAL" clId="{ECD42228-5B96-4A72-B268-C46DF994E6B7}" dt="2024-01-23T03:16:32.117" v="17127" actId="1076"/>
          <ac:spMkLst>
            <pc:docMk/>
            <pc:sldMk cId="809891943" sldId="891"/>
            <ac:spMk id="8" creationId="{62071499-E1F0-CD2D-7726-1F30EDE73651}"/>
          </ac:spMkLst>
        </pc:spChg>
        <pc:spChg chg="add mod">
          <ac:chgData name="Palit, Tapti" userId="dec6fbcd-7598-406a-8cbf-504d4a3bac15" providerId="ADAL" clId="{ECD42228-5B96-4A72-B268-C46DF994E6B7}" dt="2024-01-23T03:18:10.003" v="17221" actId="20577"/>
          <ac:spMkLst>
            <pc:docMk/>
            <pc:sldMk cId="809891943" sldId="891"/>
            <ac:spMk id="9" creationId="{D3E7932B-706A-592D-994C-89A9AA00CC26}"/>
          </ac:spMkLst>
        </pc:spChg>
        <pc:spChg chg="mod">
          <ac:chgData name="Palit, Tapti" userId="dec6fbcd-7598-406a-8cbf-504d4a3bac15" providerId="ADAL" clId="{ECD42228-5B96-4A72-B268-C46DF994E6B7}" dt="2024-01-23T03:14:08.276" v="16829" actId="20577"/>
          <ac:spMkLst>
            <pc:docMk/>
            <pc:sldMk cId="809891943" sldId="891"/>
            <ac:spMk id="10" creationId="{EEA573DB-F656-4DB1-2FEF-7880B86E2669}"/>
          </ac:spMkLst>
        </pc:spChg>
        <pc:spChg chg="add mod ord">
          <ac:chgData name="Palit, Tapti" userId="dec6fbcd-7598-406a-8cbf-504d4a3bac15" providerId="ADAL" clId="{ECD42228-5B96-4A72-B268-C46DF994E6B7}" dt="2024-01-23T03:19:58.882" v="17260" actId="122"/>
          <ac:spMkLst>
            <pc:docMk/>
            <pc:sldMk cId="809891943" sldId="891"/>
            <ac:spMk id="15" creationId="{3F0890A5-95AC-279E-B352-9138B8614E38}"/>
          </ac:spMkLst>
        </pc:spChg>
        <pc:spChg chg="del">
          <ac:chgData name="Palit, Tapti" userId="dec6fbcd-7598-406a-8cbf-504d4a3bac15" providerId="ADAL" clId="{ECD42228-5B96-4A72-B268-C46DF994E6B7}" dt="2024-01-23T03:10:47.841" v="16604" actId="478"/>
          <ac:spMkLst>
            <pc:docMk/>
            <pc:sldMk cId="809891943" sldId="891"/>
            <ac:spMk id="21" creationId="{C803BF47-1D0F-9C45-2B64-D2DD49D48835}"/>
          </ac:spMkLst>
        </pc:spChg>
      </pc:sldChg>
      <pc:sldChg chg="addSp delSp modSp add mod modClrScheme modAnim chgLayout modNotesTx">
        <pc:chgData name="Palit, Tapti" userId="dec6fbcd-7598-406a-8cbf-504d4a3bac15" providerId="ADAL" clId="{ECD42228-5B96-4A72-B268-C46DF994E6B7}" dt="2024-01-23T15:10:23.969" v="27573" actId="20577"/>
        <pc:sldMkLst>
          <pc:docMk/>
          <pc:sldMk cId="2693632428" sldId="892"/>
        </pc:sldMkLst>
        <pc:spChg chg="del">
          <ac:chgData name="Palit, Tapti" userId="dec6fbcd-7598-406a-8cbf-504d4a3bac15" providerId="ADAL" clId="{ECD42228-5B96-4A72-B268-C46DF994E6B7}" dt="2024-01-23T03:20:51.759" v="17310" actId="478"/>
          <ac:spMkLst>
            <pc:docMk/>
            <pc:sldMk cId="2693632428" sldId="892"/>
            <ac:spMk id="2" creationId="{97F222EE-10BB-5BF5-7D56-35951A11B61F}"/>
          </ac:spMkLst>
        </pc:spChg>
        <pc:spChg chg="mod ord">
          <ac:chgData name="Palit, Tapti" userId="dec6fbcd-7598-406a-8cbf-504d4a3bac15" providerId="ADAL" clId="{ECD42228-5B96-4A72-B268-C46DF994E6B7}" dt="2024-01-23T03:26:41.328" v="17383" actId="700"/>
          <ac:spMkLst>
            <pc:docMk/>
            <pc:sldMk cId="2693632428" sldId="892"/>
            <ac:spMk id="3" creationId="{C2AC3463-E898-8385-593F-593DA4125E40}"/>
          </ac:spMkLst>
        </pc:spChg>
        <pc:spChg chg="mod ord">
          <ac:chgData name="Palit, Tapti" userId="dec6fbcd-7598-406a-8cbf-504d4a3bac15" providerId="ADAL" clId="{ECD42228-5B96-4A72-B268-C46DF994E6B7}" dt="2024-01-23T03:26:41.328" v="17383" actId="700"/>
          <ac:spMkLst>
            <pc:docMk/>
            <pc:sldMk cId="2693632428" sldId="892"/>
            <ac:spMk id="4" creationId="{7309343E-9268-AC9B-BD89-8BFF30271D67}"/>
          </ac:spMkLst>
        </pc:spChg>
        <pc:spChg chg="add mod">
          <ac:chgData name="Palit, Tapti" userId="dec6fbcd-7598-406a-8cbf-504d4a3bac15" providerId="ADAL" clId="{ECD42228-5B96-4A72-B268-C46DF994E6B7}" dt="2024-01-23T03:21:40.548" v="17325" actId="1076"/>
          <ac:spMkLst>
            <pc:docMk/>
            <pc:sldMk cId="2693632428" sldId="892"/>
            <ac:spMk id="5" creationId="{BAE484D7-8B89-56C3-6ECC-47E24D20EC13}"/>
          </ac:spMkLst>
        </pc:spChg>
        <pc:spChg chg="del">
          <ac:chgData name="Palit, Tapti" userId="dec6fbcd-7598-406a-8cbf-504d4a3bac15" providerId="ADAL" clId="{ECD42228-5B96-4A72-B268-C46DF994E6B7}" dt="2024-01-23T03:20:38.405" v="17308" actId="478"/>
          <ac:spMkLst>
            <pc:docMk/>
            <pc:sldMk cId="2693632428" sldId="892"/>
            <ac:spMk id="6" creationId="{720DF1AF-4A15-908F-5F01-97CDBA9ED66E}"/>
          </ac:spMkLst>
        </pc:spChg>
        <pc:spChg chg="del mod">
          <ac:chgData name="Palit, Tapti" userId="dec6fbcd-7598-406a-8cbf-504d4a3bac15" providerId="ADAL" clId="{ECD42228-5B96-4A72-B268-C46DF994E6B7}" dt="2024-01-23T03:20:57.408" v="17312" actId="478"/>
          <ac:spMkLst>
            <pc:docMk/>
            <pc:sldMk cId="2693632428" sldId="892"/>
            <ac:spMk id="7" creationId="{D28C5FC1-2886-BDA8-55C4-3926BA509E46}"/>
          </ac:spMkLst>
        </pc:spChg>
        <pc:spChg chg="del">
          <ac:chgData name="Palit, Tapti" userId="dec6fbcd-7598-406a-8cbf-504d4a3bac15" providerId="ADAL" clId="{ECD42228-5B96-4A72-B268-C46DF994E6B7}" dt="2024-01-23T03:20:40.417" v="17309" actId="478"/>
          <ac:spMkLst>
            <pc:docMk/>
            <pc:sldMk cId="2693632428" sldId="892"/>
            <ac:spMk id="8" creationId="{62071499-E1F0-CD2D-7726-1F30EDE73651}"/>
          </ac:spMkLst>
        </pc:spChg>
        <pc:spChg chg="del">
          <ac:chgData name="Palit, Tapti" userId="dec6fbcd-7598-406a-8cbf-504d4a3bac15" providerId="ADAL" clId="{ECD42228-5B96-4A72-B268-C46DF994E6B7}" dt="2024-01-23T03:21:05.271" v="17313" actId="478"/>
          <ac:spMkLst>
            <pc:docMk/>
            <pc:sldMk cId="2693632428" sldId="892"/>
            <ac:spMk id="9" creationId="{D3E7932B-706A-592D-994C-89A9AA00CC26}"/>
          </ac:spMkLst>
        </pc:spChg>
        <pc:spChg chg="mod">
          <ac:chgData name="Palit, Tapti" userId="dec6fbcd-7598-406a-8cbf-504d4a3bac15" providerId="ADAL" clId="{ECD42228-5B96-4A72-B268-C46DF994E6B7}" dt="2024-01-23T03:22:02.686" v="17332" actId="20577"/>
          <ac:spMkLst>
            <pc:docMk/>
            <pc:sldMk cId="2693632428" sldId="892"/>
            <ac:spMk id="11" creationId="{E5E969E0-3A17-659B-64C3-EB6001F90104}"/>
          </ac:spMkLst>
        </pc:spChg>
        <pc:spChg chg="mod">
          <ac:chgData name="Palit, Tapti" userId="dec6fbcd-7598-406a-8cbf-504d4a3bac15" providerId="ADAL" clId="{ECD42228-5B96-4A72-B268-C46DF994E6B7}" dt="2024-01-23T03:21:41.476" v="17326" actId="20577"/>
          <ac:spMkLst>
            <pc:docMk/>
            <pc:sldMk cId="2693632428" sldId="892"/>
            <ac:spMk id="12" creationId="{18B490F0-B8D0-84DB-04DD-EC2F0F476633}"/>
          </ac:spMkLst>
        </pc:spChg>
        <pc:spChg chg="mod ord">
          <ac:chgData name="Palit, Tapti" userId="dec6fbcd-7598-406a-8cbf-504d4a3bac15" providerId="ADAL" clId="{ECD42228-5B96-4A72-B268-C46DF994E6B7}" dt="2024-01-23T03:26:41.328" v="17383" actId="700"/>
          <ac:spMkLst>
            <pc:docMk/>
            <pc:sldMk cId="2693632428" sldId="892"/>
            <ac:spMk id="15" creationId="{3F0890A5-95AC-279E-B352-9138B8614E38}"/>
          </ac:spMkLst>
        </pc:spChg>
        <pc:spChg chg="del">
          <ac:chgData name="Palit, Tapti" userId="dec6fbcd-7598-406a-8cbf-504d4a3bac15" providerId="ADAL" clId="{ECD42228-5B96-4A72-B268-C46DF994E6B7}" dt="2024-01-23T03:22:53.695" v="17338" actId="478"/>
          <ac:spMkLst>
            <pc:docMk/>
            <pc:sldMk cId="2693632428" sldId="892"/>
            <ac:spMk id="20" creationId="{67DB1604-5770-BF45-6E88-ABB286747E63}"/>
          </ac:spMkLst>
        </pc:spChg>
        <pc:spChg chg="del">
          <ac:chgData name="Palit, Tapti" userId="dec6fbcd-7598-406a-8cbf-504d4a3bac15" providerId="ADAL" clId="{ECD42228-5B96-4A72-B268-C46DF994E6B7}" dt="2024-01-23T03:22:57.373" v="17339" actId="478"/>
          <ac:spMkLst>
            <pc:docMk/>
            <pc:sldMk cId="2693632428" sldId="892"/>
            <ac:spMk id="23" creationId="{62D4A6D7-C435-AD42-8BE1-9EAB73CCA6ED}"/>
          </ac:spMkLst>
        </pc:spChg>
        <pc:spChg chg="add mod">
          <ac:chgData name="Palit, Tapti" userId="dec6fbcd-7598-406a-8cbf-504d4a3bac15" providerId="ADAL" clId="{ECD42228-5B96-4A72-B268-C46DF994E6B7}" dt="2024-01-23T03:22:26.243" v="17336" actId="20577"/>
          <ac:spMkLst>
            <pc:docMk/>
            <pc:sldMk cId="2693632428" sldId="892"/>
            <ac:spMk id="24" creationId="{A040C2B0-063E-29D1-EFE2-E2C6158EE5D3}"/>
          </ac:spMkLst>
        </pc:spChg>
        <pc:spChg chg="add mod">
          <ac:chgData name="Palit, Tapti" userId="dec6fbcd-7598-406a-8cbf-504d4a3bac15" providerId="ADAL" clId="{ECD42228-5B96-4A72-B268-C46DF994E6B7}" dt="2024-01-23T03:42:14.333" v="18114" actId="1076"/>
          <ac:spMkLst>
            <pc:docMk/>
            <pc:sldMk cId="2693632428" sldId="892"/>
            <ac:spMk id="25" creationId="{A1606480-3FDE-F7F1-1F56-AC0A64886FE8}"/>
          </ac:spMkLst>
        </pc:spChg>
        <pc:spChg chg="add mod">
          <ac:chgData name="Palit, Tapti" userId="dec6fbcd-7598-406a-8cbf-504d4a3bac15" providerId="ADAL" clId="{ECD42228-5B96-4A72-B268-C46DF994E6B7}" dt="2024-01-23T03:42:14.333" v="18114" actId="1076"/>
          <ac:spMkLst>
            <pc:docMk/>
            <pc:sldMk cId="2693632428" sldId="892"/>
            <ac:spMk id="26" creationId="{155DD7E7-4F44-C620-CF29-3E93163242CE}"/>
          </ac:spMkLst>
        </pc:spChg>
        <pc:spChg chg="add mod">
          <ac:chgData name="Palit, Tapti" userId="dec6fbcd-7598-406a-8cbf-504d4a3bac15" providerId="ADAL" clId="{ECD42228-5B96-4A72-B268-C46DF994E6B7}" dt="2024-01-23T03:42:14.333" v="18114" actId="1076"/>
          <ac:spMkLst>
            <pc:docMk/>
            <pc:sldMk cId="2693632428" sldId="892"/>
            <ac:spMk id="27" creationId="{EA75441B-37AC-9318-974F-6A0ACB44BECC}"/>
          </ac:spMkLst>
        </pc:spChg>
        <pc:spChg chg="add mod">
          <ac:chgData name="Palit, Tapti" userId="dec6fbcd-7598-406a-8cbf-504d4a3bac15" providerId="ADAL" clId="{ECD42228-5B96-4A72-B268-C46DF994E6B7}" dt="2024-01-23T03:42:14.333" v="18114" actId="1076"/>
          <ac:spMkLst>
            <pc:docMk/>
            <pc:sldMk cId="2693632428" sldId="892"/>
            <ac:spMk id="28" creationId="{AA7CFD24-FF2B-1C8F-2A92-3A0B1E71D592}"/>
          </ac:spMkLst>
        </pc:spChg>
        <pc:spChg chg="add del mod ord">
          <ac:chgData name="Palit, Tapti" userId="dec6fbcd-7598-406a-8cbf-504d4a3bac15" providerId="ADAL" clId="{ECD42228-5B96-4A72-B268-C46DF994E6B7}" dt="2024-01-23T03:26:43.715" v="17384"/>
          <ac:spMkLst>
            <pc:docMk/>
            <pc:sldMk cId="2693632428" sldId="892"/>
            <ac:spMk id="29" creationId="{DE9555C7-9E06-2EFF-58E2-796EF103C9B3}"/>
          </ac:spMkLst>
        </pc:spChg>
        <pc:spChg chg="add mod">
          <ac:chgData name="Palit, Tapti" userId="dec6fbcd-7598-406a-8cbf-504d4a3bac15" providerId="ADAL" clId="{ECD42228-5B96-4A72-B268-C46DF994E6B7}" dt="2024-01-23T03:26:43.715" v="17384"/>
          <ac:spMkLst>
            <pc:docMk/>
            <pc:sldMk cId="2693632428" sldId="892"/>
            <ac:spMk id="30" creationId="{163A725C-EE09-3F02-F9E0-DF053864AF61}"/>
          </ac:spMkLst>
        </pc:spChg>
        <pc:spChg chg="add mod">
          <ac:chgData name="Palit, Tapti" userId="dec6fbcd-7598-406a-8cbf-504d4a3bac15" providerId="ADAL" clId="{ECD42228-5B96-4A72-B268-C46DF994E6B7}" dt="2024-01-23T03:27:32.325" v="17426" actId="1076"/>
          <ac:spMkLst>
            <pc:docMk/>
            <pc:sldMk cId="2693632428" sldId="892"/>
            <ac:spMk id="31" creationId="{20F3CB22-17E4-98F6-CD39-BE5A9F806F9D}"/>
          </ac:spMkLst>
        </pc:spChg>
        <pc:graphicFrameChg chg="mod modGraphic">
          <ac:chgData name="Palit, Tapti" userId="dec6fbcd-7598-406a-8cbf-504d4a3bac15" providerId="ADAL" clId="{ECD42228-5B96-4A72-B268-C46DF994E6B7}" dt="2024-01-23T03:42:14.333" v="18114" actId="1076"/>
          <ac:graphicFrameMkLst>
            <pc:docMk/>
            <pc:sldMk cId="2693632428" sldId="892"/>
            <ac:graphicFrameMk id="14" creationId="{47782D33-9D3B-4C31-1D10-C9D686012854}"/>
          </ac:graphicFrameMkLst>
        </pc:graphicFrameChg>
        <pc:cxnChg chg="mod">
          <ac:chgData name="Palit, Tapti" userId="dec6fbcd-7598-406a-8cbf-504d4a3bac15" providerId="ADAL" clId="{ECD42228-5B96-4A72-B268-C46DF994E6B7}" dt="2024-01-23T03:21:51.229" v="17327" actId="1076"/>
          <ac:cxnSpMkLst>
            <pc:docMk/>
            <pc:sldMk cId="2693632428" sldId="892"/>
            <ac:cxnSpMk id="16" creationId="{BAFAA1AF-F0A5-DCB5-D35C-BDB01BD8D844}"/>
          </ac:cxnSpMkLst>
        </pc:cxnChg>
        <pc:cxnChg chg="mod">
          <ac:chgData name="Palit, Tapti" userId="dec6fbcd-7598-406a-8cbf-504d4a3bac15" providerId="ADAL" clId="{ECD42228-5B96-4A72-B268-C46DF994E6B7}" dt="2024-01-23T03:21:39.940" v="17324" actId="14100"/>
          <ac:cxnSpMkLst>
            <pc:docMk/>
            <pc:sldMk cId="2693632428" sldId="892"/>
            <ac:cxnSpMk id="17" creationId="{F5A9ADBF-BCC8-3622-88B5-E8D0755ECFC9}"/>
          </ac:cxnSpMkLst>
        </pc:cxnChg>
      </pc:sldChg>
      <pc:sldChg chg="modSp add del">
        <pc:chgData name="Palit, Tapti" userId="dec6fbcd-7598-406a-8cbf-504d4a3bac15" providerId="ADAL" clId="{ECD42228-5B96-4A72-B268-C46DF994E6B7}" dt="2024-01-23T03:20:04.046" v="17261" actId="47"/>
        <pc:sldMkLst>
          <pc:docMk/>
          <pc:sldMk cId="3070822536" sldId="892"/>
        </pc:sldMkLst>
        <pc:spChg chg="mod">
          <ac:chgData name="Palit, Tapti" userId="dec6fbcd-7598-406a-8cbf-504d4a3bac15" providerId="ADAL" clId="{ECD42228-5B96-4A72-B268-C46DF994E6B7}" dt="2024-01-23T03:19:25.198" v="17230" actId="20577"/>
          <ac:spMkLst>
            <pc:docMk/>
            <pc:sldMk cId="3070822536" sldId="892"/>
            <ac:spMk id="3" creationId="{C2AC3463-E898-8385-593F-593DA4125E40}"/>
          </ac:spMkLst>
        </pc:spChg>
      </pc:sldChg>
      <pc:sldChg chg="addSp delSp modSp new del mod modClrScheme addAnim delAnim modAnim addCm chgLayout modNotesTx">
        <pc:chgData name="Palit, Tapti" userId="dec6fbcd-7598-406a-8cbf-504d4a3bac15" providerId="ADAL" clId="{ECD42228-5B96-4A72-B268-C46DF994E6B7}" dt="2024-01-25T03:49:27.863" v="49415" actId="2696"/>
        <pc:sldMkLst>
          <pc:docMk/>
          <pc:sldMk cId="3356010725" sldId="893"/>
        </pc:sldMkLst>
        <pc:spChg chg="mod ord">
          <ac:chgData name="Palit, Tapti" userId="dec6fbcd-7598-406a-8cbf-504d4a3bac15" providerId="ADAL" clId="{ECD42228-5B96-4A72-B268-C46DF994E6B7}" dt="2024-01-25T03:47:34.774" v="49406" actId="6549"/>
          <ac:spMkLst>
            <pc:docMk/>
            <pc:sldMk cId="3356010725" sldId="893"/>
            <ac:spMk id="2" creationId="{78ADB5FF-CFA4-7564-97E6-5A49C2EBB235}"/>
          </ac:spMkLst>
        </pc:spChg>
        <pc:spChg chg="mod ord">
          <ac:chgData name="Palit, Tapti" userId="dec6fbcd-7598-406a-8cbf-504d4a3bac15" providerId="ADAL" clId="{ECD42228-5B96-4A72-B268-C46DF994E6B7}" dt="2024-01-25T03:47:31.222" v="49405" actId="20577"/>
          <ac:spMkLst>
            <pc:docMk/>
            <pc:sldMk cId="3356010725" sldId="893"/>
            <ac:spMk id="3" creationId="{5FE2BFFF-7C0B-8516-60E0-B77A6D70F108}"/>
          </ac:spMkLst>
        </pc:spChg>
        <pc:spChg chg="mod ord">
          <ac:chgData name="Palit, Tapti" userId="dec6fbcd-7598-406a-8cbf-504d4a3bac15" providerId="ADAL" clId="{ECD42228-5B96-4A72-B268-C46DF994E6B7}" dt="2024-01-23T03:34:56.776" v="17707" actId="700"/>
          <ac:spMkLst>
            <pc:docMk/>
            <pc:sldMk cId="3356010725" sldId="893"/>
            <ac:spMk id="4" creationId="{CA26C6D6-FCC7-5F40-D15B-ED0E5977695B}"/>
          </ac:spMkLst>
        </pc:spChg>
        <pc:spChg chg="del mod">
          <ac:chgData name="Palit, Tapti" userId="dec6fbcd-7598-406a-8cbf-504d4a3bac15" providerId="ADAL" clId="{ECD42228-5B96-4A72-B268-C46DF994E6B7}" dt="2024-01-23T03:34:52.570" v="17706" actId="478"/>
          <ac:spMkLst>
            <pc:docMk/>
            <pc:sldMk cId="3356010725" sldId="893"/>
            <ac:spMk id="5" creationId="{5284EC5C-EB35-9247-C376-71D3A71A6DE3}"/>
          </ac:spMkLst>
        </pc:spChg>
        <pc:spChg chg="add mod">
          <ac:chgData name="Palit, Tapti" userId="dec6fbcd-7598-406a-8cbf-504d4a3bac15" providerId="ADAL" clId="{ECD42228-5B96-4A72-B268-C46DF994E6B7}" dt="2024-01-23T03:33:20.855" v="17638" actId="1076"/>
          <ac:spMkLst>
            <pc:docMk/>
            <pc:sldMk cId="3356010725" sldId="893"/>
            <ac:spMk id="6" creationId="{4419A68E-2AD6-8E5B-47D1-A9B8CD834906}"/>
          </ac:spMkLst>
        </pc:spChg>
        <pc:spChg chg="add mod">
          <ac:chgData name="Palit, Tapti" userId="dec6fbcd-7598-406a-8cbf-504d4a3bac15" providerId="ADAL" clId="{ECD42228-5B96-4A72-B268-C46DF994E6B7}" dt="2024-01-23T03:33:20.855" v="17638" actId="1076"/>
          <ac:spMkLst>
            <pc:docMk/>
            <pc:sldMk cId="3356010725" sldId="893"/>
            <ac:spMk id="7" creationId="{A196A5EA-CF60-FC0A-0B81-B69B06138ABF}"/>
          </ac:spMkLst>
        </pc:spChg>
        <pc:spChg chg="add mod">
          <ac:chgData name="Palit, Tapti" userId="dec6fbcd-7598-406a-8cbf-504d4a3bac15" providerId="ADAL" clId="{ECD42228-5B96-4A72-B268-C46DF994E6B7}" dt="2024-01-23T03:33:20.855" v="17638" actId="1076"/>
          <ac:spMkLst>
            <pc:docMk/>
            <pc:sldMk cId="3356010725" sldId="893"/>
            <ac:spMk id="8" creationId="{3938D7B5-F57A-096C-ECE0-A5E1B9FAA446}"/>
          </ac:spMkLst>
        </pc:spChg>
        <pc:spChg chg="add del mod">
          <ac:chgData name="Palit, Tapti" userId="dec6fbcd-7598-406a-8cbf-504d4a3bac15" providerId="ADAL" clId="{ECD42228-5B96-4A72-B268-C46DF994E6B7}" dt="2024-01-23T03:33:20.855" v="17638" actId="1076"/>
          <ac:spMkLst>
            <pc:docMk/>
            <pc:sldMk cId="3356010725" sldId="893"/>
            <ac:spMk id="9" creationId="{733BFF08-0FF8-B61B-88F5-45B4DBC85C91}"/>
          </ac:spMkLst>
        </pc:spChg>
        <pc:spChg chg="add mod">
          <ac:chgData name="Palit, Tapti" userId="dec6fbcd-7598-406a-8cbf-504d4a3bac15" providerId="ADAL" clId="{ECD42228-5B96-4A72-B268-C46DF994E6B7}" dt="2024-01-23T03:33:20.855" v="17638" actId="1076"/>
          <ac:spMkLst>
            <pc:docMk/>
            <pc:sldMk cId="3356010725" sldId="893"/>
            <ac:spMk id="10" creationId="{0BAEBBC9-32D5-CB07-3DAE-43C5D6E8F4DD}"/>
          </ac:spMkLst>
        </pc:spChg>
        <pc:spChg chg="add mod">
          <ac:chgData name="Palit, Tapti" userId="dec6fbcd-7598-406a-8cbf-504d4a3bac15" providerId="ADAL" clId="{ECD42228-5B96-4A72-B268-C46DF994E6B7}" dt="2024-01-23T03:33:20.855" v="17638" actId="1076"/>
          <ac:spMkLst>
            <pc:docMk/>
            <pc:sldMk cId="3356010725" sldId="893"/>
            <ac:spMk id="11" creationId="{A96009CE-EC1A-5847-5D69-604392CC0421}"/>
          </ac:spMkLst>
        </pc:spChg>
        <pc:spChg chg="add mod">
          <ac:chgData name="Palit, Tapti" userId="dec6fbcd-7598-406a-8cbf-504d4a3bac15" providerId="ADAL" clId="{ECD42228-5B96-4A72-B268-C46DF994E6B7}" dt="2024-01-23T03:33:20.855" v="17638" actId="1076"/>
          <ac:spMkLst>
            <pc:docMk/>
            <pc:sldMk cId="3356010725" sldId="893"/>
            <ac:spMk id="12" creationId="{8972A315-A179-F955-E9B5-4D88018F6679}"/>
          </ac:spMkLst>
        </pc:spChg>
        <pc:spChg chg="add mod">
          <ac:chgData name="Palit, Tapti" userId="dec6fbcd-7598-406a-8cbf-504d4a3bac15" providerId="ADAL" clId="{ECD42228-5B96-4A72-B268-C46DF994E6B7}" dt="2024-01-23T03:33:20.855" v="17638" actId="1076"/>
          <ac:spMkLst>
            <pc:docMk/>
            <pc:sldMk cId="3356010725" sldId="893"/>
            <ac:spMk id="13" creationId="{C25C473C-38E3-1E2F-26BE-C407684C6240}"/>
          </ac:spMkLst>
        </pc:spChg>
        <pc:spChg chg="add mod">
          <ac:chgData name="Palit, Tapti" userId="dec6fbcd-7598-406a-8cbf-504d4a3bac15" providerId="ADAL" clId="{ECD42228-5B96-4A72-B268-C46DF994E6B7}" dt="2024-01-23T03:33:39.959" v="17651" actId="14100"/>
          <ac:spMkLst>
            <pc:docMk/>
            <pc:sldMk cId="3356010725" sldId="893"/>
            <ac:spMk id="37" creationId="{C5BF83D3-5627-A8A0-0FD6-1FCFC87F5F92}"/>
          </ac:spMkLst>
        </pc:spChg>
        <pc:spChg chg="add mod">
          <ac:chgData name="Palit, Tapti" userId="dec6fbcd-7598-406a-8cbf-504d4a3bac15" providerId="ADAL" clId="{ECD42228-5B96-4A72-B268-C46DF994E6B7}" dt="2024-01-23T03:33:45.057" v="17653" actId="1076"/>
          <ac:spMkLst>
            <pc:docMk/>
            <pc:sldMk cId="3356010725" sldId="893"/>
            <ac:spMk id="38" creationId="{B081AC17-5BE7-7EB5-5832-020C31E0F728}"/>
          </ac:spMkLst>
        </pc:spChg>
        <pc:spChg chg="add del mod">
          <ac:chgData name="Palit, Tapti" userId="dec6fbcd-7598-406a-8cbf-504d4a3bac15" providerId="ADAL" clId="{ECD42228-5B96-4A72-B268-C46DF994E6B7}" dt="2024-01-23T03:34:56.776" v="17707" actId="700"/>
          <ac:spMkLst>
            <pc:docMk/>
            <pc:sldMk cId="3356010725" sldId="893"/>
            <ac:spMk id="40" creationId="{B0C4B2B5-1CD8-8301-7B24-5001AE8F9744}"/>
          </ac:spMkLst>
        </pc:spChg>
        <pc:spChg chg="add del mod">
          <ac:chgData name="Palit, Tapti" userId="dec6fbcd-7598-406a-8cbf-504d4a3bac15" providerId="ADAL" clId="{ECD42228-5B96-4A72-B268-C46DF994E6B7}" dt="2024-01-23T03:37:38.510" v="17946" actId="14100"/>
          <ac:spMkLst>
            <pc:docMk/>
            <pc:sldMk cId="3356010725" sldId="893"/>
            <ac:spMk id="42" creationId="{8E53E54D-1229-D392-3261-73886DC90D1B}"/>
          </ac:spMkLst>
        </pc:spChg>
        <pc:spChg chg="add mod">
          <ac:chgData name="Palit, Tapti" userId="dec6fbcd-7598-406a-8cbf-504d4a3bac15" providerId="ADAL" clId="{ECD42228-5B96-4A72-B268-C46DF994E6B7}" dt="2024-01-23T15:14:00.529" v="28032" actId="207"/>
          <ac:spMkLst>
            <pc:docMk/>
            <pc:sldMk cId="3356010725" sldId="893"/>
            <ac:spMk id="43" creationId="{2466F079-067A-2107-28AD-A38BB4C0E50D}"/>
          </ac:spMkLst>
        </pc:spChg>
        <pc:graphicFrameChg chg="add mod modGraphic">
          <ac:chgData name="Palit, Tapti" userId="dec6fbcd-7598-406a-8cbf-504d4a3bac15" providerId="ADAL" clId="{ECD42228-5B96-4A72-B268-C46DF994E6B7}" dt="2024-01-23T03:35:56.286" v="17738" actId="1076"/>
          <ac:graphicFrameMkLst>
            <pc:docMk/>
            <pc:sldMk cId="3356010725" sldId="893"/>
            <ac:graphicFrameMk id="41" creationId="{329C10E1-9B28-397E-2437-9A93E825EEED}"/>
          </ac:graphicFrameMkLst>
        </pc:graphicFrameChg>
        <pc:cxnChg chg="add mod">
          <ac:chgData name="Palit, Tapti" userId="dec6fbcd-7598-406a-8cbf-504d4a3bac15" providerId="ADAL" clId="{ECD42228-5B96-4A72-B268-C46DF994E6B7}" dt="2024-01-23T03:33:20.855" v="17638" actId="1076"/>
          <ac:cxnSpMkLst>
            <pc:docMk/>
            <pc:sldMk cId="3356010725" sldId="893"/>
            <ac:cxnSpMk id="15" creationId="{04D2C7C3-CCA4-33CD-A88D-5C7AA8DEC47B}"/>
          </ac:cxnSpMkLst>
        </pc:cxnChg>
        <pc:cxnChg chg="add mod">
          <ac:chgData name="Palit, Tapti" userId="dec6fbcd-7598-406a-8cbf-504d4a3bac15" providerId="ADAL" clId="{ECD42228-5B96-4A72-B268-C46DF994E6B7}" dt="2024-01-23T03:33:20.855" v="17638" actId="1076"/>
          <ac:cxnSpMkLst>
            <pc:docMk/>
            <pc:sldMk cId="3356010725" sldId="893"/>
            <ac:cxnSpMk id="16" creationId="{47CE0419-3B53-C4DC-F2AC-E7617695D07A}"/>
          </ac:cxnSpMkLst>
        </pc:cxnChg>
        <pc:cxnChg chg="add mod">
          <ac:chgData name="Palit, Tapti" userId="dec6fbcd-7598-406a-8cbf-504d4a3bac15" providerId="ADAL" clId="{ECD42228-5B96-4A72-B268-C46DF994E6B7}" dt="2024-01-23T03:33:20.855" v="17638" actId="1076"/>
          <ac:cxnSpMkLst>
            <pc:docMk/>
            <pc:sldMk cId="3356010725" sldId="893"/>
            <ac:cxnSpMk id="19" creationId="{793EDDD2-B890-ACF0-F1FC-461BAEFC460D}"/>
          </ac:cxnSpMkLst>
        </pc:cxnChg>
        <pc:cxnChg chg="add mod">
          <ac:chgData name="Palit, Tapti" userId="dec6fbcd-7598-406a-8cbf-504d4a3bac15" providerId="ADAL" clId="{ECD42228-5B96-4A72-B268-C46DF994E6B7}" dt="2024-01-23T03:33:20.855" v="17638" actId="1076"/>
          <ac:cxnSpMkLst>
            <pc:docMk/>
            <pc:sldMk cId="3356010725" sldId="893"/>
            <ac:cxnSpMk id="22" creationId="{CA8F21FB-E8CC-6374-0CC4-1841D5AE80BE}"/>
          </ac:cxnSpMkLst>
        </pc:cxnChg>
        <pc:cxnChg chg="add mod">
          <ac:chgData name="Palit, Tapti" userId="dec6fbcd-7598-406a-8cbf-504d4a3bac15" providerId="ADAL" clId="{ECD42228-5B96-4A72-B268-C46DF994E6B7}" dt="2024-01-23T03:33:20.855" v="17638" actId="1076"/>
          <ac:cxnSpMkLst>
            <pc:docMk/>
            <pc:sldMk cId="3356010725" sldId="893"/>
            <ac:cxnSpMk id="25" creationId="{2085C473-5C1F-90ED-F8E0-5387BA3AAAA8}"/>
          </ac:cxnSpMkLst>
        </pc:cxnChg>
        <pc:cxnChg chg="add mod">
          <ac:chgData name="Palit, Tapti" userId="dec6fbcd-7598-406a-8cbf-504d4a3bac15" providerId="ADAL" clId="{ECD42228-5B96-4A72-B268-C46DF994E6B7}" dt="2024-01-23T03:33:20.855" v="17638" actId="1076"/>
          <ac:cxnSpMkLst>
            <pc:docMk/>
            <pc:sldMk cId="3356010725" sldId="893"/>
            <ac:cxnSpMk id="28" creationId="{5FA85DDD-B162-7047-D5FB-1E648EEE98E1}"/>
          </ac:cxnSpMkLst>
        </pc:cxnChg>
        <pc:cxnChg chg="add mod">
          <ac:chgData name="Palit, Tapti" userId="dec6fbcd-7598-406a-8cbf-504d4a3bac15" providerId="ADAL" clId="{ECD42228-5B96-4A72-B268-C46DF994E6B7}" dt="2024-01-23T03:33:20.855" v="17638" actId="1076"/>
          <ac:cxnSpMkLst>
            <pc:docMk/>
            <pc:sldMk cId="3356010725" sldId="893"/>
            <ac:cxnSpMk id="33" creationId="{1923E23B-4A0C-F3A0-81F7-59CE0D5922E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3:45:28.785" v="49349"/>
              <pc2:cmMkLst xmlns:pc2="http://schemas.microsoft.com/office/powerpoint/2019/9/main/command">
                <pc:docMk/>
                <pc:sldMk cId="3356010725" sldId="893"/>
                <pc2:cmMk id="{A544D478-39C5-40B2-89FA-5B7991CF41B1}"/>
              </pc2:cmMkLst>
            </pc226:cmChg>
          </p:ext>
        </pc:extLst>
      </pc:sldChg>
      <pc:sldChg chg="add del mod modShow">
        <pc:chgData name="Palit, Tapti" userId="dec6fbcd-7598-406a-8cbf-504d4a3bac15" providerId="ADAL" clId="{ECD42228-5B96-4A72-B268-C46DF994E6B7}" dt="2024-01-28T03:44:01.241" v="67437" actId="47"/>
        <pc:sldMkLst>
          <pc:docMk/>
          <pc:sldMk cId="3588372583" sldId="893"/>
        </pc:sldMkLst>
      </pc:sldChg>
      <pc:sldChg chg="addSp delSp modSp add mod modClrScheme addAnim delAnim chgLayout modNotesTx">
        <pc:chgData name="Palit, Tapti" userId="dec6fbcd-7598-406a-8cbf-504d4a3bac15" providerId="ADAL" clId="{ECD42228-5B96-4A72-B268-C46DF994E6B7}" dt="2024-01-23T15:16:13.544" v="28416" actId="20577"/>
        <pc:sldMkLst>
          <pc:docMk/>
          <pc:sldMk cId="446520717" sldId="894"/>
        </pc:sldMkLst>
        <pc:spChg chg="mod ord">
          <ac:chgData name="Palit, Tapti" userId="dec6fbcd-7598-406a-8cbf-504d4a3bac15" providerId="ADAL" clId="{ECD42228-5B96-4A72-B268-C46DF994E6B7}" dt="2024-01-23T03:40:31.980" v="18043" actId="700"/>
          <ac:spMkLst>
            <pc:docMk/>
            <pc:sldMk cId="446520717" sldId="894"/>
            <ac:spMk id="2" creationId="{78ADB5FF-CFA4-7564-97E6-5A49C2EBB235}"/>
          </ac:spMkLst>
        </pc:spChg>
        <pc:spChg chg="mod ord">
          <ac:chgData name="Palit, Tapti" userId="dec6fbcd-7598-406a-8cbf-504d4a3bac15" providerId="ADAL" clId="{ECD42228-5B96-4A72-B268-C46DF994E6B7}" dt="2024-01-23T03:40:31.980" v="18043" actId="700"/>
          <ac:spMkLst>
            <pc:docMk/>
            <pc:sldMk cId="446520717" sldId="894"/>
            <ac:spMk id="3" creationId="{5FE2BFFF-7C0B-8516-60E0-B77A6D70F108}"/>
          </ac:spMkLst>
        </pc:spChg>
        <pc:spChg chg="mod ord">
          <ac:chgData name="Palit, Tapti" userId="dec6fbcd-7598-406a-8cbf-504d4a3bac15" providerId="ADAL" clId="{ECD42228-5B96-4A72-B268-C46DF994E6B7}" dt="2024-01-23T03:40:31.980" v="18043" actId="700"/>
          <ac:spMkLst>
            <pc:docMk/>
            <pc:sldMk cId="446520717" sldId="894"/>
            <ac:spMk id="4" creationId="{CA26C6D6-FCC7-5F40-D15B-ED0E5977695B}"/>
          </ac:spMkLst>
        </pc:spChg>
        <pc:spChg chg="add mod">
          <ac:chgData name="Palit, Tapti" userId="dec6fbcd-7598-406a-8cbf-504d4a3bac15" providerId="ADAL" clId="{ECD42228-5B96-4A72-B268-C46DF994E6B7}" dt="2024-01-23T03:39:24.167" v="17976" actId="14100"/>
          <ac:spMkLst>
            <pc:docMk/>
            <pc:sldMk cId="446520717" sldId="894"/>
            <ac:spMk id="5" creationId="{216161A1-FCA0-722B-223D-5E20E486221B}"/>
          </ac:spMkLst>
        </pc:spChg>
        <pc:spChg chg="add mod">
          <ac:chgData name="Palit, Tapti" userId="dec6fbcd-7598-406a-8cbf-504d4a3bac15" providerId="ADAL" clId="{ECD42228-5B96-4A72-B268-C46DF994E6B7}" dt="2024-01-23T03:39:29.855" v="17978" actId="14100"/>
          <ac:spMkLst>
            <pc:docMk/>
            <pc:sldMk cId="446520717" sldId="894"/>
            <ac:spMk id="14" creationId="{E89912FF-3FA7-B0E6-792C-2FA8F72D3210}"/>
          </ac:spMkLst>
        </pc:spChg>
        <pc:spChg chg="add mod">
          <ac:chgData name="Palit, Tapti" userId="dec6fbcd-7598-406a-8cbf-504d4a3bac15" providerId="ADAL" clId="{ECD42228-5B96-4A72-B268-C46DF994E6B7}" dt="2024-01-23T03:39:48.088" v="18003" actId="20577"/>
          <ac:spMkLst>
            <pc:docMk/>
            <pc:sldMk cId="446520717" sldId="894"/>
            <ac:spMk id="17" creationId="{7866402A-E1E1-151B-EE7D-B95E963DD0D9}"/>
          </ac:spMkLst>
        </pc:spChg>
        <pc:spChg chg="add mod">
          <ac:chgData name="Palit, Tapti" userId="dec6fbcd-7598-406a-8cbf-504d4a3bac15" providerId="ADAL" clId="{ECD42228-5B96-4A72-B268-C46DF994E6B7}" dt="2024-01-23T03:39:55.978" v="18005" actId="1076"/>
          <ac:spMkLst>
            <pc:docMk/>
            <pc:sldMk cId="446520717" sldId="894"/>
            <ac:spMk id="18" creationId="{2C9803B4-02F5-9A71-6D29-9A796AD54C49}"/>
          </ac:spMkLst>
        </pc:spChg>
        <pc:spChg chg="add mod ord">
          <ac:chgData name="Palit, Tapti" userId="dec6fbcd-7598-406a-8cbf-504d4a3bac15" providerId="ADAL" clId="{ECD42228-5B96-4A72-B268-C46DF994E6B7}" dt="2024-01-23T03:41:54.407" v="18111" actId="20577"/>
          <ac:spMkLst>
            <pc:docMk/>
            <pc:sldMk cId="446520717" sldId="894"/>
            <ac:spMk id="20" creationId="{6B4FDC04-4B21-832F-6768-53A45EFA8022}"/>
          </ac:spMkLst>
        </pc:spChg>
        <pc:spChg chg="del mod">
          <ac:chgData name="Palit, Tapti" userId="dec6fbcd-7598-406a-8cbf-504d4a3bac15" providerId="ADAL" clId="{ECD42228-5B96-4A72-B268-C46DF994E6B7}" dt="2024-01-23T15:16:04.655" v="28394" actId="478"/>
          <ac:spMkLst>
            <pc:docMk/>
            <pc:sldMk cId="446520717" sldId="894"/>
            <ac:spMk id="42" creationId="{8E53E54D-1229-D392-3261-73886DC90D1B}"/>
          </ac:spMkLst>
        </pc:spChg>
        <pc:graphicFrameChg chg="del modGraphic">
          <ac:chgData name="Palit, Tapti" userId="dec6fbcd-7598-406a-8cbf-504d4a3bac15" providerId="ADAL" clId="{ECD42228-5B96-4A72-B268-C46DF994E6B7}" dt="2024-01-23T15:15:51.108" v="28391" actId="478"/>
          <ac:graphicFrameMkLst>
            <pc:docMk/>
            <pc:sldMk cId="446520717" sldId="894"/>
            <ac:graphicFrameMk id="41" creationId="{329C10E1-9B28-397E-2437-9A93E825EEED}"/>
          </ac:graphicFrameMkLst>
        </pc:graphicFrameChg>
      </pc:sldChg>
      <pc:sldChg chg="del">
        <pc:chgData name="Palit, Tapti" userId="dec6fbcd-7598-406a-8cbf-504d4a3bac15" providerId="ADAL" clId="{ECD42228-5B96-4A72-B268-C46DF994E6B7}" dt="2024-01-28T03:44:01.241" v="67437" actId="47"/>
        <pc:sldMkLst>
          <pc:docMk/>
          <pc:sldMk cId="673836833" sldId="894"/>
        </pc:sldMkLst>
      </pc:sldChg>
      <pc:sldChg chg="add del mod modShow">
        <pc:chgData name="Palit, Tapti" userId="dec6fbcd-7598-406a-8cbf-504d4a3bac15" providerId="ADAL" clId="{ECD42228-5B96-4A72-B268-C46DF994E6B7}" dt="2024-01-25T04:03:36.851" v="49714" actId="2696"/>
        <pc:sldMkLst>
          <pc:docMk/>
          <pc:sldMk cId="12876535" sldId="895"/>
        </pc:sldMkLst>
      </pc:sldChg>
      <pc:sldChg chg="add del mod modShow">
        <pc:chgData name="Palit, Tapti" userId="dec6fbcd-7598-406a-8cbf-504d4a3bac15" providerId="ADAL" clId="{ECD42228-5B96-4A72-B268-C46DF994E6B7}" dt="2024-01-28T03:44:01.241" v="67437" actId="47"/>
        <pc:sldMkLst>
          <pc:docMk/>
          <pc:sldMk cId="3786403291" sldId="895"/>
        </pc:sldMkLst>
      </pc:sldChg>
      <pc:sldChg chg="addSp modSp new del mod modNotesTx">
        <pc:chgData name="Palit, Tapti" userId="dec6fbcd-7598-406a-8cbf-504d4a3bac15" providerId="ADAL" clId="{ECD42228-5B96-4A72-B268-C46DF994E6B7}" dt="2024-01-25T01:33:10.127" v="45385" actId="2696"/>
        <pc:sldMkLst>
          <pc:docMk/>
          <pc:sldMk cId="3016067875" sldId="896"/>
        </pc:sldMkLst>
        <pc:spChg chg="mod">
          <ac:chgData name="Palit, Tapti" userId="dec6fbcd-7598-406a-8cbf-504d4a3bac15" providerId="ADAL" clId="{ECD42228-5B96-4A72-B268-C46DF994E6B7}" dt="2024-01-23T14:12:46.275" v="22275" actId="20577"/>
          <ac:spMkLst>
            <pc:docMk/>
            <pc:sldMk cId="3016067875" sldId="896"/>
            <ac:spMk id="3" creationId="{A4C0A7BC-96B3-016A-EF1E-1BB574E997A8}"/>
          </ac:spMkLst>
        </pc:spChg>
        <pc:spChg chg="mod">
          <ac:chgData name="Palit, Tapti" userId="dec6fbcd-7598-406a-8cbf-504d4a3bac15" providerId="ADAL" clId="{ECD42228-5B96-4A72-B268-C46DF994E6B7}" dt="2024-01-23T14:14:49.619" v="22452" actId="6549"/>
          <ac:spMkLst>
            <pc:docMk/>
            <pc:sldMk cId="3016067875" sldId="896"/>
            <ac:spMk id="5" creationId="{07DF0264-4A72-F287-14BF-5D3849078F0B}"/>
          </ac:spMkLst>
        </pc:spChg>
        <pc:spChg chg="add mod">
          <ac:chgData name="Palit, Tapti" userId="dec6fbcd-7598-406a-8cbf-504d4a3bac15" providerId="ADAL" clId="{ECD42228-5B96-4A72-B268-C46DF994E6B7}" dt="2024-01-23T14:12:29.387" v="22254" actId="114"/>
          <ac:spMkLst>
            <pc:docMk/>
            <pc:sldMk cId="3016067875" sldId="896"/>
            <ac:spMk id="6" creationId="{4805BF06-C6EC-5D6A-683D-654C10F8219A}"/>
          </ac:spMkLst>
        </pc:spChg>
        <pc:spChg chg="add mod">
          <ac:chgData name="Palit, Tapti" userId="dec6fbcd-7598-406a-8cbf-504d4a3bac15" providerId="ADAL" clId="{ECD42228-5B96-4A72-B268-C46DF994E6B7}" dt="2024-01-23T14:13:26.161" v="22297" actId="1076"/>
          <ac:spMkLst>
            <pc:docMk/>
            <pc:sldMk cId="3016067875" sldId="896"/>
            <ac:spMk id="7" creationId="{2BF704A8-07AA-B161-D295-E317718839CE}"/>
          </ac:spMkLst>
        </pc:spChg>
        <pc:cxnChg chg="add mod">
          <ac:chgData name="Palit, Tapti" userId="dec6fbcd-7598-406a-8cbf-504d4a3bac15" providerId="ADAL" clId="{ECD42228-5B96-4A72-B268-C46DF994E6B7}" dt="2024-01-23T14:13:43.842" v="22309" actId="692"/>
          <ac:cxnSpMkLst>
            <pc:docMk/>
            <pc:sldMk cId="3016067875" sldId="896"/>
            <ac:cxnSpMk id="9" creationId="{9304A622-C768-DA70-CB98-834B36CBFA9F}"/>
          </ac:cxnSpMkLst>
        </pc:cxnChg>
      </pc:sldChg>
      <pc:sldChg chg="add del mod modShow">
        <pc:chgData name="Palit, Tapti" userId="dec6fbcd-7598-406a-8cbf-504d4a3bac15" providerId="ADAL" clId="{ECD42228-5B96-4A72-B268-C46DF994E6B7}" dt="2024-01-28T03:44:01.241" v="67437" actId="47"/>
        <pc:sldMkLst>
          <pc:docMk/>
          <pc:sldMk cId="3532612406" sldId="896"/>
        </pc:sldMkLst>
      </pc:sldChg>
      <pc:sldChg chg="add del mod modShow">
        <pc:chgData name="Palit, Tapti" userId="dec6fbcd-7598-406a-8cbf-504d4a3bac15" providerId="ADAL" clId="{ECD42228-5B96-4A72-B268-C46DF994E6B7}" dt="2024-01-28T03:44:01.241" v="67437" actId="47"/>
        <pc:sldMkLst>
          <pc:docMk/>
          <pc:sldMk cId="193132535" sldId="897"/>
        </pc:sldMkLst>
      </pc:sldChg>
      <pc:sldChg chg="modSp add del mod modNotesTx">
        <pc:chgData name="Palit, Tapti" userId="dec6fbcd-7598-406a-8cbf-504d4a3bac15" providerId="ADAL" clId="{ECD42228-5B96-4A72-B268-C46DF994E6B7}" dt="2024-01-25T01:33:10.127" v="45385" actId="2696"/>
        <pc:sldMkLst>
          <pc:docMk/>
          <pc:sldMk cId="2395173797" sldId="897"/>
        </pc:sldMkLst>
        <pc:spChg chg="mod">
          <ac:chgData name="Palit, Tapti" userId="dec6fbcd-7598-406a-8cbf-504d4a3bac15" providerId="ADAL" clId="{ECD42228-5B96-4A72-B268-C46DF994E6B7}" dt="2024-01-23T14:14:05.569" v="22322" actId="207"/>
          <ac:spMkLst>
            <pc:docMk/>
            <pc:sldMk cId="2395173797" sldId="897"/>
            <ac:spMk id="6" creationId="{4805BF06-C6EC-5D6A-683D-654C10F8219A}"/>
          </ac:spMkLst>
        </pc:spChg>
        <pc:spChg chg="mod">
          <ac:chgData name="Palit, Tapti" userId="dec6fbcd-7598-406a-8cbf-504d4a3bac15" providerId="ADAL" clId="{ECD42228-5B96-4A72-B268-C46DF994E6B7}" dt="2024-01-23T14:13:59.421" v="22321" actId="20577"/>
          <ac:spMkLst>
            <pc:docMk/>
            <pc:sldMk cId="2395173797" sldId="897"/>
            <ac:spMk id="7" creationId="{2BF704A8-07AA-B161-D295-E317718839CE}"/>
          </ac:spMkLst>
        </pc:spChg>
      </pc:sldChg>
      <pc:sldChg chg="addSp delSp modSp new del mod modClrScheme chgLayout">
        <pc:chgData name="Palit, Tapti" userId="dec6fbcd-7598-406a-8cbf-504d4a3bac15" providerId="ADAL" clId="{ECD42228-5B96-4A72-B268-C46DF994E6B7}" dt="2024-01-25T01:33:10.127" v="45385" actId="2696"/>
        <pc:sldMkLst>
          <pc:docMk/>
          <pc:sldMk cId="1004076281" sldId="898"/>
        </pc:sldMkLst>
        <pc:spChg chg="del">
          <ac:chgData name="Palit, Tapti" userId="dec6fbcd-7598-406a-8cbf-504d4a3bac15" providerId="ADAL" clId="{ECD42228-5B96-4A72-B268-C46DF994E6B7}" dt="2024-01-23T14:24:33.832" v="23862" actId="700"/>
          <ac:spMkLst>
            <pc:docMk/>
            <pc:sldMk cId="1004076281" sldId="898"/>
            <ac:spMk id="2" creationId="{FE49A4E4-F3A2-B3D7-7D8E-BD333474DAC6}"/>
          </ac:spMkLst>
        </pc:spChg>
        <pc:spChg chg="del mod ord">
          <ac:chgData name="Palit, Tapti" userId="dec6fbcd-7598-406a-8cbf-504d4a3bac15" providerId="ADAL" clId="{ECD42228-5B96-4A72-B268-C46DF994E6B7}" dt="2024-01-23T14:24:33.832" v="23862" actId="700"/>
          <ac:spMkLst>
            <pc:docMk/>
            <pc:sldMk cId="1004076281" sldId="898"/>
            <ac:spMk id="3" creationId="{3C77456A-6D9E-45BB-7913-DF6CA91EBE66}"/>
          </ac:spMkLst>
        </pc:spChg>
        <pc:spChg chg="mod ord">
          <ac:chgData name="Palit, Tapti" userId="dec6fbcd-7598-406a-8cbf-504d4a3bac15" providerId="ADAL" clId="{ECD42228-5B96-4A72-B268-C46DF994E6B7}" dt="2024-01-23T14:24:33.832" v="23862" actId="700"/>
          <ac:spMkLst>
            <pc:docMk/>
            <pc:sldMk cId="1004076281" sldId="898"/>
            <ac:spMk id="4" creationId="{495AA26E-70EF-860F-A62A-1360FB875A74}"/>
          </ac:spMkLst>
        </pc:spChg>
        <pc:spChg chg="del">
          <ac:chgData name="Palit, Tapti" userId="dec6fbcd-7598-406a-8cbf-504d4a3bac15" providerId="ADAL" clId="{ECD42228-5B96-4A72-B268-C46DF994E6B7}" dt="2024-01-23T14:24:33.832" v="23862" actId="700"/>
          <ac:spMkLst>
            <pc:docMk/>
            <pc:sldMk cId="1004076281" sldId="898"/>
            <ac:spMk id="5" creationId="{8B35B851-1360-5F3F-0F25-1C893C7DD2D1}"/>
          </ac:spMkLst>
        </pc:spChg>
        <pc:spChg chg="add mod ord">
          <ac:chgData name="Palit, Tapti" userId="dec6fbcd-7598-406a-8cbf-504d4a3bac15" providerId="ADAL" clId="{ECD42228-5B96-4A72-B268-C46DF994E6B7}" dt="2024-01-23T14:24:55.242" v="23924" actId="20577"/>
          <ac:spMkLst>
            <pc:docMk/>
            <pc:sldMk cId="1004076281" sldId="898"/>
            <ac:spMk id="6" creationId="{B07B1BC1-459F-0676-FD5F-7CC45E91E3B6}"/>
          </ac:spMkLst>
        </pc:spChg>
      </pc:sldChg>
      <pc:sldChg chg="add del mod modShow">
        <pc:chgData name="Palit, Tapti" userId="dec6fbcd-7598-406a-8cbf-504d4a3bac15" providerId="ADAL" clId="{ECD42228-5B96-4A72-B268-C46DF994E6B7}" dt="2024-01-28T03:44:01.241" v="67437" actId="47"/>
        <pc:sldMkLst>
          <pc:docMk/>
          <pc:sldMk cId="2929667294" sldId="898"/>
        </pc:sldMkLst>
      </pc:sldChg>
      <pc:sldChg chg="delSp modSp add mod modNotesTx">
        <pc:chgData name="Palit, Tapti" userId="dec6fbcd-7598-406a-8cbf-504d4a3bac15" providerId="ADAL" clId="{ECD42228-5B96-4A72-B268-C46DF994E6B7}" dt="2024-01-23T15:18:52.676" v="28937" actId="20577"/>
        <pc:sldMkLst>
          <pc:docMk/>
          <pc:sldMk cId="942153341" sldId="899"/>
        </pc:sldMkLst>
        <pc:spChg chg="mod">
          <ac:chgData name="Palit, Tapti" userId="dec6fbcd-7598-406a-8cbf-504d4a3bac15" providerId="ADAL" clId="{ECD42228-5B96-4A72-B268-C46DF994E6B7}" dt="2024-01-23T15:16:41.611" v="28422" actId="1076"/>
          <ac:spMkLst>
            <pc:docMk/>
            <pc:sldMk cId="942153341" sldId="899"/>
            <ac:spMk id="6" creationId="{4419A68E-2AD6-8E5B-47D1-A9B8CD834906}"/>
          </ac:spMkLst>
        </pc:spChg>
        <pc:spChg chg="ord">
          <ac:chgData name="Palit, Tapti" userId="dec6fbcd-7598-406a-8cbf-504d4a3bac15" providerId="ADAL" clId="{ECD42228-5B96-4A72-B268-C46DF994E6B7}" dt="2024-01-23T15:16:31.138" v="28419" actId="167"/>
          <ac:spMkLst>
            <pc:docMk/>
            <pc:sldMk cId="942153341" sldId="899"/>
            <ac:spMk id="18" creationId="{2C9803B4-02F5-9A71-6D29-9A796AD54C49}"/>
          </ac:spMkLst>
        </pc:spChg>
        <pc:spChg chg="mod">
          <ac:chgData name="Palit, Tapti" userId="dec6fbcd-7598-406a-8cbf-504d4a3bac15" providerId="ADAL" clId="{ECD42228-5B96-4A72-B268-C46DF994E6B7}" dt="2024-01-23T15:16:18.682" v="28417" actId="1076"/>
          <ac:spMkLst>
            <pc:docMk/>
            <pc:sldMk cId="942153341" sldId="899"/>
            <ac:spMk id="37" creationId="{C5BF83D3-5627-A8A0-0FD6-1FCFC87F5F92}"/>
          </ac:spMkLst>
        </pc:spChg>
        <pc:cxnChg chg="del mod">
          <ac:chgData name="Palit, Tapti" userId="dec6fbcd-7598-406a-8cbf-504d4a3bac15" providerId="ADAL" clId="{ECD42228-5B96-4A72-B268-C46DF994E6B7}" dt="2024-01-23T15:15:56.546" v="28392" actId="478"/>
          <ac:cxnSpMkLst>
            <pc:docMk/>
            <pc:sldMk cId="942153341" sldId="899"/>
            <ac:cxnSpMk id="15" creationId="{04D2C7C3-CCA4-33CD-A88D-5C7AA8DEC47B}"/>
          </ac:cxnSpMkLst>
        </pc:cxnChg>
        <pc:cxnChg chg="mod">
          <ac:chgData name="Palit, Tapti" userId="dec6fbcd-7598-406a-8cbf-504d4a3bac15" providerId="ADAL" clId="{ECD42228-5B96-4A72-B268-C46DF994E6B7}" dt="2024-01-23T15:16:41.611" v="28422" actId="1076"/>
          <ac:cxnSpMkLst>
            <pc:docMk/>
            <pc:sldMk cId="942153341" sldId="899"/>
            <ac:cxnSpMk id="16" creationId="{47CE0419-3B53-C4DC-F2AC-E7617695D07A}"/>
          </ac:cxnSpMkLst>
        </pc:cxnChg>
        <pc:cxnChg chg="del mod">
          <ac:chgData name="Palit, Tapti" userId="dec6fbcd-7598-406a-8cbf-504d4a3bac15" providerId="ADAL" clId="{ECD42228-5B96-4A72-B268-C46DF994E6B7}" dt="2024-01-23T15:15:56.546" v="28392" actId="478"/>
          <ac:cxnSpMkLst>
            <pc:docMk/>
            <pc:sldMk cId="942153341" sldId="899"/>
            <ac:cxnSpMk id="19" creationId="{793EDDD2-B890-ACF0-F1FC-461BAEFC460D}"/>
          </ac:cxnSpMkLst>
        </pc:cxnChg>
        <pc:cxnChg chg="del mod">
          <ac:chgData name="Palit, Tapti" userId="dec6fbcd-7598-406a-8cbf-504d4a3bac15" providerId="ADAL" clId="{ECD42228-5B96-4A72-B268-C46DF994E6B7}" dt="2024-01-23T15:16:21.752" v="28418" actId="478"/>
          <ac:cxnSpMkLst>
            <pc:docMk/>
            <pc:sldMk cId="942153341" sldId="899"/>
            <ac:cxnSpMk id="22" creationId="{CA8F21FB-E8CC-6374-0CC4-1841D5AE80BE}"/>
          </ac:cxnSpMkLst>
        </pc:cxnChg>
        <pc:cxnChg chg="del mod">
          <ac:chgData name="Palit, Tapti" userId="dec6fbcd-7598-406a-8cbf-504d4a3bac15" providerId="ADAL" clId="{ECD42228-5B96-4A72-B268-C46DF994E6B7}" dt="2024-01-23T15:16:21.752" v="28418" actId="478"/>
          <ac:cxnSpMkLst>
            <pc:docMk/>
            <pc:sldMk cId="942153341" sldId="899"/>
            <ac:cxnSpMk id="25" creationId="{2085C473-5C1F-90ED-F8E0-5387BA3AAAA8}"/>
          </ac:cxnSpMkLst>
        </pc:cxnChg>
        <pc:cxnChg chg="mod">
          <ac:chgData name="Palit, Tapti" userId="dec6fbcd-7598-406a-8cbf-504d4a3bac15" providerId="ADAL" clId="{ECD42228-5B96-4A72-B268-C46DF994E6B7}" dt="2024-01-23T15:16:37.826" v="28421" actId="14100"/>
          <ac:cxnSpMkLst>
            <pc:docMk/>
            <pc:sldMk cId="942153341" sldId="899"/>
            <ac:cxnSpMk id="28" creationId="{5FA85DDD-B162-7047-D5FB-1E648EEE98E1}"/>
          </ac:cxnSpMkLst>
        </pc:cxnChg>
        <pc:cxnChg chg="del mod">
          <ac:chgData name="Palit, Tapti" userId="dec6fbcd-7598-406a-8cbf-504d4a3bac15" providerId="ADAL" clId="{ECD42228-5B96-4A72-B268-C46DF994E6B7}" dt="2024-01-23T15:16:32.817" v="28420" actId="478"/>
          <ac:cxnSpMkLst>
            <pc:docMk/>
            <pc:sldMk cId="942153341" sldId="899"/>
            <ac:cxnSpMk id="33" creationId="{1923E23B-4A0C-F3A0-81F7-59CE0D5922EB}"/>
          </ac:cxnSpMkLst>
        </pc:cxnChg>
      </pc:sldChg>
      <pc:sldChg chg="del">
        <pc:chgData name="Palit, Tapti" userId="dec6fbcd-7598-406a-8cbf-504d4a3bac15" providerId="ADAL" clId="{ECD42228-5B96-4A72-B268-C46DF994E6B7}" dt="2024-01-28T03:44:01.241" v="67437" actId="47"/>
        <pc:sldMkLst>
          <pc:docMk/>
          <pc:sldMk cId="1038896666" sldId="899"/>
        </pc:sldMkLst>
      </pc:sldChg>
      <pc:sldChg chg="new del">
        <pc:chgData name="Palit, Tapti" userId="dec6fbcd-7598-406a-8cbf-504d4a3bac15" providerId="ADAL" clId="{ECD42228-5B96-4A72-B268-C46DF994E6B7}" dt="2024-01-23T17:50:29.606" v="32747" actId="680"/>
        <pc:sldMkLst>
          <pc:docMk/>
          <pc:sldMk cId="1305544863" sldId="900"/>
        </pc:sldMkLst>
      </pc:sldChg>
      <pc:sldChg chg="add del mod modShow">
        <pc:chgData name="Palit, Tapti" userId="dec6fbcd-7598-406a-8cbf-504d4a3bac15" providerId="ADAL" clId="{ECD42228-5B96-4A72-B268-C46DF994E6B7}" dt="2024-01-28T03:44:01.241" v="67437" actId="47"/>
        <pc:sldMkLst>
          <pc:docMk/>
          <pc:sldMk cId="2475954036" sldId="900"/>
        </pc:sldMkLst>
      </pc:sldChg>
      <pc:sldChg chg="add del">
        <pc:chgData name="Palit, Tapti" userId="dec6fbcd-7598-406a-8cbf-504d4a3bac15" providerId="ADAL" clId="{ECD42228-5B96-4A72-B268-C46DF994E6B7}" dt="2024-01-23T19:45:14.107" v="33068" actId="2696"/>
        <pc:sldMkLst>
          <pc:docMk/>
          <pc:sldMk cId="3813748572" sldId="900"/>
        </pc:sldMkLst>
      </pc:sldChg>
      <pc:sldChg chg="add del mod modShow">
        <pc:chgData name="Palit, Tapti" userId="dec6fbcd-7598-406a-8cbf-504d4a3bac15" providerId="ADAL" clId="{ECD42228-5B96-4A72-B268-C46DF994E6B7}" dt="2024-01-28T03:44:01.241" v="67437" actId="47"/>
        <pc:sldMkLst>
          <pc:docMk/>
          <pc:sldMk cId="1350213612" sldId="901"/>
        </pc:sldMkLst>
      </pc:sldChg>
      <pc:sldChg chg="addSp delSp modSp add del mod modClrScheme delAnim modAnim chgLayout modNotesTx">
        <pc:chgData name="Palit, Tapti" userId="dec6fbcd-7598-406a-8cbf-504d4a3bac15" providerId="ADAL" clId="{ECD42228-5B96-4A72-B268-C46DF994E6B7}" dt="2024-01-25T04:48:53.113" v="50545" actId="2696"/>
        <pc:sldMkLst>
          <pc:docMk/>
          <pc:sldMk cId="2357037310" sldId="901"/>
        </pc:sldMkLst>
        <pc:spChg chg="add mod">
          <ac:chgData name="Palit, Tapti" userId="dec6fbcd-7598-406a-8cbf-504d4a3bac15" providerId="ADAL" clId="{ECD42228-5B96-4A72-B268-C46DF994E6B7}" dt="2024-01-23T20:25:17.922" v="33355" actId="1076"/>
          <ac:spMkLst>
            <pc:docMk/>
            <pc:sldMk cId="2357037310" sldId="901"/>
            <ac:spMk id="2" creationId="{700288A5-0850-1218-F348-E30C3B4E8E23}"/>
          </ac:spMkLst>
        </pc:spChg>
        <pc:spChg chg="add mod">
          <ac:chgData name="Palit, Tapti" userId="dec6fbcd-7598-406a-8cbf-504d4a3bac15" providerId="ADAL" clId="{ECD42228-5B96-4A72-B268-C46DF994E6B7}" dt="2024-01-23T20:12:50.380" v="33304" actId="1076"/>
          <ac:spMkLst>
            <pc:docMk/>
            <pc:sldMk cId="2357037310" sldId="901"/>
            <ac:spMk id="3" creationId="{15DC95A4-D943-A26C-55CB-383A3E6F3BD5}"/>
          </ac:spMkLst>
        </pc:spChg>
        <pc:spChg chg="mod ord">
          <ac:chgData name="Palit, Tapti" userId="dec6fbcd-7598-406a-8cbf-504d4a3bac15" providerId="ADAL" clId="{ECD42228-5B96-4A72-B268-C46DF994E6B7}" dt="2024-01-24T01:49:15.751" v="34284" actId="700"/>
          <ac:spMkLst>
            <pc:docMk/>
            <pc:sldMk cId="2357037310" sldId="901"/>
            <ac:spMk id="4" creationId="{412865EC-C32C-1309-28F3-89F38691C5DA}"/>
          </ac:spMkLst>
        </pc:spChg>
        <pc:spChg chg="mod ord">
          <ac:chgData name="Palit, Tapti" userId="dec6fbcd-7598-406a-8cbf-504d4a3bac15" providerId="ADAL" clId="{ECD42228-5B96-4A72-B268-C46DF994E6B7}" dt="2024-01-24T01:49:15.751" v="34284" actId="700"/>
          <ac:spMkLst>
            <pc:docMk/>
            <pc:sldMk cId="2357037310" sldId="901"/>
            <ac:spMk id="5" creationId="{A5C03726-C797-7BB6-252B-7E78B26463A4}"/>
          </ac:spMkLst>
        </pc:spChg>
        <pc:spChg chg="add mod">
          <ac:chgData name="Palit, Tapti" userId="dec6fbcd-7598-406a-8cbf-504d4a3bac15" providerId="ADAL" clId="{ECD42228-5B96-4A72-B268-C46DF994E6B7}" dt="2024-01-23T20:26:36.443" v="33364" actId="1076"/>
          <ac:spMkLst>
            <pc:docMk/>
            <pc:sldMk cId="2357037310" sldId="901"/>
            <ac:spMk id="11" creationId="{7223FC8D-9ED5-6650-40CF-FC60E9959981}"/>
          </ac:spMkLst>
        </pc:spChg>
        <pc:spChg chg="add del mod">
          <ac:chgData name="Palit, Tapti" userId="dec6fbcd-7598-406a-8cbf-504d4a3bac15" providerId="ADAL" clId="{ECD42228-5B96-4A72-B268-C46DF994E6B7}" dt="2024-01-23T21:05:30.250" v="33800" actId="478"/>
          <ac:spMkLst>
            <pc:docMk/>
            <pc:sldMk cId="2357037310" sldId="901"/>
            <ac:spMk id="12" creationId="{84AB4855-602C-D5C6-F362-0478C1E2A568}"/>
          </ac:spMkLst>
        </pc:spChg>
        <pc:spChg chg="add del mod">
          <ac:chgData name="Palit, Tapti" userId="dec6fbcd-7598-406a-8cbf-504d4a3bac15" providerId="ADAL" clId="{ECD42228-5B96-4A72-B268-C46DF994E6B7}" dt="2024-01-23T21:31:55.273" v="33878" actId="478"/>
          <ac:spMkLst>
            <pc:docMk/>
            <pc:sldMk cId="2357037310" sldId="901"/>
            <ac:spMk id="14" creationId="{C7AAAE70-E042-449C-3E15-BC6013C16D5F}"/>
          </ac:spMkLst>
        </pc:spChg>
        <pc:spChg chg="add del mod ord">
          <ac:chgData name="Palit, Tapti" userId="dec6fbcd-7598-406a-8cbf-504d4a3bac15" providerId="ADAL" clId="{ECD42228-5B96-4A72-B268-C46DF994E6B7}" dt="2024-01-23T21:32:29.006" v="33882" actId="700"/>
          <ac:spMkLst>
            <pc:docMk/>
            <pc:sldMk cId="2357037310" sldId="901"/>
            <ac:spMk id="15" creationId="{6E19144B-4A19-6F9B-C10F-098F66AD1CC0}"/>
          </ac:spMkLst>
        </pc:spChg>
        <pc:spChg chg="add del mod ord">
          <ac:chgData name="Palit, Tapti" userId="dec6fbcd-7598-406a-8cbf-504d4a3bac15" providerId="ADAL" clId="{ECD42228-5B96-4A72-B268-C46DF994E6B7}" dt="2024-01-23T21:32:44.584" v="33885" actId="478"/>
          <ac:spMkLst>
            <pc:docMk/>
            <pc:sldMk cId="2357037310" sldId="901"/>
            <ac:spMk id="16" creationId="{046E9E1A-69F2-3694-4ABC-6755E621964F}"/>
          </ac:spMkLst>
        </pc:spChg>
        <pc:spChg chg="add del mod ord">
          <ac:chgData name="Palit, Tapti" userId="dec6fbcd-7598-406a-8cbf-504d4a3bac15" providerId="ADAL" clId="{ECD42228-5B96-4A72-B268-C46DF994E6B7}" dt="2024-01-23T21:32:49.808" v="33886" actId="478"/>
          <ac:spMkLst>
            <pc:docMk/>
            <pc:sldMk cId="2357037310" sldId="901"/>
            <ac:spMk id="17" creationId="{0576800F-F296-EA51-67AE-BC1B2EA79FBA}"/>
          </ac:spMkLst>
        </pc:spChg>
        <pc:spChg chg="add del mod ord">
          <ac:chgData name="Palit, Tapti" userId="dec6fbcd-7598-406a-8cbf-504d4a3bac15" providerId="ADAL" clId="{ECD42228-5B96-4A72-B268-C46DF994E6B7}" dt="2024-01-23T21:33:21.676" v="33890" actId="478"/>
          <ac:spMkLst>
            <pc:docMk/>
            <pc:sldMk cId="2357037310" sldId="901"/>
            <ac:spMk id="18" creationId="{A4F84114-08BF-92E2-5EF0-E8C04228C9F4}"/>
          </ac:spMkLst>
        </pc:spChg>
        <pc:spChg chg="add del mod ord">
          <ac:chgData name="Palit, Tapti" userId="dec6fbcd-7598-406a-8cbf-504d4a3bac15" providerId="ADAL" clId="{ECD42228-5B96-4A72-B268-C46DF994E6B7}" dt="2024-01-23T21:33:18.687" v="33889" actId="478"/>
          <ac:spMkLst>
            <pc:docMk/>
            <pc:sldMk cId="2357037310" sldId="901"/>
            <ac:spMk id="19" creationId="{994FE904-A62E-E596-6CA6-E4B3EE4969D2}"/>
          </ac:spMkLst>
        </pc:spChg>
        <pc:spChg chg="add del mod ord">
          <ac:chgData name="Palit, Tapti" userId="dec6fbcd-7598-406a-8cbf-504d4a3bac15" providerId="ADAL" clId="{ECD42228-5B96-4A72-B268-C46DF994E6B7}" dt="2024-01-24T01:49:15.751" v="34284" actId="700"/>
          <ac:spMkLst>
            <pc:docMk/>
            <pc:sldMk cId="2357037310" sldId="901"/>
            <ac:spMk id="20" creationId="{FFB71976-E38C-5D69-8CB8-6D9C1B110290}"/>
          </ac:spMkLst>
        </pc:spChg>
        <pc:spChg chg="add mod">
          <ac:chgData name="Palit, Tapti" userId="dec6fbcd-7598-406a-8cbf-504d4a3bac15" providerId="ADAL" clId="{ECD42228-5B96-4A72-B268-C46DF994E6B7}" dt="2024-01-24T01:48:52.724" v="34283"/>
          <ac:spMkLst>
            <pc:docMk/>
            <pc:sldMk cId="2357037310" sldId="901"/>
            <ac:spMk id="21" creationId="{189AB983-49A8-77BE-6162-D33A6158414B}"/>
          </ac:spMkLst>
        </pc:spChg>
        <pc:spChg chg="add mod ord">
          <ac:chgData name="Palit, Tapti" userId="dec6fbcd-7598-406a-8cbf-504d4a3bac15" providerId="ADAL" clId="{ECD42228-5B96-4A72-B268-C46DF994E6B7}" dt="2024-01-24T02:35:55.915" v="35584" actId="20577"/>
          <ac:spMkLst>
            <pc:docMk/>
            <pc:sldMk cId="2357037310" sldId="901"/>
            <ac:spMk id="22" creationId="{FE02C250-4CDB-4D0D-AB89-C5865608681F}"/>
          </ac:spMkLst>
        </pc:spChg>
        <pc:spChg chg="mod">
          <ac:chgData name="Palit, Tapti" userId="dec6fbcd-7598-406a-8cbf-504d4a3bac15" providerId="ADAL" clId="{ECD42228-5B96-4A72-B268-C46DF994E6B7}" dt="2024-01-24T01:51:01.410" v="34345" actId="255"/>
          <ac:spMkLst>
            <pc:docMk/>
            <pc:sldMk cId="2357037310" sldId="901"/>
            <ac:spMk id="67" creationId="{31EEE484-1DEE-4801-9CE4-3C988681C4F5}"/>
          </ac:spMkLst>
        </pc:spChg>
        <pc:spChg chg="mod">
          <ac:chgData name="Palit, Tapti" userId="dec6fbcd-7598-406a-8cbf-504d4a3bac15" providerId="ADAL" clId="{ECD42228-5B96-4A72-B268-C46DF994E6B7}" dt="2024-01-24T01:50:53.951" v="34344" actId="255"/>
          <ac:spMkLst>
            <pc:docMk/>
            <pc:sldMk cId="2357037310" sldId="901"/>
            <ac:spMk id="69" creationId="{DB787AB7-43CC-88D9-ED31-450C5598C18E}"/>
          </ac:spMkLst>
        </pc:spChg>
        <pc:spChg chg="mod">
          <ac:chgData name="Palit, Tapti" userId="dec6fbcd-7598-406a-8cbf-504d4a3bac15" providerId="ADAL" clId="{ECD42228-5B96-4A72-B268-C46DF994E6B7}" dt="2024-01-24T01:51:06.118" v="34346" actId="255"/>
          <ac:spMkLst>
            <pc:docMk/>
            <pc:sldMk cId="2357037310" sldId="901"/>
            <ac:spMk id="71" creationId="{4896E55E-5BFA-835A-ACAA-3D1D8D88CF9A}"/>
          </ac:spMkLst>
        </pc:spChg>
        <pc:spChg chg="del mod ord">
          <ac:chgData name="Palit, Tapti" userId="dec6fbcd-7598-406a-8cbf-504d4a3bac15" providerId="ADAL" clId="{ECD42228-5B96-4A72-B268-C46DF994E6B7}" dt="2024-01-23T21:32:38.528" v="33884" actId="700"/>
          <ac:spMkLst>
            <pc:docMk/>
            <pc:sldMk cId="2357037310" sldId="901"/>
            <ac:spMk id="157" creationId="{9C7ADE2A-7C72-02EC-95CE-5B0F6C2505ED}"/>
          </ac:spMkLst>
        </pc:spChg>
        <pc:spChg chg="del">
          <ac:chgData name="Palit, Tapti" userId="dec6fbcd-7598-406a-8cbf-504d4a3bac15" providerId="ADAL" clId="{ECD42228-5B96-4A72-B268-C46DF994E6B7}" dt="2024-01-23T20:26:13.032" v="33358" actId="478"/>
          <ac:spMkLst>
            <pc:docMk/>
            <pc:sldMk cId="2357037310" sldId="901"/>
            <ac:spMk id="159" creationId="{412ACD73-0DA5-464C-9D5B-3E9A88D8A9D4}"/>
          </ac:spMkLst>
        </pc:spChg>
        <pc:spChg chg="del">
          <ac:chgData name="Palit, Tapti" userId="dec6fbcd-7598-406a-8cbf-504d4a3bac15" providerId="ADAL" clId="{ECD42228-5B96-4A72-B268-C46DF994E6B7}" dt="2024-01-23T20:26:10.026" v="33357" actId="478"/>
          <ac:spMkLst>
            <pc:docMk/>
            <pc:sldMk cId="2357037310" sldId="901"/>
            <ac:spMk id="160" creationId="{02DFF774-09A7-F347-48FE-FBD5736470F8}"/>
          </ac:spMkLst>
        </pc:spChg>
        <pc:cxnChg chg="add mod">
          <ac:chgData name="Palit, Tapti" userId="dec6fbcd-7598-406a-8cbf-504d4a3bac15" providerId="ADAL" clId="{ECD42228-5B96-4A72-B268-C46DF994E6B7}" dt="2024-01-23T20:16:41.171" v="33347" actId="14100"/>
          <ac:cxnSpMkLst>
            <pc:docMk/>
            <pc:sldMk cId="2357037310" sldId="901"/>
            <ac:cxnSpMk id="6" creationId="{551BDA0E-3F71-21F6-E775-853A18FBE04E}"/>
          </ac:cxnSpMkLst>
        </pc:cxnChg>
        <pc:cxnChg chg="del mod">
          <ac:chgData name="Palit, Tapti" userId="dec6fbcd-7598-406a-8cbf-504d4a3bac15" providerId="ADAL" clId="{ECD42228-5B96-4A72-B268-C46DF994E6B7}" dt="2024-01-23T20:10:34.473" v="33296" actId="478"/>
          <ac:cxnSpMkLst>
            <pc:docMk/>
            <pc:sldMk cId="2357037310" sldId="901"/>
            <ac:cxnSpMk id="388" creationId="{DE924A48-EA8E-F11A-2424-C808FE0B1FB1}"/>
          </ac:cxnSpMkLst>
        </pc:cxnChg>
      </pc:sldChg>
      <pc:sldChg chg="addSp delSp modSp new del mod modClrScheme chgLayout">
        <pc:chgData name="Palit, Tapti" userId="dec6fbcd-7598-406a-8cbf-504d4a3bac15" providerId="ADAL" clId="{ECD42228-5B96-4A72-B268-C46DF994E6B7}" dt="2024-01-23T20:10:01.931" v="33293" actId="47"/>
        <pc:sldMkLst>
          <pc:docMk/>
          <pc:sldMk cId="3546374010" sldId="901"/>
        </pc:sldMkLst>
        <pc:spChg chg="del mod ord">
          <ac:chgData name="Palit, Tapti" userId="dec6fbcd-7598-406a-8cbf-504d4a3bac15" providerId="ADAL" clId="{ECD42228-5B96-4A72-B268-C46DF994E6B7}" dt="2024-01-23T20:09:44.856" v="33292" actId="700"/>
          <ac:spMkLst>
            <pc:docMk/>
            <pc:sldMk cId="3546374010" sldId="901"/>
            <ac:spMk id="2" creationId="{812F7C33-58C2-A2B7-1215-8EA5EB9A48CB}"/>
          </ac:spMkLst>
        </pc:spChg>
        <pc:spChg chg="del mod ord">
          <ac:chgData name="Palit, Tapti" userId="dec6fbcd-7598-406a-8cbf-504d4a3bac15" providerId="ADAL" clId="{ECD42228-5B96-4A72-B268-C46DF994E6B7}" dt="2024-01-23T20:09:44.856" v="33292" actId="700"/>
          <ac:spMkLst>
            <pc:docMk/>
            <pc:sldMk cId="3546374010" sldId="901"/>
            <ac:spMk id="3" creationId="{84FB92BD-6DA4-4D03-9115-368EA1AFC381}"/>
          </ac:spMkLst>
        </pc:spChg>
        <pc:spChg chg="mod ord">
          <ac:chgData name="Palit, Tapti" userId="dec6fbcd-7598-406a-8cbf-504d4a3bac15" providerId="ADAL" clId="{ECD42228-5B96-4A72-B268-C46DF994E6B7}" dt="2024-01-23T20:09:44.856" v="33292" actId="700"/>
          <ac:spMkLst>
            <pc:docMk/>
            <pc:sldMk cId="3546374010" sldId="901"/>
            <ac:spMk id="4" creationId="{D3FA1F12-F1A7-FD07-46F9-32808BC3F683}"/>
          </ac:spMkLst>
        </pc:spChg>
        <pc:spChg chg="del">
          <ac:chgData name="Palit, Tapti" userId="dec6fbcd-7598-406a-8cbf-504d4a3bac15" providerId="ADAL" clId="{ECD42228-5B96-4A72-B268-C46DF994E6B7}" dt="2024-01-23T20:09:44.856" v="33292" actId="700"/>
          <ac:spMkLst>
            <pc:docMk/>
            <pc:sldMk cId="3546374010" sldId="901"/>
            <ac:spMk id="5" creationId="{0D751FE8-14EE-1A88-569F-07A9013F9439}"/>
          </ac:spMkLst>
        </pc:spChg>
        <pc:spChg chg="del">
          <ac:chgData name="Palit, Tapti" userId="dec6fbcd-7598-406a-8cbf-504d4a3bac15" providerId="ADAL" clId="{ECD42228-5B96-4A72-B268-C46DF994E6B7}" dt="2024-01-23T20:09:44.856" v="33292" actId="700"/>
          <ac:spMkLst>
            <pc:docMk/>
            <pc:sldMk cId="3546374010" sldId="901"/>
            <ac:spMk id="6" creationId="{83710C7B-B7AF-76AF-8B73-225340845149}"/>
          </ac:spMkLst>
        </pc:spChg>
        <pc:spChg chg="add mod ord">
          <ac:chgData name="Palit, Tapti" userId="dec6fbcd-7598-406a-8cbf-504d4a3bac15" providerId="ADAL" clId="{ECD42228-5B96-4A72-B268-C46DF994E6B7}" dt="2024-01-23T20:09:44.856" v="33292" actId="700"/>
          <ac:spMkLst>
            <pc:docMk/>
            <pc:sldMk cId="3546374010" sldId="901"/>
            <ac:spMk id="7" creationId="{9D9FD77B-3933-BD57-A532-B066509BF73B}"/>
          </ac:spMkLst>
        </pc:spChg>
        <pc:spChg chg="add mod ord">
          <ac:chgData name="Palit, Tapti" userId="dec6fbcd-7598-406a-8cbf-504d4a3bac15" providerId="ADAL" clId="{ECD42228-5B96-4A72-B268-C46DF994E6B7}" dt="2024-01-23T20:09:44.856" v="33292" actId="700"/>
          <ac:spMkLst>
            <pc:docMk/>
            <pc:sldMk cId="3546374010" sldId="901"/>
            <ac:spMk id="8" creationId="{746C6278-BC65-F2DE-0852-6D13C39D5F53}"/>
          </ac:spMkLst>
        </pc:spChg>
      </pc:sldChg>
      <pc:sldChg chg="add del modAnim">
        <pc:chgData name="Palit, Tapti" userId="dec6fbcd-7598-406a-8cbf-504d4a3bac15" providerId="ADAL" clId="{ECD42228-5B96-4A72-B268-C46DF994E6B7}" dt="2024-01-23T19:54:29.554" v="33102" actId="47"/>
        <pc:sldMkLst>
          <pc:docMk/>
          <pc:sldMk cId="4084192297" sldId="901"/>
        </pc:sldMkLst>
      </pc:sldChg>
      <pc:sldChg chg="new del">
        <pc:chgData name="Palit, Tapti" userId="dec6fbcd-7598-406a-8cbf-504d4a3bac15" providerId="ADAL" clId="{ECD42228-5B96-4A72-B268-C46DF994E6B7}" dt="2024-01-23T20:05:11.065" v="33272" actId="2696"/>
        <pc:sldMkLst>
          <pc:docMk/>
          <pc:sldMk cId="4225260811" sldId="901"/>
        </pc:sldMkLst>
      </pc:sldChg>
      <pc:sldChg chg="addSp delSp modSp new del mod modClrScheme chgLayout">
        <pc:chgData name="Palit, Tapti" userId="dec6fbcd-7598-406a-8cbf-504d4a3bac15" providerId="ADAL" clId="{ECD42228-5B96-4A72-B268-C46DF994E6B7}" dt="2024-01-23T22:10:41.287" v="33914" actId="47"/>
        <pc:sldMkLst>
          <pc:docMk/>
          <pc:sldMk cId="345436450" sldId="902"/>
        </pc:sldMkLst>
        <pc:spChg chg="del">
          <ac:chgData name="Palit, Tapti" userId="dec6fbcd-7598-406a-8cbf-504d4a3bac15" providerId="ADAL" clId="{ECD42228-5B96-4A72-B268-C46DF994E6B7}" dt="2024-01-23T20:27:28.089" v="33412" actId="700"/>
          <ac:spMkLst>
            <pc:docMk/>
            <pc:sldMk cId="345436450" sldId="902"/>
            <ac:spMk id="2" creationId="{0C47748F-2A51-667B-3F54-73A3779F99C8}"/>
          </ac:spMkLst>
        </pc:spChg>
        <pc:spChg chg="del mod ord">
          <ac:chgData name="Palit, Tapti" userId="dec6fbcd-7598-406a-8cbf-504d4a3bac15" providerId="ADAL" clId="{ECD42228-5B96-4A72-B268-C46DF994E6B7}" dt="2024-01-23T20:27:28.089" v="33412" actId="700"/>
          <ac:spMkLst>
            <pc:docMk/>
            <pc:sldMk cId="345436450" sldId="902"/>
            <ac:spMk id="3" creationId="{8D92321E-E707-E2FC-6040-39B3A28B8AEF}"/>
          </ac:spMkLst>
        </pc:spChg>
        <pc:spChg chg="mod ord">
          <ac:chgData name="Palit, Tapti" userId="dec6fbcd-7598-406a-8cbf-504d4a3bac15" providerId="ADAL" clId="{ECD42228-5B96-4A72-B268-C46DF994E6B7}" dt="2024-01-23T20:27:28.089" v="33412" actId="700"/>
          <ac:spMkLst>
            <pc:docMk/>
            <pc:sldMk cId="345436450" sldId="902"/>
            <ac:spMk id="4" creationId="{5AAD0093-18B9-4E43-B273-EF0E007CB66F}"/>
          </ac:spMkLst>
        </pc:spChg>
        <pc:spChg chg="del">
          <ac:chgData name="Palit, Tapti" userId="dec6fbcd-7598-406a-8cbf-504d4a3bac15" providerId="ADAL" clId="{ECD42228-5B96-4A72-B268-C46DF994E6B7}" dt="2024-01-23T20:27:28.089" v="33412" actId="700"/>
          <ac:spMkLst>
            <pc:docMk/>
            <pc:sldMk cId="345436450" sldId="902"/>
            <ac:spMk id="5" creationId="{A0E1F8DA-A6FE-BA2A-659E-F3204459FF84}"/>
          </ac:spMkLst>
        </pc:spChg>
        <pc:spChg chg="del">
          <ac:chgData name="Palit, Tapti" userId="dec6fbcd-7598-406a-8cbf-504d4a3bac15" providerId="ADAL" clId="{ECD42228-5B96-4A72-B268-C46DF994E6B7}" dt="2024-01-23T20:27:28.089" v="33412" actId="700"/>
          <ac:spMkLst>
            <pc:docMk/>
            <pc:sldMk cId="345436450" sldId="902"/>
            <ac:spMk id="6" creationId="{C7DB87A6-168C-1170-0339-E0479FC6BDCA}"/>
          </ac:spMkLst>
        </pc:spChg>
        <pc:spChg chg="add mod ord">
          <ac:chgData name="Palit, Tapti" userId="dec6fbcd-7598-406a-8cbf-504d4a3bac15" providerId="ADAL" clId="{ECD42228-5B96-4A72-B268-C46DF994E6B7}" dt="2024-01-23T22:10:38.793" v="33913" actId="20577"/>
          <ac:spMkLst>
            <pc:docMk/>
            <pc:sldMk cId="345436450" sldId="902"/>
            <ac:spMk id="7" creationId="{9496A527-5424-1DA8-53B6-79F845B8191D}"/>
          </ac:spMkLst>
        </pc:spChg>
      </pc:sldChg>
      <pc:sldChg chg="add del mod modShow">
        <pc:chgData name="Palit, Tapti" userId="dec6fbcd-7598-406a-8cbf-504d4a3bac15" providerId="ADAL" clId="{ECD42228-5B96-4A72-B268-C46DF994E6B7}" dt="2024-01-28T03:44:01.241" v="67437" actId="47"/>
        <pc:sldMkLst>
          <pc:docMk/>
          <pc:sldMk cId="93506832" sldId="903"/>
        </pc:sldMkLst>
      </pc:sldChg>
      <pc:sldChg chg="add del">
        <pc:chgData name="Palit, Tapti" userId="dec6fbcd-7598-406a-8cbf-504d4a3bac15" providerId="ADAL" clId="{ECD42228-5B96-4A72-B268-C46DF994E6B7}" dt="2024-01-24T04:11:54.463" v="39807" actId="2696"/>
        <pc:sldMkLst>
          <pc:docMk/>
          <pc:sldMk cId="386325408" sldId="903"/>
        </pc:sldMkLst>
      </pc:sldChg>
      <pc:sldChg chg="new del">
        <pc:chgData name="Palit, Tapti" userId="dec6fbcd-7598-406a-8cbf-504d4a3bac15" providerId="ADAL" clId="{ECD42228-5B96-4A72-B268-C46DF994E6B7}" dt="2024-01-23T23:54:54.103" v="33918" actId="47"/>
        <pc:sldMkLst>
          <pc:docMk/>
          <pc:sldMk cId="273979742" sldId="904"/>
        </pc:sldMkLst>
      </pc:sldChg>
      <pc:sldChg chg="modSp add del">
        <pc:chgData name="Palit, Tapti" userId="dec6fbcd-7598-406a-8cbf-504d4a3bac15" providerId="ADAL" clId="{ECD42228-5B96-4A72-B268-C46DF994E6B7}" dt="2024-01-23T21:04:41.806" v="33771" actId="47"/>
        <pc:sldMkLst>
          <pc:docMk/>
          <pc:sldMk cId="1717087563" sldId="904"/>
        </pc:sldMkLst>
        <pc:spChg chg="mod">
          <ac:chgData name="Palit, Tapti" userId="dec6fbcd-7598-406a-8cbf-504d4a3bac15" providerId="ADAL" clId="{ECD42228-5B96-4A72-B268-C46DF994E6B7}" dt="2024-01-23T21:01:50.622" v="33769" actId="20577"/>
          <ac:spMkLst>
            <pc:docMk/>
            <pc:sldMk cId="1717087563" sldId="904"/>
            <ac:spMk id="5" creationId="{A5C03726-C797-7BB6-252B-7E78B26463A4}"/>
          </ac:spMkLst>
        </pc:spChg>
      </pc:sldChg>
      <pc:sldChg chg="modSp add del mod">
        <pc:chgData name="Palit, Tapti" userId="dec6fbcd-7598-406a-8cbf-504d4a3bac15" providerId="ADAL" clId="{ECD42228-5B96-4A72-B268-C46DF994E6B7}" dt="2024-01-23T21:33:07.172" v="33887" actId="47"/>
        <pc:sldMkLst>
          <pc:docMk/>
          <pc:sldMk cId="1950628838" sldId="904"/>
        </pc:sldMkLst>
        <pc:spChg chg="mod">
          <ac:chgData name="Palit, Tapti" userId="dec6fbcd-7598-406a-8cbf-504d4a3bac15" providerId="ADAL" clId="{ECD42228-5B96-4A72-B268-C46DF994E6B7}" dt="2024-01-23T21:06:08.330" v="33841" actId="20577"/>
          <ac:spMkLst>
            <pc:docMk/>
            <pc:sldMk cId="1950628838" sldId="904"/>
            <ac:spMk id="5" creationId="{A5C03726-C797-7BB6-252B-7E78B26463A4}"/>
          </ac:spMkLst>
        </pc:spChg>
      </pc:sldChg>
      <pc:sldChg chg="new del">
        <pc:chgData name="Palit, Tapti" userId="dec6fbcd-7598-406a-8cbf-504d4a3bac15" providerId="ADAL" clId="{ECD42228-5B96-4A72-B268-C46DF994E6B7}" dt="2024-01-23T21:05:48.254" v="33824" actId="47"/>
        <pc:sldMkLst>
          <pc:docMk/>
          <pc:sldMk cId="2032323445" sldId="904"/>
        </pc:sldMkLst>
      </pc:sldChg>
      <pc:sldChg chg="addSp delSp modSp new mod modClrScheme chgLayout">
        <pc:chgData name="Palit, Tapti" userId="dec6fbcd-7598-406a-8cbf-504d4a3bac15" providerId="ADAL" clId="{ECD42228-5B96-4A72-B268-C46DF994E6B7}" dt="2024-01-24T03:58:32.205" v="39213" actId="20577"/>
        <pc:sldMkLst>
          <pc:docMk/>
          <pc:sldMk cId="3857679886" sldId="904"/>
        </pc:sldMkLst>
        <pc:spChg chg="add del mod">
          <ac:chgData name="Palit, Tapti" userId="dec6fbcd-7598-406a-8cbf-504d4a3bac15" providerId="ADAL" clId="{ECD42228-5B96-4A72-B268-C46DF994E6B7}" dt="2024-01-24T03:50:08.030" v="38937" actId="6264"/>
          <ac:spMkLst>
            <pc:docMk/>
            <pc:sldMk cId="3857679886" sldId="904"/>
            <ac:spMk id="2" creationId="{106ADF00-3902-8322-CC63-7143876C8AE8}"/>
          </ac:spMkLst>
        </pc:spChg>
        <pc:spChg chg="del">
          <ac:chgData name="Palit, Tapti" userId="dec6fbcd-7598-406a-8cbf-504d4a3bac15" providerId="ADAL" clId="{ECD42228-5B96-4A72-B268-C46DF994E6B7}" dt="2024-01-24T01:25:11.803" v="33920" actId="700"/>
          <ac:spMkLst>
            <pc:docMk/>
            <pc:sldMk cId="3857679886" sldId="904"/>
            <ac:spMk id="2" creationId="{CD182F18-2A29-B735-FB66-BBE14B367374}"/>
          </ac:spMkLst>
        </pc:spChg>
        <pc:spChg chg="del mod ord">
          <ac:chgData name="Palit, Tapti" userId="dec6fbcd-7598-406a-8cbf-504d4a3bac15" providerId="ADAL" clId="{ECD42228-5B96-4A72-B268-C46DF994E6B7}" dt="2024-01-24T01:25:11.803" v="33920" actId="700"/>
          <ac:spMkLst>
            <pc:docMk/>
            <pc:sldMk cId="3857679886" sldId="904"/>
            <ac:spMk id="3" creationId="{5078DB66-166D-822D-9CB6-BE648861D938}"/>
          </ac:spMkLst>
        </pc:spChg>
        <pc:spChg chg="add del mod">
          <ac:chgData name="Palit, Tapti" userId="dec6fbcd-7598-406a-8cbf-504d4a3bac15" providerId="ADAL" clId="{ECD42228-5B96-4A72-B268-C46DF994E6B7}" dt="2024-01-24T03:50:08.030" v="38937" actId="6264"/>
          <ac:spMkLst>
            <pc:docMk/>
            <pc:sldMk cId="3857679886" sldId="904"/>
            <ac:spMk id="3" creationId="{B2E05B63-DEDB-34F7-089B-CEA1980CFBBC}"/>
          </ac:spMkLst>
        </pc:spChg>
        <pc:spChg chg="mod ord">
          <ac:chgData name="Palit, Tapti" userId="dec6fbcd-7598-406a-8cbf-504d4a3bac15" providerId="ADAL" clId="{ECD42228-5B96-4A72-B268-C46DF994E6B7}" dt="2024-01-24T03:50:08.030" v="38937" actId="6264"/>
          <ac:spMkLst>
            <pc:docMk/>
            <pc:sldMk cId="3857679886" sldId="904"/>
            <ac:spMk id="4" creationId="{7E7FC306-F332-320E-ACB0-2DE876BC4033}"/>
          </ac:spMkLst>
        </pc:spChg>
        <pc:spChg chg="del">
          <ac:chgData name="Palit, Tapti" userId="dec6fbcd-7598-406a-8cbf-504d4a3bac15" providerId="ADAL" clId="{ECD42228-5B96-4A72-B268-C46DF994E6B7}" dt="2024-01-24T01:25:11.803" v="33920" actId="700"/>
          <ac:spMkLst>
            <pc:docMk/>
            <pc:sldMk cId="3857679886" sldId="904"/>
            <ac:spMk id="5" creationId="{5C8DC3D4-3932-3EF3-40B2-FF645AD58573}"/>
          </ac:spMkLst>
        </pc:spChg>
        <pc:spChg chg="del">
          <ac:chgData name="Palit, Tapti" userId="dec6fbcd-7598-406a-8cbf-504d4a3bac15" providerId="ADAL" clId="{ECD42228-5B96-4A72-B268-C46DF994E6B7}" dt="2024-01-24T01:25:11.803" v="33920" actId="700"/>
          <ac:spMkLst>
            <pc:docMk/>
            <pc:sldMk cId="3857679886" sldId="904"/>
            <ac:spMk id="6" creationId="{5798CAB4-6E7A-57D6-B8D7-068E284207CB}"/>
          </ac:spMkLst>
        </pc:spChg>
        <pc:spChg chg="add mod ord">
          <ac:chgData name="Palit, Tapti" userId="dec6fbcd-7598-406a-8cbf-504d4a3bac15" providerId="ADAL" clId="{ECD42228-5B96-4A72-B268-C46DF994E6B7}" dt="2024-01-24T03:58:32.205" v="39213" actId="20577"/>
          <ac:spMkLst>
            <pc:docMk/>
            <pc:sldMk cId="3857679886" sldId="904"/>
            <ac:spMk id="7" creationId="{D1FB46FA-914A-0991-8274-7742EBADDCDE}"/>
          </ac:spMkLst>
        </pc:spChg>
      </pc:sldChg>
      <pc:sldChg chg="addSp delSp modSp add del mod modAnim">
        <pc:chgData name="Palit, Tapti" userId="dec6fbcd-7598-406a-8cbf-504d4a3bac15" providerId="ADAL" clId="{ECD42228-5B96-4A72-B268-C46DF994E6B7}" dt="2024-01-24T01:44:01.644" v="34215" actId="47"/>
        <pc:sldMkLst>
          <pc:docMk/>
          <pc:sldMk cId="828641435" sldId="905"/>
        </pc:sldMkLst>
        <pc:spChg chg="mod">
          <ac:chgData name="Palit, Tapti" userId="dec6fbcd-7598-406a-8cbf-504d4a3bac15" providerId="ADAL" clId="{ECD42228-5B96-4A72-B268-C46DF994E6B7}" dt="2024-01-24T01:30:05.560" v="34045" actId="1076"/>
          <ac:spMkLst>
            <pc:docMk/>
            <pc:sldMk cId="828641435" sldId="905"/>
            <ac:spMk id="2" creationId="{700288A5-0850-1218-F348-E30C3B4E8E23}"/>
          </ac:spMkLst>
        </pc:spChg>
        <pc:spChg chg="mod">
          <ac:chgData name="Palit, Tapti" userId="dec6fbcd-7598-406a-8cbf-504d4a3bac15" providerId="ADAL" clId="{ECD42228-5B96-4A72-B268-C46DF994E6B7}" dt="2024-01-24T01:31:05.848" v="34049" actId="1076"/>
          <ac:spMkLst>
            <pc:docMk/>
            <pc:sldMk cId="828641435" sldId="905"/>
            <ac:spMk id="3" creationId="{15DC95A4-D943-A26C-55CB-383A3E6F3BD5}"/>
          </ac:spMkLst>
        </pc:spChg>
        <pc:spChg chg="mod">
          <ac:chgData name="Palit, Tapti" userId="dec6fbcd-7598-406a-8cbf-504d4a3bac15" providerId="ADAL" clId="{ECD42228-5B96-4A72-B268-C46DF994E6B7}" dt="2024-01-24T01:35:09.869" v="34114" actId="20577"/>
          <ac:spMkLst>
            <pc:docMk/>
            <pc:sldMk cId="828641435" sldId="905"/>
            <ac:spMk id="5" creationId="{A5C03726-C797-7BB6-252B-7E78B26463A4}"/>
          </ac:spMkLst>
        </pc:spChg>
        <pc:spChg chg="add del">
          <ac:chgData name="Palit, Tapti" userId="dec6fbcd-7598-406a-8cbf-504d4a3bac15" providerId="ADAL" clId="{ECD42228-5B96-4A72-B268-C46DF994E6B7}" dt="2024-01-24T01:31:12.030" v="34051" actId="478"/>
          <ac:spMkLst>
            <pc:docMk/>
            <pc:sldMk cId="828641435" sldId="905"/>
            <ac:spMk id="217" creationId="{DE6CB6CB-DA11-FC10-E22D-BD9BF3034520}"/>
          </ac:spMkLst>
        </pc:spChg>
        <pc:cxnChg chg="mod">
          <ac:chgData name="Palit, Tapti" userId="dec6fbcd-7598-406a-8cbf-504d4a3bac15" providerId="ADAL" clId="{ECD42228-5B96-4A72-B268-C46DF994E6B7}" dt="2024-01-24T01:34:34.308" v="34099" actId="692"/>
          <ac:cxnSpMkLst>
            <pc:docMk/>
            <pc:sldMk cId="828641435" sldId="905"/>
            <ac:cxnSpMk id="6" creationId="{551BDA0E-3F71-21F6-E775-853A18FBE04E}"/>
          </ac:cxnSpMkLst>
        </pc:cxnChg>
        <pc:cxnChg chg="mod">
          <ac:chgData name="Palit, Tapti" userId="dec6fbcd-7598-406a-8cbf-504d4a3bac15" providerId="ADAL" clId="{ECD42228-5B96-4A72-B268-C46DF994E6B7}" dt="2024-01-24T01:30:01.642" v="34044" actId="692"/>
          <ac:cxnSpMkLst>
            <pc:docMk/>
            <pc:sldMk cId="828641435" sldId="905"/>
            <ac:cxnSpMk id="339" creationId="{0152FD3E-0853-2118-07D4-9342E0D19EB6}"/>
          </ac:cxnSpMkLst>
        </pc:cxnChg>
        <pc:cxnChg chg="mod">
          <ac:chgData name="Palit, Tapti" userId="dec6fbcd-7598-406a-8cbf-504d4a3bac15" providerId="ADAL" clId="{ECD42228-5B96-4A72-B268-C46DF994E6B7}" dt="2024-01-24T01:34:34.308" v="34099" actId="692"/>
          <ac:cxnSpMkLst>
            <pc:docMk/>
            <pc:sldMk cId="828641435" sldId="905"/>
            <ac:cxnSpMk id="356" creationId="{7D7A0695-15EC-8841-3632-AD71C5649FE5}"/>
          </ac:cxnSpMkLst>
        </pc:cxnChg>
        <pc:cxnChg chg="mod">
          <ac:chgData name="Palit, Tapti" userId="dec6fbcd-7598-406a-8cbf-504d4a3bac15" providerId="ADAL" clId="{ECD42228-5B96-4A72-B268-C46DF994E6B7}" dt="2024-01-24T01:34:34.308" v="34099" actId="692"/>
          <ac:cxnSpMkLst>
            <pc:docMk/>
            <pc:sldMk cId="828641435" sldId="905"/>
            <ac:cxnSpMk id="359" creationId="{129A9EFB-DBB0-9C6B-F109-2A731D17FEA9}"/>
          </ac:cxnSpMkLst>
        </pc:cxnChg>
        <pc:cxnChg chg="mod">
          <ac:chgData name="Palit, Tapti" userId="dec6fbcd-7598-406a-8cbf-504d4a3bac15" providerId="ADAL" clId="{ECD42228-5B96-4A72-B268-C46DF994E6B7}" dt="2024-01-24T01:34:34.308" v="34099" actId="692"/>
          <ac:cxnSpMkLst>
            <pc:docMk/>
            <pc:sldMk cId="828641435" sldId="905"/>
            <ac:cxnSpMk id="362" creationId="{2A8DCB66-1AB1-7C0F-FF2E-8823A63BC0A5}"/>
          </ac:cxnSpMkLst>
        </pc:cxnChg>
        <pc:cxnChg chg="mod">
          <ac:chgData name="Palit, Tapti" userId="dec6fbcd-7598-406a-8cbf-504d4a3bac15" providerId="ADAL" clId="{ECD42228-5B96-4A72-B268-C46DF994E6B7}" dt="2024-01-24T01:34:34.308" v="34099" actId="692"/>
          <ac:cxnSpMkLst>
            <pc:docMk/>
            <pc:sldMk cId="828641435" sldId="905"/>
            <ac:cxnSpMk id="365" creationId="{CD233F9D-9625-2E4B-2073-70E9239E4EF8}"/>
          </ac:cxnSpMkLst>
        </pc:cxnChg>
        <pc:cxnChg chg="mod">
          <ac:chgData name="Palit, Tapti" userId="dec6fbcd-7598-406a-8cbf-504d4a3bac15" providerId="ADAL" clId="{ECD42228-5B96-4A72-B268-C46DF994E6B7}" dt="2024-01-24T01:30:49.452" v="34047" actId="692"/>
          <ac:cxnSpMkLst>
            <pc:docMk/>
            <pc:sldMk cId="828641435" sldId="905"/>
            <ac:cxnSpMk id="369" creationId="{39FF2DA0-EBBE-0DF7-B8F2-9A3F42DDA3C5}"/>
          </ac:cxnSpMkLst>
        </pc:cxnChg>
        <pc:cxnChg chg="mod">
          <ac:chgData name="Palit, Tapti" userId="dec6fbcd-7598-406a-8cbf-504d4a3bac15" providerId="ADAL" clId="{ECD42228-5B96-4A72-B268-C46DF994E6B7}" dt="2024-01-24T01:34:34.308" v="34099" actId="692"/>
          <ac:cxnSpMkLst>
            <pc:docMk/>
            <pc:sldMk cId="828641435" sldId="905"/>
            <ac:cxnSpMk id="372" creationId="{E8A7DBD7-1ED8-8E63-AC93-2304460736F9}"/>
          </ac:cxnSpMkLst>
        </pc:cxnChg>
        <pc:cxnChg chg="mod">
          <ac:chgData name="Palit, Tapti" userId="dec6fbcd-7598-406a-8cbf-504d4a3bac15" providerId="ADAL" clId="{ECD42228-5B96-4A72-B268-C46DF994E6B7}" dt="2024-01-24T01:34:34.308" v="34099" actId="692"/>
          <ac:cxnSpMkLst>
            <pc:docMk/>
            <pc:sldMk cId="828641435" sldId="905"/>
            <ac:cxnSpMk id="376" creationId="{59238C89-7739-0AC6-AF73-FD57ECADCA38}"/>
          </ac:cxnSpMkLst>
        </pc:cxnChg>
        <pc:cxnChg chg="mod">
          <ac:chgData name="Palit, Tapti" userId="dec6fbcd-7598-406a-8cbf-504d4a3bac15" providerId="ADAL" clId="{ECD42228-5B96-4A72-B268-C46DF994E6B7}" dt="2024-01-24T01:34:34.308" v="34099" actId="692"/>
          <ac:cxnSpMkLst>
            <pc:docMk/>
            <pc:sldMk cId="828641435" sldId="905"/>
            <ac:cxnSpMk id="379" creationId="{698EAC26-E655-3017-B3E0-1D104CDAD401}"/>
          </ac:cxnSpMkLst>
        </pc:cxnChg>
        <pc:cxnChg chg="mod">
          <ac:chgData name="Palit, Tapti" userId="dec6fbcd-7598-406a-8cbf-504d4a3bac15" providerId="ADAL" clId="{ECD42228-5B96-4A72-B268-C46DF994E6B7}" dt="2024-01-24T01:34:34.308" v="34099" actId="692"/>
          <ac:cxnSpMkLst>
            <pc:docMk/>
            <pc:sldMk cId="828641435" sldId="905"/>
            <ac:cxnSpMk id="382" creationId="{EB50346A-F7EA-C08B-E4DA-D1A1922FB98F}"/>
          </ac:cxnSpMkLst>
        </pc:cxnChg>
        <pc:cxnChg chg="mod">
          <ac:chgData name="Palit, Tapti" userId="dec6fbcd-7598-406a-8cbf-504d4a3bac15" providerId="ADAL" clId="{ECD42228-5B96-4A72-B268-C46DF994E6B7}" dt="2024-01-24T01:34:34.308" v="34099" actId="692"/>
          <ac:cxnSpMkLst>
            <pc:docMk/>
            <pc:sldMk cId="828641435" sldId="905"/>
            <ac:cxnSpMk id="385" creationId="{1EFCB220-2EB8-22B9-7CB7-D4E312CF3246}"/>
          </ac:cxnSpMkLst>
        </pc:cxnChg>
      </pc:sldChg>
      <pc:sldChg chg="add del mod modShow">
        <pc:chgData name="Palit, Tapti" userId="dec6fbcd-7598-406a-8cbf-504d4a3bac15" providerId="ADAL" clId="{ECD42228-5B96-4A72-B268-C46DF994E6B7}" dt="2024-01-28T03:44:01.241" v="67437" actId="47"/>
        <pc:sldMkLst>
          <pc:docMk/>
          <pc:sldMk cId="411177303" sldId="906"/>
        </pc:sldMkLst>
      </pc:sldChg>
      <pc:sldChg chg="addSp delSp modSp add del mod addAnim delAnim modAnim modNotesTx">
        <pc:chgData name="Palit, Tapti" userId="dec6fbcd-7598-406a-8cbf-504d4a3bac15" providerId="ADAL" clId="{ECD42228-5B96-4A72-B268-C46DF994E6B7}" dt="2024-01-25T04:48:53.113" v="50545" actId="2696"/>
        <pc:sldMkLst>
          <pc:docMk/>
          <pc:sldMk cId="1077630109" sldId="906"/>
        </pc:sldMkLst>
        <pc:spChg chg="ord">
          <ac:chgData name="Palit, Tapti" userId="dec6fbcd-7598-406a-8cbf-504d4a3bac15" providerId="ADAL" clId="{ECD42228-5B96-4A72-B268-C46DF994E6B7}" dt="2024-01-24T01:40:30.702" v="34158" actId="167"/>
          <ac:spMkLst>
            <pc:docMk/>
            <pc:sldMk cId="1077630109" sldId="906"/>
            <ac:spMk id="2" creationId="{700288A5-0850-1218-F348-E30C3B4E8E23}"/>
          </ac:spMkLst>
        </pc:spChg>
        <pc:spChg chg="add del ord">
          <ac:chgData name="Palit, Tapti" userId="dec6fbcd-7598-406a-8cbf-504d4a3bac15" providerId="ADAL" clId="{ECD42228-5B96-4A72-B268-C46DF994E6B7}" dt="2024-01-24T02:35:01.690" v="35561" actId="167"/>
          <ac:spMkLst>
            <pc:docMk/>
            <pc:sldMk cId="1077630109" sldId="906"/>
            <ac:spMk id="3" creationId="{15DC95A4-D943-A26C-55CB-383A3E6F3BD5}"/>
          </ac:spMkLst>
        </pc:spChg>
        <pc:spChg chg="mod">
          <ac:chgData name="Palit, Tapti" userId="dec6fbcd-7598-406a-8cbf-504d4a3bac15" providerId="ADAL" clId="{ECD42228-5B96-4A72-B268-C46DF994E6B7}" dt="2024-01-24T01:36:44.002" v="34150" actId="20577"/>
          <ac:spMkLst>
            <pc:docMk/>
            <pc:sldMk cId="1077630109" sldId="906"/>
            <ac:spMk id="5" creationId="{A5C03726-C797-7BB6-252B-7E78B26463A4}"/>
          </ac:spMkLst>
        </pc:spChg>
        <pc:spChg chg="add mod ord">
          <ac:chgData name="Palit, Tapti" userId="dec6fbcd-7598-406a-8cbf-504d4a3bac15" providerId="ADAL" clId="{ECD42228-5B96-4A72-B268-C46DF994E6B7}" dt="2024-01-24T02:34:53.438" v="35560" actId="167"/>
          <ac:spMkLst>
            <pc:docMk/>
            <pc:sldMk cId="1077630109" sldId="906"/>
            <ac:spMk id="7" creationId="{05B7E98C-2F67-CE84-0B0B-DC7C7D7354C8}"/>
          </ac:spMkLst>
        </pc:spChg>
        <pc:spChg chg="add del mod">
          <ac:chgData name="Palit, Tapti" userId="dec6fbcd-7598-406a-8cbf-504d4a3bac15" providerId="ADAL" clId="{ECD42228-5B96-4A72-B268-C46DF994E6B7}" dt="2024-01-24T02:48:21.716" v="35919" actId="21"/>
          <ac:spMkLst>
            <pc:docMk/>
            <pc:sldMk cId="1077630109" sldId="906"/>
            <ac:spMk id="10" creationId="{EEBD84B5-1350-637E-21C0-D5972C3F88A5}"/>
          </ac:spMkLst>
        </pc:spChg>
        <pc:spChg chg="mod">
          <ac:chgData name="Palit, Tapti" userId="dec6fbcd-7598-406a-8cbf-504d4a3bac15" providerId="ADAL" clId="{ECD42228-5B96-4A72-B268-C46DF994E6B7}" dt="2024-01-24T03:13:55.250" v="36910" actId="20577"/>
          <ac:spMkLst>
            <pc:docMk/>
            <pc:sldMk cId="1077630109" sldId="906"/>
            <ac:spMk id="20" creationId="{FFB71976-E38C-5D69-8CB8-6D9C1B110290}"/>
          </ac:spMkLst>
        </pc:spChg>
        <pc:spChg chg="mod">
          <ac:chgData name="Palit, Tapti" userId="dec6fbcd-7598-406a-8cbf-504d4a3bac15" providerId="ADAL" clId="{ECD42228-5B96-4A72-B268-C46DF994E6B7}" dt="2024-01-24T01:51:17.056" v="34348" actId="255"/>
          <ac:spMkLst>
            <pc:docMk/>
            <pc:sldMk cId="1077630109" sldId="906"/>
            <ac:spMk id="67" creationId="{31EEE484-1DEE-4801-9CE4-3C988681C4F5}"/>
          </ac:spMkLst>
        </pc:spChg>
        <pc:spChg chg="mod">
          <ac:chgData name="Palit, Tapti" userId="dec6fbcd-7598-406a-8cbf-504d4a3bac15" providerId="ADAL" clId="{ECD42228-5B96-4A72-B268-C46DF994E6B7}" dt="2024-01-24T01:51:13.415" v="34347" actId="255"/>
          <ac:spMkLst>
            <pc:docMk/>
            <pc:sldMk cId="1077630109" sldId="906"/>
            <ac:spMk id="69" creationId="{DB787AB7-43CC-88D9-ED31-450C5598C18E}"/>
          </ac:spMkLst>
        </pc:spChg>
        <pc:spChg chg="mod">
          <ac:chgData name="Palit, Tapti" userId="dec6fbcd-7598-406a-8cbf-504d4a3bac15" providerId="ADAL" clId="{ECD42228-5B96-4A72-B268-C46DF994E6B7}" dt="2024-01-24T01:51:20.663" v="34349" actId="255"/>
          <ac:spMkLst>
            <pc:docMk/>
            <pc:sldMk cId="1077630109" sldId="906"/>
            <ac:spMk id="71" creationId="{4896E55E-5BFA-835A-ACAA-3D1D8D88CF9A}"/>
          </ac:spMkLst>
        </pc:spChg>
        <pc:spChg chg="del">
          <ac:chgData name="Palit, Tapti" userId="dec6fbcd-7598-406a-8cbf-504d4a3bac15" providerId="ADAL" clId="{ECD42228-5B96-4A72-B268-C46DF994E6B7}" dt="2024-01-24T01:41:26.505" v="34168" actId="478"/>
          <ac:spMkLst>
            <pc:docMk/>
            <pc:sldMk cId="1077630109" sldId="906"/>
            <ac:spMk id="217" creationId="{DE6CB6CB-DA11-FC10-E22D-BD9BF3034520}"/>
          </ac:spMkLst>
        </pc:spChg>
        <pc:cxnChg chg="del mod">
          <ac:chgData name="Palit, Tapti" userId="dec6fbcd-7598-406a-8cbf-504d4a3bac15" providerId="ADAL" clId="{ECD42228-5B96-4A72-B268-C46DF994E6B7}" dt="2024-01-24T01:37:16.684" v="34155" actId="478"/>
          <ac:cxnSpMkLst>
            <pc:docMk/>
            <pc:sldMk cId="1077630109" sldId="906"/>
            <ac:cxnSpMk id="6" creationId="{551BDA0E-3F71-21F6-E775-853A18FBE04E}"/>
          </ac:cxnSpMkLst>
        </pc:cxnChg>
        <pc:cxnChg chg="add mod">
          <ac:chgData name="Palit, Tapti" userId="dec6fbcd-7598-406a-8cbf-504d4a3bac15" providerId="ADAL" clId="{ECD42228-5B96-4A72-B268-C46DF994E6B7}" dt="2024-01-24T02:39:47.861" v="35820"/>
          <ac:cxnSpMkLst>
            <pc:docMk/>
            <pc:sldMk cId="1077630109" sldId="906"/>
            <ac:cxnSpMk id="6" creationId="{9B0CBE40-EC94-3D19-3272-5AB08E87CDBA}"/>
          </ac:cxnSpMkLst>
        </pc:cxnChg>
        <pc:cxnChg chg="add del mod">
          <ac:chgData name="Palit, Tapti" userId="dec6fbcd-7598-406a-8cbf-504d4a3bac15" providerId="ADAL" clId="{ECD42228-5B96-4A72-B268-C46DF994E6B7}" dt="2024-01-24T01:41:39.394" v="34170" actId="692"/>
          <ac:cxnSpMkLst>
            <pc:docMk/>
            <pc:sldMk cId="1077630109" sldId="906"/>
            <ac:cxnSpMk id="339" creationId="{0152FD3E-0853-2118-07D4-9342E0D19EB6}"/>
          </ac:cxnSpMkLst>
        </pc:cxnChg>
        <pc:cxnChg chg="del mod">
          <ac:chgData name="Palit, Tapti" userId="dec6fbcd-7598-406a-8cbf-504d4a3bac15" providerId="ADAL" clId="{ECD42228-5B96-4A72-B268-C46DF994E6B7}" dt="2024-01-24T01:37:14.544" v="34154" actId="478"/>
          <ac:cxnSpMkLst>
            <pc:docMk/>
            <pc:sldMk cId="1077630109" sldId="906"/>
            <ac:cxnSpMk id="356" creationId="{7D7A0695-15EC-8841-3632-AD71C5649FE5}"/>
          </ac:cxnSpMkLst>
        </pc:cxnChg>
        <pc:cxnChg chg="del mod">
          <ac:chgData name="Palit, Tapti" userId="dec6fbcd-7598-406a-8cbf-504d4a3bac15" providerId="ADAL" clId="{ECD42228-5B96-4A72-B268-C46DF994E6B7}" dt="2024-01-24T01:40:21.286" v="34157" actId="478"/>
          <ac:cxnSpMkLst>
            <pc:docMk/>
            <pc:sldMk cId="1077630109" sldId="906"/>
            <ac:cxnSpMk id="359" creationId="{129A9EFB-DBB0-9C6B-F109-2A731D17FEA9}"/>
          </ac:cxnSpMkLst>
        </pc:cxnChg>
        <pc:cxnChg chg="del mod">
          <ac:chgData name="Palit, Tapti" userId="dec6fbcd-7598-406a-8cbf-504d4a3bac15" providerId="ADAL" clId="{ECD42228-5B96-4A72-B268-C46DF994E6B7}" dt="2024-01-24T01:37:05.332" v="34151" actId="478"/>
          <ac:cxnSpMkLst>
            <pc:docMk/>
            <pc:sldMk cId="1077630109" sldId="906"/>
            <ac:cxnSpMk id="362" creationId="{2A8DCB66-1AB1-7C0F-FF2E-8823A63BC0A5}"/>
          </ac:cxnSpMkLst>
        </pc:cxnChg>
        <pc:cxnChg chg="del mod">
          <ac:chgData name="Palit, Tapti" userId="dec6fbcd-7598-406a-8cbf-504d4a3bac15" providerId="ADAL" clId="{ECD42228-5B96-4A72-B268-C46DF994E6B7}" dt="2024-01-24T01:40:16.898" v="34156" actId="478"/>
          <ac:cxnSpMkLst>
            <pc:docMk/>
            <pc:sldMk cId="1077630109" sldId="906"/>
            <ac:cxnSpMk id="365" creationId="{CD233F9D-9625-2E4B-2073-70E9239E4EF8}"/>
          </ac:cxnSpMkLst>
        </pc:cxnChg>
        <pc:cxnChg chg="del mod">
          <ac:chgData name="Palit, Tapti" userId="dec6fbcd-7598-406a-8cbf-504d4a3bac15" providerId="ADAL" clId="{ECD42228-5B96-4A72-B268-C46DF994E6B7}" dt="2024-01-24T01:37:05.332" v="34151" actId="478"/>
          <ac:cxnSpMkLst>
            <pc:docMk/>
            <pc:sldMk cId="1077630109" sldId="906"/>
            <ac:cxnSpMk id="369" creationId="{39FF2DA0-EBBE-0DF7-B8F2-9A3F42DDA3C5}"/>
          </ac:cxnSpMkLst>
        </pc:cxnChg>
        <pc:cxnChg chg="del mod">
          <ac:chgData name="Palit, Tapti" userId="dec6fbcd-7598-406a-8cbf-504d4a3bac15" providerId="ADAL" clId="{ECD42228-5B96-4A72-B268-C46DF994E6B7}" dt="2024-01-24T01:37:10.625" v="34153" actId="478"/>
          <ac:cxnSpMkLst>
            <pc:docMk/>
            <pc:sldMk cId="1077630109" sldId="906"/>
            <ac:cxnSpMk id="372" creationId="{E8A7DBD7-1ED8-8E63-AC93-2304460736F9}"/>
          </ac:cxnSpMkLst>
        </pc:cxnChg>
        <pc:cxnChg chg="del mod">
          <ac:chgData name="Palit, Tapti" userId="dec6fbcd-7598-406a-8cbf-504d4a3bac15" providerId="ADAL" clId="{ECD42228-5B96-4A72-B268-C46DF994E6B7}" dt="2024-01-24T01:37:08.115" v="34152" actId="478"/>
          <ac:cxnSpMkLst>
            <pc:docMk/>
            <pc:sldMk cId="1077630109" sldId="906"/>
            <ac:cxnSpMk id="376" creationId="{59238C89-7739-0AC6-AF73-FD57ECADCA38}"/>
          </ac:cxnSpMkLst>
        </pc:cxnChg>
        <pc:cxnChg chg="del mod">
          <ac:chgData name="Palit, Tapti" userId="dec6fbcd-7598-406a-8cbf-504d4a3bac15" providerId="ADAL" clId="{ECD42228-5B96-4A72-B268-C46DF994E6B7}" dt="2024-01-24T01:40:16.898" v="34156" actId="478"/>
          <ac:cxnSpMkLst>
            <pc:docMk/>
            <pc:sldMk cId="1077630109" sldId="906"/>
            <ac:cxnSpMk id="379" creationId="{698EAC26-E655-3017-B3E0-1D104CDAD401}"/>
          </ac:cxnSpMkLst>
        </pc:cxnChg>
        <pc:cxnChg chg="del mod">
          <ac:chgData name="Palit, Tapti" userId="dec6fbcd-7598-406a-8cbf-504d4a3bac15" providerId="ADAL" clId="{ECD42228-5B96-4A72-B268-C46DF994E6B7}" dt="2024-01-24T01:40:16.898" v="34156" actId="478"/>
          <ac:cxnSpMkLst>
            <pc:docMk/>
            <pc:sldMk cId="1077630109" sldId="906"/>
            <ac:cxnSpMk id="382" creationId="{EB50346A-F7EA-C08B-E4DA-D1A1922FB98F}"/>
          </ac:cxnSpMkLst>
        </pc:cxnChg>
        <pc:cxnChg chg="del mod">
          <ac:chgData name="Palit, Tapti" userId="dec6fbcd-7598-406a-8cbf-504d4a3bac15" providerId="ADAL" clId="{ECD42228-5B96-4A72-B268-C46DF994E6B7}" dt="2024-01-24T01:37:05.332" v="34151" actId="478"/>
          <ac:cxnSpMkLst>
            <pc:docMk/>
            <pc:sldMk cId="1077630109" sldId="906"/>
            <ac:cxnSpMk id="385" creationId="{1EFCB220-2EB8-22B9-7CB7-D4E312CF3246}"/>
          </ac:cxnSpMkLst>
        </pc:cxnChg>
      </pc:sldChg>
      <pc:sldChg chg="addSp delSp modSp new del mod modClrScheme chgLayout">
        <pc:chgData name="Palit, Tapti" userId="dec6fbcd-7598-406a-8cbf-504d4a3bac15" providerId="ADAL" clId="{ECD42228-5B96-4A72-B268-C46DF994E6B7}" dt="2024-01-24T01:36:21.292" v="34128" actId="47"/>
        <pc:sldMkLst>
          <pc:docMk/>
          <pc:sldMk cId="2553723943" sldId="906"/>
        </pc:sldMkLst>
        <pc:spChg chg="del mod ord">
          <ac:chgData name="Palit, Tapti" userId="dec6fbcd-7598-406a-8cbf-504d4a3bac15" providerId="ADAL" clId="{ECD42228-5B96-4A72-B268-C46DF994E6B7}" dt="2024-01-24T01:35:46.651" v="34116" actId="700"/>
          <ac:spMkLst>
            <pc:docMk/>
            <pc:sldMk cId="2553723943" sldId="906"/>
            <ac:spMk id="2" creationId="{9D432868-7E2E-DCC5-DFC6-CF5438F3BA51}"/>
          </ac:spMkLst>
        </pc:spChg>
        <pc:spChg chg="del mod ord">
          <ac:chgData name="Palit, Tapti" userId="dec6fbcd-7598-406a-8cbf-504d4a3bac15" providerId="ADAL" clId="{ECD42228-5B96-4A72-B268-C46DF994E6B7}" dt="2024-01-24T01:35:46.651" v="34116" actId="700"/>
          <ac:spMkLst>
            <pc:docMk/>
            <pc:sldMk cId="2553723943" sldId="906"/>
            <ac:spMk id="3" creationId="{21FEC641-F711-F7C6-3012-D809492979E7}"/>
          </ac:spMkLst>
        </pc:spChg>
        <pc:spChg chg="mod ord">
          <ac:chgData name="Palit, Tapti" userId="dec6fbcd-7598-406a-8cbf-504d4a3bac15" providerId="ADAL" clId="{ECD42228-5B96-4A72-B268-C46DF994E6B7}" dt="2024-01-24T01:35:46.651" v="34116" actId="700"/>
          <ac:spMkLst>
            <pc:docMk/>
            <pc:sldMk cId="2553723943" sldId="906"/>
            <ac:spMk id="4" creationId="{2A7D9466-8FB7-E43A-3A1C-40D18D4999B7}"/>
          </ac:spMkLst>
        </pc:spChg>
        <pc:spChg chg="del">
          <ac:chgData name="Palit, Tapti" userId="dec6fbcd-7598-406a-8cbf-504d4a3bac15" providerId="ADAL" clId="{ECD42228-5B96-4A72-B268-C46DF994E6B7}" dt="2024-01-24T01:35:46.651" v="34116" actId="700"/>
          <ac:spMkLst>
            <pc:docMk/>
            <pc:sldMk cId="2553723943" sldId="906"/>
            <ac:spMk id="5" creationId="{25A07EF6-CAEE-C289-40A7-28A4D301D5BE}"/>
          </ac:spMkLst>
        </pc:spChg>
        <pc:spChg chg="del">
          <ac:chgData name="Palit, Tapti" userId="dec6fbcd-7598-406a-8cbf-504d4a3bac15" providerId="ADAL" clId="{ECD42228-5B96-4A72-B268-C46DF994E6B7}" dt="2024-01-24T01:35:46.651" v="34116" actId="700"/>
          <ac:spMkLst>
            <pc:docMk/>
            <pc:sldMk cId="2553723943" sldId="906"/>
            <ac:spMk id="6" creationId="{45357725-6DB0-C501-3672-C93213699370}"/>
          </ac:spMkLst>
        </pc:spChg>
        <pc:spChg chg="add mod ord">
          <ac:chgData name="Palit, Tapti" userId="dec6fbcd-7598-406a-8cbf-504d4a3bac15" providerId="ADAL" clId="{ECD42228-5B96-4A72-B268-C46DF994E6B7}" dt="2024-01-24T01:35:50.986" v="34127" actId="20577"/>
          <ac:spMkLst>
            <pc:docMk/>
            <pc:sldMk cId="2553723943" sldId="906"/>
            <ac:spMk id="7" creationId="{56A00D49-D942-A2A2-DB0F-9713D395EF73}"/>
          </ac:spMkLst>
        </pc:spChg>
        <pc:spChg chg="add mod ord">
          <ac:chgData name="Palit, Tapti" userId="dec6fbcd-7598-406a-8cbf-504d4a3bac15" providerId="ADAL" clId="{ECD42228-5B96-4A72-B268-C46DF994E6B7}" dt="2024-01-24T01:35:46.651" v="34116" actId="700"/>
          <ac:spMkLst>
            <pc:docMk/>
            <pc:sldMk cId="2553723943" sldId="906"/>
            <ac:spMk id="8" creationId="{EB5D4C44-0A51-8EBA-06DE-1DAB37E532C5}"/>
          </ac:spMkLst>
        </pc:spChg>
      </pc:sldChg>
      <pc:sldChg chg="modSp new mod">
        <pc:chgData name="Palit, Tapti" userId="dec6fbcd-7598-406a-8cbf-504d4a3bac15" providerId="ADAL" clId="{ECD42228-5B96-4A72-B268-C46DF994E6B7}" dt="2024-01-24T01:46:08.882" v="34242" actId="20577"/>
        <pc:sldMkLst>
          <pc:docMk/>
          <pc:sldMk cId="4262168973" sldId="907"/>
        </pc:sldMkLst>
        <pc:spChg chg="mod">
          <ac:chgData name="Palit, Tapti" userId="dec6fbcd-7598-406a-8cbf-504d4a3bac15" providerId="ADAL" clId="{ECD42228-5B96-4A72-B268-C46DF994E6B7}" dt="2024-01-24T01:46:08.882" v="34242" actId="20577"/>
          <ac:spMkLst>
            <pc:docMk/>
            <pc:sldMk cId="4262168973" sldId="907"/>
            <ac:spMk id="3" creationId="{52000219-C771-E29D-E126-40B5BF54EC25}"/>
          </ac:spMkLst>
        </pc:spChg>
      </pc:sldChg>
      <pc:sldChg chg="addSp delSp modSp new del mod modNotesTx">
        <pc:chgData name="Palit, Tapti" userId="dec6fbcd-7598-406a-8cbf-504d4a3bac15" providerId="ADAL" clId="{ECD42228-5B96-4A72-B268-C46DF994E6B7}" dt="2024-01-25T04:48:53.113" v="50545" actId="2696"/>
        <pc:sldMkLst>
          <pc:docMk/>
          <pc:sldMk cId="451653202" sldId="908"/>
        </pc:sldMkLst>
        <pc:spChg chg="del">
          <ac:chgData name="Palit, Tapti" userId="dec6fbcd-7598-406a-8cbf-504d4a3bac15" providerId="ADAL" clId="{ECD42228-5B96-4A72-B268-C46DF994E6B7}" dt="2024-01-24T01:56:57.395" v="34767" actId="478"/>
          <ac:spMkLst>
            <pc:docMk/>
            <pc:sldMk cId="451653202" sldId="908"/>
            <ac:spMk id="2" creationId="{08D6043F-436D-DACB-ED59-97EA55DF3F24}"/>
          </ac:spMkLst>
        </pc:spChg>
        <pc:spChg chg="mod">
          <ac:chgData name="Palit, Tapti" userId="dec6fbcd-7598-406a-8cbf-504d4a3bac15" providerId="ADAL" clId="{ECD42228-5B96-4A72-B268-C46DF994E6B7}" dt="2024-01-24T01:56:26.576" v="34722" actId="20577"/>
          <ac:spMkLst>
            <pc:docMk/>
            <pc:sldMk cId="451653202" sldId="908"/>
            <ac:spMk id="3" creationId="{2712F33D-AE7B-D89A-8E52-A0CDF202C0DB}"/>
          </ac:spMkLst>
        </pc:spChg>
        <pc:spChg chg="del">
          <ac:chgData name="Palit, Tapti" userId="dec6fbcd-7598-406a-8cbf-504d4a3bac15" providerId="ADAL" clId="{ECD42228-5B96-4A72-B268-C46DF994E6B7}" dt="2024-01-24T01:56:54.166" v="34766" actId="478"/>
          <ac:spMkLst>
            <pc:docMk/>
            <pc:sldMk cId="451653202" sldId="908"/>
            <ac:spMk id="5" creationId="{9FB46B90-7606-DF1D-566F-6749F2FB450B}"/>
          </ac:spMkLst>
        </pc:spChg>
        <pc:spChg chg="add del mod">
          <ac:chgData name="Palit, Tapti" userId="dec6fbcd-7598-406a-8cbf-504d4a3bac15" providerId="ADAL" clId="{ECD42228-5B96-4A72-B268-C46DF994E6B7}" dt="2024-01-24T02:15:23.164" v="35097" actId="478"/>
          <ac:spMkLst>
            <pc:docMk/>
            <pc:sldMk cId="451653202" sldId="908"/>
            <ac:spMk id="7" creationId="{04520DF3-BA96-33C4-1AF7-D33C0781BD61}"/>
          </ac:spMkLst>
        </pc:spChg>
        <pc:spChg chg="add del mod">
          <ac:chgData name="Palit, Tapti" userId="dec6fbcd-7598-406a-8cbf-504d4a3bac15" providerId="ADAL" clId="{ECD42228-5B96-4A72-B268-C46DF994E6B7}" dt="2024-01-24T02:15:23.164" v="35097" actId="478"/>
          <ac:spMkLst>
            <pc:docMk/>
            <pc:sldMk cId="451653202" sldId="908"/>
            <ac:spMk id="8" creationId="{86D1A792-1D8D-8C62-0D2F-CD05B9C95543}"/>
          </ac:spMkLst>
        </pc:spChg>
        <pc:spChg chg="add mod">
          <ac:chgData name="Palit, Tapti" userId="dec6fbcd-7598-406a-8cbf-504d4a3bac15" providerId="ADAL" clId="{ECD42228-5B96-4A72-B268-C46DF994E6B7}" dt="2024-01-24T03:10:36.313" v="36796" actId="1076"/>
          <ac:spMkLst>
            <pc:docMk/>
            <pc:sldMk cId="451653202" sldId="908"/>
            <ac:spMk id="9" creationId="{FA65D7BD-2299-D65A-0A8A-D752F503FE89}"/>
          </ac:spMkLst>
        </pc:spChg>
        <pc:spChg chg="add mod">
          <ac:chgData name="Palit, Tapti" userId="dec6fbcd-7598-406a-8cbf-504d4a3bac15" providerId="ADAL" clId="{ECD42228-5B96-4A72-B268-C46DF994E6B7}" dt="2024-01-24T03:10:49.026" v="36799" actId="1035"/>
          <ac:spMkLst>
            <pc:docMk/>
            <pc:sldMk cId="451653202" sldId="908"/>
            <ac:spMk id="10" creationId="{9767292F-F995-2891-5AC6-F1BAB539EF7C}"/>
          </ac:spMkLst>
        </pc:spChg>
        <pc:spChg chg="add mod">
          <ac:chgData name="Palit, Tapti" userId="dec6fbcd-7598-406a-8cbf-504d4a3bac15" providerId="ADAL" clId="{ECD42228-5B96-4A72-B268-C46DF994E6B7}" dt="2024-01-24T02:22:03.560" v="35145" actId="14100"/>
          <ac:spMkLst>
            <pc:docMk/>
            <pc:sldMk cId="451653202" sldId="908"/>
            <ac:spMk id="14" creationId="{AE4FB2D9-7B61-6319-F911-A28ECE59DAC1}"/>
          </ac:spMkLst>
        </pc:spChg>
        <pc:spChg chg="add mod">
          <ac:chgData name="Palit, Tapti" userId="dec6fbcd-7598-406a-8cbf-504d4a3bac15" providerId="ADAL" clId="{ECD42228-5B96-4A72-B268-C46DF994E6B7}" dt="2024-01-24T02:33:27.440" v="35517" actId="14100"/>
          <ac:spMkLst>
            <pc:docMk/>
            <pc:sldMk cId="451653202" sldId="908"/>
            <ac:spMk id="15" creationId="{30E9CCF6-C0BA-B0F9-FD48-0BF4C0791D20}"/>
          </ac:spMkLst>
        </pc:spChg>
        <pc:picChg chg="add mod">
          <ac:chgData name="Palit, Tapti" userId="dec6fbcd-7598-406a-8cbf-504d4a3bac15" providerId="ADAL" clId="{ECD42228-5B96-4A72-B268-C46DF994E6B7}" dt="2024-01-24T02:19:35.050" v="35100" actId="1076"/>
          <ac:picMkLst>
            <pc:docMk/>
            <pc:sldMk cId="451653202" sldId="908"/>
            <ac:picMk id="12" creationId="{1543CB99-5B51-AB2D-26DB-DA55551595EB}"/>
          </ac:picMkLst>
        </pc:picChg>
        <pc:picChg chg="add mod">
          <ac:chgData name="Palit, Tapti" userId="dec6fbcd-7598-406a-8cbf-504d4a3bac15" providerId="ADAL" clId="{ECD42228-5B96-4A72-B268-C46DF994E6B7}" dt="2024-01-24T03:10:52.075" v="36802" actId="1036"/>
          <ac:picMkLst>
            <pc:docMk/>
            <pc:sldMk cId="451653202" sldId="908"/>
            <ac:picMk id="17" creationId="{6134159E-1707-AE53-0F86-7838397A8209}"/>
          </ac:picMkLst>
        </pc:picChg>
        <pc:cxnChg chg="add mod">
          <ac:chgData name="Palit, Tapti" userId="dec6fbcd-7598-406a-8cbf-504d4a3bac15" providerId="ADAL" clId="{ECD42228-5B96-4A72-B268-C46DF994E6B7}" dt="2024-01-24T03:10:52.075" v="36802" actId="1036"/>
          <ac:cxnSpMkLst>
            <pc:docMk/>
            <pc:sldMk cId="451653202" sldId="908"/>
            <ac:cxnSpMk id="2" creationId="{49CF8573-829F-6D6D-4621-9A8FBD097048}"/>
          </ac:cxnSpMkLst>
        </pc:cxnChg>
        <pc:cxnChg chg="add mod">
          <ac:chgData name="Palit, Tapti" userId="dec6fbcd-7598-406a-8cbf-504d4a3bac15" providerId="ADAL" clId="{ECD42228-5B96-4A72-B268-C46DF994E6B7}" dt="2024-01-24T03:10:49.026" v="36799" actId="1035"/>
          <ac:cxnSpMkLst>
            <pc:docMk/>
            <pc:sldMk cId="451653202" sldId="908"/>
            <ac:cxnSpMk id="11" creationId="{063406EF-7FE0-4444-14BB-E719EBA63F57}"/>
          </ac:cxnSpMkLst>
        </pc:cxnChg>
        <pc:cxnChg chg="add mod">
          <ac:chgData name="Palit, Tapti" userId="dec6fbcd-7598-406a-8cbf-504d4a3bac15" providerId="ADAL" clId="{ECD42228-5B96-4A72-B268-C46DF994E6B7}" dt="2024-01-24T03:10:36.313" v="36796" actId="1076"/>
          <ac:cxnSpMkLst>
            <pc:docMk/>
            <pc:sldMk cId="451653202" sldId="908"/>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2540125158" sldId="908"/>
        </pc:sldMkLst>
      </pc:sldChg>
      <pc:sldChg chg="addSp delSp modSp new del mod modClrScheme chgLayout">
        <pc:chgData name="Palit, Tapti" userId="dec6fbcd-7598-406a-8cbf-504d4a3bac15" providerId="ADAL" clId="{ECD42228-5B96-4A72-B268-C46DF994E6B7}" dt="2024-01-24T01:53:19.646" v="34418" actId="47"/>
        <pc:sldMkLst>
          <pc:docMk/>
          <pc:sldMk cId="2473825006" sldId="909"/>
        </pc:sldMkLst>
        <pc:spChg chg="del">
          <ac:chgData name="Palit, Tapti" userId="dec6fbcd-7598-406a-8cbf-504d4a3bac15" providerId="ADAL" clId="{ECD42228-5B96-4A72-B268-C46DF994E6B7}" dt="2024-01-24T01:51:55.723" v="34351" actId="700"/>
          <ac:spMkLst>
            <pc:docMk/>
            <pc:sldMk cId="2473825006" sldId="909"/>
            <ac:spMk id="2" creationId="{987A2E84-E723-F936-F1B9-25A7CC839F22}"/>
          </ac:spMkLst>
        </pc:spChg>
        <pc:spChg chg="del mod ord">
          <ac:chgData name="Palit, Tapti" userId="dec6fbcd-7598-406a-8cbf-504d4a3bac15" providerId="ADAL" clId="{ECD42228-5B96-4A72-B268-C46DF994E6B7}" dt="2024-01-24T01:51:55.723" v="34351" actId="700"/>
          <ac:spMkLst>
            <pc:docMk/>
            <pc:sldMk cId="2473825006" sldId="909"/>
            <ac:spMk id="3" creationId="{12E19C1A-D136-4492-4E9B-107207C9009A}"/>
          </ac:spMkLst>
        </pc:spChg>
        <pc:spChg chg="mod ord">
          <ac:chgData name="Palit, Tapti" userId="dec6fbcd-7598-406a-8cbf-504d4a3bac15" providerId="ADAL" clId="{ECD42228-5B96-4A72-B268-C46DF994E6B7}" dt="2024-01-24T01:51:55.723" v="34351" actId="700"/>
          <ac:spMkLst>
            <pc:docMk/>
            <pc:sldMk cId="2473825006" sldId="909"/>
            <ac:spMk id="4" creationId="{1FD549FD-0E96-9A9A-1FDA-E15765F6888F}"/>
          </ac:spMkLst>
        </pc:spChg>
        <pc:spChg chg="del">
          <ac:chgData name="Palit, Tapti" userId="dec6fbcd-7598-406a-8cbf-504d4a3bac15" providerId="ADAL" clId="{ECD42228-5B96-4A72-B268-C46DF994E6B7}" dt="2024-01-24T01:51:55.723" v="34351" actId="700"/>
          <ac:spMkLst>
            <pc:docMk/>
            <pc:sldMk cId="2473825006" sldId="909"/>
            <ac:spMk id="5" creationId="{FEA7FDF2-FA08-D9F0-FFD8-A651642AD49E}"/>
          </ac:spMkLst>
        </pc:spChg>
        <pc:spChg chg="del">
          <ac:chgData name="Palit, Tapti" userId="dec6fbcd-7598-406a-8cbf-504d4a3bac15" providerId="ADAL" clId="{ECD42228-5B96-4A72-B268-C46DF994E6B7}" dt="2024-01-24T01:51:55.723" v="34351" actId="700"/>
          <ac:spMkLst>
            <pc:docMk/>
            <pc:sldMk cId="2473825006" sldId="909"/>
            <ac:spMk id="6" creationId="{975CF75A-E54F-1C7C-BAF4-D68675FEF3F0}"/>
          </ac:spMkLst>
        </pc:spChg>
        <pc:spChg chg="add mod ord">
          <ac:chgData name="Palit, Tapti" userId="dec6fbcd-7598-406a-8cbf-504d4a3bac15" providerId="ADAL" clId="{ECD42228-5B96-4A72-B268-C46DF994E6B7}" dt="2024-01-24T01:52:10.119" v="34417" actId="20577"/>
          <ac:spMkLst>
            <pc:docMk/>
            <pc:sldMk cId="2473825006" sldId="909"/>
            <ac:spMk id="7" creationId="{D9CC35A3-3DA6-82DA-3182-4900132EAD34}"/>
          </ac:spMkLst>
        </pc:spChg>
      </pc:sldChg>
      <pc:sldChg chg="addSp delSp modSp add del mod modClrScheme modAnim chgLayout modNotesTx">
        <pc:chgData name="Palit, Tapti" userId="dec6fbcd-7598-406a-8cbf-504d4a3bac15" providerId="ADAL" clId="{ECD42228-5B96-4A72-B268-C46DF994E6B7}" dt="2024-01-25T04:48:53.113" v="50545" actId="2696"/>
        <pc:sldMkLst>
          <pc:docMk/>
          <pc:sldMk cId="3860485384" sldId="909"/>
        </pc:sldMkLst>
        <pc:spChg chg="mod ord">
          <ac:chgData name="Palit, Tapti" userId="dec6fbcd-7598-406a-8cbf-504d4a3bac15" providerId="ADAL" clId="{ECD42228-5B96-4A72-B268-C46DF994E6B7}" dt="2024-01-24T02:24:36.340" v="35298" actId="700"/>
          <ac:spMkLst>
            <pc:docMk/>
            <pc:sldMk cId="3860485384" sldId="909"/>
            <ac:spMk id="3" creationId="{2712F33D-AE7B-D89A-8E52-A0CDF202C0DB}"/>
          </ac:spMkLst>
        </pc:spChg>
        <pc:spChg chg="mod ord">
          <ac:chgData name="Palit, Tapti" userId="dec6fbcd-7598-406a-8cbf-504d4a3bac15" providerId="ADAL" clId="{ECD42228-5B96-4A72-B268-C46DF994E6B7}" dt="2024-01-24T02:24:36.340" v="35298" actId="700"/>
          <ac:spMkLst>
            <pc:docMk/>
            <pc:sldMk cId="3860485384" sldId="909"/>
            <ac:spMk id="4" creationId="{E28BF4AD-8F4F-1876-D520-F456FB07EBE8}"/>
          </ac:spMkLst>
        </pc:spChg>
        <pc:spChg chg="add mod">
          <ac:chgData name="Palit, Tapti" userId="dec6fbcd-7598-406a-8cbf-504d4a3bac15" providerId="ADAL" clId="{ECD42228-5B96-4A72-B268-C46DF994E6B7}" dt="2024-01-24T02:24:49.985" v="35300" actId="207"/>
          <ac:spMkLst>
            <pc:docMk/>
            <pc:sldMk cId="3860485384" sldId="909"/>
            <ac:spMk id="5" creationId="{DC8D10EC-70BF-388B-DA34-2E4FCFDA2376}"/>
          </ac:spMkLst>
        </pc:spChg>
        <pc:spChg chg="del mod ord">
          <ac:chgData name="Palit, Tapti" userId="dec6fbcd-7598-406a-8cbf-504d4a3bac15" providerId="ADAL" clId="{ECD42228-5B96-4A72-B268-C46DF994E6B7}" dt="2024-01-24T02:24:36.340" v="35298" actId="700"/>
          <ac:spMkLst>
            <pc:docMk/>
            <pc:sldMk cId="3860485384" sldId="909"/>
            <ac:spMk id="6" creationId="{FAD5AB90-66DD-753E-5460-D7F435C445B7}"/>
          </ac:spMkLst>
        </pc:spChg>
        <pc:spChg chg="add mod ord">
          <ac:chgData name="Palit, Tapti" userId="dec6fbcd-7598-406a-8cbf-504d4a3bac15" providerId="ADAL" clId="{ECD42228-5B96-4A72-B268-C46DF994E6B7}" dt="2024-01-24T02:24:36.340" v="35298" actId="700"/>
          <ac:spMkLst>
            <pc:docMk/>
            <pc:sldMk cId="3860485384" sldId="909"/>
            <ac:spMk id="7" creationId="{E64EFD2C-6B33-0663-AF25-9AD54C718620}"/>
          </ac:spMkLst>
        </pc:spChg>
        <pc:spChg chg="add mod">
          <ac:chgData name="Palit, Tapti" userId="dec6fbcd-7598-406a-8cbf-504d4a3bac15" providerId="ADAL" clId="{ECD42228-5B96-4A72-B268-C46DF994E6B7}" dt="2024-01-24T02:26:48.498" v="35306" actId="1076"/>
          <ac:spMkLst>
            <pc:docMk/>
            <pc:sldMk cId="3860485384" sldId="909"/>
            <ac:spMk id="8" creationId="{762464C1-A6F9-B412-81E2-6E877CE3913C}"/>
          </ac:spMkLst>
        </pc:spChg>
        <pc:spChg chg="mod">
          <ac:chgData name="Palit, Tapti" userId="dec6fbcd-7598-406a-8cbf-504d4a3bac15" providerId="ADAL" clId="{ECD42228-5B96-4A72-B268-C46DF994E6B7}" dt="2024-01-24T03:11:26.669" v="36841" actId="1035"/>
          <ac:spMkLst>
            <pc:docMk/>
            <pc:sldMk cId="3860485384" sldId="909"/>
            <ac:spMk id="9" creationId="{FA65D7BD-2299-D65A-0A8A-D752F503FE89}"/>
          </ac:spMkLst>
        </pc:spChg>
        <pc:spChg chg="mod">
          <ac:chgData name="Palit, Tapti" userId="dec6fbcd-7598-406a-8cbf-504d4a3bac15" providerId="ADAL" clId="{ECD42228-5B96-4A72-B268-C46DF994E6B7}" dt="2024-01-24T03:11:31.134" v="36842" actId="1035"/>
          <ac:spMkLst>
            <pc:docMk/>
            <pc:sldMk cId="3860485384" sldId="909"/>
            <ac:spMk id="10" creationId="{9767292F-F995-2891-5AC6-F1BAB539EF7C}"/>
          </ac:spMkLst>
        </pc:spChg>
        <pc:spChg chg="mod">
          <ac:chgData name="Palit, Tapti" userId="dec6fbcd-7598-406a-8cbf-504d4a3bac15" providerId="ADAL" clId="{ECD42228-5B96-4A72-B268-C46DF994E6B7}" dt="2024-01-24T02:38:57.800" v="35819" actId="20577"/>
          <ac:spMkLst>
            <pc:docMk/>
            <pc:sldMk cId="3860485384" sldId="909"/>
            <ac:spMk id="15" creationId="{30E9CCF6-C0BA-B0F9-FD48-0BF4C0791D20}"/>
          </ac:spMkLst>
        </pc:spChg>
        <pc:picChg chg="mod">
          <ac:chgData name="Palit, Tapti" userId="dec6fbcd-7598-406a-8cbf-504d4a3bac15" providerId="ADAL" clId="{ECD42228-5B96-4A72-B268-C46DF994E6B7}" dt="2024-01-24T03:11:34.215" v="36843" actId="1035"/>
          <ac:picMkLst>
            <pc:docMk/>
            <pc:sldMk cId="3860485384" sldId="909"/>
            <ac:picMk id="17" creationId="{6134159E-1707-AE53-0F86-7838397A8209}"/>
          </ac:picMkLst>
        </pc:picChg>
        <pc:cxnChg chg="mod">
          <ac:chgData name="Palit, Tapti" userId="dec6fbcd-7598-406a-8cbf-504d4a3bac15" providerId="ADAL" clId="{ECD42228-5B96-4A72-B268-C46DF994E6B7}" dt="2024-01-24T03:11:34.215" v="36843" actId="1035"/>
          <ac:cxnSpMkLst>
            <pc:docMk/>
            <pc:sldMk cId="3860485384" sldId="909"/>
            <ac:cxnSpMk id="2" creationId="{49CF8573-829F-6D6D-4621-9A8FBD097048}"/>
          </ac:cxnSpMkLst>
        </pc:cxnChg>
        <pc:cxnChg chg="mod">
          <ac:chgData name="Palit, Tapti" userId="dec6fbcd-7598-406a-8cbf-504d4a3bac15" providerId="ADAL" clId="{ECD42228-5B96-4A72-B268-C46DF994E6B7}" dt="2024-01-24T03:11:31.134" v="36842" actId="1035"/>
          <ac:cxnSpMkLst>
            <pc:docMk/>
            <pc:sldMk cId="3860485384" sldId="909"/>
            <ac:cxnSpMk id="11" creationId="{063406EF-7FE0-4444-14BB-E719EBA63F57}"/>
          </ac:cxnSpMkLst>
        </pc:cxnChg>
        <pc:cxnChg chg="mod">
          <ac:chgData name="Palit, Tapti" userId="dec6fbcd-7598-406a-8cbf-504d4a3bac15" providerId="ADAL" clId="{ECD42228-5B96-4A72-B268-C46DF994E6B7}" dt="2024-01-24T03:11:26.669" v="36841" actId="1035"/>
          <ac:cxnSpMkLst>
            <pc:docMk/>
            <pc:sldMk cId="3860485384" sldId="909"/>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3876581121" sldId="909"/>
        </pc:sldMkLst>
      </pc:sldChg>
      <pc:sldChg chg="add del mod modShow">
        <pc:chgData name="Palit, Tapti" userId="dec6fbcd-7598-406a-8cbf-504d4a3bac15" providerId="ADAL" clId="{ECD42228-5B96-4A72-B268-C46DF994E6B7}" dt="2024-01-28T03:44:01.241" v="67437" actId="47"/>
        <pc:sldMkLst>
          <pc:docMk/>
          <pc:sldMk cId="1700005522" sldId="910"/>
        </pc:sldMkLst>
      </pc:sldChg>
      <pc:sldChg chg="addSp delSp modSp add del mod delAnim addCm modNotesTx">
        <pc:chgData name="Palit, Tapti" userId="dec6fbcd-7598-406a-8cbf-504d4a3bac15" providerId="ADAL" clId="{ECD42228-5B96-4A72-B268-C46DF994E6B7}" dt="2024-01-25T04:48:53.113" v="50545" actId="2696"/>
        <pc:sldMkLst>
          <pc:docMk/>
          <pc:sldMk cId="3430816932" sldId="910"/>
        </pc:sldMkLst>
        <pc:spChg chg="mod">
          <ac:chgData name="Palit, Tapti" userId="dec6fbcd-7598-406a-8cbf-504d4a3bac15" providerId="ADAL" clId="{ECD42228-5B96-4A72-B268-C46DF994E6B7}" dt="2024-01-24T02:36:47.395" v="35637" actId="20577"/>
          <ac:spMkLst>
            <pc:docMk/>
            <pc:sldMk cId="3430816932" sldId="910"/>
            <ac:spMk id="3" creationId="{2712F33D-AE7B-D89A-8E52-A0CDF202C0DB}"/>
          </ac:spMkLst>
        </pc:spChg>
        <pc:spChg chg="del">
          <ac:chgData name="Palit, Tapti" userId="dec6fbcd-7598-406a-8cbf-504d4a3bac15" providerId="ADAL" clId="{ECD42228-5B96-4A72-B268-C46DF994E6B7}" dt="2024-01-24T02:28:53.568" v="35319" actId="478"/>
          <ac:spMkLst>
            <pc:docMk/>
            <pc:sldMk cId="3430816932" sldId="910"/>
            <ac:spMk id="5" creationId="{DC8D10EC-70BF-388B-DA34-2E4FCFDA2376}"/>
          </ac:spMkLst>
        </pc:spChg>
        <pc:spChg chg="add mod">
          <ac:chgData name="Palit, Tapti" userId="dec6fbcd-7598-406a-8cbf-504d4a3bac15" providerId="ADAL" clId="{ECD42228-5B96-4A72-B268-C46DF994E6B7}" dt="2024-01-24T02:37:54.937" v="35794" actId="20577"/>
          <ac:spMkLst>
            <pc:docMk/>
            <pc:sldMk cId="3430816932" sldId="910"/>
            <ac:spMk id="5" creationId="{FCE4DF27-D25A-9871-DADC-CDC2E2ED7529}"/>
          </ac:spMkLst>
        </pc:spChg>
        <pc:spChg chg="add mod">
          <ac:chgData name="Palit, Tapti" userId="dec6fbcd-7598-406a-8cbf-504d4a3bac15" providerId="ADAL" clId="{ECD42228-5B96-4A72-B268-C46DF994E6B7}" dt="2024-01-24T02:30:16.716" v="35370"/>
          <ac:spMkLst>
            <pc:docMk/>
            <pc:sldMk cId="3430816932" sldId="910"/>
            <ac:spMk id="6" creationId="{7AB01450-1357-FFE4-FEA4-024508AC6AE4}"/>
          </ac:spMkLst>
        </pc:spChg>
        <pc:spChg chg="del">
          <ac:chgData name="Palit, Tapti" userId="dec6fbcd-7598-406a-8cbf-504d4a3bac15" providerId="ADAL" clId="{ECD42228-5B96-4A72-B268-C46DF994E6B7}" dt="2024-01-24T03:16:33.779" v="37074" actId="478"/>
          <ac:spMkLst>
            <pc:docMk/>
            <pc:sldMk cId="3430816932" sldId="910"/>
            <ac:spMk id="7" creationId="{E64EFD2C-6B33-0663-AF25-9AD54C718620}"/>
          </ac:spMkLst>
        </pc:spChg>
        <pc:spChg chg="del">
          <ac:chgData name="Palit, Tapti" userId="dec6fbcd-7598-406a-8cbf-504d4a3bac15" providerId="ADAL" clId="{ECD42228-5B96-4A72-B268-C46DF994E6B7}" dt="2024-01-24T02:28:53.568" v="35319" actId="478"/>
          <ac:spMkLst>
            <pc:docMk/>
            <pc:sldMk cId="3430816932" sldId="910"/>
            <ac:spMk id="8" creationId="{762464C1-A6F9-B412-81E2-6E877CE3913C}"/>
          </ac:spMkLst>
        </pc:spChg>
        <pc:spChg chg="mod">
          <ac:chgData name="Palit, Tapti" userId="dec6fbcd-7598-406a-8cbf-504d4a3bac15" providerId="ADAL" clId="{ECD42228-5B96-4A72-B268-C46DF994E6B7}" dt="2024-01-24T03:12:09.922" v="36860" actId="1035"/>
          <ac:spMkLst>
            <pc:docMk/>
            <pc:sldMk cId="3430816932" sldId="910"/>
            <ac:spMk id="9" creationId="{FA65D7BD-2299-D65A-0A8A-D752F503FE89}"/>
          </ac:spMkLst>
        </pc:spChg>
        <pc:spChg chg="mod">
          <ac:chgData name="Palit, Tapti" userId="dec6fbcd-7598-406a-8cbf-504d4a3bac15" providerId="ADAL" clId="{ECD42228-5B96-4A72-B268-C46DF994E6B7}" dt="2024-01-24T03:12:23.370" v="36886" actId="1035"/>
          <ac:spMkLst>
            <pc:docMk/>
            <pc:sldMk cId="3430816932" sldId="910"/>
            <ac:spMk id="10" creationId="{9767292F-F995-2891-5AC6-F1BAB539EF7C}"/>
          </ac:spMkLst>
        </pc:spChg>
        <pc:spChg chg="del">
          <ac:chgData name="Palit, Tapti" userId="dec6fbcd-7598-406a-8cbf-504d4a3bac15" providerId="ADAL" clId="{ECD42228-5B96-4A72-B268-C46DF994E6B7}" dt="2024-01-24T02:30:10.627" v="35369" actId="478"/>
          <ac:spMkLst>
            <pc:docMk/>
            <pc:sldMk cId="3430816932" sldId="910"/>
            <ac:spMk id="14" creationId="{AE4FB2D9-7B61-6319-F911-A28ECE59DAC1}"/>
          </ac:spMkLst>
        </pc:spChg>
        <pc:spChg chg="del mod">
          <ac:chgData name="Palit, Tapti" userId="dec6fbcd-7598-406a-8cbf-504d4a3bac15" providerId="ADAL" clId="{ECD42228-5B96-4A72-B268-C46DF994E6B7}" dt="2024-01-24T02:30:07.559" v="35368" actId="478"/>
          <ac:spMkLst>
            <pc:docMk/>
            <pc:sldMk cId="3430816932" sldId="910"/>
            <ac:spMk id="15" creationId="{30E9CCF6-C0BA-B0F9-FD48-0BF4C0791D20}"/>
          </ac:spMkLst>
        </pc:spChg>
        <pc:spChg chg="add mod">
          <ac:chgData name="Palit, Tapti" userId="dec6fbcd-7598-406a-8cbf-504d4a3bac15" providerId="ADAL" clId="{ECD42228-5B96-4A72-B268-C46DF994E6B7}" dt="2024-01-24T02:37:48.322" v="35770" actId="20577"/>
          <ac:spMkLst>
            <pc:docMk/>
            <pc:sldMk cId="3430816932" sldId="910"/>
            <ac:spMk id="16" creationId="{45599644-6CDD-546D-E568-D7DF000D9CDF}"/>
          </ac:spMkLst>
        </pc:spChg>
        <pc:spChg chg="add mod">
          <ac:chgData name="Palit, Tapti" userId="dec6fbcd-7598-406a-8cbf-504d4a3bac15" providerId="ADAL" clId="{ECD42228-5B96-4A72-B268-C46DF994E6B7}" dt="2024-01-24T03:12:49.213" v="36890" actId="14100"/>
          <ac:spMkLst>
            <pc:docMk/>
            <pc:sldMk cId="3430816932" sldId="910"/>
            <ac:spMk id="18" creationId="{5C456D00-926C-72D7-854B-6182ACB33EB7}"/>
          </ac:spMkLst>
        </pc:spChg>
        <pc:spChg chg="add mod">
          <ac:chgData name="Palit, Tapti" userId="dec6fbcd-7598-406a-8cbf-504d4a3bac15" providerId="ADAL" clId="{ECD42228-5B96-4A72-B268-C46DF994E6B7}" dt="2024-01-24T03:13:01.457" v="36900" actId="1035"/>
          <ac:spMkLst>
            <pc:docMk/>
            <pc:sldMk cId="3430816932" sldId="910"/>
            <ac:spMk id="19" creationId="{8FE2189E-861F-0117-0F14-C410C4E7AD17}"/>
          </ac:spMkLst>
        </pc:spChg>
        <pc:picChg chg="mod">
          <ac:chgData name="Palit, Tapti" userId="dec6fbcd-7598-406a-8cbf-504d4a3bac15" providerId="ADAL" clId="{ECD42228-5B96-4A72-B268-C46DF994E6B7}" dt="2024-01-24T02:55:51.777" v="36373" actId="1076"/>
          <ac:picMkLst>
            <pc:docMk/>
            <pc:sldMk cId="3430816932" sldId="910"/>
            <ac:picMk id="17" creationId="{6134159E-1707-AE53-0F86-7838397A8209}"/>
          </ac:picMkLst>
        </pc:picChg>
        <pc:picChg chg="add mod">
          <ac:chgData name="Palit, Tapti" userId="dec6fbcd-7598-406a-8cbf-504d4a3bac15" providerId="ADAL" clId="{ECD42228-5B96-4A72-B268-C46DF994E6B7}" dt="2024-01-24T03:13:06.227" v="36901" actId="1076"/>
          <ac:picMkLst>
            <pc:docMk/>
            <pc:sldMk cId="3430816932" sldId="910"/>
            <ac:picMk id="24" creationId="{15ADB422-0CF4-74C3-91B1-46B9B246166A}"/>
          </ac:picMkLst>
        </pc:picChg>
        <pc:cxnChg chg="mod">
          <ac:chgData name="Palit, Tapti" userId="dec6fbcd-7598-406a-8cbf-504d4a3bac15" providerId="ADAL" clId="{ECD42228-5B96-4A72-B268-C46DF994E6B7}" dt="2024-01-24T03:12:23.370" v="36886" actId="1035"/>
          <ac:cxnSpMkLst>
            <pc:docMk/>
            <pc:sldMk cId="3430816932" sldId="910"/>
            <ac:cxnSpMk id="2" creationId="{49CF8573-829F-6D6D-4621-9A8FBD097048}"/>
          </ac:cxnSpMkLst>
        </pc:cxnChg>
        <pc:cxnChg chg="mod">
          <ac:chgData name="Palit, Tapti" userId="dec6fbcd-7598-406a-8cbf-504d4a3bac15" providerId="ADAL" clId="{ECD42228-5B96-4A72-B268-C46DF994E6B7}" dt="2024-01-24T03:12:23.370" v="36886" actId="1035"/>
          <ac:cxnSpMkLst>
            <pc:docMk/>
            <pc:sldMk cId="3430816932" sldId="910"/>
            <ac:cxnSpMk id="11" creationId="{063406EF-7FE0-4444-14BB-E719EBA63F57}"/>
          </ac:cxnSpMkLst>
        </pc:cxnChg>
        <pc:cxnChg chg="mod">
          <ac:chgData name="Palit, Tapti" userId="dec6fbcd-7598-406a-8cbf-504d4a3bac15" providerId="ADAL" clId="{ECD42228-5B96-4A72-B268-C46DF994E6B7}" dt="2024-01-24T03:12:09.922" v="36860" actId="1035"/>
          <ac:cxnSpMkLst>
            <pc:docMk/>
            <pc:sldMk cId="3430816932" sldId="910"/>
            <ac:cxnSpMk id="13" creationId="{A2F689EA-EE0A-4829-E31A-995BB4D840DF}"/>
          </ac:cxnSpMkLst>
        </pc:cxnChg>
        <pc:cxnChg chg="add mod">
          <ac:chgData name="Palit, Tapti" userId="dec6fbcd-7598-406a-8cbf-504d4a3bac15" providerId="ADAL" clId="{ECD42228-5B96-4A72-B268-C46DF994E6B7}" dt="2024-01-24T03:12:49.213" v="36890" actId="14100"/>
          <ac:cxnSpMkLst>
            <pc:docMk/>
            <pc:sldMk cId="3430816932" sldId="910"/>
            <ac:cxnSpMk id="14" creationId="{ABE0F8A8-B2C4-0DB8-6A38-49E30571CE3B}"/>
          </ac:cxnSpMkLst>
        </pc:cxnChg>
        <pc:cxnChg chg="add mod">
          <ac:chgData name="Palit, Tapti" userId="dec6fbcd-7598-406a-8cbf-504d4a3bac15" providerId="ADAL" clId="{ECD42228-5B96-4A72-B268-C46DF994E6B7}" dt="2024-01-24T03:13:01.457" v="36900" actId="1035"/>
          <ac:cxnSpMkLst>
            <pc:docMk/>
            <pc:sldMk cId="3430816932" sldId="910"/>
            <ac:cxnSpMk id="20" creationId="{C1E8F081-834F-20EC-FE77-03D02FCA4588}"/>
          </ac:cxnSpMkLst>
        </pc:cxnChg>
        <pc:cxnChg chg="add mod">
          <ac:chgData name="Palit, Tapti" userId="dec6fbcd-7598-406a-8cbf-504d4a3bac15" providerId="ADAL" clId="{ECD42228-5B96-4A72-B268-C46DF994E6B7}" dt="2024-01-24T03:13:06.227" v="36901" actId="1076"/>
          <ac:cxnSpMkLst>
            <pc:docMk/>
            <pc:sldMk cId="3430816932" sldId="910"/>
            <ac:cxnSpMk id="21" creationId="{BA285874-5332-9F6E-8335-EAB7343662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2:53:50.705" v="36363"/>
              <pc2:cmMkLst xmlns:pc2="http://schemas.microsoft.com/office/powerpoint/2019/9/main/command">
                <pc:docMk/>
                <pc:sldMk cId="3430816932" sldId="910"/>
                <pc2:cmMk id="{499A5583-E752-4A62-BF5A-4A0065E6AED7}"/>
              </pc2:cmMkLst>
            </pc226:cmChg>
          </p:ext>
        </pc:extLst>
      </pc:sldChg>
      <pc:sldChg chg="add del mod modShow">
        <pc:chgData name="Palit, Tapti" userId="dec6fbcd-7598-406a-8cbf-504d4a3bac15" providerId="ADAL" clId="{ECD42228-5B96-4A72-B268-C46DF994E6B7}" dt="2024-01-28T03:44:01.241" v="67437" actId="47"/>
        <pc:sldMkLst>
          <pc:docMk/>
          <pc:sldMk cId="1567735828" sldId="911"/>
        </pc:sldMkLst>
      </pc:sldChg>
      <pc:sldChg chg="addSp modSp add del mod modAnim modNotesTx">
        <pc:chgData name="Palit, Tapti" userId="dec6fbcd-7598-406a-8cbf-504d4a3bac15" providerId="ADAL" clId="{ECD42228-5B96-4A72-B268-C46DF994E6B7}" dt="2024-01-25T04:48:53.113" v="50545" actId="2696"/>
        <pc:sldMkLst>
          <pc:docMk/>
          <pc:sldMk cId="2331828216" sldId="911"/>
        </pc:sldMkLst>
        <pc:spChg chg="mod">
          <ac:chgData name="Palit, Tapti" userId="dec6fbcd-7598-406a-8cbf-504d4a3bac15" providerId="ADAL" clId="{ECD42228-5B96-4A72-B268-C46DF994E6B7}" dt="2024-01-24T02:36:24.227" v="35610" actId="20577"/>
          <ac:spMkLst>
            <pc:docMk/>
            <pc:sldMk cId="2331828216" sldId="911"/>
            <ac:spMk id="5" creationId="{A5C03726-C797-7BB6-252B-7E78B26463A4}"/>
          </ac:spMkLst>
        </pc:spChg>
        <pc:spChg chg="mod">
          <ac:chgData name="Palit, Tapti" userId="dec6fbcd-7598-406a-8cbf-504d4a3bac15" providerId="ADAL" clId="{ECD42228-5B96-4A72-B268-C46DF994E6B7}" dt="2024-01-24T02:41:43.714" v="35837" actId="20577"/>
          <ac:spMkLst>
            <pc:docMk/>
            <pc:sldMk cId="2331828216" sldId="911"/>
            <ac:spMk id="7" creationId="{05B7E98C-2F67-CE84-0B0B-DC7C7D7354C8}"/>
          </ac:spMkLst>
        </pc:spChg>
        <pc:spChg chg="mod">
          <ac:chgData name="Palit, Tapti" userId="dec6fbcd-7598-406a-8cbf-504d4a3bac15" providerId="ADAL" clId="{ECD42228-5B96-4A72-B268-C46DF994E6B7}" dt="2024-01-24T03:13:59.928" v="36911" actId="6549"/>
          <ac:spMkLst>
            <pc:docMk/>
            <pc:sldMk cId="2331828216" sldId="911"/>
            <ac:spMk id="20" creationId="{FFB71976-E38C-5D69-8CB8-6D9C1B110290}"/>
          </ac:spMkLst>
        </pc:spChg>
        <pc:spChg chg="add mod">
          <ac:chgData name="Palit, Tapti" userId="dec6fbcd-7598-406a-8cbf-504d4a3bac15" providerId="ADAL" clId="{ECD42228-5B96-4A72-B268-C46DF994E6B7}" dt="2024-01-24T02:48:31.855" v="35923" actId="14100"/>
          <ac:spMkLst>
            <pc:docMk/>
            <pc:sldMk cId="2331828216" sldId="911"/>
            <ac:spMk id="23" creationId="{EEBD84B5-1350-637E-21C0-D5972C3F88A5}"/>
          </ac:spMkLst>
        </pc:spChg>
        <pc:spChg chg="add mod">
          <ac:chgData name="Palit, Tapti" userId="dec6fbcd-7598-406a-8cbf-504d4a3bac15" providerId="ADAL" clId="{ECD42228-5B96-4A72-B268-C46DF994E6B7}" dt="2024-01-24T19:39:29.976" v="41306"/>
          <ac:spMkLst>
            <pc:docMk/>
            <pc:sldMk cId="2331828216" sldId="911"/>
            <ac:spMk id="24" creationId="{12F5A6D5-A3DB-0259-38A4-BE86181342D4}"/>
          </ac:spMkLst>
        </pc:spChg>
        <pc:cxnChg chg="add mod">
          <ac:chgData name="Palit, Tapti" userId="dec6fbcd-7598-406a-8cbf-504d4a3bac15" providerId="ADAL" clId="{ECD42228-5B96-4A72-B268-C46DF994E6B7}" dt="2024-01-24T02:39:55.888" v="35821"/>
          <ac:cxnSpMkLst>
            <pc:docMk/>
            <pc:sldMk cId="2331828216" sldId="911"/>
            <ac:cxnSpMk id="6" creationId="{85065DAE-029C-7193-15B2-A8165CF1694C}"/>
          </ac:cxnSpMkLst>
        </pc:cxnChg>
        <pc:cxnChg chg="add mod">
          <ac:chgData name="Palit, Tapti" userId="dec6fbcd-7598-406a-8cbf-504d4a3bac15" providerId="ADAL" clId="{ECD42228-5B96-4A72-B268-C46DF994E6B7}" dt="2024-01-24T02:42:39.102" v="35847" actId="692"/>
          <ac:cxnSpMkLst>
            <pc:docMk/>
            <pc:sldMk cId="2331828216" sldId="911"/>
            <ac:cxnSpMk id="10" creationId="{B8647F1F-1E86-751C-3975-410683DCD1F0}"/>
          </ac:cxnSpMkLst>
        </pc:cxnChg>
        <pc:cxnChg chg="add mod">
          <ac:chgData name="Palit, Tapti" userId="dec6fbcd-7598-406a-8cbf-504d4a3bac15" providerId="ADAL" clId="{ECD42228-5B96-4A72-B268-C46DF994E6B7}" dt="2024-01-24T02:42:39.102" v="35847" actId="692"/>
          <ac:cxnSpMkLst>
            <pc:docMk/>
            <pc:sldMk cId="2331828216" sldId="911"/>
            <ac:cxnSpMk id="12" creationId="{FB2DB138-B1B5-60DE-48CF-D8B71B92978E}"/>
          </ac:cxnSpMkLst>
        </pc:cxnChg>
        <pc:cxnChg chg="add mod">
          <ac:chgData name="Palit, Tapti" userId="dec6fbcd-7598-406a-8cbf-504d4a3bac15" providerId="ADAL" clId="{ECD42228-5B96-4A72-B268-C46DF994E6B7}" dt="2024-01-24T02:42:39.102" v="35847" actId="692"/>
          <ac:cxnSpMkLst>
            <pc:docMk/>
            <pc:sldMk cId="2331828216" sldId="911"/>
            <ac:cxnSpMk id="14" creationId="{FD163F1E-9E26-2CD9-FD43-959296474CFF}"/>
          </ac:cxnSpMkLst>
        </pc:cxnChg>
        <pc:cxnChg chg="add mod">
          <ac:chgData name="Palit, Tapti" userId="dec6fbcd-7598-406a-8cbf-504d4a3bac15" providerId="ADAL" clId="{ECD42228-5B96-4A72-B268-C46DF994E6B7}" dt="2024-01-24T02:42:39.102" v="35847" actId="692"/>
          <ac:cxnSpMkLst>
            <pc:docMk/>
            <pc:sldMk cId="2331828216" sldId="911"/>
            <ac:cxnSpMk id="15" creationId="{F89A670D-479D-525E-60C7-561714F592EB}"/>
          </ac:cxnSpMkLst>
        </pc:cxnChg>
        <pc:cxnChg chg="add mod">
          <ac:chgData name="Palit, Tapti" userId="dec6fbcd-7598-406a-8cbf-504d4a3bac15" providerId="ADAL" clId="{ECD42228-5B96-4A72-B268-C46DF994E6B7}" dt="2024-01-24T02:42:39.102" v="35847" actId="692"/>
          <ac:cxnSpMkLst>
            <pc:docMk/>
            <pc:sldMk cId="2331828216" sldId="911"/>
            <ac:cxnSpMk id="16" creationId="{87AC1E60-B4E4-23CB-6644-167E06BB637E}"/>
          </ac:cxnSpMkLst>
        </pc:cxnChg>
        <pc:cxnChg chg="add mod">
          <ac:chgData name="Palit, Tapti" userId="dec6fbcd-7598-406a-8cbf-504d4a3bac15" providerId="ADAL" clId="{ECD42228-5B96-4A72-B268-C46DF994E6B7}" dt="2024-01-24T02:42:39.102" v="35847" actId="692"/>
          <ac:cxnSpMkLst>
            <pc:docMk/>
            <pc:sldMk cId="2331828216" sldId="911"/>
            <ac:cxnSpMk id="17" creationId="{C9C0918F-E7D2-4367-6EE5-8E2383313CE2}"/>
          </ac:cxnSpMkLst>
        </pc:cxnChg>
        <pc:cxnChg chg="add mod">
          <ac:chgData name="Palit, Tapti" userId="dec6fbcd-7598-406a-8cbf-504d4a3bac15" providerId="ADAL" clId="{ECD42228-5B96-4A72-B268-C46DF994E6B7}" dt="2024-01-24T02:42:39.102" v="35847" actId="692"/>
          <ac:cxnSpMkLst>
            <pc:docMk/>
            <pc:sldMk cId="2331828216" sldId="911"/>
            <ac:cxnSpMk id="18" creationId="{E3CBF07C-EA42-61EC-8ECA-7F3E86291ECE}"/>
          </ac:cxnSpMkLst>
        </pc:cxnChg>
        <pc:cxnChg chg="add mod">
          <ac:chgData name="Palit, Tapti" userId="dec6fbcd-7598-406a-8cbf-504d4a3bac15" providerId="ADAL" clId="{ECD42228-5B96-4A72-B268-C46DF994E6B7}" dt="2024-01-24T02:42:39.102" v="35847" actId="692"/>
          <ac:cxnSpMkLst>
            <pc:docMk/>
            <pc:sldMk cId="2331828216" sldId="911"/>
            <ac:cxnSpMk id="19" creationId="{AD880DBC-E04F-1AD0-45E7-CD7700ADDA44}"/>
          </ac:cxnSpMkLst>
        </pc:cxnChg>
        <pc:cxnChg chg="add mod">
          <ac:chgData name="Palit, Tapti" userId="dec6fbcd-7598-406a-8cbf-504d4a3bac15" providerId="ADAL" clId="{ECD42228-5B96-4A72-B268-C46DF994E6B7}" dt="2024-01-24T02:42:39.102" v="35847" actId="692"/>
          <ac:cxnSpMkLst>
            <pc:docMk/>
            <pc:sldMk cId="2331828216" sldId="911"/>
            <ac:cxnSpMk id="21" creationId="{9AE85AA4-1193-4C03-85DF-B5A6D89CEE6A}"/>
          </ac:cxnSpMkLst>
        </pc:cxnChg>
        <pc:cxnChg chg="add mod">
          <ac:chgData name="Palit, Tapti" userId="dec6fbcd-7598-406a-8cbf-504d4a3bac15" providerId="ADAL" clId="{ECD42228-5B96-4A72-B268-C46DF994E6B7}" dt="2024-01-24T02:42:39.102" v="35847" actId="692"/>
          <ac:cxnSpMkLst>
            <pc:docMk/>
            <pc:sldMk cId="2331828216" sldId="911"/>
            <ac:cxnSpMk id="22" creationId="{901F8FF7-9A72-BDC2-D466-050DC59EE221}"/>
          </ac:cxnSpMkLst>
        </pc:cxnChg>
      </pc:sldChg>
      <pc:sldChg chg="modSp add del mod">
        <pc:chgData name="Palit, Tapti" userId="dec6fbcd-7598-406a-8cbf-504d4a3bac15" providerId="ADAL" clId="{ECD42228-5B96-4A72-B268-C46DF994E6B7}" dt="2024-01-24T02:55:34.165" v="36372" actId="47"/>
        <pc:sldMkLst>
          <pc:docMk/>
          <pc:sldMk cId="2452082756" sldId="912"/>
        </pc:sldMkLst>
        <pc:spChg chg="mod">
          <ac:chgData name="Palit, Tapti" userId="dec6fbcd-7598-406a-8cbf-504d4a3bac15" providerId="ADAL" clId="{ECD42228-5B96-4A72-B268-C46DF994E6B7}" dt="2024-01-24T02:37:05.825" v="35679" actId="20577"/>
          <ac:spMkLst>
            <pc:docMk/>
            <pc:sldMk cId="2452082756" sldId="912"/>
            <ac:spMk id="3" creationId="{2712F33D-AE7B-D89A-8E52-A0CDF202C0DB}"/>
          </ac:spMkLst>
        </pc:spChg>
      </pc:sldChg>
      <pc:sldChg chg="new del">
        <pc:chgData name="Palit, Tapti" userId="dec6fbcd-7598-406a-8cbf-504d4a3bac15" providerId="ADAL" clId="{ECD42228-5B96-4A72-B268-C46DF994E6B7}" dt="2024-01-24T02:36:53.028" v="35639" actId="47"/>
        <pc:sldMkLst>
          <pc:docMk/>
          <pc:sldMk cId="3570320072" sldId="912"/>
        </pc:sldMkLst>
      </pc:sldChg>
      <pc:sldChg chg="add del mod modShow">
        <pc:chgData name="Palit, Tapti" userId="dec6fbcd-7598-406a-8cbf-504d4a3bac15" providerId="ADAL" clId="{ECD42228-5B96-4A72-B268-C46DF994E6B7}" dt="2024-01-28T03:44:01.241" v="67437" actId="47"/>
        <pc:sldMkLst>
          <pc:docMk/>
          <pc:sldMk cId="979253625" sldId="913"/>
        </pc:sldMkLst>
      </pc:sldChg>
      <pc:sldChg chg="addSp delSp modSp new del mod modClrScheme modAnim chgLayout modNotesTx">
        <pc:chgData name="Palit, Tapti" userId="dec6fbcd-7598-406a-8cbf-504d4a3bac15" providerId="ADAL" clId="{ECD42228-5B96-4A72-B268-C46DF994E6B7}" dt="2024-01-25T04:48:53.113" v="50545" actId="2696"/>
        <pc:sldMkLst>
          <pc:docMk/>
          <pc:sldMk cId="2719217279" sldId="913"/>
        </pc:sldMkLst>
        <pc:spChg chg="del mod ord">
          <ac:chgData name="Palit, Tapti" userId="dec6fbcd-7598-406a-8cbf-504d4a3bac15" providerId="ADAL" clId="{ECD42228-5B96-4A72-B268-C46DF994E6B7}" dt="2024-01-24T02:49:14.549" v="35974" actId="700"/>
          <ac:spMkLst>
            <pc:docMk/>
            <pc:sldMk cId="2719217279" sldId="913"/>
            <ac:spMk id="2" creationId="{D981D89A-0270-763F-6E98-EEB33142534C}"/>
          </ac:spMkLst>
        </pc:spChg>
        <pc:spChg chg="del mod ord">
          <ac:chgData name="Palit, Tapti" userId="dec6fbcd-7598-406a-8cbf-504d4a3bac15" providerId="ADAL" clId="{ECD42228-5B96-4A72-B268-C46DF994E6B7}" dt="2024-01-24T02:49:14.549" v="35974" actId="700"/>
          <ac:spMkLst>
            <pc:docMk/>
            <pc:sldMk cId="2719217279" sldId="913"/>
            <ac:spMk id="3" creationId="{10944A8A-BCD3-BB74-9647-8E4C683C22CD}"/>
          </ac:spMkLst>
        </pc:spChg>
        <pc:spChg chg="mod ord">
          <ac:chgData name="Palit, Tapti" userId="dec6fbcd-7598-406a-8cbf-504d4a3bac15" providerId="ADAL" clId="{ECD42228-5B96-4A72-B268-C46DF994E6B7}" dt="2024-01-24T02:49:14.549" v="35974" actId="700"/>
          <ac:spMkLst>
            <pc:docMk/>
            <pc:sldMk cId="2719217279" sldId="913"/>
            <ac:spMk id="4" creationId="{4E809B5D-01D9-3C3E-76CD-68F5CDCC0C28}"/>
          </ac:spMkLst>
        </pc:spChg>
        <pc:spChg chg="del">
          <ac:chgData name="Palit, Tapti" userId="dec6fbcd-7598-406a-8cbf-504d4a3bac15" providerId="ADAL" clId="{ECD42228-5B96-4A72-B268-C46DF994E6B7}" dt="2024-01-24T02:49:14.549" v="35974" actId="700"/>
          <ac:spMkLst>
            <pc:docMk/>
            <pc:sldMk cId="2719217279" sldId="913"/>
            <ac:spMk id="5" creationId="{75870D0E-B58A-9261-2A7A-5E1886E07818}"/>
          </ac:spMkLst>
        </pc:spChg>
        <pc:spChg chg="del">
          <ac:chgData name="Palit, Tapti" userId="dec6fbcd-7598-406a-8cbf-504d4a3bac15" providerId="ADAL" clId="{ECD42228-5B96-4A72-B268-C46DF994E6B7}" dt="2024-01-24T02:49:14.549" v="35974" actId="700"/>
          <ac:spMkLst>
            <pc:docMk/>
            <pc:sldMk cId="2719217279" sldId="913"/>
            <ac:spMk id="6" creationId="{2C8E49A6-D277-9FE9-5924-79A3F9326FB4}"/>
          </ac:spMkLst>
        </pc:spChg>
        <pc:spChg chg="add mod ord">
          <ac:chgData name="Palit, Tapti" userId="dec6fbcd-7598-406a-8cbf-504d4a3bac15" providerId="ADAL" clId="{ECD42228-5B96-4A72-B268-C46DF994E6B7}" dt="2024-01-24T02:49:19.444" v="35988" actId="20577"/>
          <ac:spMkLst>
            <pc:docMk/>
            <pc:sldMk cId="2719217279" sldId="913"/>
            <ac:spMk id="7" creationId="{147022E7-D73D-46F6-6EA9-5983764ED9E1}"/>
          </ac:spMkLst>
        </pc:spChg>
        <pc:spChg chg="add mod ord">
          <ac:chgData name="Palit, Tapti" userId="dec6fbcd-7598-406a-8cbf-504d4a3bac15" providerId="ADAL" clId="{ECD42228-5B96-4A72-B268-C46DF994E6B7}" dt="2024-01-24T03:27:02.265" v="37389" actId="27636"/>
          <ac:spMkLst>
            <pc:docMk/>
            <pc:sldMk cId="2719217279" sldId="913"/>
            <ac:spMk id="8" creationId="{2AC6FC9D-E989-7321-4022-67A5252A1DA1}"/>
          </ac:spMkLst>
        </pc:spChg>
        <pc:spChg chg="add mod">
          <ac:chgData name="Palit, Tapti" userId="dec6fbcd-7598-406a-8cbf-504d4a3bac15" providerId="ADAL" clId="{ECD42228-5B96-4A72-B268-C46DF994E6B7}" dt="2024-01-24T03:29:12.707" v="37575" actId="14100"/>
          <ac:spMkLst>
            <pc:docMk/>
            <pc:sldMk cId="2719217279" sldId="913"/>
            <ac:spMk id="9" creationId="{CA31204F-C38D-43F8-022E-EC897070E34D}"/>
          </ac:spMkLst>
        </pc:spChg>
        <pc:spChg chg="add mod">
          <ac:chgData name="Palit, Tapti" userId="dec6fbcd-7598-406a-8cbf-504d4a3bac15" providerId="ADAL" clId="{ECD42228-5B96-4A72-B268-C46DF994E6B7}" dt="2024-01-24T03:27:13.055" v="37393"/>
          <ac:spMkLst>
            <pc:docMk/>
            <pc:sldMk cId="2719217279" sldId="913"/>
            <ac:spMk id="10" creationId="{9E646F96-646D-CB65-D05D-F457B1AB275D}"/>
          </ac:spMkLst>
        </pc:spChg>
      </pc:sldChg>
      <pc:sldChg chg="add del">
        <pc:chgData name="Palit, Tapti" userId="dec6fbcd-7598-406a-8cbf-504d4a3bac15" providerId="ADAL" clId="{ECD42228-5B96-4A72-B268-C46DF994E6B7}" dt="2024-01-24T02:48:17.699" v="35917"/>
        <pc:sldMkLst>
          <pc:docMk/>
          <pc:sldMk cId="4127212759" sldId="913"/>
        </pc:sldMkLst>
      </pc:sldChg>
      <pc:sldChg chg="add del mod modShow">
        <pc:chgData name="Palit, Tapti" userId="dec6fbcd-7598-406a-8cbf-504d4a3bac15" providerId="ADAL" clId="{ECD42228-5B96-4A72-B268-C46DF994E6B7}" dt="2024-01-28T03:44:01.241" v="67437" actId="47"/>
        <pc:sldMkLst>
          <pc:docMk/>
          <pc:sldMk cId="711769095" sldId="914"/>
        </pc:sldMkLst>
      </pc:sldChg>
      <pc:sldChg chg="addSp delSp modSp add del mod modAnim modNotesTx">
        <pc:chgData name="Palit, Tapti" userId="dec6fbcd-7598-406a-8cbf-504d4a3bac15" providerId="ADAL" clId="{ECD42228-5B96-4A72-B268-C46DF994E6B7}" dt="2024-01-25T04:48:53.113" v="50545" actId="2696"/>
        <pc:sldMkLst>
          <pc:docMk/>
          <pc:sldMk cId="1131942099" sldId="914"/>
        </pc:sldMkLst>
        <pc:spChg chg="mod">
          <ac:chgData name="Palit, Tapti" userId="dec6fbcd-7598-406a-8cbf-504d4a3bac15" providerId="ADAL" clId="{ECD42228-5B96-4A72-B268-C46DF994E6B7}" dt="2024-01-24T03:47:10.055" v="38690" actId="20577"/>
          <ac:spMkLst>
            <pc:docMk/>
            <pc:sldMk cId="1131942099" sldId="914"/>
            <ac:spMk id="3" creationId="{2712F33D-AE7B-D89A-8E52-A0CDF202C0DB}"/>
          </ac:spMkLst>
        </pc:spChg>
        <pc:spChg chg="del mod">
          <ac:chgData name="Palit, Tapti" userId="dec6fbcd-7598-406a-8cbf-504d4a3bac15" providerId="ADAL" clId="{ECD42228-5B96-4A72-B268-C46DF994E6B7}" dt="2024-01-24T03:15:10.532" v="36917" actId="478"/>
          <ac:spMkLst>
            <pc:docMk/>
            <pc:sldMk cId="1131942099" sldId="914"/>
            <ac:spMk id="5" creationId="{FCE4DF27-D25A-9871-DADC-CDC2E2ED7529}"/>
          </ac:spMkLst>
        </pc:spChg>
        <pc:spChg chg="del">
          <ac:chgData name="Palit, Tapti" userId="dec6fbcd-7598-406a-8cbf-504d4a3bac15" providerId="ADAL" clId="{ECD42228-5B96-4A72-B268-C46DF994E6B7}" dt="2024-01-24T03:07:17.650" v="36780" actId="478"/>
          <ac:spMkLst>
            <pc:docMk/>
            <pc:sldMk cId="1131942099" sldId="914"/>
            <ac:spMk id="6" creationId="{7AB01450-1357-FFE4-FEA4-024508AC6AE4}"/>
          </ac:spMkLst>
        </pc:spChg>
        <pc:spChg chg="del">
          <ac:chgData name="Palit, Tapti" userId="dec6fbcd-7598-406a-8cbf-504d4a3bac15" providerId="ADAL" clId="{ECD42228-5B96-4A72-B268-C46DF994E6B7}" dt="2024-01-24T03:03:48.971" v="36677" actId="478"/>
          <ac:spMkLst>
            <pc:docMk/>
            <pc:sldMk cId="1131942099" sldId="914"/>
            <ac:spMk id="7" creationId="{E64EFD2C-6B33-0663-AF25-9AD54C718620}"/>
          </ac:spMkLst>
        </pc:spChg>
        <pc:spChg chg="del mod">
          <ac:chgData name="Palit, Tapti" userId="dec6fbcd-7598-406a-8cbf-504d4a3bac15" providerId="ADAL" clId="{ECD42228-5B96-4A72-B268-C46DF994E6B7}" dt="2024-01-24T03:07:14.443" v="36779" actId="478"/>
          <ac:spMkLst>
            <pc:docMk/>
            <pc:sldMk cId="1131942099" sldId="914"/>
            <ac:spMk id="9" creationId="{FA65D7BD-2299-D65A-0A8A-D752F503FE89}"/>
          </ac:spMkLst>
        </pc:spChg>
        <pc:spChg chg="del mod">
          <ac:chgData name="Palit, Tapti" userId="dec6fbcd-7598-406a-8cbf-504d4a3bac15" providerId="ADAL" clId="{ECD42228-5B96-4A72-B268-C46DF994E6B7}" dt="2024-01-24T03:07:14.443" v="36779" actId="478"/>
          <ac:spMkLst>
            <pc:docMk/>
            <pc:sldMk cId="1131942099" sldId="914"/>
            <ac:spMk id="10" creationId="{9767292F-F995-2891-5AC6-F1BAB539EF7C}"/>
          </ac:spMkLst>
        </pc:spChg>
        <pc:spChg chg="del mod">
          <ac:chgData name="Palit, Tapti" userId="dec6fbcd-7598-406a-8cbf-504d4a3bac15" providerId="ADAL" clId="{ECD42228-5B96-4A72-B268-C46DF994E6B7}" dt="2024-01-24T03:15:10.532" v="36917" actId="478"/>
          <ac:spMkLst>
            <pc:docMk/>
            <pc:sldMk cId="1131942099" sldId="914"/>
            <ac:spMk id="16" creationId="{45599644-6CDD-546D-E568-D7DF000D9CDF}"/>
          </ac:spMkLst>
        </pc:spChg>
        <pc:spChg chg="del mod">
          <ac:chgData name="Palit, Tapti" userId="dec6fbcd-7598-406a-8cbf-504d4a3bac15" providerId="ADAL" clId="{ECD42228-5B96-4A72-B268-C46DF994E6B7}" dt="2024-01-24T03:07:14.443" v="36779" actId="478"/>
          <ac:spMkLst>
            <pc:docMk/>
            <pc:sldMk cId="1131942099" sldId="914"/>
            <ac:spMk id="18" creationId="{5C456D00-926C-72D7-854B-6182ACB33EB7}"/>
          </ac:spMkLst>
        </pc:spChg>
        <pc:spChg chg="del mod">
          <ac:chgData name="Palit, Tapti" userId="dec6fbcd-7598-406a-8cbf-504d4a3bac15" providerId="ADAL" clId="{ECD42228-5B96-4A72-B268-C46DF994E6B7}" dt="2024-01-24T03:07:14.443" v="36779" actId="478"/>
          <ac:spMkLst>
            <pc:docMk/>
            <pc:sldMk cId="1131942099" sldId="914"/>
            <ac:spMk id="19" creationId="{8FE2189E-861F-0117-0F14-C410C4E7AD17}"/>
          </ac:spMkLst>
        </pc:spChg>
        <pc:spChg chg="add del mod">
          <ac:chgData name="Palit, Tapti" userId="dec6fbcd-7598-406a-8cbf-504d4a3bac15" providerId="ADAL" clId="{ECD42228-5B96-4A72-B268-C46DF994E6B7}" dt="2024-01-24T03:01:46.809" v="36618" actId="478"/>
          <ac:spMkLst>
            <pc:docMk/>
            <pc:sldMk cId="1131942099" sldId="914"/>
            <ac:spMk id="29" creationId="{393CC9B1-7ED2-80E3-BFD0-8A077B819778}"/>
          </ac:spMkLst>
        </pc:spChg>
        <pc:spChg chg="add del mod">
          <ac:chgData name="Palit, Tapti" userId="dec6fbcd-7598-406a-8cbf-504d4a3bac15" providerId="ADAL" clId="{ECD42228-5B96-4A72-B268-C46DF994E6B7}" dt="2024-01-24T03:15:10.532" v="36917" actId="478"/>
          <ac:spMkLst>
            <pc:docMk/>
            <pc:sldMk cId="1131942099" sldId="914"/>
            <ac:spMk id="33" creationId="{F71F90B1-3306-7486-0A42-D6B4BA8CCA8A}"/>
          </ac:spMkLst>
        </pc:spChg>
        <pc:spChg chg="add del mod">
          <ac:chgData name="Palit, Tapti" userId="dec6fbcd-7598-406a-8cbf-504d4a3bac15" providerId="ADAL" clId="{ECD42228-5B96-4A72-B268-C46DF994E6B7}" dt="2024-01-24T03:15:10.532" v="36917" actId="478"/>
          <ac:spMkLst>
            <pc:docMk/>
            <pc:sldMk cId="1131942099" sldId="914"/>
            <ac:spMk id="60" creationId="{42719933-17E4-7106-F876-154D89458D60}"/>
          </ac:spMkLst>
        </pc:spChg>
        <pc:spChg chg="add mod">
          <ac:chgData name="Palit, Tapti" userId="dec6fbcd-7598-406a-8cbf-504d4a3bac15" providerId="ADAL" clId="{ECD42228-5B96-4A72-B268-C46DF994E6B7}" dt="2024-01-24T03:16:41.038" v="37075"/>
          <ac:spMkLst>
            <pc:docMk/>
            <pc:sldMk cId="1131942099" sldId="914"/>
            <ac:spMk id="70" creationId="{CD00A437-68EF-1B25-F5B1-DF06FFE94634}"/>
          </ac:spMkLst>
        </pc:spChg>
        <pc:spChg chg="add mod">
          <ac:chgData name="Palit, Tapti" userId="dec6fbcd-7598-406a-8cbf-504d4a3bac15" providerId="ADAL" clId="{ECD42228-5B96-4A72-B268-C46DF994E6B7}" dt="2024-01-24T03:17:42.344" v="37110" actId="1076"/>
          <ac:spMkLst>
            <pc:docMk/>
            <pc:sldMk cId="1131942099" sldId="914"/>
            <ac:spMk id="71" creationId="{BA6A94CA-97D8-6673-AD21-84C3FFCCC999}"/>
          </ac:spMkLst>
        </pc:spChg>
        <pc:spChg chg="add mod">
          <ac:chgData name="Palit, Tapti" userId="dec6fbcd-7598-406a-8cbf-504d4a3bac15" providerId="ADAL" clId="{ECD42228-5B96-4A72-B268-C46DF994E6B7}" dt="2024-01-24T03:18:05.616" v="37115" actId="1076"/>
          <ac:spMkLst>
            <pc:docMk/>
            <pc:sldMk cId="1131942099" sldId="914"/>
            <ac:spMk id="72" creationId="{D98FBBDC-674B-C412-C969-7AFAD9B88225}"/>
          </ac:spMkLst>
        </pc:spChg>
        <pc:spChg chg="add mod">
          <ac:chgData name="Palit, Tapti" userId="dec6fbcd-7598-406a-8cbf-504d4a3bac15" providerId="ADAL" clId="{ECD42228-5B96-4A72-B268-C46DF994E6B7}" dt="2024-01-24T03:16:41.038" v="37075"/>
          <ac:spMkLst>
            <pc:docMk/>
            <pc:sldMk cId="1131942099" sldId="914"/>
            <ac:spMk id="78" creationId="{D37C3D55-53DD-6444-C288-526CAB733A46}"/>
          </ac:spMkLst>
        </pc:spChg>
        <pc:spChg chg="add mod">
          <ac:chgData name="Palit, Tapti" userId="dec6fbcd-7598-406a-8cbf-504d4a3bac15" providerId="ADAL" clId="{ECD42228-5B96-4A72-B268-C46DF994E6B7}" dt="2024-01-24T03:17:48.786" v="37111" actId="1076"/>
          <ac:spMkLst>
            <pc:docMk/>
            <pc:sldMk cId="1131942099" sldId="914"/>
            <ac:spMk id="79" creationId="{C78466AA-774C-B760-F64F-A426D0F10E69}"/>
          </ac:spMkLst>
        </pc:spChg>
        <pc:spChg chg="add mod">
          <ac:chgData name="Palit, Tapti" userId="dec6fbcd-7598-406a-8cbf-504d4a3bac15" providerId="ADAL" clId="{ECD42228-5B96-4A72-B268-C46DF994E6B7}" dt="2024-01-24T03:18:01.054" v="37114" actId="1076"/>
          <ac:spMkLst>
            <pc:docMk/>
            <pc:sldMk cId="1131942099" sldId="914"/>
            <ac:spMk id="80" creationId="{9E9B536B-6543-FC56-6C91-D83CB77F3172}"/>
          </ac:spMkLst>
        </pc:spChg>
        <pc:spChg chg="add mod">
          <ac:chgData name="Palit, Tapti" userId="dec6fbcd-7598-406a-8cbf-504d4a3bac15" providerId="ADAL" clId="{ECD42228-5B96-4A72-B268-C46DF994E6B7}" dt="2024-01-24T03:16:41.038" v="37075"/>
          <ac:spMkLst>
            <pc:docMk/>
            <pc:sldMk cId="1131942099" sldId="914"/>
            <ac:spMk id="84" creationId="{CCC267FC-4E78-2C7C-82CC-2EB0EDE20D30}"/>
          </ac:spMkLst>
        </pc:spChg>
        <pc:spChg chg="add mod">
          <ac:chgData name="Palit, Tapti" userId="dec6fbcd-7598-406a-8cbf-504d4a3bac15" providerId="ADAL" clId="{ECD42228-5B96-4A72-B268-C46DF994E6B7}" dt="2024-01-24T03:18:45.985" v="37122" actId="692"/>
          <ac:spMkLst>
            <pc:docMk/>
            <pc:sldMk cId="1131942099" sldId="914"/>
            <ac:spMk id="88" creationId="{C0A1E9C0-CD0F-C27E-8792-33D785FC938C}"/>
          </ac:spMkLst>
        </pc:spChg>
        <pc:spChg chg="add mod">
          <ac:chgData name="Palit, Tapti" userId="dec6fbcd-7598-406a-8cbf-504d4a3bac15" providerId="ADAL" clId="{ECD42228-5B96-4A72-B268-C46DF994E6B7}" dt="2024-01-24T03:22:22.962" v="37236" actId="1076"/>
          <ac:spMkLst>
            <pc:docMk/>
            <pc:sldMk cId="1131942099" sldId="914"/>
            <ac:spMk id="109" creationId="{18E2F442-EAB1-F9E8-1F98-1CEF3BCC1863}"/>
          </ac:spMkLst>
        </pc:spChg>
        <pc:spChg chg="add mod">
          <ac:chgData name="Palit, Tapti" userId="dec6fbcd-7598-406a-8cbf-504d4a3bac15" providerId="ADAL" clId="{ECD42228-5B96-4A72-B268-C46DF994E6B7}" dt="2024-01-24T03:25:00.432" v="37266" actId="14100"/>
          <ac:spMkLst>
            <pc:docMk/>
            <pc:sldMk cId="1131942099" sldId="914"/>
            <ac:spMk id="110" creationId="{EF5D5E1C-9B52-7EBA-1E50-09DB1C890D0C}"/>
          </ac:spMkLst>
        </pc:spChg>
        <pc:picChg chg="del">
          <ac:chgData name="Palit, Tapti" userId="dec6fbcd-7598-406a-8cbf-504d4a3bac15" providerId="ADAL" clId="{ECD42228-5B96-4A72-B268-C46DF994E6B7}" dt="2024-01-24T03:07:14.443" v="36779" actId="478"/>
          <ac:picMkLst>
            <pc:docMk/>
            <pc:sldMk cId="1131942099" sldId="914"/>
            <ac:picMk id="12" creationId="{1543CB99-5B51-AB2D-26DB-DA55551595EB}"/>
          </ac:picMkLst>
        </pc:picChg>
        <pc:picChg chg="del mod">
          <ac:chgData name="Palit, Tapti" userId="dec6fbcd-7598-406a-8cbf-504d4a3bac15" providerId="ADAL" clId="{ECD42228-5B96-4A72-B268-C46DF994E6B7}" dt="2024-01-24T03:15:10.532" v="36917" actId="478"/>
          <ac:picMkLst>
            <pc:docMk/>
            <pc:sldMk cId="1131942099" sldId="914"/>
            <ac:picMk id="17" creationId="{6134159E-1707-AE53-0F86-7838397A8209}"/>
          </ac:picMkLst>
        </pc:picChg>
        <pc:picChg chg="del mod">
          <ac:chgData name="Palit, Tapti" userId="dec6fbcd-7598-406a-8cbf-504d4a3bac15" providerId="ADAL" clId="{ECD42228-5B96-4A72-B268-C46DF994E6B7}" dt="2024-01-24T03:15:10.532" v="36917" actId="478"/>
          <ac:picMkLst>
            <pc:docMk/>
            <pc:sldMk cId="1131942099" sldId="914"/>
            <ac:picMk id="24" creationId="{15ADB422-0CF4-74C3-91B1-46B9B246166A}"/>
          </ac:picMkLst>
        </pc:picChg>
        <pc:picChg chg="add del mod">
          <ac:chgData name="Palit, Tapti" userId="dec6fbcd-7598-406a-8cbf-504d4a3bac15" providerId="ADAL" clId="{ECD42228-5B96-4A72-B268-C46DF994E6B7}" dt="2024-01-24T03:15:10.532" v="36917" actId="478"/>
          <ac:picMkLst>
            <pc:docMk/>
            <pc:sldMk cId="1131942099" sldId="914"/>
            <ac:picMk id="32" creationId="{FBC272C8-5E07-D788-54A0-9F79B3D8626B}"/>
          </ac:picMkLst>
        </pc:picChg>
        <pc:picChg chg="add mod">
          <ac:chgData name="Palit, Tapti" userId="dec6fbcd-7598-406a-8cbf-504d4a3bac15" providerId="ADAL" clId="{ECD42228-5B96-4A72-B268-C46DF994E6B7}" dt="2024-01-24T03:17:26.898" v="37107" actId="1076"/>
          <ac:picMkLst>
            <pc:docMk/>
            <pc:sldMk cId="1131942099" sldId="914"/>
            <ac:picMk id="74" creationId="{1BDFAF10-B3F9-B160-70DC-F6A3303FD263}"/>
          </ac:picMkLst>
        </pc:picChg>
        <pc:picChg chg="add mod">
          <ac:chgData name="Palit, Tapti" userId="dec6fbcd-7598-406a-8cbf-504d4a3bac15" providerId="ADAL" clId="{ECD42228-5B96-4A72-B268-C46DF994E6B7}" dt="2024-01-24T03:19:04.080" v="37126" actId="1076"/>
          <ac:picMkLst>
            <pc:docMk/>
            <pc:sldMk cId="1131942099" sldId="914"/>
            <ac:picMk id="76" creationId="{CE67E0ED-520E-9458-AE69-5DFE8B288F6B}"/>
          </ac:picMkLst>
        </pc:picChg>
        <pc:picChg chg="add mod">
          <ac:chgData name="Palit, Tapti" userId="dec6fbcd-7598-406a-8cbf-504d4a3bac15" providerId="ADAL" clId="{ECD42228-5B96-4A72-B268-C46DF994E6B7}" dt="2024-01-24T03:16:41.038" v="37075"/>
          <ac:picMkLst>
            <pc:docMk/>
            <pc:sldMk cId="1131942099" sldId="914"/>
            <ac:picMk id="83" creationId="{557E236D-1477-12FE-F697-F21B7D2CA192}"/>
          </ac:picMkLst>
        </pc:picChg>
        <pc:cxnChg chg="del mod">
          <ac:chgData name="Palit, Tapti" userId="dec6fbcd-7598-406a-8cbf-504d4a3bac15" providerId="ADAL" clId="{ECD42228-5B96-4A72-B268-C46DF994E6B7}" dt="2024-01-24T03:07:20.576" v="36781" actId="478"/>
          <ac:cxnSpMkLst>
            <pc:docMk/>
            <pc:sldMk cId="1131942099" sldId="914"/>
            <ac:cxnSpMk id="2" creationId="{49CF8573-829F-6D6D-4621-9A8FBD097048}"/>
          </ac:cxnSpMkLst>
        </pc:cxnChg>
        <pc:cxnChg chg="del mod">
          <ac:chgData name="Palit, Tapti" userId="dec6fbcd-7598-406a-8cbf-504d4a3bac15" providerId="ADAL" clId="{ECD42228-5B96-4A72-B268-C46DF994E6B7}" dt="2024-01-24T03:07:14.443" v="36779" actId="478"/>
          <ac:cxnSpMkLst>
            <pc:docMk/>
            <pc:sldMk cId="1131942099" sldId="914"/>
            <ac:cxnSpMk id="11" creationId="{063406EF-7FE0-4444-14BB-E719EBA63F57}"/>
          </ac:cxnSpMkLst>
        </pc:cxnChg>
        <pc:cxnChg chg="del mod">
          <ac:chgData name="Palit, Tapti" userId="dec6fbcd-7598-406a-8cbf-504d4a3bac15" providerId="ADAL" clId="{ECD42228-5B96-4A72-B268-C46DF994E6B7}" dt="2024-01-24T03:07:14.443" v="36779" actId="478"/>
          <ac:cxnSpMkLst>
            <pc:docMk/>
            <pc:sldMk cId="1131942099" sldId="914"/>
            <ac:cxnSpMk id="13" creationId="{A2F689EA-EE0A-4829-E31A-995BB4D840DF}"/>
          </ac:cxnSpMkLst>
        </pc:cxnChg>
        <pc:cxnChg chg="del mod">
          <ac:chgData name="Palit, Tapti" userId="dec6fbcd-7598-406a-8cbf-504d4a3bac15" providerId="ADAL" clId="{ECD42228-5B96-4A72-B268-C46DF994E6B7}" dt="2024-01-24T03:07:14.443" v="36779" actId="478"/>
          <ac:cxnSpMkLst>
            <pc:docMk/>
            <pc:sldMk cId="1131942099" sldId="914"/>
            <ac:cxnSpMk id="14" creationId="{ABE0F8A8-B2C4-0DB8-6A38-49E30571CE3B}"/>
          </ac:cxnSpMkLst>
        </pc:cxnChg>
        <pc:cxnChg chg="del mod">
          <ac:chgData name="Palit, Tapti" userId="dec6fbcd-7598-406a-8cbf-504d4a3bac15" providerId="ADAL" clId="{ECD42228-5B96-4A72-B268-C46DF994E6B7}" dt="2024-01-24T03:07:14.443" v="36779" actId="478"/>
          <ac:cxnSpMkLst>
            <pc:docMk/>
            <pc:sldMk cId="1131942099" sldId="914"/>
            <ac:cxnSpMk id="20" creationId="{C1E8F081-834F-20EC-FE77-03D02FCA4588}"/>
          </ac:cxnSpMkLst>
        </pc:cxnChg>
        <pc:cxnChg chg="del mod">
          <ac:chgData name="Palit, Tapti" userId="dec6fbcd-7598-406a-8cbf-504d4a3bac15" providerId="ADAL" clId="{ECD42228-5B96-4A72-B268-C46DF994E6B7}" dt="2024-01-24T03:07:20.576" v="36781" actId="478"/>
          <ac:cxnSpMkLst>
            <pc:docMk/>
            <pc:sldMk cId="1131942099" sldId="914"/>
            <ac:cxnSpMk id="21" creationId="{BA285874-5332-9F6E-8335-EAB7343662E0}"/>
          </ac:cxnSpMkLst>
        </pc:cxnChg>
        <pc:cxnChg chg="add del mod">
          <ac:chgData name="Palit, Tapti" userId="dec6fbcd-7598-406a-8cbf-504d4a3bac15" providerId="ADAL" clId="{ECD42228-5B96-4A72-B268-C46DF994E6B7}" dt="2024-01-24T03:15:10.532" v="36917" actId="478"/>
          <ac:cxnSpMkLst>
            <pc:docMk/>
            <pc:sldMk cId="1131942099" sldId="914"/>
            <ac:cxnSpMk id="30" creationId="{E9A570B0-FFAD-7F1A-995F-5EF7388939FE}"/>
          </ac:cxnSpMkLst>
        </pc:cxnChg>
        <pc:cxnChg chg="add del mod">
          <ac:chgData name="Palit, Tapti" userId="dec6fbcd-7598-406a-8cbf-504d4a3bac15" providerId="ADAL" clId="{ECD42228-5B96-4A72-B268-C46DF994E6B7}" dt="2024-01-24T03:06:33.130" v="36773" actId="478"/>
          <ac:cxnSpMkLst>
            <pc:docMk/>
            <pc:sldMk cId="1131942099" sldId="914"/>
            <ac:cxnSpMk id="64" creationId="{5783D380-5D75-576A-4395-5D827997B6DC}"/>
          </ac:cxnSpMkLst>
        </pc:cxnChg>
        <pc:cxnChg chg="add del mod">
          <ac:chgData name="Palit, Tapti" userId="dec6fbcd-7598-406a-8cbf-504d4a3bac15" providerId="ADAL" clId="{ECD42228-5B96-4A72-B268-C46DF994E6B7}" dt="2024-01-24T03:06:55.988" v="36776" actId="478"/>
          <ac:cxnSpMkLst>
            <pc:docMk/>
            <pc:sldMk cId="1131942099" sldId="914"/>
            <ac:cxnSpMk id="66" creationId="{61626CAD-2537-9294-E0EB-108297266A99}"/>
          </ac:cxnSpMkLst>
        </pc:cxnChg>
        <pc:cxnChg chg="add mod">
          <ac:chgData name="Palit, Tapti" userId="dec6fbcd-7598-406a-8cbf-504d4a3bac15" providerId="ADAL" clId="{ECD42228-5B96-4A72-B268-C46DF994E6B7}" dt="2024-01-24T03:06:50.129" v="36775"/>
          <ac:cxnSpMkLst>
            <pc:docMk/>
            <pc:sldMk cId="1131942099" sldId="914"/>
            <ac:cxnSpMk id="67" creationId="{7E58B0A9-8621-25C1-E69C-75A2108E656D}"/>
          </ac:cxnSpMkLst>
        </pc:cxnChg>
        <pc:cxnChg chg="add del mod">
          <ac:chgData name="Palit, Tapti" userId="dec6fbcd-7598-406a-8cbf-504d4a3bac15" providerId="ADAL" clId="{ECD42228-5B96-4A72-B268-C46DF994E6B7}" dt="2024-01-24T03:15:10.532" v="36917" actId="478"/>
          <ac:cxnSpMkLst>
            <pc:docMk/>
            <pc:sldMk cId="1131942099" sldId="914"/>
            <ac:cxnSpMk id="69" creationId="{D649766D-8EFE-0465-9F8F-81A2CAF3CB1C}"/>
          </ac:cxnSpMkLst>
        </pc:cxnChg>
        <pc:cxnChg chg="add mod">
          <ac:chgData name="Palit, Tapti" userId="dec6fbcd-7598-406a-8cbf-504d4a3bac15" providerId="ADAL" clId="{ECD42228-5B96-4A72-B268-C46DF994E6B7}" dt="2024-01-24T03:18:05.616" v="37115" actId="1076"/>
          <ac:cxnSpMkLst>
            <pc:docMk/>
            <pc:sldMk cId="1131942099" sldId="914"/>
            <ac:cxnSpMk id="73" creationId="{BC498AA5-D154-D34B-8592-44DDFAB85927}"/>
          </ac:cxnSpMkLst>
        </pc:cxnChg>
        <pc:cxnChg chg="add mod">
          <ac:chgData name="Palit, Tapti" userId="dec6fbcd-7598-406a-8cbf-504d4a3bac15" providerId="ADAL" clId="{ECD42228-5B96-4A72-B268-C46DF994E6B7}" dt="2024-01-24T03:17:42.344" v="37110" actId="1076"/>
          <ac:cxnSpMkLst>
            <pc:docMk/>
            <pc:sldMk cId="1131942099" sldId="914"/>
            <ac:cxnSpMk id="75" creationId="{FEFE404C-7812-B64C-86D9-F656B9F442A1}"/>
          </ac:cxnSpMkLst>
        </pc:cxnChg>
        <pc:cxnChg chg="add mod">
          <ac:chgData name="Palit, Tapti" userId="dec6fbcd-7598-406a-8cbf-504d4a3bac15" providerId="ADAL" clId="{ECD42228-5B96-4A72-B268-C46DF994E6B7}" dt="2024-01-24T03:18:24.247" v="37120" actId="1035"/>
          <ac:cxnSpMkLst>
            <pc:docMk/>
            <pc:sldMk cId="1131942099" sldId="914"/>
            <ac:cxnSpMk id="77" creationId="{045CF247-DBF5-7FEF-9BB5-CFE9AF59D3B5}"/>
          </ac:cxnSpMkLst>
        </pc:cxnChg>
        <pc:cxnChg chg="add mod">
          <ac:chgData name="Palit, Tapti" userId="dec6fbcd-7598-406a-8cbf-504d4a3bac15" providerId="ADAL" clId="{ECD42228-5B96-4A72-B268-C46DF994E6B7}" dt="2024-01-24T03:18:01.054" v="37114" actId="1076"/>
          <ac:cxnSpMkLst>
            <pc:docMk/>
            <pc:sldMk cId="1131942099" sldId="914"/>
            <ac:cxnSpMk id="81" creationId="{9F7F77CA-88B5-7B00-E89D-D50B243261AE}"/>
          </ac:cxnSpMkLst>
        </pc:cxnChg>
        <pc:cxnChg chg="add mod">
          <ac:chgData name="Palit, Tapti" userId="dec6fbcd-7598-406a-8cbf-504d4a3bac15" providerId="ADAL" clId="{ECD42228-5B96-4A72-B268-C46DF994E6B7}" dt="2024-01-24T03:18:01.054" v="37114" actId="1076"/>
          <ac:cxnSpMkLst>
            <pc:docMk/>
            <pc:sldMk cId="1131942099" sldId="914"/>
            <ac:cxnSpMk id="82" creationId="{1E523C5C-72ED-930A-80F6-28A057C9A12E}"/>
          </ac:cxnSpMkLst>
        </pc:cxnChg>
        <pc:cxnChg chg="add mod">
          <ac:chgData name="Palit, Tapti" userId="dec6fbcd-7598-406a-8cbf-504d4a3bac15" providerId="ADAL" clId="{ECD42228-5B96-4A72-B268-C46DF994E6B7}" dt="2024-01-24T03:17:53.114" v="37112" actId="14100"/>
          <ac:cxnSpMkLst>
            <pc:docMk/>
            <pc:sldMk cId="1131942099" sldId="914"/>
            <ac:cxnSpMk id="85" creationId="{841677C7-4C0A-8383-0B11-2050719F234B}"/>
          </ac:cxnSpMkLst>
        </pc:cxnChg>
        <pc:cxnChg chg="add mod">
          <ac:chgData name="Palit, Tapti" userId="dec6fbcd-7598-406a-8cbf-504d4a3bac15" providerId="ADAL" clId="{ECD42228-5B96-4A72-B268-C46DF994E6B7}" dt="2024-01-24T03:19:04.080" v="37126" actId="1076"/>
          <ac:cxnSpMkLst>
            <pc:docMk/>
            <pc:sldMk cId="1131942099" sldId="914"/>
            <ac:cxnSpMk id="105" creationId="{80A96861-7706-73E9-1137-77EC79069C25}"/>
          </ac:cxnSpMkLst>
        </pc:cxnChg>
      </pc:sldChg>
      <pc:sldChg chg="addSp modSp add del mod modAnim modNotesTx">
        <pc:chgData name="Palit, Tapti" userId="dec6fbcd-7598-406a-8cbf-504d4a3bac15" providerId="ADAL" clId="{ECD42228-5B96-4A72-B268-C46DF994E6B7}" dt="2024-01-24T03:14:45.034" v="36915" actId="47"/>
        <pc:sldMkLst>
          <pc:docMk/>
          <pc:sldMk cId="3847287394" sldId="915"/>
        </pc:sldMkLst>
        <pc:spChg chg="mod">
          <ac:chgData name="Palit, Tapti" userId="dec6fbcd-7598-406a-8cbf-504d4a3bac15" providerId="ADAL" clId="{ECD42228-5B96-4A72-B268-C46DF994E6B7}" dt="2024-01-24T02:56:48.485" v="36433" actId="20577"/>
          <ac:spMkLst>
            <pc:docMk/>
            <pc:sldMk cId="3847287394" sldId="915"/>
            <ac:spMk id="3" creationId="{2712F33D-AE7B-D89A-8E52-A0CDF202C0DB}"/>
          </ac:spMkLst>
        </pc:spChg>
        <pc:spChg chg="add mod">
          <ac:chgData name="Palit, Tapti" userId="dec6fbcd-7598-406a-8cbf-504d4a3bac15" providerId="ADAL" clId="{ECD42228-5B96-4A72-B268-C46DF994E6B7}" dt="2024-01-24T02:57:35.546" v="36470" actId="1076"/>
          <ac:spMkLst>
            <pc:docMk/>
            <pc:sldMk cId="3847287394" sldId="915"/>
            <ac:spMk id="8" creationId="{E6C61C5E-F732-F2AD-F6DA-80E84FA037E2}"/>
          </ac:spMkLst>
        </pc:spChg>
        <pc:spChg chg="mod">
          <ac:chgData name="Palit, Tapti" userId="dec6fbcd-7598-406a-8cbf-504d4a3bac15" providerId="ADAL" clId="{ECD42228-5B96-4A72-B268-C46DF994E6B7}" dt="2024-01-24T03:13:16.130" v="36902" actId="20577"/>
          <ac:spMkLst>
            <pc:docMk/>
            <pc:sldMk cId="3847287394" sldId="915"/>
            <ac:spMk id="9" creationId="{FA65D7BD-2299-D65A-0A8A-D752F503FE89}"/>
          </ac:spMkLst>
        </pc:spChg>
        <pc:spChg chg="add mod">
          <ac:chgData name="Palit, Tapti" userId="dec6fbcd-7598-406a-8cbf-504d4a3bac15" providerId="ADAL" clId="{ECD42228-5B96-4A72-B268-C46DF994E6B7}" dt="2024-01-24T02:57:39.418" v="36471" actId="1076"/>
          <ac:spMkLst>
            <pc:docMk/>
            <pc:sldMk cId="3847287394" sldId="915"/>
            <ac:spMk id="15" creationId="{889CF64F-A646-A061-6C6F-64064AC2E0E5}"/>
          </ac:spMkLst>
        </pc:spChg>
        <pc:spChg chg="mod">
          <ac:chgData name="Palit, Tapti" userId="dec6fbcd-7598-406a-8cbf-504d4a3bac15" providerId="ADAL" clId="{ECD42228-5B96-4A72-B268-C46DF994E6B7}" dt="2024-01-24T03:13:19.846" v="36903" actId="20577"/>
          <ac:spMkLst>
            <pc:docMk/>
            <pc:sldMk cId="3847287394" sldId="915"/>
            <ac:spMk id="18" creationId="{5C456D00-926C-72D7-854B-6182ACB33EB7}"/>
          </ac:spMkLst>
        </pc:spChg>
      </pc:sldChg>
      <pc:sldChg chg="add del mod modShow">
        <pc:chgData name="Palit, Tapti" userId="dec6fbcd-7598-406a-8cbf-504d4a3bac15" providerId="ADAL" clId="{ECD42228-5B96-4A72-B268-C46DF994E6B7}" dt="2024-01-28T03:44:01.241" v="67437" actId="47"/>
        <pc:sldMkLst>
          <pc:docMk/>
          <pc:sldMk cId="569003283" sldId="916"/>
        </pc:sldMkLst>
      </pc:sldChg>
      <pc:sldChg chg="addSp modSp add del mod modAnim modNotesTx">
        <pc:chgData name="Palit, Tapti" userId="dec6fbcd-7598-406a-8cbf-504d4a3bac15" providerId="ADAL" clId="{ECD42228-5B96-4A72-B268-C46DF994E6B7}" dt="2024-01-25T04:48:53.113" v="50545" actId="2696"/>
        <pc:sldMkLst>
          <pc:docMk/>
          <pc:sldMk cId="3886833233" sldId="916"/>
        </pc:sldMkLst>
        <pc:spChg chg="mod">
          <ac:chgData name="Palit, Tapti" userId="dec6fbcd-7598-406a-8cbf-504d4a3bac15" providerId="ADAL" clId="{ECD42228-5B96-4A72-B268-C46DF994E6B7}" dt="2024-01-24T19:46:06.871" v="41759" actId="20577"/>
          <ac:spMkLst>
            <pc:docMk/>
            <pc:sldMk cId="3886833233" sldId="916"/>
            <ac:spMk id="3" creationId="{2712F33D-AE7B-D89A-8E52-A0CDF202C0DB}"/>
          </ac:spMkLst>
        </pc:spChg>
        <pc:spChg chg="add mod">
          <ac:chgData name="Palit, Tapti" userId="dec6fbcd-7598-406a-8cbf-504d4a3bac15" providerId="ADAL" clId="{ECD42228-5B96-4A72-B268-C46DF994E6B7}" dt="2024-01-24T03:14:42.259" v="36914"/>
          <ac:spMkLst>
            <pc:docMk/>
            <pc:sldMk cId="3886833233" sldId="916"/>
            <ac:spMk id="8" creationId="{B2D14657-DD0F-CC01-FBEA-E9081DE4003A}"/>
          </ac:spMkLst>
        </pc:spChg>
        <pc:spChg chg="add mod">
          <ac:chgData name="Palit, Tapti" userId="dec6fbcd-7598-406a-8cbf-504d4a3bac15" providerId="ADAL" clId="{ECD42228-5B96-4A72-B268-C46DF994E6B7}" dt="2024-01-24T03:14:42.259" v="36914"/>
          <ac:spMkLst>
            <pc:docMk/>
            <pc:sldMk cId="3886833233" sldId="916"/>
            <ac:spMk id="15" creationId="{FCFC3ABF-3C67-22BA-29E0-08FE60CA7DD8}"/>
          </ac:spMkLst>
        </pc:spChg>
      </pc:sldChg>
      <pc:sldChg chg="addSp delSp modSp new del mod modAnim modNotesTx">
        <pc:chgData name="Palit, Tapti" userId="dec6fbcd-7598-406a-8cbf-504d4a3bac15" providerId="ADAL" clId="{ECD42228-5B96-4A72-B268-C46DF994E6B7}" dt="2024-01-25T04:48:53.113" v="50545" actId="2696"/>
        <pc:sldMkLst>
          <pc:docMk/>
          <pc:sldMk cId="1274437247" sldId="917"/>
        </pc:sldMkLst>
        <pc:spChg chg="del">
          <ac:chgData name="Palit, Tapti" userId="dec6fbcd-7598-406a-8cbf-504d4a3bac15" providerId="ADAL" clId="{ECD42228-5B96-4A72-B268-C46DF994E6B7}" dt="2024-01-24T03:33:58.088" v="38122" actId="478"/>
          <ac:spMkLst>
            <pc:docMk/>
            <pc:sldMk cId="1274437247" sldId="917"/>
            <ac:spMk id="2" creationId="{191F57FC-E970-0896-378F-D8A21BCDBE9D}"/>
          </ac:spMkLst>
        </pc:spChg>
        <pc:spChg chg="mod">
          <ac:chgData name="Palit, Tapti" userId="dec6fbcd-7598-406a-8cbf-504d4a3bac15" providerId="ADAL" clId="{ECD42228-5B96-4A72-B268-C46DF994E6B7}" dt="2024-01-24T04:03:29.192" v="39341" actId="20577"/>
          <ac:spMkLst>
            <pc:docMk/>
            <pc:sldMk cId="1274437247" sldId="917"/>
            <ac:spMk id="3" creationId="{756C24C4-5F15-E103-90D1-0E50620BE34F}"/>
          </ac:spMkLst>
        </pc:spChg>
        <pc:spChg chg="add del mod">
          <ac:chgData name="Palit, Tapti" userId="dec6fbcd-7598-406a-8cbf-504d4a3bac15" providerId="ADAL" clId="{ECD42228-5B96-4A72-B268-C46DF994E6B7}" dt="2024-01-24T03:54:54.281" v="39050" actId="478"/>
          <ac:spMkLst>
            <pc:docMk/>
            <pc:sldMk cId="1274437247" sldId="917"/>
            <ac:spMk id="6" creationId="{847E504B-9F53-6671-B9B7-82F6C80A77D3}"/>
          </ac:spMkLst>
        </pc:spChg>
        <pc:spChg chg="add mod">
          <ac:chgData name="Palit, Tapti" userId="dec6fbcd-7598-406a-8cbf-504d4a3bac15" providerId="ADAL" clId="{ECD42228-5B96-4A72-B268-C46DF994E6B7}" dt="2024-01-24T04:04:35.071" v="39388" actId="114"/>
          <ac:spMkLst>
            <pc:docMk/>
            <pc:sldMk cId="1274437247" sldId="917"/>
            <ac:spMk id="9" creationId="{57F87D2A-546F-2880-6A96-1D4321B6863E}"/>
          </ac:spMkLst>
        </pc:spChg>
        <pc:spChg chg="add mod">
          <ac:chgData name="Palit, Tapti" userId="dec6fbcd-7598-406a-8cbf-504d4a3bac15" providerId="ADAL" clId="{ECD42228-5B96-4A72-B268-C46DF994E6B7}" dt="2024-01-24T03:56:29.458" v="39135" actId="1076"/>
          <ac:spMkLst>
            <pc:docMk/>
            <pc:sldMk cId="1274437247" sldId="917"/>
            <ac:spMk id="10" creationId="{6DB448B8-6798-6DF2-5527-EEDD517D443A}"/>
          </ac:spMkLst>
        </pc:spChg>
        <pc:spChg chg="add mod">
          <ac:chgData name="Palit, Tapti" userId="dec6fbcd-7598-406a-8cbf-504d4a3bac15" providerId="ADAL" clId="{ECD42228-5B96-4A72-B268-C46DF994E6B7}" dt="2024-01-24T03:57:39.941" v="39193" actId="207"/>
          <ac:spMkLst>
            <pc:docMk/>
            <pc:sldMk cId="1274437247" sldId="917"/>
            <ac:spMk id="11" creationId="{EE440600-277D-9272-9D0E-5FE385E9C616}"/>
          </ac:spMkLst>
        </pc:spChg>
        <pc:spChg chg="add mod">
          <ac:chgData name="Palit, Tapti" userId="dec6fbcd-7598-406a-8cbf-504d4a3bac15" providerId="ADAL" clId="{ECD42228-5B96-4A72-B268-C46DF994E6B7}" dt="2024-01-24T04:00:11.675" v="39241" actId="20577"/>
          <ac:spMkLst>
            <pc:docMk/>
            <pc:sldMk cId="1274437247" sldId="917"/>
            <ac:spMk id="20" creationId="{17DACAE4-3CA9-8ACB-8014-A9F4CB61E6C1}"/>
          </ac:spMkLst>
        </pc:spChg>
        <pc:spChg chg="add mod">
          <ac:chgData name="Palit, Tapti" userId="dec6fbcd-7598-406a-8cbf-504d4a3bac15" providerId="ADAL" clId="{ECD42228-5B96-4A72-B268-C46DF994E6B7}" dt="2024-01-24T04:00:29.805" v="39253" actId="20577"/>
          <ac:spMkLst>
            <pc:docMk/>
            <pc:sldMk cId="1274437247" sldId="917"/>
            <ac:spMk id="24" creationId="{3F385FC7-C98B-583E-FE19-DEB236D93D16}"/>
          </ac:spMkLst>
        </pc:spChg>
        <pc:spChg chg="add mod">
          <ac:chgData name="Palit, Tapti" userId="dec6fbcd-7598-406a-8cbf-504d4a3bac15" providerId="ADAL" clId="{ECD42228-5B96-4A72-B268-C46DF994E6B7}" dt="2024-01-24T04:00:45.315" v="39273" actId="20577"/>
          <ac:spMkLst>
            <pc:docMk/>
            <pc:sldMk cId="1274437247" sldId="917"/>
            <ac:spMk id="27" creationId="{157E8B8B-3CCB-7FB7-1C1B-44F7238D84E0}"/>
          </ac:spMkLst>
        </pc:spChg>
        <pc:spChg chg="add mod">
          <ac:chgData name="Palit, Tapti" userId="dec6fbcd-7598-406a-8cbf-504d4a3bac15" providerId="ADAL" clId="{ECD42228-5B96-4A72-B268-C46DF994E6B7}" dt="2024-01-24T04:01:16.275" v="39282" actId="20577"/>
          <ac:spMkLst>
            <pc:docMk/>
            <pc:sldMk cId="1274437247" sldId="917"/>
            <ac:spMk id="31" creationId="{5D4B3437-8F6D-5595-36C8-182FCBDAF65C}"/>
          </ac:spMkLst>
        </pc:spChg>
        <pc:picChg chg="add del mod">
          <ac:chgData name="Palit, Tapti" userId="dec6fbcd-7598-406a-8cbf-504d4a3bac15" providerId="ADAL" clId="{ECD42228-5B96-4A72-B268-C46DF994E6B7}" dt="2024-01-24T03:54:54.281" v="39050" actId="478"/>
          <ac:picMkLst>
            <pc:docMk/>
            <pc:sldMk cId="1274437247" sldId="917"/>
            <ac:picMk id="5" creationId="{CB97E8CA-69D6-2F3B-EAE6-4E9F67B8FAF5}"/>
          </ac:picMkLst>
        </pc:picChg>
        <pc:cxnChg chg="add del mod">
          <ac:chgData name="Palit, Tapti" userId="dec6fbcd-7598-406a-8cbf-504d4a3bac15" providerId="ADAL" clId="{ECD42228-5B96-4A72-B268-C46DF994E6B7}" dt="2024-01-24T03:53:42.507" v="39014" actId="478"/>
          <ac:cxnSpMkLst>
            <pc:docMk/>
            <pc:sldMk cId="1274437247" sldId="917"/>
            <ac:cxnSpMk id="8" creationId="{D1E6FE2B-B40F-7E60-0ED6-9C2C70F8B404}"/>
          </ac:cxnSpMkLst>
        </pc:cxnChg>
        <pc:cxnChg chg="add mod">
          <ac:chgData name="Palit, Tapti" userId="dec6fbcd-7598-406a-8cbf-504d4a3bac15" providerId="ADAL" clId="{ECD42228-5B96-4A72-B268-C46DF994E6B7}" dt="2024-01-24T03:57:26.871" v="39191" actId="692"/>
          <ac:cxnSpMkLst>
            <pc:docMk/>
            <pc:sldMk cId="1274437247" sldId="917"/>
            <ac:cxnSpMk id="13" creationId="{B391B93D-EED4-81CB-4F22-3704FD361611}"/>
          </ac:cxnSpMkLst>
        </pc:cxnChg>
        <pc:cxnChg chg="add mod">
          <ac:chgData name="Palit, Tapti" userId="dec6fbcd-7598-406a-8cbf-504d4a3bac15" providerId="ADAL" clId="{ECD42228-5B96-4A72-B268-C46DF994E6B7}" dt="2024-01-24T03:58:50.721" v="39216" actId="14100"/>
          <ac:cxnSpMkLst>
            <pc:docMk/>
            <pc:sldMk cId="1274437247" sldId="917"/>
            <ac:cxnSpMk id="14" creationId="{5FCEB01A-0A6F-89D3-00B7-9C63BFA10923}"/>
          </ac:cxnSpMkLst>
        </pc:cxnChg>
        <pc:cxnChg chg="add mod">
          <ac:chgData name="Palit, Tapti" userId="dec6fbcd-7598-406a-8cbf-504d4a3bac15" providerId="ADAL" clId="{ECD42228-5B96-4A72-B268-C46DF994E6B7}" dt="2024-01-24T03:59:37.367" v="39227" actId="14100"/>
          <ac:cxnSpMkLst>
            <pc:docMk/>
            <pc:sldMk cId="1274437247" sldId="917"/>
            <ac:cxnSpMk id="18" creationId="{E094F057-DC70-E2A5-BF25-3C6C811B39F0}"/>
          </ac:cxnSpMkLst>
        </pc:cxnChg>
        <pc:cxnChg chg="add mod">
          <ac:chgData name="Palit, Tapti" userId="dec6fbcd-7598-406a-8cbf-504d4a3bac15" providerId="ADAL" clId="{ECD42228-5B96-4A72-B268-C46DF994E6B7}" dt="2024-01-24T04:00:26.232" v="39245" actId="1076"/>
          <ac:cxnSpMkLst>
            <pc:docMk/>
            <pc:sldMk cId="1274437247" sldId="917"/>
            <ac:cxnSpMk id="21" creationId="{3BFBFC2E-B425-5F96-6D7A-1D26C60647C8}"/>
          </ac:cxnSpMkLst>
        </pc:cxnChg>
        <pc:cxnChg chg="add mod">
          <ac:chgData name="Palit, Tapti" userId="dec6fbcd-7598-406a-8cbf-504d4a3bac15" providerId="ADAL" clId="{ECD42228-5B96-4A72-B268-C46DF994E6B7}" dt="2024-01-24T04:00:51.808" v="39276" actId="14100"/>
          <ac:cxnSpMkLst>
            <pc:docMk/>
            <pc:sldMk cId="1274437247" sldId="917"/>
            <ac:cxnSpMk id="28" creationId="{C470D0B3-9E05-3CEE-BB91-7DCCB6469D9A}"/>
          </ac:cxnSpMkLst>
        </pc:cxnChg>
      </pc:sldChg>
      <pc:sldChg chg="add del mod modShow">
        <pc:chgData name="Palit, Tapti" userId="dec6fbcd-7598-406a-8cbf-504d4a3bac15" providerId="ADAL" clId="{ECD42228-5B96-4A72-B268-C46DF994E6B7}" dt="2024-01-28T03:44:01.241" v="67437" actId="47"/>
        <pc:sldMkLst>
          <pc:docMk/>
          <pc:sldMk cId="1760318466" sldId="917"/>
        </pc:sldMkLst>
      </pc:sldChg>
      <pc:sldChg chg="add del mod modShow">
        <pc:chgData name="Palit, Tapti" userId="dec6fbcd-7598-406a-8cbf-504d4a3bac15" providerId="ADAL" clId="{ECD42228-5B96-4A72-B268-C46DF994E6B7}" dt="2024-01-28T03:44:01.241" v="67437" actId="47"/>
        <pc:sldMkLst>
          <pc:docMk/>
          <pc:sldMk cId="1091840994" sldId="918"/>
        </pc:sldMkLst>
      </pc:sldChg>
      <pc:sldChg chg="addSp delSp modSp new del mod modAnim chgLayout modNotesTx">
        <pc:chgData name="Palit, Tapti" userId="dec6fbcd-7598-406a-8cbf-504d4a3bac15" providerId="ADAL" clId="{ECD42228-5B96-4A72-B268-C46DF994E6B7}" dt="2024-01-25T04:48:53.113" v="50545" actId="2696"/>
        <pc:sldMkLst>
          <pc:docMk/>
          <pc:sldMk cId="1377784771" sldId="918"/>
        </pc:sldMkLst>
        <pc:spChg chg="del">
          <ac:chgData name="Palit, Tapti" userId="dec6fbcd-7598-406a-8cbf-504d4a3bac15" providerId="ADAL" clId="{ECD42228-5B96-4A72-B268-C46DF994E6B7}" dt="2024-01-24T04:03:54.921" v="39364" actId="478"/>
          <ac:spMkLst>
            <pc:docMk/>
            <pc:sldMk cId="1377784771" sldId="918"/>
            <ac:spMk id="2" creationId="{81420510-DB65-9297-969C-B8480E449B46}"/>
          </ac:spMkLst>
        </pc:spChg>
        <pc:spChg chg="mod ord">
          <ac:chgData name="Palit, Tapti" userId="dec6fbcd-7598-406a-8cbf-504d4a3bac15" providerId="ADAL" clId="{ECD42228-5B96-4A72-B268-C46DF994E6B7}" dt="2024-01-24T04:10:40.491" v="39729" actId="700"/>
          <ac:spMkLst>
            <pc:docMk/>
            <pc:sldMk cId="1377784771" sldId="918"/>
            <ac:spMk id="3" creationId="{F16E8B7F-E3BF-ABA0-2190-5A9F604B9C2B}"/>
          </ac:spMkLst>
        </pc:spChg>
        <pc:spChg chg="mod ord">
          <ac:chgData name="Palit, Tapti" userId="dec6fbcd-7598-406a-8cbf-504d4a3bac15" providerId="ADAL" clId="{ECD42228-5B96-4A72-B268-C46DF994E6B7}" dt="2024-01-24T04:10:40.491" v="39729" actId="700"/>
          <ac:spMkLst>
            <pc:docMk/>
            <pc:sldMk cId="1377784771" sldId="918"/>
            <ac:spMk id="4" creationId="{8D2E3572-9C87-4FE8-4B25-1090EF215CC0}"/>
          </ac:spMkLst>
        </pc:spChg>
        <pc:spChg chg="add mod">
          <ac:chgData name="Palit, Tapti" userId="dec6fbcd-7598-406a-8cbf-504d4a3bac15" providerId="ADAL" clId="{ECD42228-5B96-4A72-B268-C46DF994E6B7}" dt="2024-01-24T04:08:21.353" v="39464" actId="1076"/>
          <ac:spMkLst>
            <pc:docMk/>
            <pc:sldMk cId="1377784771" sldId="918"/>
            <ac:spMk id="5" creationId="{251B41E7-6079-0ED7-2A0C-70CB03E92A8F}"/>
          </ac:spMkLst>
        </pc:spChg>
        <pc:spChg chg="add mod">
          <ac:chgData name="Palit, Tapti" userId="dec6fbcd-7598-406a-8cbf-504d4a3bac15" providerId="ADAL" clId="{ECD42228-5B96-4A72-B268-C46DF994E6B7}" dt="2024-01-24T04:08:21.353" v="39464" actId="1076"/>
          <ac:spMkLst>
            <pc:docMk/>
            <pc:sldMk cId="1377784771" sldId="918"/>
            <ac:spMk id="6" creationId="{137639E6-AFBF-D524-90F3-31D2A7938282}"/>
          </ac:spMkLst>
        </pc:spChg>
        <pc:spChg chg="add mod">
          <ac:chgData name="Palit, Tapti" userId="dec6fbcd-7598-406a-8cbf-504d4a3bac15" providerId="ADAL" clId="{ECD42228-5B96-4A72-B268-C46DF994E6B7}" dt="2024-01-24T04:08:21.353" v="39464" actId="1076"/>
          <ac:spMkLst>
            <pc:docMk/>
            <pc:sldMk cId="1377784771" sldId="918"/>
            <ac:spMk id="14" creationId="{7C57C74F-BB5C-592A-0B19-3EB230DC071A}"/>
          </ac:spMkLst>
        </pc:spChg>
        <pc:spChg chg="add mod">
          <ac:chgData name="Palit, Tapti" userId="dec6fbcd-7598-406a-8cbf-504d4a3bac15" providerId="ADAL" clId="{ECD42228-5B96-4A72-B268-C46DF994E6B7}" dt="2024-01-24T04:08:32.218" v="39482" actId="14100"/>
          <ac:spMkLst>
            <pc:docMk/>
            <pc:sldMk cId="1377784771" sldId="918"/>
            <ac:spMk id="15" creationId="{28F489C0-D116-4B72-2939-9E46C2AA3C0F}"/>
          </ac:spMkLst>
        </pc:spChg>
        <pc:spChg chg="add mod">
          <ac:chgData name="Palit, Tapti" userId="dec6fbcd-7598-406a-8cbf-504d4a3bac15" providerId="ADAL" clId="{ECD42228-5B96-4A72-B268-C46DF994E6B7}" dt="2024-01-24T04:08:57.370" v="39510" actId="1076"/>
          <ac:spMkLst>
            <pc:docMk/>
            <pc:sldMk cId="1377784771" sldId="918"/>
            <ac:spMk id="21" creationId="{7EBD35A3-8552-D369-4873-72562D308A8F}"/>
          </ac:spMkLst>
        </pc:spChg>
        <pc:spChg chg="add mod">
          <ac:chgData name="Palit, Tapti" userId="dec6fbcd-7598-406a-8cbf-504d4a3bac15" providerId="ADAL" clId="{ECD42228-5B96-4A72-B268-C46DF994E6B7}" dt="2024-01-24T04:09:08.274" v="39521" actId="14100"/>
          <ac:spMkLst>
            <pc:docMk/>
            <pc:sldMk cId="1377784771" sldId="918"/>
            <ac:spMk id="22" creationId="{7F506BD2-8005-53A4-5669-7E4D688A3CE4}"/>
          </ac:spMkLst>
        </pc:spChg>
        <pc:spChg chg="add mod ord">
          <ac:chgData name="Palit, Tapti" userId="dec6fbcd-7598-406a-8cbf-504d4a3bac15" providerId="ADAL" clId="{ECD42228-5B96-4A72-B268-C46DF994E6B7}" dt="2024-01-24T04:11:03.587" v="39806" actId="122"/>
          <ac:spMkLst>
            <pc:docMk/>
            <pc:sldMk cId="1377784771" sldId="918"/>
            <ac:spMk id="23" creationId="{B6583EF3-C06E-148A-5B9F-04B2821F6D78}"/>
          </ac:spMkLst>
        </pc:spChg>
        <pc:cxnChg chg="add mod">
          <ac:chgData name="Palit, Tapti" userId="dec6fbcd-7598-406a-8cbf-504d4a3bac15" providerId="ADAL" clId="{ECD42228-5B96-4A72-B268-C46DF994E6B7}" dt="2024-01-24T04:08:21.353" v="39464" actId="1076"/>
          <ac:cxnSpMkLst>
            <pc:docMk/>
            <pc:sldMk cId="1377784771" sldId="918"/>
            <ac:cxnSpMk id="8" creationId="{20C8A393-9FD5-4BB6-2793-B7E784E074C3}"/>
          </ac:cxnSpMkLst>
        </pc:cxnChg>
        <pc:cxnChg chg="add mod">
          <ac:chgData name="Palit, Tapti" userId="dec6fbcd-7598-406a-8cbf-504d4a3bac15" providerId="ADAL" clId="{ECD42228-5B96-4A72-B268-C46DF994E6B7}" dt="2024-01-24T04:08:21.353" v="39464" actId="1076"/>
          <ac:cxnSpMkLst>
            <pc:docMk/>
            <pc:sldMk cId="1377784771" sldId="918"/>
            <ac:cxnSpMk id="10" creationId="{EB25A9B4-0AAC-3482-0118-BD616CFF1213}"/>
          </ac:cxnSpMkLst>
        </pc:cxnChg>
        <pc:cxnChg chg="add mod">
          <ac:chgData name="Palit, Tapti" userId="dec6fbcd-7598-406a-8cbf-504d4a3bac15" providerId="ADAL" clId="{ECD42228-5B96-4A72-B268-C46DF994E6B7}" dt="2024-01-24T04:08:32.218" v="39482" actId="14100"/>
          <ac:cxnSpMkLst>
            <pc:docMk/>
            <pc:sldMk cId="1377784771" sldId="918"/>
            <ac:cxnSpMk id="17" creationId="{4743F100-14CD-C71A-0CF5-CDE9E65A0ABA}"/>
          </ac:cxnSpMkLst>
        </pc:cxnChg>
      </pc:sldChg>
      <pc:sldChg chg="add del">
        <pc:chgData name="Palit, Tapti" userId="dec6fbcd-7598-406a-8cbf-504d4a3bac15" providerId="ADAL" clId="{ECD42228-5B96-4A72-B268-C46DF994E6B7}" dt="2024-01-24T03:43:41.657" v="38665" actId="2890"/>
        <pc:sldMkLst>
          <pc:docMk/>
          <pc:sldMk cId="2853562700" sldId="918"/>
        </pc:sldMkLst>
      </pc:sldChg>
      <pc:sldChg chg="modSp new del mod">
        <pc:chgData name="Palit, Tapti" userId="dec6fbcd-7598-406a-8cbf-504d4a3bac15" providerId="ADAL" clId="{ECD42228-5B96-4A72-B268-C46DF994E6B7}" dt="2024-01-25T06:36:32.061" v="54691" actId="47"/>
        <pc:sldMkLst>
          <pc:docMk/>
          <pc:sldMk cId="361816288" sldId="919"/>
        </pc:sldMkLst>
        <pc:spChg chg="mod">
          <ac:chgData name="Palit, Tapti" userId="dec6fbcd-7598-406a-8cbf-504d4a3bac15" providerId="ADAL" clId="{ECD42228-5B96-4A72-B268-C46DF994E6B7}" dt="2024-01-24T04:15:20.299" v="39964" actId="20577"/>
          <ac:spMkLst>
            <pc:docMk/>
            <pc:sldMk cId="361816288" sldId="919"/>
            <ac:spMk id="3" creationId="{C1A7F671-66F4-B709-0294-0E81640BD5AA}"/>
          </ac:spMkLst>
        </pc:spChg>
        <pc:graphicFrameChg chg="modGraphic">
          <ac:chgData name="Palit, Tapti" userId="dec6fbcd-7598-406a-8cbf-504d4a3bac15" providerId="ADAL" clId="{ECD42228-5B96-4A72-B268-C46DF994E6B7}" dt="2024-01-24T20:05:29.224" v="42622" actId="20577"/>
          <ac:graphicFrameMkLst>
            <pc:docMk/>
            <pc:sldMk cId="361816288" sldId="919"/>
            <ac:graphicFrameMk id="6" creationId="{47C49A32-2BF0-7D73-922D-6BD8D0FBF047}"/>
          </ac:graphicFrameMkLst>
        </pc:graphicFrameChg>
      </pc:sldChg>
      <pc:sldChg chg="modSp new del mod">
        <pc:chgData name="Palit, Tapti" userId="dec6fbcd-7598-406a-8cbf-504d4a3bac15" providerId="ADAL" clId="{ECD42228-5B96-4A72-B268-C46DF994E6B7}" dt="2024-01-24T04:15:31.354" v="39965" actId="47"/>
        <pc:sldMkLst>
          <pc:docMk/>
          <pc:sldMk cId="2689193570" sldId="920"/>
        </pc:sldMkLst>
        <pc:spChg chg="mod">
          <ac:chgData name="Palit, Tapti" userId="dec6fbcd-7598-406a-8cbf-504d4a3bac15" providerId="ADAL" clId="{ECD42228-5B96-4A72-B268-C46DF994E6B7}" dt="2024-01-24T04:13:15.701" v="39951" actId="20577"/>
          <ac:spMkLst>
            <pc:docMk/>
            <pc:sldMk cId="2689193570" sldId="920"/>
            <ac:spMk id="3" creationId="{8C548DE7-7FFB-8A49-0736-DB075A33A26C}"/>
          </ac:spMkLst>
        </pc:spChg>
      </pc:sldChg>
      <pc:sldChg chg="addSp delSp modSp add del mod delAnim modAnim modNotesTx">
        <pc:chgData name="Palit, Tapti" userId="dec6fbcd-7598-406a-8cbf-504d4a3bac15" providerId="ADAL" clId="{ECD42228-5B96-4A72-B268-C46DF994E6B7}" dt="2024-01-25T07:27:10.902" v="56233" actId="47"/>
        <pc:sldMkLst>
          <pc:docMk/>
          <pc:sldMk cId="3870454438" sldId="921"/>
        </pc:sldMkLst>
        <pc:spChg chg="mod">
          <ac:chgData name="Palit, Tapti" userId="dec6fbcd-7598-406a-8cbf-504d4a3bac15" providerId="ADAL" clId="{ECD42228-5B96-4A72-B268-C46DF994E6B7}" dt="2024-01-24T04:22:05.242" v="40057" actId="20577"/>
          <ac:spMkLst>
            <pc:docMk/>
            <pc:sldMk cId="3870454438" sldId="921"/>
            <ac:spMk id="5" creationId="{D70AD0AC-6796-42FB-01B4-AC6753FBDA98}"/>
          </ac:spMkLst>
        </pc:spChg>
        <pc:spChg chg="add del mod">
          <ac:chgData name="Palit, Tapti" userId="dec6fbcd-7598-406a-8cbf-504d4a3bac15" providerId="ADAL" clId="{ECD42228-5B96-4A72-B268-C46DF994E6B7}" dt="2024-01-24T04:13:46.417" v="39957" actId="478"/>
          <ac:spMkLst>
            <pc:docMk/>
            <pc:sldMk cId="3870454438" sldId="921"/>
            <ac:spMk id="7" creationId="{0A886C6B-9CA6-749E-CBA8-AE2EEE4F9216}"/>
          </ac:spMkLst>
        </pc:spChg>
        <pc:graphicFrameChg chg="mod">
          <ac:chgData name="Palit, Tapti" userId="dec6fbcd-7598-406a-8cbf-504d4a3bac15" providerId="ADAL" clId="{ECD42228-5B96-4A72-B268-C46DF994E6B7}" dt="2024-01-25T04:54:33.925" v="50619" actId="20577"/>
          <ac:graphicFrameMkLst>
            <pc:docMk/>
            <pc:sldMk cId="3870454438" sldId="921"/>
            <ac:graphicFrameMk id="6" creationId="{29DDF177-FB8C-28F0-7429-A32CAB798CE6}"/>
          </ac:graphicFrameMkLst>
        </pc:graphicFrameChg>
      </pc:sldChg>
      <pc:sldChg chg="addSp delSp modSp add del mod ord addCm chgLayout modNotesTx">
        <pc:chgData name="Palit, Tapti" userId="dec6fbcd-7598-406a-8cbf-504d4a3bac15" providerId="ADAL" clId="{ECD42228-5B96-4A72-B268-C46DF994E6B7}" dt="2024-01-29T02:13:30.727" v="73934" actId="47"/>
        <pc:sldMkLst>
          <pc:docMk/>
          <pc:sldMk cId="2631865131" sldId="922"/>
        </pc:sldMkLst>
        <pc:spChg chg="mod ord">
          <ac:chgData name="Palit, Tapti" userId="dec6fbcd-7598-406a-8cbf-504d4a3bac15" providerId="ADAL" clId="{ECD42228-5B96-4A72-B268-C46DF994E6B7}" dt="2024-01-29T02:06:15.860" v="73529" actId="20577"/>
          <ac:spMkLst>
            <pc:docMk/>
            <pc:sldMk cId="2631865131" sldId="922"/>
            <ac:spMk id="2" creationId="{59240995-ED89-086D-83DF-F01344A66D93}"/>
          </ac:spMkLst>
        </pc:spChg>
        <pc:spChg chg="del mod ord">
          <ac:chgData name="Palit, Tapti" userId="dec6fbcd-7598-406a-8cbf-504d4a3bac15" providerId="ADAL" clId="{ECD42228-5B96-4A72-B268-C46DF994E6B7}" dt="2024-01-29T01:43:38.987" v="72516" actId="6264"/>
          <ac:spMkLst>
            <pc:docMk/>
            <pc:sldMk cId="2631865131" sldId="922"/>
            <ac:spMk id="3" creationId="{8CD75A24-A922-707C-FFA9-97286CC05500}"/>
          </ac:spMkLst>
        </pc:spChg>
        <pc:spChg chg="mod ord">
          <ac:chgData name="Palit, Tapti" userId="dec6fbcd-7598-406a-8cbf-504d4a3bac15" providerId="ADAL" clId="{ECD42228-5B96-4A72-B268-C46DF994E6B7}" dt="2024-01-29T01:43:38.987" v="72516" actId="6264"/>
          <ac:spMkLst>
            <pc:docMk/>
            <pc:sldMk cId="2631865131" sldId="922"/>
            <ac:spMk id="4" creationId="{70ACB5D1-10EA-7E1E-6469-346D0A3410BD}"/>
          </ac:spMkLst>
        </pc:spChg>
        <pc:spChg chg="add del mod">
          <ac:chgData name="Palit, Tapti" userId="dec6fbcd-7598-406a-8cbf-504d4a3bac15" providerId="ADAL" clId="{ECD42228-5B96-4A72-B268-C46DF994E6B7}" dt="2024-01-29T01:43:38.987" v="72516" actId="6264"/>
          <ac:spMkLst>
            <pc:docMk/>
            <pc:sldMk cId="2631865131" sldId="922"/>
            <ac:spMk id="5" creationId="{6D15996C-F7A6-C3B4-5EB1-D825EC01A910}"/>
          </ac:spMkLst>
        </pc:spChg>
        <pc:spChg chg="add">
          <ac:chgData name="Palit, Tapti" userId="dec6fbcd-7598-406a-8cbf-504d4a3bac15" providerId="ADAL" clId="{ECD42228-5B96-4A72-B268-C46DF994E6B7}" dt="2024-01-24T04:31:26.918" v="40248"/>
          <ac:spMkLst>
            <pc:docMk/>
            <pc:sldMk cId="2631865131" sldId="922"/>
            <ac:spMk id="5" creationId="{E85258C0-8E07-E8B2-F537-4146548F085F}"/>
          </ac:spMkLst>
        </pc:spChg>
        <pc:spChg chg="add del mod">
          <ac:chgData name="Palit, Tapti" userId="dec6fbcd-7598-406a-8cbf-504d4a3bac15" providerId="ADAL" clId="{ECD42228-5B96-4A72-B268-C46DF994E6B7}" dt="2024-01-29T01:43:38.987" v="72516" actId="6264"/>
          <ac:spMkLst>
            <pc:docMk/>
            <pc:sldMk cId="2631865131" sldId="922"/>
            <ac:spMk id="6" creationId="{C029CDDA-F91C-3D82-132B-233CFD39D16D}"/>
          </ac:spMkLst>
        </pc:spChg>
        <pc:spChg chg="add mod ord">
          <ac:chgData name="Palit, Tapti" userId="dec6fbcd-7598-406a-8cbf-504d4a3bac15" providerId="ADAL" clId="{ECD42228-5B96-4A72-B268-C46DF994E6B7}" dt="2024-01-29T02:07:36.172" v="73758" actId="20577"/>
          <ac:spMkLst>
            <pc:docMk/>
            <pc:sldMk cId="2631865131" sldId="922"/>
            <ac:spMk id="7" creationId="{024CB2F1-CD0D-12B9-3EE9-43E37C2484DB}"/>
          </ac:spMkLst>
        </pc:spChg>
        <pc:spChg chg="del">
          <ac:chgData name="Palit, Tapti" userId="dec6fbcd-7598-406a-8cbf-504d4a3bac15" providerId="ADAL" clId="{ECD42228-5B96-4A72-B268-C46DF994E6B7}" dt="2024-01-25T07:59:47.401" v="58294" actId="478"/>
          <ac:spMkLst>
            <pc:docMk/>
            <pc:sldMk cId="2631865131" sldId="922"/>
            <ac:spMk id="7" creationId="{06294042-E080-E725-DC90-F949D77726A1}"/>
          </ac:spMkLst>
        </pc:spChg>
        <pc:spChg chg="del mod">
          <ac:chgData name="Palit, Tapti" userId="dec6fbcd-7598-406a-8cbf-504d4a3bac15" providerId="ADAL" clId="{ECD42228-5B96-4A72-B268-C46DF994E6B7}" dt="2024-01-25T07:59:51.205" v="58295" actId="478"/>
          <ac:spMkLst>
            <pc:docMk/>
            <pc:sldMk cId="2631865131" sldId="922"/>
            <ac:spMk id="8" creationId="{D55B951E-D8A5-5744-5EFC-96ECBBE58AC3}"/>
          </ac:spMkLst>
        </pc:spChg>
        <pc:spChg chg="add del mod">
          <ac:chgData name="Palit, Tapti" userId="dec6fbcd-7598-406a-8cbf-504d4a3bac15" providerId="ADAL" clId="{ECD42228-5B96-4A72-B268-C46DF994E6B7}" dt="2024-01-25T08:00:39.549" v="58302" actId="6264"/>
          <ac:spMkLst>
            <pc:docMk/>
            <pc:sldMk cId="2631865131" sldId="922"/>
            <ac:spMk id="11" creationId="{7D6BC489-D4D5-33B3-A273-CDA5C64115A6}"/>
          </ac:spMkLst>
        </pc:spChg>
        <pc:spChg chg="add mod">
          <ac:chgData name="Palit, Tapti" userId="dec6fbcd-7598-406a-8cbf-504d4a3bac15" providerId="ADAL" clId="{ECD42228-5B96-4A72-B268-C46DF994E6B7}" dt="2024-01-29T02:09:25.729" v="73786" actId="1076"/>
          <ac:spMkLst>
            <pc:docMk/>
            <pc:sldMk cId="2631865131" sldId="922"/>
            <ac:spMk id="12" creationId="{26AEDEB3-CA09-D2BC-7802-58530E22394C}"/>
          </ac:spMkLst>
        </pc:spChg>
        <pc:spChg chg="add del mod">
          <ac:chgData name="Palit, Tapti" userId="dec6fbcd-7598-406a-8cbf-504d4a3bac15" providerId="ADAL" clId="{ECD42228-5B96-4A72-B268-C46DF994E6B7}" dt="2024-01-25T08:00:39.549" v="58302" actId="6264"/>
          <ac:spMkLst>
            <pc:docMk/>
            <pc:sldMk cId="2631865131" sldId="922"/>
            <ac:spMk id="12" creationId="{AF88199C-E724-5CC2-09D7-4D5F7C67B3DC}"/>
          </ac:spMkLst>
        </pc:spChg>
        <pc:spChg chg="add del mod">
          <ac:chgData name="Palit, Tapti" userId="dec6fbcd-7598-406a-8cbf-504d4a3bac15" providerId="ADAL" clId="{ECD42228-5B96-4A72-B268-C46DF994E6B7}" dt="2024-01-25T08:00:39.549" v="58302" actId="6264"/>
          <ac:spMkLst>
            <pc:docMk/>
            <pc:sldMk cId="2631865131" sldId="922"/>
            <ac:spMk id="13" creationId="{A182C01E-7D6D-C637-6CB5-08E9C4CDA561}"/>
          </ac:spMkLst>
        </pc:spChg>
        <pc:spChg chg="add del mod">
          <ac:chgData name="Palit, Tapti" userId="dec6fbcd-7598-406a-8cbf-504d4a3bac15" providerId="ADAL" clId="{ECD42228-5B96-4A72-B268-C46DF994E6B7}" dt="2024-01-25T08:00:46.241" v="58304" actId="478"/>
          <ac:spMkLst>
            <pc:docMk/>
            <pc:sldMk cId="2631865131" sldId="922"/>
            <ac:spMk id="14" creationId="{6107D9E6-3E32-17F6-9CB3-A309D970FA3A}"/>
          </ac:spMkLst>
        </pc:spChg>
        <pc:picChg chg="del">
          <ac:chgData name="Palit, Tapti" userId="dec6fbcd-7598-406a-8cbf-504d4a3bac15" providerId="ADAL" clId="{ECD42228-5B96-4A72-B268-C46DF994E6B7}" dt="2024-01-24T04:31:11.578" v="40246" actId="478"/>
          <ac:picMkLst>
            <pc:docMk/>
            <pc:sldMk cId="2631865131" sldId="922"/>
            <ac:picMk id="11" creationId="{437F56BC-06BE-9E6A-5E2B-DC8A73616836}"/>
          </ac:picMkLst>
        </pc:picChg>
        <pc:picChg chg="del">
          <ac:chgData name="Palit, Tapti" userId="dec6fbcd-7598-406a-8cbf-504d4a3bac15" providerId="ADAL" clId="{ECD42228-5B96-4A72-B268-C46DF994E6B7}" dt="2024-01-24T04:31:13.535" v="40247" actId="478"/>
          <ac:picMkLst>
            <pc:docMk/>
            <pc:sldMk cId="2631865131" sldId="922"/>
            <ac:picMk id="17" creationId="{666CC23E-EB01-7C27-C9E7-CD09B5B84263}"/>
          </ac:picMkLst>
        </pc:picChg>
        <pc:picChg chg="add del mod">
          <ac:chgData name="Palit, Tapti" userId="dec6fbcd-7598-406a-8cbf-504d4a3bac15" providerId="ADAL" clId="{ECD42228-5B96-4A72-B268-C46DF994E6B7}" dt="2024-01-29T01:43:28.149" v="72513" actId="478"/>
          <ac:picMkLst>
            <pc:docMk/>
            <pc:sldMk cId="2631865131" sldId="922"/>
            <ac:picMk id="1028" creationId="{538B6674-D580-6357-DC72-C8510FC9A4BA}"/>
          </ac:picMkLst>
        </pc:picChg>
        <pc:picChg chg="add del mod">
          <ac:chgData name="Palit, Tapti" userId="dec6fbcd-7598-406a-8cbf-504d4a3bac15" providerId="ADAL" clId="{ECD42228-5B96-4A72-B268-C46DF994E6B7}" dt="2024-01-29T01:43:28.149" v="72513" actId="478"/>
          <ac:picMkLst>
            <pc:docMk/>
            <pc:sldMk cId="2631865131" sldId="922"/>
            <ac:picMk id="1030" creationId="{A9E7D014-E98D-D2F1-1693-4E3ED7199726}"/>
          </ac:picMkLst>
        </pc:picChg>
        <pc:picChg chg="add mod">
          <ac:chgData name="Palit, Tapti" userId="dec6fbcd-7598-406a-8cbf-504d4a3bac15" providerId="ADAL" clId="{ECD42228-5B96-4A72-B268-C46DF994E6B7}" dt="2024-01-29T02:09:25.729" v="73786" actId="1076"/>
          <ac:picMkLst>
            <pc:docMk/>
            <pc:sldMk cId="2631865131" sldId="922"/>
            <ac:picMk id="2050" creationId="{113A15BC-A19F-FE53-4589-F8B1CEAF9361}"/>
          </ac:picMkLst>
        </pc:picChg>
        <pc:picChg chg="add mod">
          <ac:chgData name="Palit, Tapti" userId="dec6fbcd-7598-406a-8cbf-504d4a3bac15" providerId="ADAL" clId="{ECD42228-5B96-4A72-B268-C46DF994E6B7}" dt="2024-01-29T02:09:25.729" v="73786" actId="1076"/>
          <ac:picMkLst>
            <pc:docMk/>
            <pc:sldMk cId="2631865131" sldId="922"/>
            <ac:picMk id="2052" creationId="{5C1655BB-8523-55E6-599D-69D4A4BD5305}"/>
          </ac:picMkLst>
        </pc:picChg>
        <pc:cxnChg chg="add mod">
          <ac:chgData name="Palit, Tapti" userId="dec6fbcd-7598-406a-8cbf-504d4a3bac15" providerId="ADAL" clId="{ECD42228-5B96-4A72-B268-C46DF994E6B7}" dt="2024-01-29T02:09:25.729" v="73786" actId="1076"/>
          <ac:cxnSpMkLst>
            <pc:docMk/>
            <pc:sldMk cId="2631865131" sldId="922"/>
            <ac:cxnSpMk id="8" creationId="{7F949424-BD4D-3C35-9061-DA6C4EBF2080}"/>
          </ac:cxnSpMkLst>
        </pc:cxnChg>
        <pc:cxnChg chg="add del mod">
          <ac:chgData name="Palit, Tapti" userId="dec6fbcd-7598-406a-8cbf-504d4a3bac15" providerId="ADAL" clId="{ECD42228-5B96-4A72-B268-C46DF994E6B7}" dt="2024-01-29T01:43:30.467" v="72514" actId="478"/>
          <ac:cxnSpMkLst>
            <pc:docMk/>
            <pc:sldMk cId="2631865131" sldId="922"/>
            <ac:cxnSpMk id="9" creationId="{BB3B8CB8-9ED4-1A74-44D0-0CA450238BA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4:31:15.915" v="60458"/>
              <pc2:cmMkLst xmlns:pc2="http://schemas.microsoft.com/office/powerpoint/2019/9/main/command">
                <pc:docMk/>
                <pc:sldMk cId="2631865131" sldId="922"/>
                <pc2:cmMk id="{2A34E115-B1DD-4A22-9A43-A23E6F8A233C}"/>
              </pc2:cmMkLst>
            </pc226:cmChg>
          </p:ext>
        </pc:extLst>
      </pc:sldChg>
      <pc:sldChg chg="modSp new mod">
        <pc:chgData name="Palit, Tapti" userId="dec6fbcd-7598-406a-8cbf-504d4a3bac15" providerId="ADAL" clId="{ECD42228-5B96-4A72-B268-C46DF994E6B7}" dt="2024-01-24T04:35:26.031" v="40399" actId="20577"/>
        <pc:sldMkLst>
          <pc:docMk/>
          <pc:sldMk cId="2320602695" sldId="923"/>
        </pc:sldMkLst>
        <pc:spChg chg="mod">
          <ac:chgData name="Palit, Tapti" userId="dec6fbcd-7598-406a-8cbf-504d4a3bac15" providerId="ADAL" clId="{ECD42228-5B96-4A72-B268-C46DF994E6B7}" dt="2024-01-24T04:35:26.031" v="40399" actId="20577"/>
          <ac:spMkLst>
            <pc:docMk/>
            <pc:sldMk cId="2320602695" sldId="923"/>
            <ac:spMk id="3" creationId="{8E111D6B-D177-8C8D-83C8-EC3623380C1B}"/>
          </ac:spMkLst>
        </pc:spChg>
      </pc:sldChg>
      <pc:sldChg chg="del">
        <pc:chgData name="Palit, Tapti" userId="dec6fbcd-7598-406a-8cbf-504d4a3bac15" providerId="ADAL" clId="{ECD42228-5B96-4A72-B268-C46DF994E6B7}" dt="2024-01-28T03:44:01.241" v="67437" actId="47"/>
        <pc:sldMkLst>
          <pc:docMk/>
          <pc:sldMk cId="4008811220" sldId="924"/>
        </pc:sldMkLst>
      </pc:sldChg>
      <pc:sldChg chg="add del mod modShow">
        <pc:chgData name="Palit, Tapti" userId="dec6fbcd-7598-406a-8cbf-504d4a3bac15" providerId="ADAL" clId="{ECD42228-5B96-4A72-B268-C46DF994E6B7}" dt="2024-01-28T03:44:01.241" v="67437" actId="47"/>
        <pc:sldMkLst>
          <pc:docMk/>
          <pc:sldMk cId="538126845" sldId="925"/>
        </pc:sldMkLst>
      </pc:sldChg>
      <pc:sldChg chg="del modNotesTx">
        <pc:chgData name="Palit, Tapti" userId="dec6fbcd-7598-406a-8cbf-504d4a3bac15" providerId="ADAL" clId="{ECD42228-5B96-4A72-B268-C46DF994E6B7}" dt="2024-01-25T04:48:53.113" v="50545" actId="2696"/>
        <pc:sldMkLst>
          <pc:docMk/>
          <pc:sldMk cId="2504179833" sldId="925"/>
        </pc:sldMkLst>
      </pc:sldChg>
      <pc:sldChg chg="add del mod modShow">
        <pc:chgData name="Palit, Tapti" userId="dec6fbcd-7598-406a-8cbf-504d4a3bac15" providerId="ADAL" clId="{ECD42228-5B96-4A72-B268-C46DF994E6B7}" dt="2024-01-28T03:44:01.241" v="67437" actId="47"/>
        <pc:sldMkLst>
          <pc:docMk/>
          <pc:sldMk cId="43235235" sldId="926"/>
        </pc:sldMkLst>
      </pc:sldChg>
      <pc:sldChg chg="del modNotesTx">
        <pc:chgData name="Palit, Tapti" userId="dec6fbcd-7598-406a-8cbf-504d4a3bac15" providerId="ADAL" clId="{ECD42228-5B96-4A72-B268-C46DF994E6B7}" dt="2024-01-25T04:48:53.113" v="50545" actId="2696"/>
        <pc:sldMkLst>
          <pc:docMk/>
          <pc:sldMk cId="2747043516" sldId="926"/>
        </pc:sldMkLst>
      </pc:sldChg>
      <pc:sldChg chg="del">
        <pc:chgData name="Palit, Tapti" userId="dec6fbcd-7598-406a-8cbf-504d4a3bac15" providerId="ADAL" clId="{ECD42228-5B96-4A72-B268-C46DF994E6B7}" dt="2024-01-25T04:48:53.113" v="50545" actId="2696"/>
        <pc:sldMkLst>
          <pc:docMk/>
          <pc:sldMk cId="3655101576" sldId="927"/>
        </pc:sldMkLst>
      </pc:sldChg>
      <pc:sldChg chg="add del mod modShow">
        <pc:chgData name="Palit, Tapti" userId="dec6fbcd-7598-406a-8cbf-504d4a3bac15" providerId="ADAL" clId="{ECD42228-5B96-4A72-B268-C46DF994E6B7}" dt="2024-01-28T03:44:01.241" v="67437" actId="47"/>
        <pc:sldMkLst>
          <pc:docMk/>
          <pc:sldMk cId="4071065580" sldId="927"/>
        </pc:sldMkLst>
      </pc:sldChg>
      <pc:sldChg chg="add del mod modShow">
        <pc:chgData name="Palit, Tapti" userId="dec6fbcd-7598-406a-8cbf-504d4a3bac15" providerId="ADAL" clId="{ECD42228-5B96-4A72-B268-C46DF994E6B7}" dt="2024-01-28T03:44:01.241" v="67437" actId="47"/>
        <pc:sldMkLst>
          <pc:docMk/>
          <pc:sldMk cId="1495997526" sldId="928"/>
        </pc:sldMkLst>
      </pc:sldChg>
      <pc:sldChg chg="del modNotesTx">
        <pc:chgData name="Palit, Tapti" userId="dec6fbcd-7598-406a-8cbf-504d4a3bac15" providerId="ADAL" clId="{ECD42228-5B96-4A72-B268-C46DF994E6B7}" dt="2024-01-25T04:48:53.113" v="50545" actId="2696"/>
        <pc:sldMkLst>
          <pc:docMk/>
          <pc:sldMk cId="2796756906" sldId="928"/>
        </pc:sldMkLst>
      </pc:sldChg>
      <pc:sldChg chg="addSp delSp modSp del mod modClrScheme chgLayout">
        <pc:chgData name="Palit, Tapti" userId="dec6fbcd-7598-406a-8cbf-504d4a3bac15" providerId="ADAL" clId="{ECD42228-5B96-4A72-B268-C46DF994E6B7}" dt="2024-01-28T23:37:19.840" v="70915" actId="47"/>
        <pc:sldMkLst>
          <pc:docMk/>
          <pc:sldMk cId="3451207649" sldId="929"/>
        </pc:sldMkLst>
        <pc:spChg chg="mod ord">
          <ac:chgData name="Palit, Tapti" userId="dec6fbcd-7598-406a-8cbf-504d4a3bac15" providerId="ADAL" clId="{ECD42228-5B96-4A72-B268-C46DF994E6B7}" dt="2024-01-25T07:01:18.346" v="55948" actId="20577"/>
          <ac:spMkLst>
            <pc:docMk/>
            <pc:sldMk cId="3451207649" sldId="929"/>
            <ac:spMk id="2" creationId="{72255B09-C652-86B4-3A5C-C987FF2F36D4}"/>
          </ac:spMkLst>
        </pc:spChg>
        <pc:spChg chg="mod ord">
          <ac:chgData name="Palit, Tapti" userId="dec6fbcd-7598-406a-8cbf-504d4a3bac15" providerId="ADAL" clId="{ECD42228-5B96-4A72-B268-C46DF994E6B7}" dt="2024-01-25T05:02:28.806" v="50686" actId="700"/>
          <ac:spMkLst>
            <pc:docMk/>
            <pc:sldMk cId="3451207649" sldId="929"/>
            <ac:spMk id="3" creationId="{323C4707-8358-58C6-2162-E4F42AA7F78D}"/>
          </ac:spMkLst>
        </pc:spChg>
        <pc:spChg chg="mod ord">
          <ac:chgData name="Palit, Tapti" userId="dec6fbcd-7598-406a-8cbf-504d4a3bac15" providerId="ADAL" clId="{ECD42228-5B96-4A72-B268-C46DF994E6B7}" dt="2024-01-25T05:02:28.806" v="50686" actId="700"/>
          <ac:spMkLst>
            <pc:docMk/>
            <pc:sldMk cId="3451207649" sldId="929"/>
            <ac:spMk id="4" creationId="{C1583B93-49CE-B036-ACEE-6DBFC8368B24}"/>
          </ac:spMkLst>
        </pc:spChg>
        <pc:spChg chg="add del mod ord">
          <ac:chgData name="Palit, Tapti" userId="dec6fbcd-7598-406a-8cbf-504d4a3bac15" providerId="ADAL" clId="{ECD42228-5B96-4A72-B268-C46DF994E6B7}" dt="2024-01-25T07:13:23.955" v="56113" actId="478"/>
          <ac:spMkLst>
            <pc:docMk/>
            <pc:sldMk cId="3451207649" sldId="929"/>
            <ac:spMk id="7" creationId="{AF7427A1-5D36-9E42-BA21-9515E426D40A}"/>
          </ac:spMkLst>
        </pc:spChg>
        <pc:spChg chg="add del mod ord">
          <ac:chgData name="Palit, Tapti" userId="dec6fbcd-7598-406a-8cbf-504d4a3bac15" providerId="ADAL" clId="{ECD42228-5B96-4A72-B268-C46DF994E6B7}" dt="2024-01-25T05:02:44.028" v="50690" actId="478"/>
          <ac:spMkLst>
            <pc:docMk/>
            <pc:sldMk cId="3451207649" sldId="929"/>
            <ac:spMk id="8" creationId="{36298AC7-2DDC-B136-E2E7-1158227CC1D9}"/>
          </ac:spMkLst>
        </pc:spChg>
        <pc:spChg chg="add del mod">
          <ac:chgData name="Palit, Tapti" userId="dec6fbcd-7598-406a-8cbf-504d4a3bac15" providerId="ADAL" clId="{ECD42228-5B96-4A72-B268-C46DF994E6B7}" dt="2024-01-25T05:02:25.583" v="50685" actId="6264"/>
          <ac:spMkLst>
            <pc:docMk/>
            <pc:sldMk cId="3451207649" sldId="929"/>
            <ac:spMk id="9" creationId="{0F450421-2A21-DC92-E8DD-9A1D84BF5D86}"/>
          </ac:spMkLst>
        </pc:spChg>
        <pc:spChg chg="add del mod">
          <ac:chgData name="Palit, Tapti" userId="dec6fbcd-7598-406a-8cbf-504d4a3bac15" providerId="ADAL" clId="{ECD42228-5B96-4A72-B268-C46DF994E6B7}" dt="2024-01-25T05:02:25.583" v="50685" actId="6264"/>
          <ac:spMkLst>
            <pc:docMk/>
            <pc:sldMk cId="3451207649" sldId="929"/>
            <ac:spMk id="10" creationId="{DF59315C-A7CD-E67A-BD4F-699A7A4EF95E}"/>
          </ac:spMkLst>
        </pc:spChg>
        <pc:spChg chg="add del mod">
          <ac:chgData name="Palit, Tapti" userId="dec6fbcd-7598-406a-8cbf-504d4a3bac15" providerId="ADAL" clId="{ECD42228-5B96-4A72-B268-C46DF994E6B7}" dt="2024-01-25T05:02:25.583" v="50685" actId="6264"/>
          <ac:spMkLst>
            <pc:docMk/>
            <pc:sldMk cId="3451207649" sldId="929"/>
            <ac:spMk id="11" creationId="{E6C6F6B2-67F0-E8AC-A040-E9EE84AE9DAE}"/>
          </ac:spMkLst>
        </pc:spChg>
        <pc:spChg chg="add del mod">
          <ac:chgData name="Palit, Tapti" userId="dec6fbcd-7598-406a-8cbf-504d4a3bac15" providerId="ADAL" clId="{ECD42228-5B96-4A72-B268-C46DF994E6B7}" dt="2024-01-25T05:02:25.583" v="50685" actId="6264"/>
          <ac:spMkLst>
            <pc:docMk/>
            <pc:sldMk cId="3451207649" sldId="929"/>
            <ac:spMk id="12" creationId="{2908D0B7-6C94-E94F-C8E8-221A20C00EF9}"/>
          </ac:spMkLst>
        </pc:spChg>
        <pc:spChg chg="add del mod">
          <ac:chgData name="Palit, Tapti" userId="dec6fbcd-7598-406a-8cbf-504d4a3bac15" providerId="ADAL" clId="{ECD42228-5B96-4A72-B268-C46DF994E6B7}" dt="2024-01-25T05:02:25.583" v="50685" actId="6264"/>
          <ac:spMkLst>
            <pc:docMk/>
            <pc:sldMk cId="3451207649" sldId="929"/>
            <ac:spMk id="13" creationId="{02EDD503-4973-1518-C5EB-7805AB04DB04}"/>
          </ac:spMkLst>
        </pc:spChg>
        <pc:picChg chg="add del mod">
          <ac:chgData name="Palit, Tapti" userId="dec6fbcd-7598-406a-8cbf-504d4a3bac15" providerId="ADAL" clId="{ECD42228-5B96-4A72-B268-C46DF994E6B7}" dt="2024-01-25T05:02:56.972" v="50699" actId="478"/>
          <ac:picMkLst>
            <pc:docMk/>
            <pc:sldMk cId="3451207649" sldId="929"/>
            <ac:picMk id="5" creationId="{C45799CD-765E-4800-5F29-30621C864A0D}"/>
          </ac:picMkLst>
        </pc:picChg>
        <pc:picChg chg="add del mod">
          <ac:chgData name="Palit, Tapti" userId="dec6fbcd-7598-406a-8cbf-504d4a3bac15" providerId="ADAL" clId="{ECD42228-5B96-4A72-B268-C46DF994E6B7}" dt="2024-01-25T05:02:56.972" v="50699" actId="478"/>
          <ac:picMkLst>
            <pc:docMk/>
            <pc:sldMk cId="3451207649" sldId="929"/>
            <ac:picMk id="6" creationId="{12F2CAC8-C4BD-23C8-A94C-22754013FDDA}"/>
          </ac:picMkLst>
        </pc:picChg>
      </pc:sldChg>
      <pc:sldChg chg="del">
        <pc:chgData name="Palit, Tapti" userId="dec6fbcd-7598-406a-8cbf-504d4a3bac15" providerId="ADAL" clId="{ECD42228-5B96-4A72-B268-C46DF994E6B7}" dt="2024-01-28T03:44:01.241" v="67437" actId="47"/>
        <pc:sldMkLst>
          <pc:docMk/>
          <pc:sldMk cId="3932546374" sldId="930"/>
        </pc:sldMkLst>
      </pc:sldChg>
      <pc:sldChg chg="del">
        <pc:chgData name="Palit, Tapti" userId="dec6fbcd-7598-406a-8cbf-504d4a3bac15" providerId="ADAL" clId="{ECD42228-5B96-4A72-B268-C46DF994E6B7}" dt="2024-01-28T03:44:01.241" v="67437" actId="47"/>
        <pc:sldMkLst>
          <pc:docMk/>
          <pc:sldMk cId="4149935990" sldId="931"/>
        </pc:sldMkLst>
      </pc:sldChg>
      <pc:sldChg chg="del">
        <pc:chgData name="Palit, Tapti" userId="dec6fbcd-7598-406a-8cbf-504d4a3bac15" providerId="ADAL" clId="{ECD42228-5B96-4A72-B268-C46DF994E6B7}" dt="2024-01-28T03:44:01.241" v="67437" actId="47"/>
        <pc:sldMkLst>
          <pc:docMk/>
          <pc:sldMk cId="242395351" sldId="932"/>
        </pc:sldMkLst>
      </pc:sldChg>
      <pc:sldChg chg="del">
        <pc:chgData name="Palit, Tapti" userId="dec6fbcd-7598-406a-8cbf-504d4a3bac15" providerId="ADAL" clId="{ECD42228-5B96-4A72-B268-C46DF994E6B7}" dt="2024-01-28T03:44:01.241" v="67437" actId="47"/>
        <pc:sldMkLst>
          <pc:docMk/>
          <pc:sldMk cId="1139379618" sldId="933"/>
        </pc:sldMkLst>
      </pc:sldChg>
      <pc:sldChg chg="del">
        <pc:chgData name="Palit, Tapti" userId="dec6fbcd-7598-406a-8cbf-504d4a3bac15" providerId="ADAL" clId="{ECD42228-5B96-4A72-B268-C46DF994E6B7}" dt="2024-01-28T03:44:01.241" v="67437" actId="47"/>
        <pc:sldMkLst>
          <pc:docMk/>
          <pc:sldMk cId="2636027419" sldId="934"/>
        </pc:sldMkLst>
      </pc:sldChg>
      <pc:sldChg chg="del">
        <pc:chgData name="Palit, Tapti" userId="dec6fbcd-7598-406a-8cbf-504d4a3bac15" providerId="ADAL" clId="{ECD42228-5B96-4A72-B268-C46DF994E6B7}" dt="2024-01-28T03:44:01.241" v="67437" actId="47"/>
        <pc:sldMkLst>
          <pc:docMk/>
          <pc:sldMk cId="2455690404" sldId="935"/>
        </pc:sldMkLst>
      </pc:sldChg>
      <pc:sldChg chg="del">
        <pc:chgData name="Palit, Tapti" userId="dec6fbcd-7598-406a-8cbf-504d4a3bac15" providerId="ADAL" clId="{ECD42228-5B96-4A72-B268-C46DF994E6B7}" dt="2024-01-28T03:44:01.241" v="67437" actId="47"/>
        <pc:sldMkLst>
          <pc:docMk/>
          <pc:sldMk cId="3562435918" sldId="936"/>
        </pc:sldMkLst>
      </pc:sldChg>
      <pc:sldChg chg="del">
        <pc:chgData name="Palit, Tapti" userId="dec6fbcd-7598-406a-8cbf-504d4a3bac15" providerId="ADAL" clId="{ECD42228-5B96-4A72-B268-C46DF994E6B7}" dt="2024-01-28T03:44:01.241" v="67437" actId="47"/>
        <pc:sldMkLst>
          <pc:docMk/>
          <pc:sldMk cId="447750180" sldId="937"/>
        </pc:sldMkLst>
      </pc:sldChg>
      <pc:sldChg chg="del">
        <pc:chgData name="Palit, Tapti" userId="dec6fbcd-7598-406a-8cbf-504d4a3bac15" providerId="ADAL" clId="{ECD42228-5B96-4A72-B268-C46DF994E6B7}" dt="2024-01-28T03:44:01.241" v="67437" actId="47"/>
        <pc:sldMkLst>
          <pc:docMk/>
          <pc:sldMk cId="3066965801" sldId="938"/>
        </pc:sldMkLst>
      </pc:sldChg>
      <pc:sldChg chg="addSp delSp modSp del mod delAnim modAnim modNotesTx">
        <pc:chgData name="Palit, Tapti" userId="dec6fbcd-7598-406a-8cbf-504d4a3bac15" providerId="ADAL" clId="{ECD42228-5B96-4A72-B268-C46DF994E6B7}" dt="2024-01-25T04:48:53.113" v="50545" actId="2696"/>
        <pc:sldMkLst>
          <pc:docMk/>
          <pc:sldMk cId="1043800535" sldId="939"/>
        </pc:sldMkLst>
        <pc:spChg chg="add mod">
          <ac:chgData name="Palit, Tapti" userId="dec6fbcd-7598-406a-8cbf-504d4a3bac15" providerId="ADAL" clId="{ECD42228-5B96-4A72-B268-C46DF994E6B7}" dt="2024-01-24T19:39:18.147" v="41304"/>
          <ac:spMkLst>
            <pc:docMk/>
            <pc:sldMk cId="1043800535" sldId="939"/>
            <ac:spMk id="7" creationId="{BC5EB154-C78C-A743-BAEB-C354207508A3}"/>
          </ac:spMkLst>
        </pc:spChg>
        <pc:spChg chg="del">
          <ac:chgData name="Palit, Tapti" userId="dec6fbcd-7598-406a-8cbf-504d4a3bac15" providerId="ADAL" clId="{ECD42228-5B96-4A72-B268-C46DF994E6B7}" dt="2024-01-24T19:34:54.380" v="40913" actId="478"/>
          <ac:spMkLst>
            <pc:docMk/>
            <pc:sldMk cId="1043800535" sldId="939"/>
            <ac:spMk id="217" creationId="{DE6CB6CB-DA11-FC10-E22D-BD9BF3034520}"/>
          </ac:spMkLst>
        </pc:spChg>
      </pc:sldChg>
      <pc:sldChg chg="add del mod modShow">
        <pc:chgData name="Palit, Tapti" userId="dec6fbcd-7598-406a-8cbf-504d4a3bac15" providerId="ADAL" clId="{ECD42228-5B96-4A72-B268-C46DF994E6B7}" dt="2024-01-28T03:44:01.241" v="67437" actId="47"/>
        <pc:sldMkLst>
          <pc:docMk/>
          <pc:sldMk cId="1635176695" sldId="939"/>
        </pc:sldMkLst>
      </pc:sldChg>
      <pc:sldChg chg="addSp delSp modSp new del mod delAnim modAnim addCm modNotesTx">
        <pc:chgData name="Palit, Tapti" userId="dec6fbcd-7598-406a-8cbf-504d4a3bac15" providerId="ADAL" clId="{ECD42228-5B96-4A72-B268-C46DF994E6B7}" dt="2024-01-28T02:28:18.853" v="67398" actId="2696"/>
        <pc:sldMkLst>
          <pc:docMk/>
          <pc:sldMk cId="1035773078" sldId="940"/>
        </pc:sldMkLst>
        <pc:spChg chg="del">
          <ac:chgData name="Palit, Tapti" userId="dec6fbcd-7598-406a-8cbf-504d4a3bac15" providerId="ADAL" clId="{ECD42228-5B96-4A72-B268-C46DF994E6B7}" dt="2024-01-25T00:38:58.682" v="43471" actId="478"/>
          <ac:spMkLst>
            <pc:docMk/>
            <pc:sldMk cId="1035773078" sldId="940"/>
            <ac:spMk id="2" creationId="{C1A9AA82-2163-48F3-4808-EB89E397D4C6}"/>
          </ac:spMkLst>
        </pc:spChg>
        <pc:spChg chg="mod">
          <ac:chgData name="Palit, Tapti" userId="dec6fbcd-7598-406a-8cbf-504d4a3bac15" providerId="ADAL" clId="{ECD42228-5B96-4A72-B268-C46DF994E6B7}" dt="2024-01-28T01:06:45.371" v="67305" actId="20577"/>
          <ac:spMkLst>
            <pc:docMk/>
            <pc:sldMk cId="1035773078" sldId="940"/>
            <ac:spMk id="3" creationId="{276F285D-E79C-3957-9EEA-1A08D81DC183}"/>
          </ac:spMkLst>
        </pc:spChg>
        <pc:picChg chg="add del ord">
          <ac:chgData name="Palit, Tapti" userId="dec6fbcd-7598-406a-8cbf-504d4a3bac15" providerId="ADAL" clId="{ECD42228-5B96-4A72-B268-C46DF994E6B7}" dt="2024-01-28T01:03:56.603" v="67226" actId="478"/>
          <ac:picMkLst>
            <pc:docMk/>
            <pc:sldMk cId="1035773078" sldId="940"/>
            <ac:picMk id="5" creationId="{F59E0D9B-43A9-F0CE-F3CB-34C8FC9DB918}"/>
          </ac:picMkLst>
        </pc:picChg>
        <pc:picChg chg="add del mod">
          <ac:chgData name="Palit, Tapti" userId="dec6fbcd-7598-406a-8cbf-504d4a3bac15" providerId="ADAL" clId="{ECD42228-5B96-4A72-B268-C46DF994E6B7}" dt="2024-01-25T00:22:02.061" v="43133" actId="478"/>
          <ac:picMkLst>
            <pc:docMk/>
            <pc:sldMk cId="1035773078" sldId="940"/>
            <ac:picMk id="5" creationId="{FD08A317-ECC6-AC91-413B-E58635FF4377}"/>
          </ac:picMkLst>
        </pc:picChg>
        <pc:picChg chg="add mod">
          <ac:chgData name="Palit, Tapti" userId="dec6fbcd-7598-406a-8cbf-504d4a3bac15" providerId="ADAL" clId="{ECD42228-5B96-4A72-B268-C46DF994E6B7}" dt="2024-01-28T01:35:02.650" v="67339" actId="1076"/>
          <ac:picMkLst>
            <pc:docMk/>
            <pc:sldMk cId="1035773078" sldId="940"/>
            <ac:picMk id="6" creationId="{A70DC3D1-33CE-0FFB-A174-5084D75B244E}"/>
          </ac:picMkLst>
        </pc:picChg>
        <pc:picChg chg="add del mod">
          <ac:chgData name="Palit, Tapti" userId="dec6fbcd-7598-406a-8cbf-504d4a3bac15" providerId="ADAL" clId="{ECD42228-5B96-4A72-B268-C46DF994E6B7}" dt="2024-01-25T00:22:02.061" v="43133" actId="478"/>
          <ac:picMkLst>
            <pc:docMk/>
            <pc:sldMk cId="1035773078" sldId="940"/>
            <ac:picMk id="6" creationId="{C84880B0-397E-743C-1FEF-E3A3538EB50A}"/>
          </ac:picMkLst>
        </pc:picChg>
        <pc:picChg chg="add del mod">
          <ac:chgData name="Palit, Tapti" userId="dec6fbcd-7598-406a-8cbf-504d4a3bac15" providerId="ADAL" clId="{ECD42228-5B96-4A72-B268-C46DF994E6B7}" dt="2024-01-25T00:22:03.749" v="43134" actId="478"/>
          <ac:picMkLst>
            <pc:docMk/>
            <pc:sldMk cId="1035773078" sldId="940"/>
            <ac:picMk id="7" creationId="{4DD27E14-6B2E-1B5D-E063-F51C6B3404A3}"/>
          </ac:picMkLst>
        </pc:picChg>
        <pc:picChg chg="add mod ord">
          <ac:chgData name="Palit, Tapti" userId="dec6fbcd-7598-406a-8cbf-504d4a3bac15" providerId="ADAL" clId="{ECD42228-5B96-4A72-B268-C46DF994E6B7}" dt="2024-01-28T01:09:42.296" v="67331" actId="14100"/>
          <ac:picMkLst>
            <pc:docMk/>
            <pc:sldMk cId="1035773078" sldId="940"/>
            <ac:picMk id="8" creationId="{D9DB1330-F8D9-95CA-AA53-306F8999791B}"/>
          </ac:picMkLst>
        </pc:picChg>
        <pc:picChg chg="add del mod">
          <ac:chgData name="Palit, Tapti" userId="dec6fbcd-7598-406a-8cbf-504d4a3bac15" providerId="ADAL" clId="{ECD42228-5B96-4A72-B268-C46DF994E6B7}" dt="2024-01-25T00:23:13.553" v="43187" actId="478"/>
          <ac:picMkLst>
            <pc:docMk/>
            <pc:sldMk cId="1035773078" sldId="940"/>
            <ac:picMk id="9" creationId="{73FD35CC-428D-E3C9-03C6-9BE01C78A27F}"/>
          </ac:picMkLst>
        </pc:picChg>
        <pc:picChg chg="add mod ord">
          <ac:chgData name="Palit, Tapti" userId="dec6fbcd-7598-406a-8cbf-504d4a3bac15" providerId="ADAL" clId="{ECD42228-5B96-4A72-B268-C46DF994E6B7}" dt="2024-01-28T01:34:55.466" v="67337" actId="1076"/>
          <ac:picMkLst>
            <pc:docMk/>
            <pc:sldMk cId="1035773078" sldId="940"/>
            <ac:picMk id="10" creationId="{BFAA6451-7FA7-B886-283A-36AA6C586A90}"/>
          </ac:picMkLst>
        </pc:picChg>
        <pc:picChg chg="add del mod ord">
          <ac:chgData name="Palit, Tapti" userId="dec6fbcd-7598-406a-8cbf-504d4a3bac15" providerId="ADAL" clId="{ECD42228-5B96-4A72-B268-C46DF994E6B7}" dt="2024-01-25T00:25:19.378" v="43196" actId="478"/>
          <ac:picMkLst>
            <pc:docMk/>
            <pc:sldMk cId="1035773078" sldId="940"/>
            <ac:picMk id="11" creationId="{94475976-EBF4-3110-F40C-3A56D3ADF7F5}"/>
          </ac:picMkLst>
        </pc:picChg>
        <pc:picChg chg="add mod ord">
          <ac:chgData name="Palit, Tapti" userId="dec6fbcd-7598-406a-8cbf-504d4a3bac15" providerId="ADAL" clId="{ECD42228-5B96-4A72-B268-C46DF994E6B7}" dt="2024-01-28T01:34:57.809" v="67338" actId="1076"/>
          <ac:picMkLst>
            <pc:docMk/>
            <pc:sldMk cId="1035773078" sldId="940"/>
            <ac:picMk id="12" creationId="{D93E7980-C2A3-368E-681B-3501B8295B1F}"/>
          </ac:picMkLst>
        </pc:picChg>
        <pc:picChg chg="add del mod">
          <ac:chgData name="Palit, Tapti" userId="dec6fbcd-7598-406a-8cbf-504d4a3bac15" providerId="ADAL" clId="{ECD42228-5B96-4A72-B268-C46DF994E6B7}" dt="2024-01-25T00:25:17.801" v="43195" actId="478"/>
          <ac:picMkLst>
            <pc:docMk/>
            <pc:sldMk cId="1035773078" sldId="940"/>
            <ac:picMk id="13" creationId="{F1DD5C42-3C6E-5587-5F91-9415DBE09E9C}"/>
          </ac:picMkLst>
        </pc:picChg>
        <pc:picChg chg="add mod">
          <ac:chgData name="Palit, Tapti" userId="dec6fbcd-7598-406a-8cbf-504d4a3bac15" providerId="ADAL" clId="{ECD42228-5B96-4A72-B268-C46DF994E6B7}" dt="2024-01-28T01:38:07.009" v="67342" actId="1076"/>
          <ac:picMkLst>
            <pc:docMk/>
            <pc:sldMk cId="1035773078" sldId="940"/>
            <ac:picMk id="14" creationId="{6497D371-BEB6-7ECD-2B4F-2F8800C79BA3}"/>
          </ac:picMkLst>
        </pc:picChg>
        <pc:picChg chg="add del mod ord">
          <ac:chgData name="Palit, Tapti" userId="dec6fbcd-7598-406a-8cbf-504d4a3bac15" providerId="ADAL" clId="{ECD42228-5B96-4A72-B268-C46DF994E6B7}" dt="2024-01-25T00:32:07.198" v="43207" actId="478"/>
          <ac:picMkLst>
            <pc:docMk/>
            <pc:sldMk cId="1035773078" sldId="940"/>
            <ac:picMk id="15" creationId="{E19076B2-BBE1-A420-C3EC-62813DCB2C80}"/>
          </ac:picMkLst>
        </pc:picChg>
        <pc:picChg chg="add del mod">
          <ac:chgData name="Palit, Tapti" userId="dec6fbcd-7598-406a-8cbf-504d4a3bac15" providerId="ADAL" clId="{ECD42228-5B96-4A72-B268-C46DF994E6B7}" dt="2024-01-25T07:21:44.169" v="56140" actId="478"/>
          <ac:picMkLst>
            <pc:docMk/>
            <pc:sldMk cId="1035773078" sldId="940"/>
            <ac:picMk id="17" creationId="{F3422EA7-2B5B-57D8-E6F1-9BDDF2942365}"/>
          </ac:picMkLst>
        </pc:picChg>
        <pc:picChg chg="add del mod">
          <ac:chgData name="Palit, Tapti" userId="dec6fbcd-7598-406a-8cbf-504d4a3bac15" providerId="ADAL" clId="{ECD42228-5B96-4A72-B268-C46DF994E6B7}" dt="2024-01-25T00:32:25.756" v="43213" actId="478"/>
          <ac:picMkLst>
            <pc:docMk/>
            <pc:sldMk cId="1035773078" sldId="940"/>
            <ac:picMk id="19" creationId="{8940B172-8963-3191-6DB4-BDBECD7B5C44}"/>
          </ac:picMkLst>
        </pc:picChg>
        <pc:picChg chg="add del mod ord">
          <ac:chgData name="Palit, Tapti" userId="dec6fbcd-7598-406a-8cbf-504d4a3bac15" providerId="ADAL" clId="{ECD42228-5B96-4A72-B268-C46DF994E6B7}" dt="2024-01-28T01:03:53.560" v="67224" actId="478"/>
          <ac:picMkLst>
            <pc:docMk/>
            <pc:sldMk cId="1035773078" sldId="940"/>
            <ac:picMk id="21" creationId="{5CEB3178-BFA7-C403-8A9D-49205791A6CC}"/>
          </ac:picMkLst>
        </pc:picChg>
        <pc:picChg chg="add del mod">
          <ac:chgData name="Palit, Tapti" userId="dec6fbcd-7598-406a-8cbf-504d4a3bac15" providerId="ADAL" clId="{ECD42228-5B96-4A72-B268-C46DF994E6B7}" dt="2024-01-28T01:03:58.257" v="67227" actId="478"/>
          <ac:picMkLst>
            <pc:docMk/>
            <pc:sldMk cId="1035773078" sldId="940"/>
            <ac:picMk id="23" creationId="{2F8A5E38-D6E1-9CC3-4210-81A55A66E0E2}"/>
          </ac:picMkLst>
        </pc:picChg>
        <pc:picChg chg="add del mod">
          <ac:chgData name="Palit, Tapti" userId="dec6fbcd-7598-406a-8cbf-504d4a3bac15" providerId="ADAL" clId="{ECD42228-5B96-4A72-B268-C46DF994E6B7}" dt="2024-01-25T01:55:17.918" v="46409" actId="478"/>
          <ac:picMkLst>
            <pc:docMk/>
            <pc:sldMk cId="1035773078" sldId="940"/>
            <ac:picMk id="25" creationId="{1C7837B0-1E0C-D591-3526-FD1B545C5AB2}"/>
          </ac:picMkLst>
        </pc:picChg>
        <pc:picChg chg="add del mod ord">
          <ac:chgData name="Palit, Tapti" userId="dec6fbcd-7598-406a-8cbf-504d4a3bac15" providerId="ADAL" clId="{ECD42228-5B96-4A72-B268-C46DF994E6B7}" dt="2024-01-28T01:03:51.798" v="67223" actId="478"/>
          <ac:picMkLst>
            <pc:docMk/>
            <pc:sldMk cId="1035773078" sldId="940"/>
            <ac:picMk id="27" creationId="{C69BECBB-C4C6-40BE-B78A-A0B8E75A9ADC}"/>
          </ac:picMkLst>
        </pc:picChg>
        <pc:picChg chg="add del mod">
          <ac:chgData name="Palit, Tapti" userId="dec6fbcd-7598-406a-8cbf-504d4a3bac15" providerId="ADAL" clId="{ECD42228-5B96-4A72-B268-C46DF994E6B7}" dt="2024-01-28T01:03:55.038" v="67225" actId="478"/>
          <ac:picMkLst>
            <pc:docMk/>
            <pc:sldMk cId="1035773078" sldId="940"/>
            <ac:picMk id="29" creationId="{65BE0358-D892-0E18-A2B5-0DD4F131233B}"/>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28:06.866" v="67397"/>
              <pc2:cmMkLst xmlns:pc2="http://schemas.microsoft.com/office/powerpoint/2019/9/main/command">
                <pc:docMk/>
                <pc:sldMk cId="1035773078" sldId="940"/>
                <pc2:cmMk id="{30483F6B-4BC7-41B6-A1D0-1E80904C98B2}"/>
              </pc2:cmMkLst>
            </pc226:cmChg>
          </p:ext>
        </pc:extLst>
      </pc:sldChg>
      <pc:sldChg chg="add del mod modShow">
        <pc:chgData name="Palit, Tapti" userId="dec6fbcd-7598-406a-8cbf-504d4a3bac15" providerId="ADAL" clId="{ECD42228-5B96-4A72-B268-C46DF994E6B7}" dt="2024-01-28T03:44:01.241" v="67437" actId="47"/>
        <pc:sldMkLst>
          <pc:docMk/>
          <pc:sldMk cId="1978614666" sldId="940"/>
        </pc:sldMkLst>
      </pc:sldChg>
      <pc:sldChg chg="addSp delSp modSp new mod modAnim modNotesTx">
        <pc:chgData name="Palit, Tapti" userId="dec6fbcd-7598-406a-8cbf-504d4a3bac15" providerId="ADAL" clId="{ECD42228-5B96-4A72-B268-C46DF994E6B7}" dt="2024-01-25T00:58:09.327" v="43982" actId="20577"/>
        <pc:sldMkLst>
          <pc:docMk/>
          <pc:sldMk cId="979678000" sldId="941"/>
        </pc:sldMkLst>
        <pc:spChg chg="mod">
          <ac:chgData name="Palit, Tapti" userId="dec6fbcd-7598-406a-8cbf-504d4a3bac15" providerId="ADAL" clId="{ECD42228-5B96-4A72-B268-C46DF994E6B7}" dt="2024-01-25T00:54:57.770" v="43780" actId="20577"/>
          <ac:spMkLst>
            <pc:docMk/>
            <pc:sldMk cId="979678000" sldId="941"/>
            <ac:spMk id="3" creationId="{49CD06EF-E98B-EE57-9C8F-2100457DB51D}"/>
          </ac:spMkLst>
        </pc:spChg>
        <pc:picChg chg="add del mod">
          <ac:chgData name="Palit, Tapti" userId="dec6fbcd-7598-406a-8cbf-504d4a3bac15" providerId="ADAL" clId="{ECD42228-5B96-4A72-B268-C46DF994E6B7}" dt="2024-01-25T00:37:26.132" v="43462" actId="478"/>
          <ac:picMkLst>
            <pc:docMk/>
            <pc:sldMk cId="979678000" sldId="941"/>
            <ac:picMk id="5" creationId="{4A1368AA-59C5-F274-7E4C-582EBD920861}"/>
          </ac:picMkLst>
        </pc:picChg>
        <pc:picChg chg="add mod">
          <ac:chgData name="Palit, Tapti" userId="dec6fbcd-7598-406a-8cbf-504d4a3bac15" providerId="ADAL" clId="{ECD42228-5B96-4A72-B268-C46DF994E6B7}" dt="2024-01-25T00:37:30.196" v="43464" actId="1076"/>
          <ac:picMkLst>
            <pc:docMk/>
            <pc:sldMk cId="979678000" sldId="941"/>
            <ac:picMk id="7" creationId="{536E11DA-3237-75B1-C610-F4E982BF69F3}"/>
          </ac:picMkLst>
        </pc:picChg>
        <pc:picChg chg="add mod">
          <ac:chgData name="Palit, Tapti" userId="dec6fbcd-7598-406a-8cbf-504d4a3bac15" providerId="ADAL" clId="{ECD42228-5B96-4A72-B268-C46DF994E6B7}" dt="2024-01-25T00:46:01.516" v="43482" actId="1076"/>
          <ac:picMkLst>
            <pc:docMk/>
            <pc:sldMk cId="979678000" sldId="941"/>
            <ac:picMk id="9" creationId="{1A0A1FDA-B7A2-7A4A-ED42-76F9B513878A}"/>
          </ac:picMkLst>
        </pc:picChg>
        <pc:picChg chg="add mod">
          <ac:chgData name="Palit, Tapti" userId="dec6fbcd-7598-406a-8cbf-504d4a3bac15" providerId="ADAL" clId="{ECD42228-5B96-4A72-B268-C46DF994E6B7}" dt="2024-01-25T00:48:12.957" v="43554" actId="1076"/>
          <ac:picMkLst>
            <pc:docMk/>
            <pc:sldMk cId="979678000" sldId="941"/>
            <ac:picMk id="11" creationId="{FC12EF14-081A-114B-2680-1EF9F31AE656}"/>
          </ac:picMkLst>
        </pc:picChg>
      </pc:sldChg>
      <pc:sldChg chg="addSp delSp modSp new mod ord delAnim modAnim modNotesTx">
        <pc:chgData name="Palit, Tapti" userId="dec6fbcd-7598-406a-8cbf-504d4a3bac15" providerId="ADAL" clId="{ECD42228-5B96-4A72-B268-C46DF994E6B7}" dt="2024-01-25T08:03:01.828" v="58318" actId="20577"/>
        <pc:sldMkLst>
          <pc:docMk/>
          <pc:sldMk cId="134959814" sldId="942"/>
        </pc:sldMkLst>
        <pc:spChg chg="del">
          <ac:chgData name="Palit, Tapti" userId="dec6fbcd-7598-406a-8cbf-504d4a3bac15" providerId="ADAL" clId="{ECD42228-5B96-4A72-B268-C46DF994E6B7}" dt="2024-01-25T00:52:52.057" v="43682" actId="478"/>
          <ac:spMkLst>
            <pc:docMk/>
            <pc:sldMk cId="134959814" sldId="942"/>
            <ac:spMk id="2" creationId="{53DBE698-BB3A-13FE-9A7C-13F033DF061D}"/>
          </ac:spMkLst>
        </pc:spChg>
        <pc:spChg chg="mod">
          <ac:chgData name="Palit, Tapti" userId="dec6fbcd-7598-406a-8cbf-504d4a3bac15" providerId="ADAL" clId="{ECD42228-5B96-4A72-B268-C46DF994E6B7}" dt="2024-01-25T08:03:00.528" v="58317" actId="20577"/>
          <ac:spMkLst>
            <pc:docMk/>
            <pc:sldMk cId="134959814" sldId="942"/>
            <ac:spMk id="3" creationId="{5355D09F-07D4-C48B-61E0-110907923520}"/>
          </ac:spMkLst>
        </pc:spChg>
        <pc:spChg chg="add mod">
          <ac:chgData name="Palit, Tapti" userId="dec6fbcd-7598-406a-8cbf-504d4a3bac15" providerId="ADAL" clId="{ECD42228-5B96-4A72-B268-C46DF994E6B7}" dt="2024-01-25T00:52:59.901" v="43683" actId="1076"/>
          <ac:spMkLst>
            <pc:docMk/>
            <pc:sldMk cId="134959814" sldId="942"/>
            <ac:spMk id="5" creationId="{F45E6262-EEF7-4542-1D80-EB8280C4542D}"/>
          </ac:spMkLst>
        </pc:spChg>
        <pc:spChg chg="add mod">
          <ac:chgData name="Palit, Tapti" userId="dec6fbcd-7598-406a-8cbf-504d4a3bac15" providerId="ADAL" clId="{ECD42228-5B96-4A72-B268-C46DF994E6B7}" dt="2024-01-25T00:52:15.941" v="43671" actId="1076"/>
          <ac:spMkLst>
            <pc:docMk/>
            <pc:sldMk cId="134959814" sldId="942"/>
            <ac:spMk id="7" creationId="{C51DD632-D912-2537-1C05-E7598E3B6756}"/>
          </ac:spMkLst>
        </pc:spChg>
        <pc:spChg chg="add mod">
          <ac:chgData name="Palit, Tapti" userId="dec6fbcd-7598-406a-8cbf-504d4a3bac15" providerId="ADAL" clId="{ECD42228-5B96-4A72-B268-C46DF994E6B7}" dt="2024-01-25T00:52:33.285" v="43678" actId="1076"/>
          <ac:spMkLst>
            <pc:docMk/>
            <pc:sldMk cId="134959814" sldId="942"/>
            <ac:spMk id="8" creationId="{9AA32225-1A8D-71BD-17CE-1B0F6B94AEA1}"/>
          </ac:spMkLst>
        </pc:spChg>
        <pc:spChg chg="add del mod">
          <ac:chgData name="Palit, Tapti" userId="dec6fbcd-7598-406a-8cbf-504d4a3bac15" providerId="ADAL" clId="{ECD42228-5B96-4A72-B268-C46DF994E6B7}" dt="2024-01-25T00:51:42.068" v="43664" actId="478"/>
          <ac:spMkLst>
            <pc:docMk/>
            <pc:sldMk cId="134959814" sldId="942"/>
            <ac:spMk id="9" creationId="{04FF154C-57AC-C9D7-56DB-EEB66E05ECE5}"/>
          </ac:spMkLst>
        </pc:spChg>
        <pc:spChg chg="add del mod">
          <ac:chgData name="Palit, Tapti" userId="dec6fbcd-7598-406a-8cbf-504d4a3bac15" providerId="ADAL" clId="{ECD42228-5B96-4A72-B268-C46DF994E6B7}" dt="2024-01-25T00:51:55.496" v="43665" actId="478"/>
          <ac:spMkLst>
            <pc:docMk/>
            <pc:sldMk cId="134959814" sldId="942"/>
            <ac:spMk id="10" creationId="{E7027368-0DC9-C8F4-BBC0-FE1F4D6A72D3}"/>
          </ac:spMkLst>
        </pc:spChg>
        <pc:spChg chg="add mod">
          <ac:chgData name="Palit, Tapti" userId="dec6fbcd-7598-406a-8cbf-504d4a3bac15" providerId="ADAL" clId="{ECD42228-5B96-4A72-B268-C46DF994E6B7}" dt="2024-01-25T00:53:27.793" v="43689" actId="692"/>
          <ac:spMkLst>
            <pc:docMk/>
            <pc:sldMk cId="134959814" sldId="942"/>
            <ac:spMk id="14" creationId="{7EEA0E9D-8703-BB0B-3F6A-FA4949ED1B8D}"/>
          </ac:spMkLst>
        </pc:spChg>
        <pc:spChg chg="add del mod">
          <ac:chgData name="Palit, Tapti" userId="dec6fbcd-7598-406a-8cbf-504d4a3bac15" providerId="ADAL" clId="{ECD42228-5B96-4A72-B268-C46DF994E6B7}" dt="2024-01-25T00:53:06.415" v="43685" actId="478"/>
          <ac:spMkLst>
            <pc:docMk/>
            <pc:sldMk cId="134959814" sldId="942"/>
            <ac:spMk id="15" creationId="{B5AC4E80-BBD9-F3C8-FFE7-6D7BEDA15931}"/>
          </ac:spMkLst>
        </pc:spChg>
        <pc:spChg chg="add mod">
          <ac:chgData name="Palit, Tapti" userId="dec6fbcd-7598-406a-8cbf-504d4a3bac15" providerId="ADAL" clId="{ECD42228-5B96-4A72-B268-C46DF994E6B7}" dt="2024-01-25T00:55:36.204" v="43792" actId="1076"/>
          <ac:spMkLst>
            <pc:docMk/>
            <pc:sldMk cId="134959814" sldId="942"/>
            <ac:spMk id="16" creationId="{20471247-3946-924A-C9BE-DE199F66E137}"/>
          </ac:spMkLst>
        </pc:spChg>
        <pc:spChg chg="add del mod">
          <ac:chgData name="Palit, Tapti" userId="dec6fbcd-7598-406a-8cbf-504d4a3bac15" providerId="ADAL" clId="{ECD42228-5B96-4A72-B268-C46DF994E6B7}" dt="2024-01-25T00:52:47.151" v="43681" actId="478"/>
          <ac:spMkLst>
            <pc:docMk/>
            <pc:sldMk cId="134959814" sldId="942"/>
            <ac:spMk id="17" creationId="{D9FE7DB3-4270-CB64-D9BA-2A31F4DC2BEF}"/>
          </ac:spMkLst>
        </pc:spChg>
        <pc:spChg chg="add mod">
          <ac:chgData name="Palit, Tapti" userId="dec6fbcd-7598-406a-8cbf-504d4a3bac15" providerId="ADAL" clId="{ECD42228-5B96-4A72-B268-C46DF994E6B7}" dt="2024-01-25T00:56:24.550" v="43805" actId="20577"/>
          <ac:spMkLst>
            <pc:docMk/>
            <pc:sldMk cId="134959814" sldId="942"/>
            <ac:spMk id="35" creationId="{A5D72F9E-51AD-3E6E-66B6-3519B5D834B0}"/>
          </ac:spMkLst>
        </pc:spChg>
        <pc:spChg chg="add mod">
          <ac:chgData name="Palit, Tapti" userId="dec6fbcd-7598-406a-8cbf-504d4a3bac15" providerId="ADAL" clId="{ECD42228-5B96-4A72-B268-C46DF994E6B7}" dt="2024-01-25T00:56:28.180" v="43809" actId="20577"/>
          <ac:spMkLst>
            <pc:docMk/>
            <pc:sldMk cId="134959814" sldId="942"/>
            <ac:spMk id="37" creationId="{8B33974A-B32B-E5AA-C364-C110B505E94B}"/>
          </ac:spMkLst>
        </pc:spChg>
        <pc:spChg chg="add mod">
          <ac:chgData name="Palit, Tapti" userId="dec6fbcd-7598-406a-8cbf-504d4a3bac15" providerId="ADAL" clId="{ECD42228-5B96-4A72-B268-C46DF994E6B7}" dt="2024-01-25T00:56:36.647" v="43816" actId="207"/>
          <ac:spMkLst>
            <pc:docMk/>
            <pc:sldMk cId="134959814" sldId="942"/>
            <ac:spMk id="38" creationId="{73B1DE5E-842A-22D0-C0D7-4F90D283BA69}"/>
          </ac:spMkLst>
        </pc:spChg>
        <pc:picChg chg="add mod">
          <ac:chgData name="Palit, Tapti" userId="dec6fbcd-7598-406a-8cbf-504d4a3bac15" providerId="ADAL" clId="{ECD42228-5B96-4A72-B268-C46DF994E6B7}" dt="2024-01-25T00:56:16.476" v="43801" actId="1076"/>
          <ac:picMkLst>
            <pc:docMk/>
            <pc:sldMk cId="134959814" sldId="942"/>
            <ac:picMk id="6" creationId="{F6381B09-0005-787B-B03A-CCC6619EBE20}"/>
          </ac:picMkLst>
        </pc:picChg>
        <pc:cxnChg chg="add mod">
          <ac:chgData name="Palit, Tapti" userId="dec6fbcd-7598-406a-8cbf-504d4a3bac15" providerId="ADAL" clId="{ECD42228-5B96-4A72-B268-C46DF994E6B7}" dt="2024-01-25T01:06:38.088" v="44268" actId="692"/>
          <ac:cxnSpMkLst>
            <pc:docMk/>
            <pc:sldMk cId="134959814" sldId="942"/>
            <ac:cxnSpMk id="11" creationId="{CD106CE5-039D-BA99-83A3-A2C26CA29C53}"/>
          </ac:cxnSpMkLst>
        </pc:cxnChg>
        <pc:cxnChg chg="add del mod">
          <ac:chgData name="Palit, Tapti" userId="dec6fbcd-7598-406a-8cbf-504d4a3bac15" providerId="ADAL" clId="{ECD42228-5B96-4A72-B268-C46DF994E6B7}" dt="2024-01-25T00:51:55.496" v="43665" actId="478"/>
          <ac:cxnSpMkLst>
            <pc:docMk/>
            <pc:sldMk cId="134959814" sldId="942"/>
            <ac:cxnSpMk id="12" creationId="{DDD55D66-1709-4607-9E6B-5511B087D088}"/>
          </ac:cxnSpMkLst>
        </pc:cxnChg>
        <pc:cxnChg chg="add mod">
          <ac:chgData name="Palit, Tapti" userId="dec6fbcd-7598-406a-8cbf-504d4a3bac15" providerId="ADAL" clId="{ECD42228-5B96-4A72-B268-C46DF994E6B7}" dt="2024-01-25T01:06:40.914" v="44269" actId="692"/>
          <ac:cxnSpMkLst>
            <pc:docMk/>
            <pc:sldMk cId="134959814" sldId="942"/>
            <ac:cxnSpMk id="13" creationId="{51CA8707-C76A-D2F5-EC5E-0BE0A3CA2E0A}"/>
          </ac:cxnSpMkLst>
        </pc:cxnChg>
      </pc:sldChg>
      <pc:sldChg chg="add del">
        <pc:chgData name="Palit, Tapti" userId="dec6fbcd-7598-406a-8cbf-504d4a3bac15" providerId="ADAL" clId="{ECD42228-5B96-4A72-B268-C46DF994E6B7}" dt="2024-01-25T00:38:32.827" v="43466"/>
        <pc:sldMkLst>
          <pc:docMk/>
          <pc:sldMk cId="1298616484" sldId="942"/>
        </pc:sldMkLst>
      </pc:sldChg>
      <pc:sldChg chg="addSp delSp modSp new del mod modClrScheme chgLayout">
        <pc:chgData name="Palit, Tapti" userId="dec6fbcd-7598-406a-8cbf-504d4a3bac15" providerId="ADAL" clId="{ECD42228-5B96-4A72-B268-C46DF994E6B7}" dt="2024-01-25T01:10:51.738" v="44520" actId="47"/>
        <pc:sldMkLst>
          <pc:docMk/>
          <pc:sldMk cId="321654111" sldId="943"/>
        </pc:sldMkLst>
        <pc:spChg chg="del">
          <ac:chgData name="Palit, Tapti" userId="dec6fbcd-7598-406a-8cbf-504d4a3bac15" providerId="ADAL" clId="{ECD42228-5B96-4A72-B268-C46DF994E6B7}" dt="2024-01-25T01:06:58.604" v="44271" actId="700"/>
          <ac:spMkLst>
            <pc:docMk/>
            <pc:sldMk cId="321654111" sldId="943"/>
            <ac:spMk id="2" creationId="{75A820C6-3489-BD99-0853-5E6C668AF05D}"/>
          </ac:spMkLst>
        </pc:spChg>
        <pc:spChg chg="del mod ord">
          <ac:chgData name="Palit, Tapti" userId="dec6fbcd-7598-406a-8cbf-504d4a3bac15" providerId="ADAL" clId="{ECD42228-5B96-4A72-B268-C46DF994E6B7}" dt="2024-01-25T01:06:58.604" v="44271" actId="700"/>
          <ac:spMkLst>
            <pc:docMk/>
            <pc:sldMk cId="321654111" sldId="943"/>
            <ac:spMk id="3" creationId="{EB6299E8-7FB5-32D6-4110-F4B7417DFA6C}"/>
          </ac:spMkLst>
        </pc:spChg>
        <pc:spChg chg="mod ord">
          <ac:chgData name="Palit, Tapti" userId="dec6fbcd-7598-406a-8cbf-504d4a3bac15" providerId="ADAL" clId="{ECD42228-5B96-4A72-B268-C46DF994E6B7}" dt="2024-01-25T01:06:58.604" v="44271" actId="700"/>
          <ac:spMkLst>
            <pc:docMk/>
            <pc:sldMk cId="321654111" sldId="943"/>
            <ac:spMk id="4" creationId="{F821B392-BA1D-97E0-884D-98C58EECDBF2}"/>
          </ac:spMkLst>
        </pc:spChg>
        <pc:spChg chg="add mod ord">
          <ac:chgData name="Palit, Tapti" userId="dec6fbcd-7598-406a-8cbf-504d4a3bac15" providerId="ADAL" clId="{ECD42228-5B96-4A72-B268-C46DF994E6B7}" dt="2024-01-25T01:10:47.011" v="44519" actId="20577"/>
          <ac:spMkLst>
            <pc:docMk/>
            <pc:sldMk cId="321654111" sldId="943"/>
            <ac:spMk id="5" creationId="{564D940A-EEE5-278D-E2EB-EA3910BBD22B}"/>
          </ac:spMkLst>
        </pc:spChg>
      </pc:sldChg>
      <pc:sldChg chg="del">
        <pc:chgData name="Palit, Tapti" userId="dec6fbcd-7598-406a-8cbf-504d4a3bac15" providerId="ADAL" clId="{ECD42228-5B96-4A72-B268-C46DF994E6B7}" dt="2024-01-28T03:44:01.241" v="67437" actId="47"/>
        <pc:sldMkLst>
          <pc:docMk/>
          <pc:sldMk cId="1164086596" sldId="944"/>
        </pc:sldMkLst>
      </pc:sldChg>
      <pc:sldChg chg="addSp delSp modSp new mod modClrScheme chgLayout modNotesTx">
        <pc:chgData name="Palit, Tapti" userId="dec6fbcd-7598-406a-8cbf-504d4a3bac15" providerId="ADAL" clId="{ECD42228-5B96-4A72-B268-C46DF994E6B7}" dt="2024-01-25T04:09:21.715" v="49799" actId="113"/>
        <pc:sldMkLst>
          <pc:docMk/>
          <pc:sldMk cId="4010005041" sldId="944"/>
        </pc:sldMkLst>
        <pc:spChg chg="del mod ord">
          <ac:chgData name="Palit, Tapti" userId="dec6fbcd-7598-406a-8cbf-504d4a3bac15" providerId="ADAL" clId="{ECD42228-5B96-4A72-B268-C46DF994E6B7}" dt="2024-01-25T01:07:25.055" v="44341" actId="700"/>
          <ac:spMkLst>
            <pc:docMk/>
            <pc:sldMk cId="4010005041" sldId="944"/>
            <ac:spMk id="2" creationId="{BE91F49E-9928-F8C1-4649-6390A11FA800}"/>
          </ac:spMkLst>
        </pc:spChg>
        <pc:spChg chg="mod ord">
          <ac:chgData name="Palit, Tapti" userId="dec6fbcd-7598-406a-8cbf-504d4a3bac15" providerId="ADAL" clId="{ECD42228-5B96-4A72-B268-C46DF994E6B7}" dt="2024-01-25T01:19:42.744" v="44821" actId="700"/>
          <ac:spMkLst>
            <pc:docMk/>
            <pc:sldMk cId="4010005041" sldId="944"/>
            <ac:spMk id="3" creationId="{5AEEFB66-FA55-D5D7-B43E-9C0A79B4E280}"/>
          </ac:spMkLst>
        </pc:spChg>
        <pc:spChg chg="add mod ord">
          <ac:chgData name="Palit, Tapti" userId="dec6fbcd-7598-406a-8cbf-504d4a3bac15" providerId="ADAL" clId="{ECD42228-5B96-4A72-B268-C46DF994E6B7}" dt="2024-01-25T01:19:42.744" v="44821" actId="700"/>
          <ac:spMkLst>
            <pc:docMk/>
            <pc:sldMk cId="4010005041" sldId="944"/>
            <ac:spMk id="4" creationId="{B1FFA890-DB05-7F81-04B3-6A40F0872283}"/>
          </ac:spMkLst>
        </pc:spChg>
        <pc:spChg chg="add mod ord">
          <ac:chgData name="Palit, Tapti" userId="dec6fbcd-7598-406a-8cbf-504d4a3bac15" providerId="ADAL" clId="{ECD42228-5B96-4A72-B268-C46DF994E6B7}" dt="2024-01-25T01:21:36.300" v="44920" actId="20577"/>
          <ac:spMkLst>
            <pc:docMk/>
            <pc:sldMk cId="4010005041" sldId="944"/>
            <ac:spMk id="5" creationId="{7E8314D6-654F-63BD-BA1D-0496D424E707}"/>
          </ac:spMkLst>
        </pc:spChg>
        <pc:spChg chg="add del mod ord">
          <ac:chgData name="Palit, Tapti" userId="dec6fbcd-7598-406a-8cbf-504d4a3bac15" providerId="ADAL" clId="{ECD42228-5B96-4A72-B268-C46DF994E6B7}" dt="2024-01-25T01:19:42.744" v="44821" actId="700"/>
          <ac:spMkLst>
            <pc:docMk/>
            <pc:sldMk cId="4010005041" sldId="944"/>
            <ac:spMk id="6" creationId="{C1FE9768-AEE3-DF83-42BB-E3AC8B9E0623}"/>
          </ac:spMkLst>
        </pc:spChg>
        <pc:spChg chg="add del mod">
          <ac:chgData name="Palit, Tapti" userId="dec6fbcd-7598-406a-8cbf-504d4a3bac15" providerId="ADAL" clId="{ECD42228-5B96-4A72-B268-C46DF994E6B7}" dt="2024-01-25T04:09:19.466" v="49798" actId="113"/>
          <ac:spMkLst>
            <pc:docMk/>
            <pc:sldMk cId="4010005041" sldId="944"/>
            <ac:spMk id="7" creationId="{E13BD948-7741-6246-12EB-EB7B47F1C80D}"/>
          </ac:spMkLst>
        </pc:spChg>
        <pc:spChg chg="add del mod">
          <ac:chgData name="Palit, Tapti" userId="dec6fbcd-7598-406a-8cbf-504d4a3bac15" providerId="ADAL" clId="{ECD42228-5B96-4A72-B268-C46DF994E6B7}" dt="2024-01-25T04:09:21.715" v="49799" actId="113"/>
          <ac:spMkLst>
            <pc:docMk/>
            <pc:sldMk cId="4010005041" sldId="944"/>
            <ac:spMk id="8" creationId="{374C52A9-D02B-B2B3-57DD-3E1BC5631294}"/>
          </ac:spMkLst>
        </pc:spChg>
        <pc:picChg chg="add del mod">
          <ac:chgData name="Palit, Tapti" userId="dec6fbcd-7598-406a-8cbf-504d4a3bac15" providerId="ADAL" clId="{ECD42228-5B96-4A72-B268-C46DF994E6B7}" dt="2024-01-25T01:11:41.211" v="44577" actId="478"/>
          <ac:picMkLst>
            <pc:docMk/>
            <pc:sldMk cId="4010005041" sldId="944"/>
            <ac:picMk id="1026" creationId="{5CB31B9A-EA35-A631-A5A0-DD73A0519E79}"/>
          </ac:picMkLst>
        </pc:picChg>
        <pc:picChg chg="add del mod">
          <ac:chgData name="Palit, Tapti" userId="dec6fbcd-7598-406a-8cbf-504d4a3bac15" providerId="ADAL" clId="{ECD42228-5B96-4A72-B268-C46DF994E6B7}" dt="2024-01-25T01:14:58.611" v="44708" actId="478"/>
          <ac:picMkLst>
            <pc:docMk/>
            <pc:sldMk cId="4010005041" sldId="944"/>
            <ac:picMk id="1028" creationId="{E59AEFEB-9594-6C42-054A-205A36C56242}"/>
          </ac:picMkLst>
        </pc:picChg>
        <pc:picChg chg="add mod">
          <ac:chgData name="Palit, Tapti" userId="dec6fbcd-7598-406a-8cbf-504d4a3bac15" providerId="ADAL" clId="{ECD42228-5B96-4A72-B268-C46DF994E6B7}" dt="2024-01-25T01:17:26.589" v="44761" actId="1076"/>
          <ac:picMkLst>
            <pc:docMk/>
            <pc:sldMk cId="4010005041" sldId="944"/>
            <ac:picMk id="1030" creationId="{49AD0413-EB50-1B63-4F3A-5E48E37B8121}"/>
          </ac:picMkLst>
        </pc:picChg>
        <pc:picChg chg="add">
          <ac:chgData name="Palit, Tapti" userId="dec6fbcd-7598-406a-8cbf-504d4a3bac15" providerId="ADAL" clId="{ECD42228-5B96-4A72-B268-C46DF994E6B7}" dt="2024-01-25T01:15:33.210" v="44713"/>
          <ac:picMkLst>
            <pc:docMk/>
            <pc:sldMk cId="4010005041" sldId="944"/>
            <ac:picMk id="1032" creationId="{B0A1160F-AA9A-861B-48DA-8D73A3B21DE1}"/>
          </ac:picMkLst>
        </pc:picChg>
        <pc:cxnChg chg="add mod">
          <ac:chgData name="Palit, Tapti" userId="dec6fbcd-7598-406a-8cbf-504d4a3bac15" providerId="ADAL" clId="{ECD42228-5B96-4A72-B268-C46DF994E6B7}" dt="2024-01-25T01:19:53.574" v="44823" actId="1076"/>
          <ac:cxnSpMkLst>
            <pc:docMk/>
            <pc:sldMk cId="4010005041" sldId="944"/>
            <ac:cxnSpMk id="10" creationId="{0FE8F14A-38FE-47EB-8321-23F16E84DFD0}"/>
          </ac:cxnSpMkLst>
        </pc:cxnChg>
      </pc:sldChg>
      <pc:sldChg chg="addSp delSp modSp new mod modClrScheme modAnim chgLayout modNotesTx">
        <pc:chgData name="Palit, Tapti" userId="dec6fbcd-7598-406a-8cbf-504d4a3bac15" providerId="ADAL" clId="{ECD42228-5B96-4A72-B268-C46DF994E6B7}" dt="2024-01-25T14:05:02.099" v="59259" actId="700"/>
        <pc:sldMkLst>
          <pc:docMk/>
          <pc:sldMk cId="1054785523" sldId="945"/>
        </pc:sldMkLst>
        <pc:spChg chg="mod ord">
          <ac:chgData name="Palit, Tapti" userId="dec6fbcd-7598-406a-8cbf-504d4a3bac15" providerId="ADAL" clId="{ECD42228-5B96-4A72-B268-C46DF994E6B7}" dt="2024-01-25T14:05:02.099" v="59259" actId="700"/>
          <ac:spMkLst>
            <pc:docMk/>
            <pc:sldMk cId="1054785523" sldId="945"/>
            <ac:spMk id="2" creationId="{FDC508B3-EA90-9347-6D4C-EF7A07AF44DF}"/>
          </ac:spMkLst>
        </pc:spChg>
        <pc:spChg chg="mod ord">
          <ac:chgData name="Palit, Tapti" userId="dec6fbcd-7598-406a-8cbf-504d4a3bac15" providerId="ADAL" clId="{ECD42228-5B96-4A72-B268-C46DF994E6B7}" dt="2024-01-25T14:05:02.099" v="59259" actId="700"/>
          <ac:spMkLst>
            <pc:docMk/>
            <pc:sldMk cId="1054785523" sldId="945"/>
            <ac:spMk id="3" creationId="{2246E50D-C821-CBE0-85B0-00E195167CAF}"/>
          </ac:spMkLst>
        </pc:spChg>
        <pc:spChg chg="mod ord">
          <ac:chgData name="Palit, Tapti" userId="dec6fbcd-7598-406a-8cbf-504d4a3bac15" providerId="ADAL" clId="{ECD42228-5B96-4A72-B268-C46DF994E6B7}" dt="2024-01-25T14:05:02.099" v="59259" actId="700"/>
          <ac:spMkLst>
            <pc:docMk/>
            <pc:sldMk cId="1054785523" sldId="945"/>
            <ac:spMk id="4" creationId="{A321B73A-33D9-AE8B-0339-06063916F56C}"/>
          </ac:spMkLst>
        </pc:spChg>
        <pc:picChg chg="add mod">
          <ac:chgData name="Palit, Tapti" userId="dec6fbcd-7598-406a-8cbf-504d4a3bac15" providerId="ADAL" clId="{ECD42228-5B96-4A72-B268-C46DF994E6B7}" dt="2024-01-25T06:41:05.313" v="54944" actId="692"/>
          <ac:picMkLst>
            <pc:docMk/>
            <pc:sldMk cId="1054785523" sldId="945"/>
            <ac:picMk id="6" creationId="{100B0E69-54BA-603E-E062-E4D6E2C7CF5F}"/>
          </ac:picMkLst>
        </pc:picChg>
        <pc:picChg chg="add del mod">
          <ac:chgData name="Palit, Tapti" userId="dec6fbcd-7598-406a-8cbf-504d4a3bac15" providerId="ADAL" clId="{ECD42228-5B96-4A72-B268-C46DF994E6B7}" dt="2024-01-25T01:26:13.125" v="45251" actId="478"/>
          <ac:picMkLst>
            <pc:docMk/>
            <pc:sldMk cId="1054785523" sldId="945"/>
            <ac:picMk id="8" creationId="{8051DD09-87E8-6F5D-8A9E-AAA3E2A59B22}"/>
          </ac:picMkLst>
        </pc:picChg>
        <pc:picChg chg="add mod">
          <ac:chgData name="Palit, Tapti" userId="dec6fbcd-7598-406a-8cbf-504d4a3bac15" providerId="ADAL" clId="{ECD42228-5B96-4A72-B268-C46DF994E6B7}" dt="2024-01-25T06:41:08.552" v="54945" actId="692"/>
          <ac:picMkLst>
            <pc:docMk/>
            <pc:sldMk cId="1054785523" sldId="945"/>
            <ac:picMk id="10" creationId="{18FD86B8-3F8C-E69F-45BF-2D258C92B4DB}"/>
          </ac:picMkLst>
        </pc:picChg>
        <pc:picChg chg="add mod">
          <ac:chgData name="Palit, Tapti" userId="dec6fbcd-7598-406a-8cbf-504d4a3bac15" providerId="ADAL" clId="{ECD42228-5B96-4A72-B268-C46DF994E6B7}" dt="2024-01-25T06:41:10.801" v="54946" actId="692"/>
          <ac:picMkLst>
            <pc:docMk/>
            <pc:sldMk cId="1054785523" sldId="945"/>
            <ac:picMk id="12" creationId="{EDC08997-D719-947E-A72F-7640FC6258DB}"/>
          </ac:picMkLst>
        </pc:picChg>
      </pc:sldChg>
      <pc:sldChg chg="del">
        <pc:chgData name="Palit, Tapti" userId="dec6fbcd-7598-406a-8cbf-504d4a3bac15" providerId="ADAL" clId="{ECD42228-5B96-4A72-B268-C46DF994E6B7}" dt="2024-01-28T03:44:01.241" v="67437" actId="47"/>
        <pc:sldMkLst>
          <pc:docMk/>
          <pc:sldMk cId="3433188129" sldId="945"/>
        </pc:sldMkLst>
      </pc:sldChg>
      <pc:sldChg chg="modSp new del mod">
        <pc:chgData name="Palit, Tapti" userId="dec6fbcd-7598-406a-8cbf-504d4a3bac15" providerId="ADAL" clId="{ECD42228-5B96-4A72-B268-C46DF994E6B7}" dt="2024-01-28T03:44:01.241" v="67437" actId="47"/>
        <pc:sldMkLst>
          <pc:docMk/>
          <pc:sldMk cId="2959267768" sldId="946"/>
        </pc:sldMkLst>
        <pc:spChg chg="mod">
          <ac:chgData name="Palit, Tapti" userId="dec6fbcd-7598-406a-8cbf-504d4a3bac15" providerId="ADAL" clId="{ECD42228-5B96-4A72-B268-C46DF994E6B7}" dt="2024-01-25T01:33:22.065" v="45402" actId="20577"/>
          <ac:spMkLst>
            <pc:docMk/>
            <pc:sldMk cId="2959267768" sldId="946"/>
            <ac:spMk id="3" creationId="{1CDA3B17-90B5-9255-9E42-4E475CB4423F}"/>
          </ac:spMkLst>
        </pc:spChg>
      </pc:sldChg>
      <pc:sldChg chg="new del">
        <pc:chgData name="Palit, Tapti" userId="dec6fbcd-7598-406a-8cbf-504d4a3bac15" providerId="ADAL" clId="{ECD42228-5B96-4A72-B268-C46DF994E6B7}" dt="2024-01-28T03:44:01.241" v="67437" actId="47"/>
        <pc:sldMkLst>
          <pc:docMk/>
          <pc:sldMk cId="2200432241" sldId="947"/>
        </pc:sldMkLst>
      </pc:sldChg>
      <pc:sldChg chg="addSp delSp modSp new mod modNotesTx">
        <pc:chgData name="Palit, Tapti" userId="dec6fbcd-7598-406a-8cbf-504d4a3bac15" providerId="ADAL" clId="{ECD42228-5B96-4A72-B268-C46DF994E6B7}" dt="2024-01-25T04:10:02.472" v="49831" actId="20577"/>
        <pc:sldMkLst>
          <pc:docMk/>
          <pc:sldMk cId="2812914313" sldId="948"/>
        </pc:sldMkLst>
        <pc:spChg chg="del">
          <ac:chgData name="Palit, Tapti" userId="dec6fbcd-7598-406a-8cbf-504d4a3bac15" providerId="ADAL" clId="{ECD42228-5B96-4A72-B268-C46DF994E6B7}" dt="2024-01-25T01:43:17.632" v="46111" actId="478"/>
          <ac:spMkLst>
            <pc:docMk/>
            <pc:sldMk cId="2812914313" sldId="948"/>
            <ac:spMk id="2" creationId="{13947EB9-453E-8773-8605-7EB9CE1AD895}"/>
          </ac:spMkLst>
        </pc:spChg>
        <pc:spChg chg="mod">
          <ac:chgData name="Palit, Tapti" userId="dec6fbcd-7598-406a-8cbf-504d4a3bac15" providerId="ADAL" clId="{ECD42228-5B96-4A72-B268-C46DF994E6B7}" dt="2024-01-25T03:56:23.216" v="49582" actId="20577"/>
          <ac:spMkLst>
            <pc:docMk/>
            <pc:sldMk cId="2812914313" sldId="948"/>
            <ac:spMk id="3" creationId="{7C06EB84-67F6-F6DA-3A7D-A8D568AE3645}"/>
          </ac:spMkLst>
        </pc:spChg>
        <pc:spChg chg="add">
          <ac:chgData name="Palit, Tapti" userId="dec6fbcd-7598-406a-8cbf-504d4a3bac15" providerId="ADAL" clId="{ECD42228-5B96-4A72-B268-C46DF994E6B7}" dt="2024-01-25T01:44:02.337" v="46122"/>
          <ac:spMkLst>
            <pc:docMk/>
            <pc:sldMk cId="2812914313" sldId="948"/>
            <ac:spMk id="7" creationId="{0154FDF0-68A0-707E-2837-F7B877520436}"/>
          </ac:spMkLst>
        </pc:spChg>
        <pc:spChg chg="add mod">
          <ac:chgData name="Palit, Tapti" userId="dec6fbcd-7598-406a-8cbf-504d4a3bac15" providerId="ADAL" clId="{ECD42228-5B96-4A72-B268-C46DF994E6B7}" dt="2024-01-25T01:46:10.031" v="46156" actId="1076"/>
          <ac:spMkLst>
            <pc:docMk/>
            <pc:sldMk cId="2812914313" sldId="948"/>
            <ac:spMk id="13" creationId="{9B580164-AD7F-5330-83E0-6A402ED46EBD}"/>
          </ac:spMkLst>
        </pc:spChg>
        <pc:spChg chg="add mod">
          <ac:chgData name="Palit, Tapti" userId="dec6fbcd-7598-406a-8cbf-504d4a3bac15" providerId="ADAL" clId="{ECD42228-5B96-4A72-B268-C46DF994E6B7}" dt="2024-01-25T01:46:18.085" v="46167" actId="20577"/>
          <ac:spMkLst>
            <pc:docMk/>
            <pc:sldMk cId="2812914313" sldId="948"/>
            <ac:spMk id="14" creationId="{BE5BEA44-E95B-CCC3-B26D-26F494CCBD4C}"/>
          </ac:spMkLst>
        </pc:spChg>
        <pc:spChg chg="add mod">
          <ac:chgData name="Palit, Tapti" userId="dec6fbcd-7598-406a-8cbf-504d4a3bac15" providerId="ADAL" clId="{ECD42228-5B96-4A72-B268-C46DF994E6B7}" dt="2024-01-25T01:48:37.751" v="46296" actId="1076"/>
          <ac:spMkLst>
            <pc:docMk/>
            <pc:sldMk cId="2812914313" sldId="948"/>
            <ac:spMk id="15" creationId="{0C8A9145-54AC-9A0A-4E1A-1444E5D0840F}"/>
          </ac:spMkLst>
        </pc:spChg>
        <pc:spChg chg="add mod">
          <ac:chgData name="Palit, Tapti" userId="dec6fbcd-7598-406a-8cbf-504d4a3bac15" providerId="ADAL" clId="{ECD42228-5B96-4A72-B268-C46DF994E6B7}" dt="2024-01-25T02:53:25.718" v="47459" actId="20577"/>
          <ac:spMkLst>
            <pc:docMk/>
            <pc:sldMk cId="2812914313" sldId="948"/>
            <ac:spMk id="16" creationId="{B540C98C-F97F-0FF5-3146-BC7DB3BEEAFE}"/>
          </ac:spMkLst>
        </pc:spChg>
        <pc:spChg chg="add mod">
          <ac:chgData name="Palit, Tapti" userId="dec6fbcd-7598-406a-8cbf-504d4a3bac15" providerId="ADAL" clId="{ECD42228-5B96-4A72-B268-C46DF994E6B7}" dt="2024-01-25T01:48:53.420" v="46302" actId="164"/>
          <ac:spMkLst>
            <pc:docMk/>
            <pc:sldMk cId="2812914313" sldId="948"/>
            <ac:spMk id="17" creationId="{DB3AD7CF-D3FB-DD7D-0E12-9158253A4F15}"/>
          </ac:spMkLst>
        </pc:spChg>
        <pc:spChg chg="add mod">
          <ac:chgData name="Palit, Tapti" userId="dec6fbcd-7598-406a-8cbf-504d4a3bac15" providerId="ADAL" clId="{ECD42228-5B96-4A72-B268-C46DF994E6B7}" dt="2024-01-25T01:48:42.231" v="46298" actId="1076"/>
          <ac:spMkLst>
            <pc:docMk/>
            <pc:sldMk cId="2812914313" sldId="948"/>
            <ac:spMk id="18" creationId="{68873199-7765-71B5-B5CA-3BF79EB6CB37}"/>
          </ac:spMkLst>
        </pc:spChg>
        <pc:spChg chg="add mod">
          <ac:chgData name="Palit, Tapti" userId="dec6fbcd-7598-406a-8cbf-504d4a3bac15" providerId="ADAL" clId="{ECD42228-5B96-4A72-B268-C46DF994E6B7}" dt="2024-01-25T01:48:40.126" v="46297" actId="1076"/>
          <ac:spMkLst>
            <pc:docMk/>
            <pc:sldMk cId="2812914313" sldId="948"/>
            <ac:spMk id="19" creationId="{C692FEF4-32A3-9672-0141-4961209C4413}"/>
          </ac:spMkLst>
        </pc:spChg>
        <pc:grpChg chg="add mod">
          <ac:chgData name="Palit, Tapti" userId="dec6fbcd-7598-406a-8cbf-504d4a3bac15" providerId="ADAL" clId="{ECD42228-5B96-4A72-B268-C46DF994E6B7}" dt="2024-01-25T01:48:37.751" v="46296" actId="1076"/>
          <ac:grpSpMkLst>
            <pc:docMk/>
            <pc:sldMk cId="2812914313" sldId="948"/>
            <ac:grpSpMk id="20" creationId="{CB3BA537-9E68-A8C3-5FE8-21556C512374}"/>
          </ac:grpSpMkLst>
        </pc:grpChg>
        <pc:grpChg chg="add mod">
          <ac:chgData name="Palit, Tapti" userId="dec6fbcd-7598-406a-8cbf-504d4a3bac15" providerId="ADAL" clId="{ECD42228-5B96-4A72-B268-C46DF994E6B7}" dt="2024-01-25T01:48:49.914" v="46301" actId="164"/>
          <ac:grpSpMkLst>
            <pc:docMk/>
            <pc:sldMk cId="2812914313" sldId="948"/>
            <ac:grpSpMk id="21" creationId="{8DD3CA57-CC50-F4B0-8494-69BA91D336FB}"/>
          </ac:grpSpMkLst>
        </pc:grpChg>
        <pc:grpChg chg="add mod">
          <ac:chgData name="Palit, Tapti" userId="dec6fbcd-7598-406a-8cbf-504d4a3bac15" providerId="ADAL" clId="{ECD42228-5B96-4A72-B268-C46DF994E6B7}" dt="2024-01-25T01:48:56.880" v="46303" actId="1076"/>
          <ac:grpSpMkLst>
            <pc:docMk/>
            <pc:sldMk cId="2812914313" sldId="948"/>
            <ac:grpSpMk id="22" creationId="{1649AC0D-D4DD-4C17-77CF-84BF3B6ECA8D}"/>
          </ac:grpSpMkLst>
        </pc:grpChg>
        <pc:picChg chg="add mod">
          <ac:chgData name="Palit, Tapti" userId="dec6fbcd-7598-406a-8cbf-504d4a3bac15" providerId="ADAL" clId="{ECD42228-5B96-4A72-B268-C46DF994E6B7}" dt="2024-01-25T01:48:49.914" v="46301" actId="164"/>
          <ac:picMkLst>
            <pc:docMk/>
            <pc:sldMk cId="2812914313" sldId="948"/>
            <ac:picMk id="9" creationId="{6F910EEC-DF0E-8E04-3A36-C5C5D58A9BAB}"/>
          </ac:picMkLst>
        </pc:picChg>
        <pc:picChg chg="add mod">
          <ac:chgData name="Palit, Tapti" userId="dec6fbcd-7598-406a-8cbf-504d4a3bac15" providerId="ADAL" clId="{ECD42228-5B96-4A72-B268-C46DF994E6B7}" dt="2024-01-25T01:48:37.751" v="46296" actId="1076"/>
          <ac:picMkLst>
            <pc:docMk/>
            <pc:sldMk cId="2812914313" sldId="948"/>
            <ac:picMk id="10" creationId="{8AF493C7-CA93-0280-73D1-50A5A5C6AEF5}"/>
          </ac:picMkLst>
        </pc:picChg>
        <pc:picChg chg="add mod">
          <ac:chgData name="Palit, Tapti" userId="dec6fbcd-7598-406a-8cbf-504d4a3bac15" providerId="ADAL" clId="{ECD42228-5B96-4A72-B268-C46DF994E6B7}" dt="2024-01-25T01:48:53.420" v="46302" actId="164"/>
          <ac:picMkLst>
            <pc:docMk/>
            <pc:sldMk cId="2812914313" sldId="948"/>
            <ac:picMk id="12" creationId="{5C8FAC84-222D-878F-FCB3-F9C4C3D9D0BB}"/>
          </ac:picMkLst>
        </pc:picChg>
        <pc:picChg chg="add mod">
          <ac:chgData name="Palit, Tapti" userId="dec6fbcd-7598-406a-8cbf-504d4a3bac15" providerId="ADAL" clId="{ECD42228-5B96-4A72-B268-C46DF994E6B7}" dt="2024-01-25T01:43:09.023" v="46108" actId="14100"/>
          <ac:picMkLst>
            <pc:docMk/>
            <pc:sldMk cId="2812914313" sldId="948"/>
            <ac:picMk id="2050" creationId="{89928FD1-00A0-0BAE-8F65-783E9AAAF116}"/>
          </ac:picMkLst>
        </pc:picChg>
        <pc:picChg chg="add mod">
          <ac:chgData name="Palit, Tapti" userId="dec6fbcd-7598-406a-8cbf-504d4a3bac15" providerId="ADAL" clId="{ECD42228-5B96-4A72-B268-C46DF994E6B7}" dt="2024-01-25T01:43:14.861" v="46110" actId="1076"/>
          <ac:picMkLst>
            <pc:docMk/>
            <pc:sldMk cId="2812914313" sldId="948"/>
            <ac:picMk id="2052" creationId="{46C3670F-175F-1764-D30D-A5BA3DA07789}"/>
          </ac:picMkLst>
        </pc:picChg>
        <pc:cxnChg chg="add mod">
          <ac:chgData name="Palit, Tapti" userId="dec6fbcd-7598-406a-8cbf-504d4a3bac15" providerId="ADAL" clId="{ECD42228-5B96-4A72-B268-C46DF994E6B7}" dt="2024-01-25T01:48:16.964" v="46290" actId="1076"/>
          <ac:cxnSpMkLst>
            <pc:docMk/>
            <pc:sldMk cId="2812914313" sldId="948"/>
            <ac:cxnSpMk id="6" creationId="{231850F0-B2E4-234A-9B9A-9B79C8D7770B}"/>
          </ac:cxnSpMkLst>
        </pc:cxnChg>
      </pc:sldChg>
      <pc:sldChg chg="addSp delSp modSp new mod modClrScheme chgLayout">
        <pc:chgData name="Palit, Tapti" userId="dec6fbcd-7598-406a-8cbf-504d4a3bac15" providerId="ADAL" clId="{ECD42228-5B96-4A72-B268-C46DF994E6B7}" dt="2024-01-25T01:35:20.327" v="45538" actId="20577"/>
        <pc:sldMkLst>
          <pc:docMk/>
          <pc:sldMk cId="978634710" sldId="949"/>
        </pc:sldMkLst>
        <pc:spChg chg="del">
          <ac:chgData name="Palit, Tapti" userId="dec6fbcd-7598-406a-8cbf-504d4a3bac15" providerId="ADAL" clId="{ECD42228-5B96-4A72-B268-C46DF994E6B7}" dt="2024-01-25T01:34:41.445" v="45432" actId="700"/>
          <ac:spMkLst>
            <pc:docMk/>
            <pc:sldMk cId="978634710" sldId="949"/>
            <ac:spMk id="2" creationId="{CC85FA17-9C9E-9B09-F500-30FD7596073A}"/>
          </ac:spMkLst>
        </pc:spChg>
        <pc:spChg chg="del mod ord">
          <ac:chgData name="Palit, Tapti" userId="dec6fbcd-7598-406a-8cbf-504d4a3bac15" providerId="ADAL" clId="{ECD42228-5B96-4A72-B268-C46DF994E6B7}" dt="2024-01-25T01:34:41.445" v="45432" actId="700"/>
          <ac:spMkLst>
            <pc:docMk/>
            <pc:sldMk cId="978634710" sldId="949"/>
            <ac:spMk id="3" creationId="{0FF459F0-7C1D-384F-6914-46BDF58A75DC}"/>
          </ac:spMkLst>
        </pc:spChg>
        <pc:spChg chg="mod ord">
          <ac:chgData name="Palit, Tapti" userId="dec6fbcd-7598-406a-8cbf-504d4a3bac15" providerId="ADAL" clId="{ECD42228-5B96-4A72-B268-C46DF994E6B7}" dt="2024-01-25T01:34:41.445" v="45432" actId="700"/>
          <ac:spMkLst>
            <pc:docMk/>
            <pc:sldMk cId="978634710" sldId="949"/>
            <ac:spMk id="4" creationId="{A56BC647-D510-BF31-952A-197EB7901CCC}"/>
          </ac:spMkLst>
        </pc:spChg>
        <pc:spChg chg="add mod ord">
          <ac:chgData name="Palit, Tapti" userId="dec6fbcd-7598-406a-8cbf-504d4a3bac15" providerId="ADAL" clId="{ECD42228-5B96-4A72-B268-C46DF994E6B7}" dt="2024-01-25T01:35:20.327" v="45538" actId="20577"/>
          <ac:spMkLst>
            <pc:docMk/>
            <pc:sldMk cId="978634710" sldId="949"/>
            <ac:spMk id="5" creationId="{3C510A5C-A7C8-615B-F7E2-6E167162EFBD}"/>
          </ac:spMkLst>
        </pc:spChg>
      </pc:sldChg>
      <pc:sldChg chg="add del mod modShow">
        <pc:chgData name="Palit, Tapti" userId="dec6fbcd-7598-406a-8cbf-504d4a3bac15" providerId="ADAL" clId="{ECD42228-5B96-4A72-B268-C46DF994E6B7}" dt="2024-01-28T03:44:01.241" v="67437" actId="47"/>
        <pc:sldMkLst>
          <pc:docMk/>
          <pc:sldMk cId="2034036774" sldId="950"/>
        </pc:sldMkLst>
      </pc:sldChg>
      <pc:sldChg chg="new del">
        <pc:chgData name="Palit, Tapti" userId="dec6fbcd-7598-406a-8cbf-504d4a3bac15" providerId="ADAL" clId="{ECD42228-5B96-4A72-B268-C46DF994E6B7}" dt="2024-01-25T03:00:58.449" v="47595" actId="47"/>
        <pc:sldMkLst>
          <pc:docMk/>
          <pc:sldMk cId="4059009187" sldId="951"/>
        </pc:sldMkLst>
      </pc:sldChg>
      <pc:sldChg chg="add del">
        <pc:chgData name="Palit, Tapti" userId="dec6fbcd-7598-406a-8cbf-504d4a3bac15" providerId="ADAL" clId="{ECD42228-5B96-4A72-B268-C46DF994E6B7}" dt="2024-01-25T02:50:54.245" v="47368" actId="2890"/>
        <pc:sldMkLst>
          <pc:docMk/>
          <pc:sldMk cId="1302596670" sldId="952"/>
        </pc:sldMkLst>
      </pc:sldChg>
      <pc:sldChg chg="add del">
        <pc:chgData name="Palit, Tapti" userId="dec6fbcd-7598-406a-8cbf-504d4a3bac15" providerId="ADAL" clId="{ECD42228-5B96-4A72-B268-C46DF994E6B7}" dt="2024-01-25T02:50:46.193" v="47366" actId="47"/>
        <pc:sldMkLst>
          <pc:docMk/>
          <pc:sldMk cId="2614918663" sldId="952"/>
        </pc:sldMkLst>
      </pc:sldChg>
      <pc:sldChg chg="addSp delSp modSp add del mod modClrScheme delAnim chgLayout modNotesTx">
        <pc:chgData name="Palit, Tapti" userId="dec6fbcd-7598-406a-8cbf-504d4a3bac15" providerId="ADAL" clId="{ECD42228-5B96-4A72-B268-C46DF994E6B7}" dt="2024-02-08T21:21:26.678" v="100772" actId="2696"/>
        <pc:sldMkLst>
          <pc:docMk/>
          <pc:sldMk cId="3977587906" sldId="952"/>
        </pc:sldMkLst>
        <pc:spChg chg="mod ord">
          <ac:chgData name="Palit, Tapti" userId="dec6fbcd-7598-406a-8cbf-504d4a3bac15" providerId="ADAL" clId="{ECD42228-5B96-4A72-B268-C46DF994E6B7}" dt="2024-01-29T15:56:26.861" v="79681" actId="20577"/>
          <ac:spMkLst>
            <pc:docMk/>
            <pc:sldMk cId="3977587906" sldId="952"/>
            <ac:spMk id="2" creationId="{D9A69A7A-F324-44E2-A7BA-87B689E34CB2}"/>
          </ac:spMkLst>
        </pc:spChg>
        <pc:spChg chg="add mod">
          <ac:chgData name="Palit, Tapti" userId="dec6fbcd-7598-406a-8cbf-504d4a3bac15" providerId="ADAL" clId="{ECD42228-5B96-4A72-B268-C46DF994E6B7}" dt="2024-01-30T16:50:15.661" v="93016"/>
          <ac:spMkLst>
            <pc:docMk/>
            <pc:sldMk cId="3977587906" sldId="952"/>
            <ac:spMk id="3" creationId="{20526A79-5A3C-15A2-4ADD-2D7B58E677DD}"/>
          </ac:spMkLst>
        </pc:spChg>
        <pc:spChg chg="add mod">
          <ac:chgData name="Palit, Tapti" userId="dec6fbcd-7598-406a-8cbf-504d4a3bac15" providerId="ADAL" clId="{ECD42228-5B96-4A72-B268-C46DF994E6B7}" dt="2024-01-27T02:56:09.504" v="62412"/>
          <ac:spMkLst>
            <pc:docMk/>
            <pc:sldMk cId="3977587906" sldId="952"/>
            <ac:spMk id="3" creationId="{249D8319-1DD5-AE89-1883-86EAF8C7D271}"/>
          </ac:spMkLst>
        </pc:spChg>
        <pc:spChg chg="add del mod">
          <ac:chgData name="Palit, Tapti" userId="dec6fbcd-7598-406a-8cbf-504d4a3bac15" providerId="ADAL" clId="{ECD42228-5B96-4A72-B268-C46DF994E6B7}" dt="2024-01-29T02:33:01.721" v="74569" actId="478"/>
          <ac:spMkLst>
            <pc:docMk/>
            <pc:sldMk cId="3977587906" sldId="952"/>
            <ac:spMk id="3" creationId="{FC926CEC-D501-EDDF-7004-51ADA4B8EB1D}"/>
          </ac:spMkLst>
        </pc:spChg>
        <pc:spChg chg="mod ord">
          <ac:chgData name="Palit, Tapti" userId="dec6fbcd-7598-406a-8cbf-504d4a3bac15" providerId="ADAL" clId="{ECD42228-5B96-4A72-B268-C46DF994E6B7}" dt="2024-01-27T02:56:16.724" v="62413" actId="700"/>
          <ac:spMkLst>
            <pc:docMk/>
            <pc:sldMk cId="3977587906" sldId="952"/>
            <ac:spMk id="4" creationId="{9ED004C1-E6E4-4280-8C88-31CB6685D77F}"/>
          </ac:spMkLst>
        </pc:spChg>
        <pc:spChg chg="add del mod">
          <ac:chgData name="Palit, Tapti" userId="dec6fbcd-7598-406a-8cbf-504d4a3bac15" providerId="ADAL" clId="{ECD42228-5B96-4A72-B268-C46DF994E6B7}" dt="2024-01-29T02:33:17.624" v="74570" actId="478"/>
          <ac:spMkLst>
            <pc:docMk/>
            <pc:sldMk cId="3977587906" sldId="952"/>
            <ac:spMk id="5" creationId="{105A64D5-E6BC-480A-697B-1CBA6CB0B045}"/>
          </ac:spMkLst>
        </pc:spChg>
        <pc:spChg chg="add mod">
          <ac:chgData name="Palit, Tapti" userId="dec6fbcd-7598-406a-8cbf-504d4a3bac15" providerId="ADAL" clId="{ECD42228-5B96-4A72-B268-C46DF994E6B7}" dt="2024-01-30T16:50:15.661" v="93016"/>
          <ac:spMkLst>
            <pc:docMk/>
            <pc:sldMk cId="3977587906" sldId="952"/>
            <ac:spMk id="5" creationId="{186C09D5-3FEA-F87E-F5D9-E83FF3AA9882}"/>
          </ac:spMkLst>
        </pc:spChg>
        <pc:spChg chg="add del mod ord">
          <ac:chgData name="Palit, Tapti" userId="dec6fbcd-7598-406a-8cbf-504d4a3bac15" providerId="ADAL" clId="{ECD42228-5B96-4A72-B268-C46DF994E6B7}" dt="2024-01-27T02:56:18.172" v="62414"/>
          <ac:spMkLst>
            <pc:docMk/>
            <pc:sldMk cId="3977587906" sldId="952"/>
            <ac:spMk id="5" creationId="{66334DF2-3D1C-087C-F429-CF23D244B554}"/>
          </ac:spMkLst>
        </pc:spChg>
        <pc:spChg chg="mod">
          <ac:chgData name="Palit, Tapti" userId="dec6fbcd-7598-406a-8cbf-504d4a3bac15" providerId="ADAL" clId="{ECD42228-5B96-4A72-B268-C46DF994E6B7}" dt="2024-01-29T02:33:23.919" v="74572" actId="113"/>
          <ac:spMkLst>
            <pc:docMk/>
            <pc:sldMk cId="3977587906" sldId="952"/>
            <ac:spMk id="6" creationId="{62E4901C-C217-DD54-593C-0E523C998F49}"/>
          </ac:spMkLst>
        </pc:spChg>
        <pc:spChg chg="mod ord">
          <ac:chgData name="Palit, Tapti" userId="dec6fbcd-7598-406a-8cbf-504d4a3bac15" providerId="ADAL" clId="{ECD42228-5B96-4A72-B268-C46DF994E6B7}" dt="2024-01-29T16:24:18.839" v="79991" actId="20577"/>
          <ac:spMkLst>
            <pc:docMk/>
            <pc:sldMk cId="3977587906" sldId="952"/>
            <ac:spMk id="7" creationId="{F6DAE43A-F91E-1C9B-002B-6DADFDE55F0A}"/>
          </ac:spMkLst>
        </pc:spChg>
        <pc:spChg chg="del mod">
          <ac:chgData name="Palit, Tapti" userId="dec6fbcd-7598-406a-8cbf-504d4a3bac15" providerId="ADAL" clId="{ECD42228-5B96-4A72-B268-C46DF994E6B7}" dt="2024-01-25T02:51:16.266" v="47373" actId="478"/>
          <ac:spMkLst>
            <pc:docMk/>
            <pc:sldMk cId="3977587906" sldId="952"/>
            <ac:spMk id="8" creationId="{1BE69067-C2E7-9EA3-F64F-6B09E2A6487D}"/>
          </ac:spMkLst>
        </pc:spChg>
        <pc:spChg chg="add mod">
          <ac:chgData name="Palit, Tapti" userId="dec6fbcd-7598-406a-8cbf-504d4a3bac15" providerId="ADAL" clId="{ECD42228-5B96-4A72-B268-C46DF994E6B7}" dt="2024-01-27T02:56:32.875" v="62415" actId="21"/>
          <ac:spMkLst>
            <pc:docMk/>
            <pc:sldMk cId="3977587906" sldId="952"/>
            <ac:spMk id="8" creationId="{2E58F2D9-DCE0-EA1E-D127-B27D640ACC79}"/>
          </ac:spMkLst>
        </pc:spChg>
        <pc:spChg chg="add mod">
          <ac:chgData name="Palit, Tapti" userId="dec6fbcd-7598-406a-8cbf-504d4a3bac15" providerId="ADAL" clId="{ECD42228-5B96-4A72-B268-C46DF994E6B7}" dt="2024-01-28T04:45:00.096" v="68473" actId="1076"/>
          <ac:spMkLst>
            <pc:docMk/>
            <pc:sldMk cId="3977587906" sldId="952"/>
            <ac:spMk id="9" creationId="{1C5D2518-FEE9-AA82-C350-948DEB106D58}"/>
          </ac:spMkLst>
        </pc:spChg>
        <pc:spChg chg="add del mod">
          <ac:chgData name="Palit, Tapti" userId="dec6fbcd-7598-406a-8cbf-504d4a3bac15" providerId="ADAL" clId="{ECD42228-5B96-4A72-B268-C46DF994E6B7}" dt="2024-01-29T02:33:01.721" v="74569" actId="478"/>
          <ac:spMkLst>
            <pc:docMk/>
            <pc:sldMk cId="3977587906" sldId="952"/>
            <ac:spMk id="9" creationId="{C728E4E0-956B-C3FF-CE79-C012FE808DBB}"/>
          </ac:spMkLst>
        </pc:spChg>
        <pc:spChg chg="add mod">
          <ac:chgData name="Palit, Tapti" userId="dec6fbcd-7598-406a-8cbf-504d4a3bac15" providerId="ADAL" clId="{ECD42228-5B96-4A72-B268-C46DF994E6B7}" dt="2024-01-28T04:44:55.210" v="68458" actId="1076"/>
          <ac:spMkLst>
            <pc:docMk/>
            <pc:sldMk cId="3977587906" sldId="952"/>
            <ac:spMk id="10" creationId="{1F8B43F7-0E4C-56DC-376F-5EFA445BE726}"/>
          </ac:spMkLst>
        </pc:spChg>
        <pc:spChg chg="add mod">
          <ac:chgData name="Palit, Tapti" userId="dec6fbcd-7598-406a-8cbf-504d4a3bac15" providerId="ADAL" clId="{ECD42228-5B96-4A72-B268-C46DF994E6B7}" dt="2024-01-30T16:50:15.661" v="93016"/>
          <ac:spMkLst>
            <pc:docMk/>
            <pc:sldMk cId="3977587906" sldId="952"/>
            <ac:spMk id="11" creationId="{7608BA5C-63A5-6633-EA93-3EC2E11CDF82}"/>
          </ac:spMkLst>
        </pc:spChg>
        <pc:spChg chg="del mod">
          <ac:chgData name="Palit, Tapti" userId="dec6fbcd-7598-406a-8cbf-504d4a3bac15" providerId="ADAL" clId="{ECD42228-5B96-4A72-B268-C46DF994E6B7}" dt="2024-01-25T02:51:28.501" v="47411" actId="478"/>
          <ac:spMkLst>
            <pc:docMk/>
            <pc:sldMk cId="3977587906" sldId="952"/>
            <ac:spMk id="11" creationId="{C7EBFFF3-1F10-6E48-C176-326196CA6DA6}"/>
          </ac:spMkLst>
        </pc:spChg>
        <pc:spChg chg="add del mod">
          <ac:chgData name="Palit, Tapti" userId="dec6fbcd-7598-406a-8cbf-504d4a3bac15" providerId="ADAL" clId="{ECD42228-5B96-4A72-B268-C46DF994E6B7}" dt="2024-01-30T14:41:04.104" v="91397" actId="478"/>
          <ac:spMkLst>
            <pc:docMk/>
            <pc:sldMk cId="3977587906" sldId="952"/>
            <ac:spMk id="11" creationId="{D43F1776-11E4-AC78-E7F2-FCA88F0C41B6}"/>
          </ac:spMkLst>
        </pc:spChg>
        <pc:spChg chg="add mod">
          <ac:chgData name="Palit, Tapti" userId="dec6fbcd-7598-406a-8cbf-504d4a3bac15" providerId="ADAL" clId="{ECD42228-5B96-4A72-B268-C46DF994E6B7}" dt="2024-01-28T04:44:55.210" v="68458" actId="1076"/>
          <ac:spMkLst>
            <pc:docMk/>
            <pc:sldMk cId="3977587906" sldId="952"/>
            <ac:spMk id="11" creationId="{F0945747-7C0F-1691-E53F-73C05E66FD9A}"/>
          </ac:spMkLst>
        </pc:spChg>
        <pc:spChg chg="add mod">
          <ac:chgData name="Palit, Tapti" userId="dec6fbcd-7598-406a-8cbf-504d4a3bac15" providerId="ADAL" clId="{ECD42228-5B96-4A72-B268-C46DF994E6B7}" dt="2024-01-30T16:50:15.661" v="93016"/>
          <ac:spMkLst>
            <pc:docMk/>
            <pc:sldMk cId="3977587906" sldId="952"/>
            <ac:spMk id="12" creationId="{AB8B7BD7-70B0-C2F7-E1FF-C606985F87CF}"/>
          </ac:spMkLst>
        </pc:spChg>
        <pc:spChg chg="add mod">
          <ac:chgData name="Palit, Tapti" userId="dec6fbcd-7598-406a-8cbf-504d4a3bac15" providerId="ADAL" clId="{ECD42228-5B96-4A72-B268-C46DF994E6B7}" dt="2024-01-30T16:50:15.661" v="93016"/>
          <ac:spMkLst>
            <pc:docMk/>
            <pc:sldMk cId="3977587906" sldId="952"/>
            <ac:spMk id="13" creationId="{FFE0312B-DAFA-3A2E-FF85-9CB9985EDCEA}"/>
          </ac:spMkLst>
        </pc:spChg>
        <pc:graphicFrameChg chg="add del mod">
          <ac:chgData name="Palit, Tapti" userId="dec6fbcd-7598-406a-8cbf-504d4a3bac15" providerId="ADAL" clId="{ECD42228-5B96-4A72-B268-C46DF994E6B7}" dt="2024-01-30T14:41:07.412" v="91398" actId="478"/>
          <ac:graphicFrameMkLst>
            <pc:docMk/>
            <pc:sldMk cId="3977587906" sldId="952"/>
            <ac:graphicFrameMk id="10" creationId="{39AE8F78-D277-E3DC-3D2C-1D4BA45EE0B1}"/>
          </ac:graphicFrameMkLst>
        </pc:graphicFrameChg>
        <pc:cxnChg chg="add mod">
          <ac:chgData name="Palit, Tapti" userId="dec6fbcd-7598-406a-8cbf-504d4a3bac15" providerId="ADAL" clId="{ECD42228-5B96-4A72-B268-C46DF994E6B7}" dt="2024-01-30T16:50:15.661" v="93016"/>
          <ac:cxnSpMkLst>
            <pc:docMk/>
            <pc:sldMk cId="3977587906" sldId="952"/>
            <ac:cxnSpMk id="9" creationId="{C3CB684B-8343-F0A1-1AC9-7E5809D80E6B}"/>
          </ac:cxnSpMkLst>
        </pc:cxnChg>
        <pc:cxnChg chg="add mod">
          <ac:chgData name="Palit, Tapti" userId="dec6fbcd-7598-406a-8cbf-504d4a3bac15" providerId="ADAL" clId="{ECD42228-5B96-4A72-B268-C46DF994E6B7}" dt="2024-01-30T16:50:15.661" v="93016"/>
          <ac:cxnSpMkLst>
            <pc:docMk/>
            <pc:sldMk cId="3977587906" sldId="952"/>
            <ac:cxnSpMk id="10" creationId="{31C40F5C-D4D5-4AC7-1FC9-5AD81A050D58}"/>
          </ac:cxnSpMkLst>
        </pc:cxnChg>
        <pc:cxnChg chg="add mod">
          <ac:chgData name="Palit, Tapti" userId="dec6fbcd-7598-406a-8cbf-504d4a3bac15" providerId="ADAL" clId="{ECD42228-5B96-4A72-B268-C46DF994E6B7}" dt="2024-02-08T21:15:38.455" v="100766" actId="692"/>
          <ac:cxnSpMkLst>
            <pc:docMk/>
            <pc:sldMk cId="3977587906" sldId="952"/>
            <ac:cxnSpMk id="14" creationId="{8FA4F9A0-3B49-FCA2-AE78-9C8518675596}"/>
          </ac:cxnSpMkLst>
        </pc:cxnChg>
        <pc:cxnChg chg="add mod">
          <ac:chgData name="Palit, Tapti" userId="dec6fbcd-7598-406a-8cbf-504d4a3bac15" providerId="ADAL" clId="{ECD42228-5B96-4A72-B268-C46DF994E6B7}" dt="2024-02-08T21:15:38.455" v="100766" actId="692"/>
          <ac:cxnSpMkLst>
            <pc:docMk/>
            <pc:sldMk cId="3977587906" sldId="952"/>
            <ac:cxnSpMk id="16" creationId="{DAE6476C-40AD-6234-0743-381192229A17}"/>
          </ac:cxnSpMkLst>
        </pc:cxnChg>
      </pc:sldChg>
      <pc:sldChg chg="addSp delSp modSp add mod modAnim chgLayout modNotesTx">
        <pc:chgData name="Palit, Tapti" userId="dec6fbcd-7598-406a-8cbf-504d4a3bac15" providerId="ADAL" clId="{ECD42228-5B96-4A72-B268-C46DF994E6B7}" dt="2024-02-11T18:19:12.354" v="111952" actId="20577"/>
        <pc:sldMkLst>
          <pc:docMk/>
          <pc:sldMk cId="4184047564" sldId="952"/>
        </pc:sldMkLst>
        <pc:spChg chg="mod ord">
          <ac:chgData name="Palit, Tapti" userId="dec6fbcd-7598-406a-8cbf-504d4a3bac15" providerId="ADAL" clId="{ECD42228-5B96-4A72-B268-C46DF994E6B7}" dt="2024-02-09T03:39:54.312" v="103634" actId="20577"/>
          <ac:spMkLst>
            <pc:docMk/>
            <pc:sldMk cId="4184047564" sldId="952"/>
            <ac:spMk id="2" creationId="{19C7877A-FD29-82FF-290E-40B0DDA477D0}"/>
          </ac:spMkLst>
        </pc:spChg>
        <pc:spChg chg="mod">
          <ac:chgData name="Palit, Tapti" userId="dec6fbcd-7598-406a-8cbf-504d4a3bac15" providerId="ADAL" clId="{ECD42228-5B96-4A72-B268-C46DF994E6B7}" dt="2024-02-09T17:09:56.644" v="106335" actId="164"/>
          <ac:spMkLst>
            <pc:docMk/>
            <pc:sldMk cId="4184047564" sldId="952"/>
            <ac:spMk id="3" creationId="{F14BD0B5-251C-9D47-CFB1-4B8E1960073E}"/>
          </ac:spMkLst>
        </pc:spChg>
        <pc:spChg chg="add del mod">
          <ac:chgData name="Palit, Tapti" userId="dec6fbcd-7598-406a-8cbf-504d4a3bac15" providerId="ADAL" clId="{ECD42228-5B96-4A72-B268-C46DF994E6B7}" dt="2024-02-09T03:38:06.593" v="103469" actId="6264"/>
          <ac:spMkLst>
            <pc:docMk/>
            <pc:sldMk cId="4184047564" sldId="952"/>
            <ac:spMk id="4" creationId="{B09048EC-3DCF-A38F-AD3A-4E69C3A770EC}"/>
          </ac:spMkLst>
        </pc:spChg>
        <pc:spChg chg="mod">
          <ac:chgData name="Palit, Tapti" userId="dec6fbcd-7598-406a-8cbf-504d4a3bac15" providerId="ADAL" clId="{ECD42228-5B96-4A72-B268-C46DF994E6B7}" dt="2024-02-09T17:09:56.644" v="106335" actId="164"/>
          <ac:spMkLst>
            <pc:docMk/>
            <pc:sldMk cId="4184047564" sldId="952"/>
            <ac:spMk id="5" creationId="{9A5D661E-7247-CEC8-E05A-5FF914042A09}"/>
          </ac:spMkLst>
        </pc:spChg>
        <pc:spChg chg="mod ord">
          <ac:chgData name="Palit, Tapti" userId="dec6fbcd-7598-406a-8cbf-504d4a3bac15" providerId="ADAL" clId="{ECD42228-5B96-4A72-B268-C46DF994E6B7}" dt="2024-02-09T03:38:22.126" v="103561" actId="20577"/>
          <ac:spMkLst>
            <pc:docMk/>
            <pc:sldMk cId="4184047564" sldId="952"/>
            <ac:spMk id="7" creationId="{D04A5DCE-3987-E0C1-FAEC-7658BB300C0C}"/>
          </ac:spMkLst>
        </pc:spChg>
        <pc:spChg chg="del">
          <ac:chgData name="Palit, Tapti" userId="dec6fbcd-7598-406a-8cbf-504d4a3bac15" providerId="ADAL" clId="{ECD42228-5B96-4A72-B268-C46DF994E6B7}" dt="2024-02-09T03:38:06.593" v="103469" actId="6264"/>
          <ac:spMkLst>
            <pc:docMk/>
            <pc:sldMk cId="4184047564" sldId="952"/>
            <ac:spMk id="8" creationId="{DF35F9ED-8656-5930-7601-E19CEEFDBEB3}"/>
          </ac:spMkLst>
        </pc:spChg>
        <pc:spChg chg="mod">
          <ac:chgData name="Palit, Tapti" userId="dec6fbcd-7598-406a-8cbf-504d4a3bac15" providerId="ADAL" clId="{ECD42228-5B96-4A72-B268-C46DF994E6B7}" dt="2024-02-09T17:09:56.644" v="106335" actId="164"/>
          <ac:spMkLst>
            <pc:docMk/>
            <pc:sldMk cId="4184047564" sldId="952"/>
            <ac:spMk id="11" creationId="{8819A087-8EF6-B703-A453-6EC65F63B2AA}"/>
          </ac:spMkLst>
        </pc:spChg>
        <pc:spChg chg="mod">
          <ac:chgData name="Palit, Tapti" userId="dec6fbcd-7598-406a-8cbf-504d4a3bac15" providerId="ADAL" clId="{ECD42228-5B96-4A72-B268-C46DF994E6B7}" dt="2024-02-09T17:09:56.644" v="106335" actId="164"/>
          <ac:spMkLst>
            <pc:docMk/>
            <pc:sldMk cId="4184047564" sldId="952"/>
            <ac:spMk id="12" creationId="{BE0E4FA1-E2D3-79DA-B9BD-0949E52CCF91}"/>
          </ac:spMkLst>
        </pc:spChg>
        <pc:spChg chg="mod">
          <ac:chgData name="Palit, Tapti" userId="dec6fbcd-7598-406a-8cbf-504d4a3bac15" providerId="ADAL" clId="{ECD42228-5B96-4A72-B268-C46DF994E6B7}" dt="2024-02-09T17:09:56.644" v="106335" actId="164"/>
          <ac:spMkLst>
            <pc:docMk/>
            <pc:sldMk cId="4184047564" sldId="952"/>
            <ac:spMk id="13" creationId="{90BF1899-9404-E572-34D7-EF25D0AB9410}"/>
          </ac:spMkLst>
        </pc:spChg>
        <pc:spChg chg="add del mod">
          <ac:chgData name="Palit, Tapti" userId="dec6fbcd-7598-406a-8cbf-504d4a3bac15" providerId="ADAL" clId="{ECD42228-5B96-4A72-B268-C46DF994E6B7}" dt="2024-02-09T03:38:06.593" v="103469" actId="6264"/>
          <ac:spMkLst>
            <pc:docMk/>
            <pc:sldMk cId="4184047564" sldId="952"/>
            <ac:spMk id="15" creationId="{E5B6D569-0630-FADC-5F3D-B3F5AF08BD58}"/>
          </ac:spMkLst>
        </pc:spChg>
        <pc:spChg chg="add mod ord">
          <ac:chgData name="Palit, Tapti" userId="dec6fbcd-7598-406a-8cbf-504d4a3bac15" providerId="ADAL" clId="{ECD42228-5B96-4A72-B268-C46DF994E6B7}" dt="2024-02-09T03:38:06.593" v="103469" actId="6264"/>
          <ac:spMkLst>
            <pc:docMk/>
            <pc:sldMk cId="4184047564" sldId="952"/>
            <ac:spMk id="17" creationId="{9D05EB95-D6ED-CBD4-BD98-543F27443FDA}"/>
          </ac:spMkLst>
        </pc:spChg>
        <pc:grpChg chg="add mod">
          <ac:chgData name="Palit, Tapti" userId="dec6fbcd-7598-406a-8cbf-504d4a3bac15" providerId="ADAL" clId="{ECD42228-5B96-4A72-B268-C46DF994E6B7}" dt="2024-02-09T17:09:56.644" v="106335" actId="164"/>
          <ac:grpSpMkLst>
            <pc:docMk/>
            <pc:sldMk cId="4184047564" sldId="952"/>
            <ac:grpSpMk id="4" creationId="{9EF1E918-7B29-8916-E0AF-A69AA88D2A0A}"/>
          </ac:grpSpMkLst>
        </pc:grpChg>
        <pc:cxnChg chg="mod">
          <ac:chgData name="Palit, Tapti" userId="dec6fbcd-7598-406a-8cbf-504d4a3bac15" providerId="ADAL" clId="{ECD42228-5B96-4A72-B268-C46DF994E6B7}" dt="2024-02-09T17:09:56.644" v="106335" actId="164"/>
          <ac:cxnSpMkLst>
            <pc:docMk/>
            <pc:sldMk cId="4184047564" sldId="952"/>
            <ac:cxnSpMk id="9" creationId="{81B2008E-80F7-DFB8-9DC1-7D834234ADB4}"/>
          </ac:cxnSpMkLst>
        </pc:cxnChg>
        <pc:cxnChg chg="mod">
          <ac:chgData name="Palit, Tapti" userId="dec6fbcd-7598-406a-8cbf-504d4a3bac15" providerId="ADAL" clId="{ECD42228-5B96-4A72-B268-C46DF994E6B7}" dt="2024-02-09T17:09:56.644" v="106335" actId="164"/>
          <ac:cxnSpMkLst>
            <pc:docMk/>
            <pc:sldMk cId="4184047564" sldId="952"/>
            <ac:cxnSpMk id="10" creationId="{D81A7B20-67B9-F126-2754-91F8AEE7330C}"/>
          </ac:cxnSpMkLst>
        </pc:cxnChg>
        <pc:cxnChg chg="mod">
          <ac:chgData name="Palit, Tapti" userId="dec6fbcd-7598-406a-8cbf-504d4a3bac15" providerId="ADAL" clId="{ECD42228-5B96-4A72-B268-C46DF994E6B7}" dt="2024-02-09T17:09:56.644" v="106335" actId="164"/>
          <ac:cxnSpMkLst>
            <pc:docMk/>
            <pc:sldMk cId="4184047564" sldId="952"/>
            <ac:cxnSpMk id="14" creationId="{B80A98C3-AE99-FE26-6E63-D44C7658ADA7}"/>
          </ac:cxnSpMkLst>
        </pc:cxnChg>
        <pc:cxnChg chg="mod">
          <ac:chgData name="Palit, Tapti" userId="dec6fbcd-7598-406a-8cbf-504d4a3bac15" providerId="ADAL" clId="{ECD42228-5B96-4A72-B268-C46DF994E6B7}" dt="2024-02-09T17:09:56.644" v="106335" actId="164"/>
          <ac:cxnSpMkLst>
            <pc:docMk/>
            <pc:sldMk cId="4184047564" sldId="952"/>
            <ac:cxnSpMk id="16" creationId="{F79B5D6C-910B-CBD2-C4E5-5561B0319ABC}"/>
          </ac:cxnSpMkLst>
        </pc:cxnChg>
      </pc:sldChg>
      <pc:sldChg chg="add del">
        <pc:chgData name="Palit, Tapti" userId="dec6fbcd-7598-406a-8cbf-504d4a3bac15" providerId="ADAL" clId="{ECD42228-5B96-4A72-B268-C46DF994E6B7}" dt="2024-01-25T02:50:46.193" v="47366" actId="47"/>
        <pc:sldMkLst>
          <pc:docMk/>
          <pc:sldMk cId="636308897" sldId="953"/>
        </pc:sldMkLst>
      </pc:sldChg>
      <pc:sldChg chg="addSp delSp modSp add del mod delAnim modNotesTx">
        <pc:chgData name="Palit, Tapti" userId="dec6fbcd-7598-406a-8cbf-504d4a3bac15" providerId="ADAL" clId="{ECD42228-5B96-4A72-B268-C46DF994E6B7}" dt="2024-01-27T04:26:26.981" v="63210" actId="2696"/>
        <pc:sldMkLst>
          <pc:docMk/>
          <pc:sldMk cId="2856354667" sldId="953"/>
        </pc:sldMkLst>
        <pc:spChg chg="del">
          <ac:chgData name="Palit, Tapti" userId="dec6fbcd-7598-406a-8cbf-504d4a3bac15" providerId="ADAL" clId="{ECD42228-5B96-4A72-B268-C46DF994E6B7}" dt="2024-01-27T02:56:06.865" v="62410" actId="21"/>
          <ac:spMkLst>
            <pc:docMk/>
            <pc:sldMk cId="2856354667" sldId="953"/>
            <ac:spMk id="3" creationId="{249D8319-1DD5-AE89-1883-86EAF8C7D271}"/>
          </ac:spMkLst>
        </pc:spChg>
        <pc:spChg chg="mod">
          <ac:chgData name="Palit, Tapti" userId="dec6fbcd-7598-406a-8cbf-504d4a3bac15" providerId="ADAL" clId="{ECD42228-5B96-4A72-B268-C46DF994E6B7}" dt="2024-01-25T03:17:45.736" v="48255" actId="20577"/>
          <ac:spMkLst>
            <pc:docMk/>
            <pc:sldMk cId="2856354667" sldId="953"/>
            <ac:spMk id="6" creationId="{62E4901C-C217-DD54-593C-0E523C998F49}"/>
          </ac:spMkLst>
        </pc:spChg>
        <pc:spChg chg="mod">
          <ac:chgData name="Palit, Tapti" userId="dec6fbcd-7598-406a-8cbf-504d4a3bac15" providerId="ADAL" clId="{ECD42228-5B96-4A72-B268-C46DF994E6B7}" dt="2024-01-25T03:18:45.587" v="48268" actId="20577"/>
          <ac:spMkLst>
            <pc:docMk/>
            <pc:sldMk cId="2856354667" sldId="953"/>
            <ac:spMk id="7" creationId="{F6DAE43A-F91E-1C9B-002B-6DADFDE55F0A}"/>
          </ac:spMkLst>
        </pc:spChg>
        <pc:spChg chg="del">
          <ac:chgData name="Palit, Tapti" userId="dec6fbcd-7598-406a-8cbf-504d4a3bac15" providerId="ADAL" clId="{ECD42228-5B96-4A72-B268-C46DF994E6B7}" dt="2024-01-25T02:51:35.632" v="47413" actId="478"/>
          <ac:spMkLst>
            <pc:docMk/>
            <pc:sldMk cId="2856354667" sldId="953"/>
            <ac:spMk id="8" creationId="{1BE69067-C2E7-9EA3-F64F-6B09E2A6487D}"/>
          </ac:spMkLst>
        </pc:spChg>
        <pc:spChg chg="add mod">
          <ac:chgData name="Palit, Tapti" userId="dec6fbcd-7598-406a-8cbf-504d4a3bac15" providerId="ADAL" clId="{ECD42228-5B96-4A72-B268-C46DF994E6B7}" dt="2024-01-27T02:56:06.865" v="62410" actId="21"/>
          <ac:spMkLst>
            <pc:docMk/>
            <pc:sldMk cId="2856354667" sldId="953"/>
            <ac:spMk id="8" creationId="{A8E6608E-5D67-558B-8C22-0C4EECF0E294}"/>
          </ac:spMkLst>
        </pc:spChg>
        <pc:spChg chg="del">
          <ac:chgData name="Palit, Tapti" userId="dec6fbcd-7598-406a-8cbf-504d4a3bac15" providerId="ADAL" clId="{ECD42228-5B96-4A72-B268-C46DF994E6B7}" dt="2024-01-25T02:51:37.708" v="47414" actId="478"/>
          <ac:spMkLst>
            <pc:docMk/>
            <pc:sldMk cId="2856354667" sldId="953"/>
            <ac:spMk id="11" creationId="{C7EBFFF3-1F10-6E48-C176-326196CA6DA6}"/>
          </ac:spMkLst>
        </pc:spChg>
      </pc:sldChg>
      <pc:sldChg chg="add del mod modShow">
        <pc:chgData name="Palit, Tapti" userId="dec6fbcd-7598-406a-8cbf-504d4a3bac15" providerId="ADAL" clId="{ECD42228-5B96-4A72-B268-C46DF994E6B7}" dt="2024-01-28T03:44:01.241" v="67437" actId="47"/>
        <pc:sldMkLst>
          <pc:docMk/>
          <pc:sldMk cId="3672674672" sldId="953"/>
        </pc:sldMkLst>
      </pc:sldChg>
      <pc:sldChg chg="addSp delSp modSp add mod modAnim addCm modNotesTx">
        <pc:chgData name="Palit, Tapti" userId="dec6fbcd-7598-406a-8cbf-504d4a3bac15" providerId="ADAL" clId="{ECD42228-5B96-4A72-B268-C46DF994E6B7}" dt="2024-01-25T06:03:25.494" v="53421"/>
        <pc:sldMkLst>
          <pc:docMk/>
          <pc:sldMk cId="2246639542" sldId="954"/>
        </pc:sldMkLst>
        <pc:spChg chg="mod">
          <ac:chgData name="Palit, Tapti" userId="dec6fbcd-7598-406a-8cbf-504d4a3bac15" providerId="ADAL" clId="{ECD42228-5B96-4A72-B268-C46DF994E6B7}" dt="2024-01-25T03:07:25.928" v="47888" actId="20577"/>
          <ac:spMkLst>
            <pc:docMk/>
            <pc:sldMk cId="2246639542" sldId="954"/>
            <ac:spMk id="2" creationId="{D7EC638E-4A77-46B8-B32A-298B47F2DEB0}"/>
          </ac:spMkLst>
        </pc:spChg>
        <pc:spChg chg="mod">
          <ac:chgData name="Palit, Tapti" userId="dec6fbcd-7598-406a-8cbf-504d4a3bac15" providerId="ADAL" clId="{ECD42228-5B96-4A72-B268-C46DF994E6B7}" dt="2024-01-25T03:08:13.507" v="47971" actId="115"/>
          <ac:spMkLst>
            <pc:docMk/>
            <pc:sldMk cId="2246639542" sldId="954"/>
            <ac:spMk id="3" creationId="{DBF81D88-EE7F-4956-ADB0-DA856615FD00}"/>
          </ac:spMkLst>
        </pc:spChg>
        <pc:spChg chg="add del mod">
          <ac:chgData name="Palit, Tapti" userId="dec6fbcd-7598-406a-8cbf-504d4a3bac15" providerId="ADAL" clId="{ECD42228-5B96-4A72-B268-C46DF994E6B7}" dt="2024-01-25T05:21:40.303" v="51711" actId="20577"/>
          <ac:spMkLst>
            <pc:docMk/>
            <pc:sldMk cId="2246639542" sldId="954"/>
            <ac:spMk id="5" creationId="{31DCD2A0-6CAE-119A-2D94-9777B39F7F53}"/>
          </ac:spMkLst>
        </pc:spChg>
        <pc:spChg chg="mod">
          <ac:chgData name="Palit, Tapti" userId="dec6fbcd-7598-406a-8cbf-504d4a3bac15" providerId="ADAL" clId="{ECD42228-5B96-4A72-B268-C46DF994E6B7}" dt="2024-01-25T03:17:22.583" v="48243" actId="20577"/>
          <ac:spMkLst>
            <pc:docMk/>
            <pc:sldMk cId="2246639542" sldId="954"/>
            <ac:spMk id="31" creationId="{A1AE6AAE-C7D3-E8E2-BBBE-C8BA0B0FDD7B}"/>
          </ac:spMkLst>
        </pc:spChg>
        <pc:graphicFrameChg chg="modGraphic">
          <ac:chgData name="Palit, Tapti" userId="dec6fbcd-7598-406a-8cbf-504d4a3bac15" providerId="ADAL" clId="{ECD42228-5B96-4A72-B268-C46DF994E6B7}" dt="2024-01-25T03:17:27.242" v="48245" actId="20577"/>
          <ac:graphicFrameMkLst>
            <pc:docMk/>
            <pc:sldMk cId="2246639542" sldId="954"/>
            <ac:graphicFrameMk id="32" creationId="{662E3E91-EC1F-FAC9-6710-BA112B8C33B9}"/>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6:03:25.494" v="53421"/>
              <pc2:cmMkLst xmlns:pc2="http://schemas.microsoft.com/office/powerpoint/2019/9/main/command">
                <pc:docMk/>
                <pc:sldMk cId="2246639542" sldId="954"/>
                <pc2:cmMk id="{D507A8DD-1726-4621-9012-4E1B7611B8BE}"/>
              </pc2:cmMkLst>
            </pc226:cmChg>
          </p:ext>
        </pc:extLst>
      </pc:sldChg>
      <pc:sldChg chg="del">
        <pc:chgData name="Palit, Tapti" userId="dec6fbcd-7598-406a-8cbf-504d4a3bac15" providerId="ADAL" clId="{ECD42228-5B96-4A72-B268-C46DF994E6B7}" dt="2024-01-28T03:44:01.241" v="67437" actId="47"/>
        <pc:sldMkLst>
          <pc:docMk/>
          <pc:sldMk cId="2921979171" sldId="954"/>
        </pc:sldMkLst>
      </pc:sldChg>
      <pc:sldChg chg="modSp add del mod">
        <pc:chgData name="Palit, Tapti" userId="dec6fbcd-7598-406a-8cbf-504d4a3bac15" providerId="ADAL" clId="{ECD42228-5B96-4A72-B268-C46DF994E6B7}" dt="2024-01-25T03:03:55.578" v="47650" actId="47"/>
        <pc:sldMkLst>
          <pc:docMk/>
          <pc:sldMk cId="2928650787" sldId="954"/>
        </pc:sldMkLst>
        <pc:graphicFrameChg chg="modGraphic">
          <ac:chgData name="Palit, Tapti" userId="dec6fbcd-7598-406a-8cbf-504d4a3bac15" providerId="ADAL" clId="{ECD42228-5B96-4A72-B268-C46DF994E6B7}" dt="2024-01-25T03:02:11.662" v="47607" actId="20577"/>
          <ac:graphicFrameMkLst>
            <pc:docMk/>
            <pc:sldMk cId="2928650787" sldId="954"/>
            <ac:graphicFrameMk id="32" creationId="{662E3E91-EC1F-FAC9-6710-BA112B8C33B9}"/>
          </ac:graphicFrameMkLst>
        </pc:graphicFrameChg>
      </pc:sldChg>
      <pc:sldChg chg="del">
        <pc:chgData name="Palit, Tapti" userId="dec6fbcd-7598-406a-8cbf-504d4a3bac15" providerId="ADAL" clId="{ECD42228-5B96-4A72-B268-C46DF994E6B7}" dt="2024-01-28T03:44:01.241" v="67437" actId="47"/>
        <pc:sldMkLst>
          <pc:docMk/>
          <pc:sldMk cId="1450890181" sldId="955"/>
        </pc:sldMkLst>
      </pc:sldChg>
      <pc:sldChg chg="modSp add mod modAnim modNotesTx">
        <pc:chgData name="Palit, Tapti" userId="dec6fbcd-7598-406a-8cbf-504d4a3bac15" providerId="ADAL" clId="{ECD42228-5B96-4A72-B268-C46DF994E6B7}" dt="2024-01-25T05:21:31.522" v="51690" actId="20577"/>
        <pc:sldMkLst>
          <pc:docMk/>
          <pc:sldMk cId="3614479962" sldId="955"/>
        </pc:sldMkLst>
        <pc:spChg chg="mod">
          <ac:chgData name="Palit, Tapti" userId="dec6fbcd-7598-406a-8cbf-504d4a3bac15" providerId="ADAL" clId="{ECD42228-5B96-4A72-B268-C46DF994E6B7}" dt="2024-01-25T03:08:04.361" v="47969" actId="20577"/>
          <ac:spMkLst>
            <pc:docMk/>
            <pc:sldMk cId="3614479962" sldId="955"/>
            <ac:spMk id="2" creationId="{D7EC638E-4A77-46B8-B32A-298B47F2DEB0}"/>
          </ac:spMkLst>
        </pc:spChg>
        <pc:spChg chg="mod">
          <ac:chgData name="Palit, Tapti" userId="dec6fbcd-7598-406a-8cbf-504d4a3bac15" providerId="ADAL" clId="{ECD42228-5B96-4A72-B268-C46DF994E6B7}" dt="2024-01-25T03:08:31.563" v="47988" actId="20577"/>
          <ac:spMkLst>
            <pc:docMk/>
            <pc:sldMk cId="3614479962" sldId="955"/>
            <ac:spMk id="3" creationId="{DBF81D88-EE7F-4956-ADB0-DA856615FD00}"/>
          </ac:spMkLst>
        </pc:spChg>
        <pc:spChg chg="mod">
          <ac:chgData name="Palit, Tapti" userId="dec6fbcd-7598-406a-8cbf-504d4a3bac15" providerId="ADAL" clId="{ECD42228-5B96-4A72-B268-C46DF994E6B7}" dt="2024-01-25T05:21:31.522" v="51690" actId="20577"/>
          <ac:spMkLst>
            <pc:docMk/>
            <pc:sldMk cId="3614479962" sldId="955"/>
            <ac:spMk id="5" creationId="{31DCD2A0-6CAE-119A-2D94-9777B39F7F53}"/>
          </ac:spMkLst>
        </pc:spChg>
        <pc:spChg chg="mod">
          <ac:chgData name="Palit, Tapti" userId="dec6fbcd-7598-406a-8cbf-504d4a3bac15" providerId="ADAL" clId="{ECD42228-5B96-4A72-B268-C46DF994E6B7}" dt="2024-01-25T03:17:15.970" v="48239" actId="20577"/>
          <ac:spMkLst>
            <pc:docMk/>
            <pc:sldMk cId="3614479962" sldId="955"/>
            <ac:spMk id="31" creationId="{A1AE6AAE-C7D3-E8E2-BBBE-C8BA0B0FDD7B}"/>
          </ac:spMkLst>
        </pc:spChg>
        <pc:graphicFrameChg chg="modGraphic">
          <ac:chgData name="Palit, Tapti" userId="dec6fbcd-7598-406a-8cbf-504d4a3bac15" providerId="ADAL" clId="{ECD42228-5B96-4A72-B268-C46DF994E6B7}" dt="2024-01-25T03:17:07.356" v="48235" actId="20577"/>
          <ac:graphicFrameMkLst>
            <pc:docMk/>
            <pc:sldMk cId="3614479962" sldId="955"/>
            <ac:graphicFrameMk id="32" creationId="{662E3E91-EC1F-FAC9-6710-BA112B8C33B9}"/>
          </ac:graphicFrameMkLst>
        </pc:graphicFrameChg>
      </pc:sldChg>
      <pc:sldChg chg="addSp delSp modSp new del mod modAnim modNotesTx">
        <pc:chgData name="Palit, Tapti" userId="dec6fbcd-7598-406a-8cbf-504d4a3bac15" providerId="ADAL" clId="{ECD42228-5B96-4A72-B268-C46DF994E6B7}" dt="2024-01-25T04:10:58.298" v="49832" actId="47"/>
        <pc:sldMkLst>
          <pc:docMk/>
          <pc:sldMk cId="2880679987" sldId="956"/>
        </pc:sldMkLst>
        <pc:spChg chg="mod">
          <ac:chgData name="Palit, Tapti" userId="dec6fbcd-7598-406a-8cbf-504d4a3bac15" providerId="ADAL" clId="{ECD42228-5B96-4A72-B268-C46DF994E6B7}" dt="2024-01-25T03:10:56.085" v="48076"/>
          <ac:spMkLst>
            <pc:docMk/>
            <pc:sldMk cId="2880679987" sldId="956"/>
            <ac:spMk id="2" creationId="{FDEC5673-4EB4-878B-B7DE-09F3AA1B9603}"/>
          </ac:spMkLst>
        </pc:spChg>
        <pc:spChg chg="mod">
          <ac:chgData name="Palit, Tapti" userId="dec6fbcd-7598-406a-8cbf-504d4a3bac15" providerId="ADAL" clId="{ECD42228-5B96-4A72-B268-C46DF994E6B7}" dt="2024-01-25T03:09:54.783" v="48056" actId="20577"/>
          <ac:spMkLst>
            <pc:docMk/>
            <pc:sldMk cId="2880679987" sldId="956"/>
            <ac:spMk id="3" creationId="{E98C1DCC-AEB9-D170-1935-C498C2E82A67}"/>
          </ac:spMkLst>
        </pc:spChg>
        <pc:spChg chg="add del mod">
          <ac:chgData name="Palit, Tapti" userId="dec6fbcd-7598-406a-8cbf-504d4a3bac15" providerId="ADAL" clId="{ECD42228-5B96-4A72-B268-C46DF994E6B7}" dt="2024-01-25T03:11:08.749" v="48078" actId="478"/>
          <ac:spMkLst>
            <pc:docMk/>
            <pc:sldMk cId="2880679987" sldId="956"/>
            <ac:spMk id="5" creationId="{8F5B2BCC-4310-9FF4-91B1-CAC207701F61}"/>
          </ac:spMkLst>
        </pc:spChg>
        <pc:spChg chg="add mod">
          <ac:chgData name="Palit, Tapti" userId="dec6fbcd-7598-406a-8cbf-504d4a3bac15" providerId="ADAL" clId="{ECD42228-5B96-4A72-B268-C46DF994E6B7}" dt="2024-01-25T03:16:55.697" v="48231" actId="20577"/>
          <ac:spMkLst>
            <pc:docMk/>
            <pc:sldMk cId="2880679987" sldId="956"/>
            <ac:spMk id="6" creationId="{9473A10A-1BCB-B986-E52B-2B97AF258AF6}"/>
          </ac:spMkLst>
        </pc:spChg>
        <pc:spChg chg="add mod">
          <ac:chgData name="Palit, Tapti" userId="dec6fbcd-7598-406a-8cbf-504d4a3bac15" providerId="ADAL" clId="{ECD42228-5B96-4A72-B268-C46DF994E6B7}" dt="2024-01-25T03:15:15.807" v="48199"/>
          <ac:spMkLst>
            <pc:docMk/>
            <pc:sldMk cId="2880679987" sldId="956"/>
            <ac:spMk id="8" creationId="{B38A861B-C690-D454-DE36-12C707BC05DC}"/>
          </ac:spMkLst>
        </pc:spChg>
        <pc:graphicFrameChg chg="add mod modGraphic">
          <ac:chgData name="Palit, Tapti" userId="dec6fbcd-7598-406a-8cbf-504d4a3bac15" providerId="ADAL" clId="{ECD42228-5B96-4A72-B268-C46DF994E6B7}" dt="2024-01-25T03:17:03.012" v="48233" actId="20577"/>
          <ac:graphicFrameMkLst>
            <pc:docMk/>
            <pc:sldMk cId="2880679987" sldId="956"/>
            <ac:graphicFrameMk id="7" creationId="{8C99F6E6-C2F8-55F1-0B52-50C0C2DF7462}"/>
          </ac:graphicFrameMkLst>
        </pc:graphicFrameChg>
      </pc:sldChg>
      <pc:sldChg chg="modSp add mod">
        <pc:chgData name="Palit, Tapti" userId="dec6fbcd-7598-406a-8cbf-504d4a3bac15" providerId="ADAL" clId="{ECD42228-5B96-4A72-B268-C46DF994E6B7}" dt="2024-01-25T05:21:15.573" v="51654" actId="20577"/>
        <pc:sldMkLst>
          <pc:docMk/>
          <pc:sldMk cId="1168999811" sldId="957"/>
        </pc:sldMkLst>
        <pc:spChg chg="mod">
          <ac:chgData name="Palit, Tapti" userId="dec6fbcd-7598-406a-8cbf-504d4a3bac15" providerId="ADAL" clId="{ECD42228-5B96-4A72-B268-C46DF994E6B7}" dt="2024-01-25T03:16:48" v="48227" actId="20577"/>
          <ac:spMkLst>
            <pc:docMk/>
            <pc:sldMk cId="1168999811" sldId="957"/>
            <ac:spMk id="6" creationId="{9473A10A-1BCB-B986-E52B-2B97AF258AF6}"/>
          </ac:spMkLst>
        </pc:spChg>
        <pc:spChg chg="mod">
          <ac:chgData name="Palit, Tapti" userId="dec6fbcd-7598-406a-8cbf-504d4a3bac15" providerId="ADAL" clId="{ECD42228-5B96-4A72-B268-C46DF994E6B7}" dt="2024-01-25T05:21:15.573" v="51654" actId="20577"/>
          <ac:spMkLst>
            <pc:docMk/>
            <pc:sldMk cId="1168999811" sldId="957"/>
            <ac:spMk id="8" creationId="{B38A861B-C690-D454-DE36-12C707BC05DC}"/>
          </ac:spMkLst>
        </pc:spChg>
        <pc:graphicFrameChg chg="modGraphic">
          <ac:chgData name="Palit, Tapti" userId="dec6fbcd-7598-406a-8cbf-504d4a3bac15" providerId="ADAL" clId="{ECD42228-5B96-4A72-B268-C46DF994E6B7}" dt="2024-01-25T03:16:42.038" v="48223" actId="20577"/>
          <ac:graphicFrameMkLst>
            <pc:docMk/>
            <pc:sldMk cId="1168999811" sldId="957"/>
            <ac:graphicFrameMk id="7" creationId="{8C99F6E6-C2F8-55F1-0B52-50C0C2DF7462}"/>
          </ac:graphicFrameMkLst>
        </pc:graphicFrameChg>
      </pc:sldChg>
      <pc:sldChg chg="del">
        <pc:chgData name="Palit, Tapti" userId="dec6fbcd-7598-406a-8cbf-504d4a3bac15" providerId="ADAL" clId="{ECD42228-5B96-4A72-B268-C46DF994E6B7}" dt="2024-01-28T03:44:01.241" v="67437" actId="47"/>
        <pc:sldMkLst>
          <pc:docMk/>
          <pc:sldMk cId="2971057994" sldId="957"/>
        </pc:sldMkLst>
      </pc:sldChg>
      <pc:sldChg chg="addSp modSp add del mod">
        <pc:chgData name="Palit, Tapti" userId="dec6fbcd-7598-406a-8cbf-504d4a3bac15" providerId="ADAL" clId="{ECD42228-5B96-4A72-B268-C46DF994E6B7}" dt="2024-01-25T03:58:06.597" v="49583" actId="47"/>
        <pc:sldMkLst>
          <pc:docMk/>
          <pc:sldMk cId="184464123" sldId="958"/>
        </pc:sldMkLst>
        <pc:spChg chg="mod">
          <ac:chgData name="Palit, Tapti" userId="dec6fbcd-7598-406a-8cbf-504d4a3bac15" providerId="ADAL" clId="{ECD42228-5B96-4A72-B268-C46DF994E6B7}" dt="2024-01-25T03:16:29.656" v="48217" actId="20577"/>
          <ac:spMkLst>
            <pc:docMk/>
            <pc:sldMk cId="184464123" sldId="958"/>
            <ac:spMk id="6" creationId="{9473A10A-1BCB-B986-E52B-2B97AF258AF6}"/>
          </ac:spMkLst>
        </pc:spChg>
        <pc:graphicFrameChg chg="add mod">
          <ac:chgData name="Palit, Tapti" userId="dec6fbcd-7598-406a-8cbf-504d4a3bac15" providerId="ADAL" clId="{ECD42228-5B96-4A72-B268-C46DF994E6B7}" dt="2024-01-25T03:47:52.660" v="49407"/>
          <ac:graphicFrameMkLst>
            <pc:docMk/>
            <pc:sldMk cId="184464123" sldId="958"/>
            <ac:graphicFrameMk id="5" creationId="{1BC6E36B-0311-C7E2-08BF-411C14AF3C07}"/>
          </ac:graphicFrameMkLst>
        </pc:graphicFrameChg>
        <pc:graphicFrameChg chg="modGraphic">
          <ac:chgData name="Palit, Tapti" userId="dec6fbcd-7598-406a-8cbf-504d4a3bac15" providerId="ADAL" clId="{ECD42228-5B96-4A72-B268-C46DF994E6B7}" dt="2024-01-25T03:16:33.649" v="48219" actId="20577"/>
          <ac:graphicFrameMkLst>
            <pc:docMk/>
            <pc:sldMk cId="184464123" sldId="958"/>
            <ac:graphicFrameMk id="7" creationId="{8C99F6E6-C2F8-55F1-0B52-50C0C2DF7462}"/>
          </ac:graphicFrameMkLst>
        </pc:graphicFrameChg>
      </pc:sldChg>
      <pc:sldChg chg="modSp add del mod">
        <pc:chgData name="Palit, Tapti" userId="dec6fbcd-7598-406a-8cbf-504d4a3bac15" providerId="ADAL" clId="{ECD42228-5B96-4A72-B268-C46DF994E6B7}" dt="2024-01-29T02:35:41.927" v="74597" actId="2696"/>
        <pc:sldMkLst>
          <pc:docMk/>
          <pc:sldMk cId="1073481776" sldId="959"/>
        </pc:sldMkLst>
        <pc:spChg chg="mod">
          <ac:chgData name="Palit, Tapti" userId="dec6fbcd-7598-406a-8cbf-504d4a3bac15" providerId="ADAL" clId="{ECD42228-5B96-4A72-B268-C46DF994E6B7}" dt="2024-01-25T03:18:53.909" v="48269"/>
          <ac:spMkLst>
            <pc:docMk/>
            <pc:sldMk cId="1073481776" sldId="959"/>
            <ac:spMk id="2" creationId="{FDEC5673-4EB4-878B-B7DE-09F3AA1B9603}"/>
          </ac:spMkLst>
        </pc:spChg>
        <pc:spChg chg="mod">
          <ac:chgData name="Palit, Tapti" userId="dec6fbcd-7598-406a-8cbf-504d4a3bac15" providerId="ADAL" clId="{ECD42228-5B96-4A72-B268-C46DF994E6B7}" dt="2024-01-25T05:21:21.847" v="51672" actId="20577"/>
          <ac:spMkLst>
            <pc:docMk/>
            <pc:sldMk cId="1073481776" sldId="959"/>
            <ac:spMk id="8" creationId="{B38A861B-C690-D454-DE36-12C707BC05DC}"/>
          </ac:spMkLst>
        </pc:spChg>
      </pc:sldChg>
      <pc:sldChg chg="add mod modShow">
        <pc:chgData name="Palit, Tapti" userId="dec6fbcd-7598-406a-8cbf-504d4a3bac15" providerId="ADAL" clId="{ECD42228-5B96-4A72-B268-C46DF994E6B7}" dt="2024-01-29T02:35:47.517" v="74599" actId="729"/>
        <pc:sldMkLst>
          <pc:docMk/>
          <pc:sldMk cId="1958952735" sldId="959"/>
        </pc:sldMkLst>
      </pc:sldChg>
      <pc:sldChg chg="addSp delSp modSp add del mod modClrScheme modAnim chgLayout modNotesTx">
        <pc:chgData name="Palit, Tapti" userId="dec6fbcd-7598-406a-8cbf-504d4a3bac15" providerId="ADAL" clId="{ECD42228-5B96-4A72-B268-C46DF994E6B7}" dt="2024-01-29T02:35:41.927" v="74597" actId="2696"/>
        <pc:sldMkLst>
          <pc:docMk/>
          <pc:sldMk cId="1116016759" sldId="960"/>
        </pc:sldMkLst>
        <pc:spChg chg="mod ord">
          <ac:chgData name="Palit, Tapti" userId="dec6fbcd-7598-406a-8cbf-504d4a3bac15" providerId="ADAL" clId="{ECD42228-5B96-4A72-B268-C46DF994E6B7}" dt="2024-01-25T04:11:14.476" v="49833" actId="700"/>
          <ac:spMkLst>
            <pc:docMk/>
            <pc:sldMk cId="1116016759" sldId="960"/>
            <ac:spMk id="2" creationId="{FDEC5673-4EB4-878B-B7DE-09F3AA1B9603}"/>
          </ac:spMkLst>
        </pc:spChg>
        <pc:spChg chg="mod ord">
          <ac:chgData name="Palit, Tapti" userId="dec6fbcd-7598-406a-8cbf-504d4a3bac15" providerId="ADAL" clId="{ECD42228-5B96-4A72-B268-C46DF994E6B7}" dt="2024-01-27T04:27:26.057" v="63232" actId="20577"/>
          <ac:spMkLst>
            <pc:docMk/>
            <pc:sldMk cId="1116016759" sldId="960"/>
            <ac:spMk id="3" creationId="{E98C1DCC-AEB9-D170-1935-C498C2E82A67}"/>
          </ac:spMkLst>
        </pc:spChg>
        <pc:spChg chg="mod ord">
          <ac:chgData name="Palit, Tapti" userId="dec6fbcd-7598-406a-8cbf-504d4a3bac15" providerId="ADAL" clId="{ECD42228-5B96-4A72-B268-C46DF994E6B7}" dt="2024-01-25T04:11:14.476" v="49833" actId="700"/>
          <ac:spMkLst>
            <pc:docMk/>
            <pc:sldMk cId="1116016759" sldId="960"/>
            <ac:spMk id="4" creationId="{0EC03588-43A0-90C4-7A92-CFA7503813AF}"/>
          </ac:spMkLst>
        </pc:spChg>
        <pc:spChg chg="add mod">
          <ac:chgData name="Palit, Tapti" userId="dec6fbcd-7598-406a-8cbf-504d4a3bac15" providerId="ADAL" clId="{ECD42228-5B96-4A72-B268-C46DF994E6B7}" dt="2024-01-25T03:20:31.205" v="48320" actId="1076"/>
          <ac:spMkLst>
            <pc:docMk/>
            <pc:sldMk cId="1116016759" sldId="960"/>
            <ac:spMk id="5" creationId="{A266FFDD-9389-FF06-5E53-210A8C116AFB}"/>
          </ac:spMkLst>
        </pc:spChg>
        <pc:spChg chg="mod">
          <ac:chgData name="Palit, Tapti" userId="dec6fbcd-7598-406a-8cbf-504d4a3bac15" providerId="ADAL" clId="{ECD42228-5B96-4A72-B268-C46DF994E6B7}" dt="2024-01-25T03:20:35.618" v="48321" actId="1076"/>
          <ac:spMkLst>
            <pc:docMk/>
            <pc:sldMk cId="1116016759" sldId="960"/>
            <ac:spMk id="6" creationId="{9473A10A-1BCB-B986-E52B-2B97AF258AF6}"/>
          </ac:spMkLst>
        </pc:spChg>
        <pc:spChg chg="del">
          <ac:chgData name="Palit, Tapti" userId="dec6fbcd-7598-406a-8cbf-504d4a3bac15" providerId="ADAL" clId="{ECD42228-5B96-4A72-B268-C46DF994E6B7}" dt="2024-01-25T03:19:05.716" v="48271" actId="478"/>
          <ac:spMkLst>
            <pc:docMk/>
            <pc:sldMk cId="1116016759" sldId="960"/>
            <ac:spMk id="8" creationId="{B38A861B-C690-D454-DE36-12C707BC05DC}"/>
          </ac:spMkLst>
        </pc:spChg>
        <pc:spChg chg="add del mod">
          <ac:chgData name="Palit, Tapti" userId="dec6fbcd-7598-406a-8cbf-504d4a3bac15" providerId="ADAL" clId="{ECD42228-5B96-4A72-B268-C46DF994E6B7}" dt="2024-01-25T03:20:12.097" v="48303" actId="478"/>
          <ac:spMkLst>
            <pc:docMk/>
            <pc:sldMk cId="1116016759" sldId="960"/>
            <ac:spMk id="9" creationId="{440082ED-CE08-449D-8527-39DC8115EE8D}"/>
          </ac:spMkLst>
        </pc:spChg>
        <pc:spChg chg="add mod">
          <ac:chgData name="Palit, Tapti" userId="dec6fbcd-7598-406a-8cbf-504d4a3bac15" providerId="ADAL" clId="{ECD42228-5B96-4A72-B268-C46DF994E6B7}" dt="2024-01-25T03:20:25.765" v="48319" actId="113"/>
          <ac:spMkLst>
            <pc:docMk/>
            <pc:sldMk cId="1116016759" sldId="960"/>
            <ac:spMk id="10" creationId="{504C62A2-D4EC-ACF9-336F-D8104E272BEA}"/>
          </ac:spMkLst>
        </pc:spChg>
        <pc:spChg chg="add mod">
          <ac:chgData name="Palit, Tapti" userId="dec6fbcd-7598-406a-8cbf-504d4a3bac15" providerId="ADAL" clId="{ECD42228-5B96-4A72-B268-C46DF994E6B7}" dt="2024-01-25T03:20:52.453" v="48345" actId="1076"/>
          <ac:spMkLst>
            <pc:docMk/>
            <pc:sldMk cId="1116016759" sldId="960"/>
            <ac:spMk id="11" creationId="{6F832F25-38F3-50CB-0BA6-398E44BAC174}"/>
          </ac:spMkLst>
        </pc:spChg>
        <pc:spChg chg="add mod ord">
          <ac:chgData name="Palit, Tapti" userId="dec6fbcd-7598-406a-8cbf-504d4a3bac15" providerId="ADAL" clId="{ECD42228-5B96-4A72-B268-C46DF994E6B7}" dt="2024-01-25T04:11:22.269" v="49867" actId="20577"/>
          <ac:spMkLst>
            <pc:docMk/>
            <pc:sldMk cId="1116016759" sldId="960"/>
            <ac:spMk id="12" creationId="{C674D4DE-F157-552E-3AB8-BA9D6198E1B0}"/>
          </ac:spMkLst>
        </pc:spChg>
        <pc:graphicFrameChg chg="del">
          <ac:chgData name="Palit, Tapti" userId="dec6fbcd-7598-406a-8cbf-504d4a3bac15" providerId="ADAL" clId="{ECD42228-5B96-4A72-B268-C46DF994E6B7}" dt="2024-01-25T03:19:05.716" v="48271" actId="478"/>
          <ac:graphicFrameMkLst>
            <pc:docMk/>
            <pc:sldMk cId="1116016759" sldId="960"/>
            <ac:graphicFrameMk id="7" creationId="{8C99F6E6-C2F8-55F1-0B52-50C0C2DF7462}"/>
          </ac:graphicFrameMkLst>
        </pc:graphicFrameChg>
      </pc:sldChg>
      <pc:sldChg chg="add mod modShow">
        <pc:chgData name="Palit, Tapti" userId="dec6fbcd-7598-406a-8cbf-504d4a3bac15" providerId="ADAL" clId="{ECD42228-5B96-4A72-B268-C46DF994E6B7}" dt="2024-01-29T02:35:47.517" v="74599" actId="729"/>
        <pc:sldMkLst>
          <pc:docMk/>
          <pc:sldMk cId="1312383181" sldId="960"/>
        </pc:sldMkLst>
      </pc:sldChg>
      <pc:sldChg chg="addSp delSp modSp add mod modNotesTx">
        <pc:chgData name="Palit, Tapti" userId="dec6fbcd-7598-406a-8cbf-504d4a3bac15" providerId="ADAL" clId="{ECD42228-5B96-4A72-B268-C46DF994E6B7}" dt="2024-01-25T13:50:35.980" v="59003" actId="20577"/>
        <pc:sldMkLst>
          <pc:docMk/>
          <pc:sldMk cId="19723323" sldId="961"/>
        </pc:sldMkLst>
        <pc:spChg chg="add mod">
          <ac:chgData name="Palit, Tapti" userId="dec6fbcd-7598-406a-8cbf-504d4a3bac15" providerId="ADAL" clId="{ECD42228-5B96-4A72-B268-C46DF994E6B7}" dt="2024-01-25T05:08:22.583" v="50994" actId="1076"/>
          <ac:spMkLst>
            <pc:docMk/>
            <pc:sldMk cId="19723323" sldId="961"/>
            <ac:spMk id="2" creationId="{73CD119E-45E4-D4D8-E56F-3DC82B055878}"/>
          </ac:spMkLst>
        </pc:spChg>
        <pc:spChg chg="mod">
          <ac:chgData name="Palit, Tapti" userId="dec6fbcd-7598-406a-8cbf-504d4a3bac15" providerId="ADAL" clId="{ECD42228-5B96-4A72-B268-C46DF994E6B7}" dt="2024-01-25T03:52:17.021" v="49450"/>
          <ac:spMkLst>
            <pc:docMk/>
            <pc:sldMk cId="19723323" sldId="961"/>
            <ac:spMk id="10" creationId="{EEA573DB-F656-4DB1-2FEF-7880B86E2669}"/>
          </ac:spMkLst>
        </pc:spChg>
        <pc:spChg chg="del">
          <ac:chgData name="Palit, Tapti" userId="dec6fbcd-7598-406a-8cbf-504d4a3bac15" providerId="ADAL" clId="{ECD42228-5B96-4A72-B268-C46DF994E6B7}" dt="2024-01-25T03:50:13.481" v="49418" actId="478"/>
          <ac:spMkLst>
            <pc:docMk/>
            <pc:sldMk cId="19723323" sldId="961"/>
            <ac:spMk id="11" creationId="{C1C2447D-700E-4656-1884-D56AD713BCD4}"/>
          </ac:spMkLst>
        </pc:spChg>
        <pc:graphicFrameChg chg="modGraphic">
          <ac:chgData name="Palit, Tapti" userId="dec6fbcd-7598-406a-8cbf-504d4a3bac15" providerId="ADAL" clId="{ECD42228-5B96-4A72-B268-C46DF994E6B7}" dt="2024-01-25T03:55:09.589" v="49565" actId="207"/>
          <ac:graphicFrameMkLst>
            <pc:docMk/>
            <pc:sldMk cId="19723323" sldId="961"/>
            <ac:graphicFrameMk id="12" creationId="{ACF69396-1115-0103-FBDD-196ABEA621B6}"/>
          </ac:graphicFrameMkLst>
        </pc:graphicFrameChg>
        <pc:cxnChg chg="del">
          <ac:chgData name="Palit, Tapti" userId="dec6fbcd-7598-406a-8cbf-504d4a3bac15" providerId="ADAL" clId="{ECD42228-5B96-4A72-B268-C46DF994E6B7}" dt="2024-01-25T03:50:15.753" v="49419" actId="478"/>
          <ac:cxnSpMkLst>
            <pc:docMk/>
            <pc:sldMk cId="19723323" sldId="961"/>
            <ac:cxnSpMk id="6" creationId="{88F42F2E-8831-6EB5-EE0D-4CB1D8DC1470}"/>
          </ac:cxnSpMkLst>
        </pc:cxnChg>
        <pc:cxnChg chg="del">
          <ac:chgData name="Palit, Tapti" userId="dec6fbcd-7598-406a-8cbf-504d4a3bac15" providerId="ADAL" clId="{ECD42228-5B96-4A72-B268-C46DF994E6B7}" dt="2024-01-25T03:50:18.613" v="49420" actId="478"/>
          <ac:cxnSpMkLst>
            <pc:docMk/>
            <pc:sldMk cId="19723323" sldId="961"/>
            <ac:cxnSpMk id="7" creationId="{188FC76F-D918-6DAE-9C87-BC62BB4C17B3}"/>
          </ac:cxnSpMkLst>
        </pc:cxnChg>
      </pc:sldChg>
      <pc:sldChg chg="del">
        <pc:chgData name="Palit, Tapti" userId="dec6fbcd-7598-406a-8cbf-504d4a3bac15" providerId="ADAL" clId="{ECD42228-5B96-4A72-B268-C46DF994E6B7}" dt="2024-01-28T03:44:01.241" v="67437" actId="47"/>
        <pc:sldMkLst>
          <pc:docMk/>
          <pc:sldMk cId="3503139477" sldId="961"/>
        </pc:sldMkLst>
      </pc:sldChg>
      <pc:sldChg chg="new del">
        <pc:chgData name="Palit, Tapti" userId="dec6fbcd-7598-406a-8cbf-504d4a3bac15" providerId="ADAL" clId="{ECD42228-5B96-4A72-B268-C46DF994E6B7}" dt="2024-01-25T04:15:01.643" v="49886" actId="680"/>
        <pc:sldMkLst>
          <pc:docMk/>
          <pc:sldMk cId="1422742715" sldId="962"/>
        </pc:sldMkLst>
      </pc:sldChg>
      <pc:sldChg chg="addSp delSp modSp add mod ord modAnim modNotesTx">
        <pc:chgData name="Palit, Tapti" userId="dec6fbcd-7598-406a-8cbf-504d4a3bac15" providerId="ADAL" clId="{ECD42228-5B96-4A72-B268-C46DF994E6B7}" dt="2024-02-12T20:03:03.867" v="113040" actId="14100"/>
        <pc:sldMkLst>
          <pc:docMk/>
          <pc:sldMk cId="3056711572" sldId="962"/>
        </pc:sldMkLst>
        <pc:spChg chg="mod">
          <ac:chgData name="Palit, Tapti" userId="dec6fbcd-7598-406a-8cbf-504d4a3bac15" providerId="ADAL" clId="{ECD42228-5B96-4A72-B268-C46DF994E6B7}" dt="2024-01-28T22:51:42.138" v="70238" actId="20577"/>
          <ac:spMkLst>
            <pc:docMk/>
            <pc:sldMk cId="3056711572" sldId="962"/>
            <ac:spMk id="3" creationId="{B0C5D98F-22D7-229A-A2DE-4FDFBA3D6361}"/>
          </ac:spMkLst>
        </pc:spChg>
        <pc:spChg chg="add mod">
          <ac:chgData name="Palit, Tapti" userId="dec6fbcd-7598-406a-8cbf-504d4a3bac15" providerId="ADAL" clId="{ECD42228-5B96-4A72-B268-C46DF994E6B7}" dt="2024-02-12T20:03:03.867" v="113040" actId="14100"/>
          <ac:spMkLst>
            <pc:docMk/>
            <pc:sldMk cId="3056711572" sldId="962"/>
            <ac:spMk id="4" creationId="{D6C2DF6B-C52D-0719-2B08-19E713780E54}"/>
          </ac:spMkLst>
        </pc:spChg>
        <pc:spChg chg="mod">
          <ac:chgData name="Palit, Tapti" userId="dec6fbcd-7598-406a-8cbf-504d4a3bac15" providerId="ADAL" clId="{ECD42228-5B96-4A72-B268-C46DF994E6B7}" dt="2024-01-25T04:42:10.423" v="50348" actId="1076"/>
          <ac:spMkLst>
            <pc:docMk/>
            <pc:sldMk cId="3056711572" sldId="962"/>
            <ac:spMk id="6" creationId="{C4738418-C166-5726-5B5E-FE948BAB3BB2}"/>
          </ac:spMkLst>
        </pc:spChg>
        <pc:spChg chg="mod">
          <ac:chgData name="Palit, Tapti" userId="dec6fbcd-7598-406a-8cbf-504d4a3bac15" providerId="ADAL" clId="{ECD42228-5B96-4A72-B268-C46DF994E6B7}" dt="2024-01-28T22:51:45.382" v="70246" actId="20577"/>
          <ac:spMkLst>
            <pc:docMk/>
            <pc:sldMk cId="3056711572" sldId="962"/>
            <ac:spMk id="15" creationId="{BD24C1F8-9CF9-C8AD-91A2-C65080B1EB3A}"/>
          </ac:spMkLst>
        </pc:spChg>
        <pc:spChg chg="del">
          <ac:chgData name="Palit, Tapti" userId="dec6fbcd-7598-406a-8cbf-504d4a3bac15" providerId="ADAL" clId="{ECD42228-5B96-4A72-B268-C46DF994E6B7}" dt="2024-01-25T04:25:15.547" v="50033" actId="478"/>
          <ac:spMkLst>
            <pc:docMk/>
            <pc:sldMk cId="3056711572" sldId="962"/>
            <ac:spMk id="16" creationId="{CD219824-AE1E-0C25-A481-8708E18C9EA0}"/>
          </ac:spMkLst>
        </pc:spChg>
        <pc:graphicFrameChg chg="mod">
          <ac:chgData name="Palit, Tapti" userId="dec6fbcd-7598-406a-8cbf-504d4a3bac15" providerId="ADAL" clId="{ECD42228-5B96-4A72-B268-C46DF994E6B7}" dt="2024-01-25T04:45:11.698" v="50537" actId="20577"/>
          <ac:graphicFrameMkLst>
            <pc:docMk/>
            <pc:sldMk cId="3056711572" sldId="962"/>
            <ac:graphicFrameMk id="5" creationId="{AFBBEBA8-D0FD-D7E3-F5DA-06B63BCC5AC4}"/>
          </ac:graphicFrameMkLst>
        </pc:graphicFrameChg>
      </pc:sldChg>
      <pc:sldChg chg="addSp delSp modSp add mod delAnim modAnim addCm modNotesTx">
        <pc:chgData name="Palit, Tapti" userId="dec6fbcd-7598-406a-8cbf-504d4a3bac15" providerId="ADAL" clId="{ECD42228-5B96-4A72-B268-C46DF994E6B7}" dt="2024-02-11T18:20:17.650" v="111953"/>
        <pc:sldMkLst>
          <pc:docMk/>
          <pc:sldMk cId="2709033885" sldId="963"/>
        </pc:sldMkLst>
        <pc:spChg chg="mod">
          <ac:chgData name="Palit, Tapti" userId="dec6fbcd-7598-406a-8cbf-504d4a3bac15" providerId="ADAL" clId="{ECD42228-5B96-4A72-B268-C46DF994E6B7}" dt="2024-01-29T16:28:09.748" v="80153" actId="20577"/>
          <ac:spMkLst>
            <pc:docMk/>
            <pc:sldMk cId="2709033885" sldId="963"/>
            <ac:spMk id="2" creationId="{76C2218A-F1A9-4EE7-8F23-4A77F2ACC91D}"/>
          </ac:spMkLst>
        </pc:spChg>
        <pc:spChg chg="del">
          <ac:chgData name="Palit, Tapti" userId="dec6fbcd-7598-406a-8cbf-504d4a3bac15" providerId="ADAL" clId="{ECD42228-5B96-4A72-B268-C46DF994E6B7}" dt="2024-01-25T04:17:47.585" v="49926" actId="478"/>
          <ac:spMkLst>
            <pc:docMk/>
            <pc:sldMk cId="2709033885" sldId="963"/>
            <ac:spMk id="3" creationId="{E72186F9-FE3D-CA26-20F7-94C0AD1DBE3D}"/>
          </ac:spMkLst>
        </pc:spChg>
        <pc:spChg chg="add mod">
          <ac:chgData name="Palit, Tapti" userId="dec6fbcd-7598-406a-8cbf-504d4a3bac15" providerId="ADAL" clId="{ECD42228-5B96-4A72-B268-C46DF994E6B7}" dt="2024-02-11T18:16:51.995" v="111794" actId="692"/>
          <ac:spMkLst>
            <pc:docMk/>
            <pc:sldMk cId="2709033885" sldId="963"/>
            <ac:spMk id="4" creationId="{84CC4367-D5FE-40EF-4D2F-757A977C4E0B}"/>
          </ac:spMkLst>
        </pc:spChg>
        <pc:spChg chg="del">
          <ac:chgData name="Palit, Tapti" userId="dec6fbcd-7598-406a-8cbf-504d4a3bac15" providerId="ADAL" clId="{ECD42228-5B96-4A72-B268-C46DF994E6B7}" dt="2024-01-25T04:17:45.682" v="49925" actId="478"/>
          <ac:spMkLst>
            <pc:docMk/>
            <pc:sldMk cId="2709033885" sldId="963"/>
            <ac:spMk id="6" creationId="{81AE66CA-DDB8-1505-13E0-5056202A9DC5}"/>
          </ac:spMkLst>
        </pc:spChg>
        <pc:spChg chg="add mod">
          <ac:chgData name="Palit, Tapti" userId="dec6fbcd-7598-406a-8cbf-504d4a3bac15" providerId="ADAL" clId="{ECD42228-5B96-4A72-B268-C46DF994E6B7}" dt="2024-02-11T18:17:35.289" v="111802" actId="14100"/>
          <ac:spMkLst>
            <pc:docMk/>
            <pc:sldMk cId="2709033885" sldId="963"/>
            <ac:spMk id="6" creationId="{96329130-7325-A39B-1079-F8EB18435639}"/>
          </ac:spMkLst>
        </pc:spChg>
        <pc:spChg chg="del">
          <ac:chgData name="Palit, Tapti" userId="dec6fbcd-7598-406a-8cbf-504d4a3bac15" providerId="ADAL" clId="{ECD42228-5B96-4A72-B268-C46DF994E6B7}" dt="2024-01-25T04:20:54.462" v="49949" actId="478"/>
          <ac:spMkLst>
            <pc:docMk/>
            <pc:sldMk cId="2709033885" sldId="963"/>
            <ac:spMk id="7" creationId="{901A50BF-C011-C66A-897E-F64DFC8CE91D}"/>
          </ac:spMkLst>
        </pc:spChg>
        <pc:spChg chg="add mod">
          <ac:chgData name="Palit, Tapti" userId="dec6fbcd-7598-406a-8cbf-504d4a3bac15" providerId="ADAL" clId="{ECD42228-5B96-4A72-B268-C46DF994E6B7}" dt="2024-01-29T16:28:13.645" v="80161" actId="20577"/>
          <ac:spMkLst>
            <pc:docMk/>
            <pc:sldMk cId="2709033885" sldId="963"/>
            <ac:spMk id="9" creationId="{F4EB9B6A-BE52-9253-2935-E74C4A62F710}"/>
          </ac:spMkLst>
        </pc:spChg>
        <pc:graphicFrameChg chg="mod">
          <ac:chgData name="Palit, Tapti" userId="dec6fbcd-7598-406a-8cbf-504d4a3bac15" providerId="ADAL" clId="{ECD42228-5B96-4A72-B268-C46DF994E6B7}" dt="2024-01-25T04:44:57.544" v="50530"/>
          <ac:graphicFrameMkLst>
            <pc:docMk/>
            <pc:sldMk cId="2709033885" sldId="963"/>
            <ac:graphicFrameMk id="5" creationId="{2D915EF0-C181-4958-87BE-EEB35EBC0714}"/>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20:17.650" v="111953"/>
              <pc2:cmMkLst xmlns:pc2="http://schemas.microsoft.com/office/powerpoint/2019/9/main/command">
                <pc:docMk/>
                <pc:sldMk cId="2709033885" sldId="963"/>
                <pc2:cmMk id="{03F7B2BD-E552-403C-B6C0-F569BBF828B7}"/>
              </pc2:cmMkLst>
            </pc226:cmChg>
          </p:ext>
        </pc:extLst>
      </pc:sldChg>
      <pc:sldChg chg="modSp add del mod addCm modCm modNotesTx">
        <pc:chgData name="Palit, Tapti" userId="dec6fbcd-7598-406a-8cbf-504d4a3bac15" providerId="ADAL" clId="{ECD42228-5B96-4A72-B268-C46DF994E6B7}" dt="2024-01-28T00:40:27.263" v="67037" actId="2696"/>
        <pc:sldMkLst>
          <pc:docMk/>
          <pc:sldMk cId="1870069782" sldId="964"/>
        </pc:sldMkLst>
        <pc:spChg chg="mod">
          <ac:chgData name="Palit, Tapti" userId="dec6fbcd-7598-406a-8cbf-504d4a3bac15" providerId="ADAL" clId="{ECD42228-5B96-4A72-B268-C46DF994E6B7}" dt="2024-01-25T13:51:38.791" v="59041" actId="20577"/>
          <ac:spMkLst>
            <pc:docMk/>
            <pc:sldMk cId="1870069782" sldId="964"/>
            <ac:spMk id="2" creationId="{C3C46814-2A6F-41B6-904E-8EDDD855207C}"/>
          </ac:spMkLst>
        </pc:spChg>
        <pc:spChg chg="mod">
          <ac:chgData name="Palit, Tapti" userId="dec6fbcd-7598-406a-8cbf-504d4a3bac15" providerId="ADAL" clId="{ECD42228-5B96-4A72-B268-C46DF994E6B7}" dt="2024-01-28T00:08:03.287" v="66463" actId="20577"/>
          <ac:spMkLst>
            <pc:docMk/>
            <pc:sldMk cId="1870069782" sldId="964"/>
            <ac:spMk id="3" creationId="{A19E8EDF-6681-42C8-AB61-DCACB7B7EEB5}"/>
          </ac:spMkLst>
        </pc:spChg>
        <pc:spChg chg="mod">
          <ac:chgData name="Palit, Tapti" userId="dec6fbcd-7598-406a-8cbf-504d4a3bac15" providerId="ADAL" clId="{ECD42228-5B96-4A72-B268-C46DF994E6B7}" dt="2024-01-27T03:12:30.711" v="62670" actId="255"/>
          <ac:spMkLst>
            <pc:docMk/>
            <pc:sldMk cId="1870069782" sldId="964"/>
            <ac:spMk id="27" creationId="{85710342-0343-4CE7-A7D0-2B8A4E300AD1}"/>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3:10.031" v="62536"/>
              <pc2:cmMkLst xmlns:pc2="http://schemas.microsoft.com/office/powerpoint/2019/9/main/command">
                <pc:docMk/>
                <pc:sldMk cId="1870069782" sldId="964"/>
                <pc2:cmMk id="{6ECE814A-EAF9-4198-A79D-3387B6995D65}"/>
              </pc2:cmMkLst>
              <pc226:cmRplyChg chg="add">
                <pc226:chgData name="Palit, Tapti" userId="dec6fbcd-7598-406a-8cbf-504d4a3bac15" providerId="ADAL" clId="{ECD42228-5B96-4A72-B268-C46DF994E6B7}" dt="2024-01-27T03:03:10.031" v="62536"/>
                <pc2:cmRplyMkLst xmlns:pc2="http://schemas.microsoft.com/office/powerpoint/2019/9/main/command">
                  <pc:docMk/>
                  <pc:sldMk cId="1870069782" sldId="964"/>
                  <pc2:cmMk id="{6ECE814A-EAF9-4198-A79D-3387B6995D65}"/>
                  <pc2:cmRplyMk id="{753C501B-7A95-46A7-A51A-19C7BB4850EA}"/>
                </pc2:cmRplyMkLst>
              </pc226:cmRplyChg>
              <pc226:cmRplyChg chg="add">
                <pc226:chgData name="Palit, Tapti" userId="dec6fbcd-7598-406a-8cbf-504d4a3bac15" providerId="ADAL" clId="{ECD42228-5B96-4A72-B268-C46DF994E6B7}" dt="2024-01-27T03:02:52.839" v="62535"/>
                <pc2:cmRplyMkLst xmlns:pc2="http://schemas.microsoft.com/office/powerpoint/2019/9/main/command">
                  <pc:docMk/>
                  <pc:sldMk cId="1870069782" sldId="964"/>
                  <pc2:cmMk id="{6ECE814A-EAF9-4198-A79D-3387B6995D65}"/>
                  <pc2:cmRplyMk id="{DE84E4B0-BBC5-429A-A7DE-59AFE8574F7E}"/>
                </pc2:cmRplyMkLst>
              </pc226:cmRplyChg>
            </pc226:cmChg>
            <pc226:cmChg xmlns:pc226="http://schemas.microsoft.com/office/powerpoint/2022/06/main/command" chg="add">
              <pc226:chgData name="Palit, Tapti" userId="dec6fbcd-7598-406a-8cbf-504d4a3bac15" providerId="ADAL" clId="{ECD42228-5B96-4A72-B268-C46DF994E6B7}" dt="2024-01-25T04:49:55.622" v="50556"/>
              <pc2:cmMkLst xmlns:pc2="http://schemas.microsoft.com/office/powerpoint/2019/9/main/command">
                <pc:docMk/>
                <pc:sldMk cId="1870069782" sldId="964"/>
                <pc2:cmMk id="{5E626882-2029-4E6A-BC85-62B82C2608B6}"/>
              </pc2:cmMkLst>
            </pc226:cmChg>
          </p:ext>
        </pc:extLst>
      </pc:sldChg>
      <pc:sldChg chg="new del">
        <pc:chgData name="Palit, Tapti" userId="dec6fbcd-7598-406a-8cbf-504d4a3bac15" providerId="ADAL" clId="{ECD42228-5B96-4A72-B268-C46DF994E6B7}" dt="2024-01-25T04:37:25.038" v="50322" actId="47"/>
        <pc:sldMkLst>
          <pc:docMk/>
          <pc:sldMk cId="2128924969" sldId="964"/>
        </pc:sldMkLst>
      </pc:sldChg>
      <pc:sldChg chg="add del mod modShow">
        <pc:chgData name="Palit, Tapti" userId="dec6fbcd-7598-406a-8cbf-504d4a3bac15" providerId="ADAL" clId="{ECD42228-5B96-4A72-B268-C46DF994E6B7}" dt="2024-01-28T03:44:01.241" v="67437" actId="47"/>
        <pc:sldMkLst>
          <pc:docMk/>
          <pc:sldMk cId="2550690897" sldId="964"/>
        </pc:sldMkLst>
      </pc:sldChg>
      <pc:sldChg chg="new del">
        <pc:chgData name="Palit, Tapti" userId="dec6fbcd-7598-406a-8cbf-504d4a3bac15" providerId="ADAL" clId="{ECD42228-5B96-4A72-B268-C46DF994E6B7}" dt="2024-01-25T04:37:19.698" v="50320" actId="47"/>
        <pc:sldMkLst>
          <pc:docMk/>
          <pc:sldMk cId="2766066267" sldId="964"/>
        </pc:sldMkLst>
      </pc:sldChg>
      <pc:sldChg chg="modSp new del mod">
        <pc:chgData name="Palit, Tapti" userId="dec6fbcd-7598-406a-8cbf-504d4a3bac15" providerId="ADAL" clId="{ECD42228-5B96-4A72-B268-C46DF994E6B7}" dt="2024-01-25T05:36:00.769" v="52370" actId="47"/>
        <pc:sldMkLst>
          <pc:docMk/>
          <pc:sldMk cId="161805452" sldId="965"/>
        </pc:sldMkLst>
        <pc:spChg chg="mod">
          <ac:chgData name="Palit, Tapti" userId="dec6fbcd-7598-406a-8cbf-504d4a3bac15" providerId="ADAL" clId="{ECD42228-5B96-4A72-B268-C46DF994E6B7}" dt="2024-01-25T05:19:12.501" v="51498" actId="20577"/>
          <ac:spMkLst>
            <pc:docMk/>
            <pc:sldMk cId="161805452" sldId="965"/>
            <ac:spMk id="3" creationId="{71BF05E0-CAA3-95F3-DE09-3B07F3519764}"/>
          </ac:spMkLst>
        </pc:spChg>
      </pc:sldChg>
      <pc:sldChg chg="new add del">
        <pc:chgData name="Palit, Tapti" userId="dec6fbcd-7598-406a-8cbf-504d4a3bac15" providerId="ADAL" clId="{ECD42228-5B96-4A72-B268-C46DF994E6B7}" dt="2024-01-25T04:57:27.946" v="50682" actId="47"/>
        <pc:sldMkLst>
          <pc:docMk/>
          <pc:sldMk cId="2217661861" sldId="965"/>
        </pc:sldMkLst>
      </pc:sldChg>
      <pc:sldChg chg="new del">
        <pc:chgData name="Palit, Tapti" userId="dec6fbcd-7598-406a-8cbf-504d4a3bac15" providerId="ADAL" clId="{ECD42228-5B96-4A72-B268-C46DF994E6B7}" dt="2024-01-25T04:53:09.940" v="50559" actId="680"/>
        <pc:sldMkLst>
          <pc:docMk/>
          <pc:sldMk cId="2618081754" sldId="965"/>
        </pc:sldMkLst>
      </pc:sldChg>
      <pc:sldChg chg="modSp new del mod">
        <pc:chgData name="Palit, Tapti" userId="dec6fbcd-7598-406a-8cbf-504d4a3bac15" providerId="ADAL" clId="{ECD42228-5B96-4A72-B268-C46DF994E6B7}" dt="2024-01-25T04:50:19.210" v="50557" actId="47"/>
        <pc:sldMkLst>
          <pc:docMk/>
          <pc:sldMk cId="3664105339" sldId="965"/>
        </pc:sldMkLst>
        <pc:spChg chg="mod">
          <ac:chgData name="Palit, Tapti" userId="dec6fbcd-7598-406a-8cbf-504d4a3bac15" providerId="ADAL" clId="{ECD42228-5B96-4A72-B268-C46DF994E6B7}" dt="2024-01-25T04:49:35.785" v="50555" actId="20577"/>
          <ac:spMkLst>
            <pc:docMk/>
            <pc:sldMk cId="3664105339" sldId="965"/>
            <ac:spMk id="3" creationId="{208393A2-7679-D0A5-21EC-19DBBDF5847F}"/>
          </ac:spMkLst>
        </pc:spChg>
      </pc:sldChg>
      <pc:sldChg chg="modSp new del mod">
        <pc:chgData name="Palit, Tapti" userId="dec6fbcd-7598-406a-8cbf-504d4a3bac15" providerId="ADAL" clId="{ECD42228-5B96-4A72-B268-C46DF994E6B7}" dt="2024-01-25T06:10:30.063" v="53621" actId="47"/>
        <pc:sldMkLst>
          <pc:docMk/>
          <pc:sldMk cId="235021442" sldId="966"/>
        </pc:sldMkLst>
        <pc:spChg chg="mod">
          <ac:chgData name="Palit, Tapti" userId="dec6fbcd-7598-406a-8cbf-504d4a3bac15" providerId="ADAL" clId="{ECD42228-5B96-4A72-B268-C46DF994E6B7}" dt="2024-01-25T06:09:48.591" v="53619" actId="20577"/>
          <ac:spMkLst>
            <pc:docMk/>
            <pc:sldMk cId="235021442" sldId="966"/>
            <ac:spMk id="3" creationId="{262AE9D3-BD78-2359-282D-C361A9FD2389}"/>
          </ac:spMkLst>
        </pc:spChg>
      </pc:sldChg>
      <pc:sldChg chg="new del">
        <pc:chgData name="Palit, Tapti" userId="dec6fbcd-7598-406a-8cbf-504d4a3bac15" providerId="ADAL" clId="{ECD42228-5B96-4A72-B268-C46DF994E6B7}" dt="2024-01-25T06:14:46.694" v="53706" actId="47"/>
        <pc:sldMkLst>
          <pc:docMk/>
          <pc:sldMk cId="2242124589" sldId="967"/>
        </pc:sldMkLst>
      </pc:sldChg>
      <pc:sldChg chg="addSp delSp modSp new mod ord modClrScheme modAnim chgLayout">
        <pc:chgData name="Palit, Tapti" userId="dec6fbcd-7598-406a-8cbf-504d4a3bac15" providerId="ADAL" clId="{ECD42228-5B96-4A72-B268-C46DF994E6B7}" dt="2024-01-25T05:45:14.980" v="52517" actId="20577"/>
        <pc:sldMkLst>
          <pc:docMk/>
          <pc:sldMk cId="1189298131" sldId="968"/>
        </pc:sldMkLst>
        <pc:spChg chg="del mod ord">
          <ac:chgData name="Palit, Tapti" userId="dec6fbcd-7598-406a-8cbf-504d4a3bac15" providerId="ADAL" clId="{ECD42228-5B96-4A72-B268-C46DF994E6B7}" dt="2024-01-25T05:09:47.412" v="50999" actId="700"/>
          <ac:spMkLst>
            <pc:docMk/>
            <pc:sldMk cId="1189298131" sldId="968"/>
            <ac:spMk id="2" creationId="{CFB236CC-4F82-85C0-3F07-FB8130733D94}"/>
          </ac:spMkLst>
        </pc:spChg>
        <pc:spChg chg="mod ord">
          <ac:chgData name="Palit, Tapti" userId="dec6fbcd-7598-406a-8cbf-504d4a3bac15" providerId="ADAL" clId="{ECD42228-5B96-4A72-B268-C46DF994E6B7}" dt="2024-01-25T05:09:47.412" v="50999" actId="700"/>
          <ac:spMkLst>
            <pc:docMk/>
            <pc:sldMk cId="1189298131" sldId="968"/>
            <ac:spMk id="3" creationId="{14C3D376-0C6D-C8A6-4207-7B977DD35B68}"/>
          </ac:spMkLst>
        </pc:spChg>
        <pc:spChg chg="add mod ord">
          <ac:chgData name="Palit, Tapti" userId="dec6fbcd-7598-406a-8cbf-504d4a3bac15" providerId="ADAL" clId="{ECD42228-5B96-4A72-B268-C46DF994E6B7}" dt="2024-01-25T05:45:11.152" v="52516" actId="20577"/>
          <ac:spMkLst>
            <pc:docMk/>
            <pc:sldMk cId="1189298131" sldId="968"/>
            <ac:spMk id="4" creationId="{847FF3AA-27AE-FD75-69EA-F5E28BF9A838}"/>
          </ac:spMkLst>
        </pc:spChg>
        <pc:spChg chg="add mod ord">
          <ac:chgData name="Palit, Tapti" userId="dec6fbcd-7598-406a-8cbf-504d4a3bac15" providerId="ADAL" clId="{ECD42228-5B96-4A72-B268-C46DF994E6B7}" dt="2024-01-25T05:45:14.980" v="52517" actId="20577"/>
          <ac:spMkLst>
            <pc:docMk/>
            <pc:sldMk cId="1189298131" sldId="968"/>
            <ac:spMk id="5" creationId="{97045E5E-6EDD-2F88-F2D4-D709E9192638}"/>
          </ac:spMkLst>
        </pc:spChg>
        <pc:spChg chg="add mod">
          <ac:chgData name="Palit, Tapti" userId="dec6fbcd-7598-406a-8cbf-504d4a3bac15" providerId="ADAL" clId="{ECD42228-5B96-4A72-B268-C46DF994E6B7}" dt="2024-01-25T05:13:18.211" v="51224" actId="1076"/>
          <ac:spMkLst>
            <pc:docMk/>
            <pc:sldMk cId="1189298131" sldId="968"/>
            <ac:spMk id="6" creationId="{1FAA6EA4-DCAB-E547-14B4-79E0A3C10722}"/>
          </ac:spMkLst>
        </pc:spChg>
        <pc:spChg chg="add mod">
          <ac:chgData name="Palit, Tapti" userId="dec6fbcd-7598-406a-8cbf-504d4a3bac15" providerId="ADAL" clId="{ECD42228-5B96-4A72-B268-C46DF994E6B7}" dt="2024-01-25T05:40:40.326" v="52404" actId="207"/>
          <ac:spMkLst>
            <pc:docMk/>
            <pc:sldMk cId="1189298131" sldId="968"/>
            <ac:spMk id="7" creationId="{E0B0038F-637D-8542-75CD-A96CBD5F75FC}"/>
          </ac:spMkLst>
        </pc:spChg>
        <pc:spChg chg="add mod">
          <ac:chgData name="Palit, Tapti" userId="dec6fbcd-7598-406a-8cbf-504d4a3bac15" providerId="ADAL" clId="{ECD42228-5B96-4A72-B268-C46DF994E6B7}" dt="2024-01-25T05:14:21.378" v="51284" actId="20577"/>
          <ac:spMkLst>
            <pc:docMk/>
            <pc:sldMk cId="1189298131" sldId="968"/>
            <ac:spMk id="10" creationId="{2FCDE65C-76B5-6A17-E56A-13CB415AE5B2}"/>
          </ac:spMkLst>
        </pc:spChg>
        <pc:spChg chg="add mod">
          <ac:chgData name="Palit, Tapti" userId="dec6fbcd-7598-406a-8cbf-504d4a3bac15" providerId="ADAL" clId="{ECD42228-5B96-4A72-B268-C46DF994E6B7}" dt="2024-01-25T05:40:59.928" v="52415" actId="692"/>
          <ac:spMkLst>
            <pc:docMk/>
            <pc:sldMk cId="1189298131" sldId="968"/>
            <ac:spMk id="11" creationId="{B7470CE5-0A39-4DDB-0B29-AC5022432637}"/>
          </ac:spMkLst>
        </pc:spChg>
        <pc:cxnChg chg="add mod">
          <ac:chgData name="Palit, Tapti" userId="dec6fbcd-7598-406a-8cbf-504d4a3bac15" providerId="ADAL" clId="{ECD42228-5B96-4A72-B268-C46DF994E6B7}" dt="2024-01-25T05:14:01.768" v="51279" actId="692"/>
          <ac:cxnSpMkLst>
            <pc:docMk/>
            <pc:sldMk cId="1189298131" sldId="968"/>
            <ac:cxnSpMk id="9" creationId="{B2D49B58-8F7C-63D8-6655-266D34AF0C12}"/>
          </ac:cxnSpMkLst>
        </pc:cxnChg>
      </pc:sldChg>
      <pc:sldChg chg="addSp delSp modSp new del mod ord modClrScheme chgLayout">
        <pc:chgData name="Palit, Tapti" userId="dec6fbcd-7598-406a-8cbf-504d4a3bac15" providerId="ADAL" clId="{ECD42228-5B96-4A72-B268-C46DF994E6B7}" dt="2024-01-25T05:09:29.282" v="50995" actId="47"/>
        <pc:sldMkLst>
          <pc:docMk/>
          <pc:sldMk cId="2653992074" sldId="968"/>
        </pc:sldMkLst>
        <pc:spChg chg="del mod ord">
          <ac:chgData name="Palit, Tapti" userId="dec6fbcd-7598-406a-8cbf-504d4a3bac15" providerId="ADAL" clId="{ECD42228-5B96-4A72-B268-C46DF994E6B7}" dt="2024-01-25T05:07:17.595" v="50992" actId="700"/>
          <ac:spMkLst>
            <pc:docMk/>
            <pc:sldMk cId="2653992074" sldId="968"/>
            <ac:spMk id="2" creationId="{C1C8B979-D6EC-3A3B-923B-1D6CFB048FC5}"/>
          </ac:spMkLst>
        </pc:spChg>
        <pc:spChg chg="mod ord">
          <ac:chgData name="Palit, Tapti" userId="dec6fbcd-7598-406a-8cbf-504d4a3bac15" providerId="ADAL" clId="{ECD42228-5B96-4A72-B268-C46DF994E6B7}" dt="2024-01-25T05:07:17.595" v="50992" actId="700"/>
          <ac:spMkLst>
            <pc:docMk/>
            <pc:sldMk cId="2653992074" sldId="968"/>
            <ac:spMk id="3" creationId="{773A5A42-EB8E-9F3A-16C3-DD188604871B}"/>
          </ac:spMkLst>
        </pc:spChg>
        <pc:spChg chg="add mod ord">
          <ac:chgData name="Palit, Tapti" userId="dec6fbcd-7598-406a-8cbf-504d4a3bac15" providerId="ADAL" clId="{ECD42228-5B96-4A72-B268-C46DF994E6B7}" dt="2024-01-25T05:07:17.595" v="50992" actId="700"/>
          <ac:spMkLst>
            <pc:docMk/>
            <pc:sldMk cId="2653992074" sldId="968"/>
            <ac:spMk id="4" creationId="{7B447104-46E7-4D65-EE25-D6A83B58CA5B}"/>
          </ac:spMkLst>
        </pc:spChg>
        <pc:spChg chg="add mod ord">
          <ac:chgData name="Palit, Tapti" userId="dec6fbcd-7598-406a-8cbf-504d4a3bac15" providerId="ADAL" clId="{ECD42228-5B96-4A72-B268-C46DF994E6B7}" dt="2024-01-25T05:07:17.595" v="50992" actId="700"/>
          <ac:spMkLst>
            <pc:docMk/>
            <pc:sldMk cId="2653992074" sldId="968"/>
            <ac:spMk id="5" creationId="{DA1EA27C-7F42-1C6A-BB57-606EC1307DF2}"/>
          </ac:spMkLst>
        </pc:spChg>
      </pc:sldChg>
      <pc:sldChg chg="del">
        <pc:chgData name="Palit, Tapti" userId="dec6fbcd-7598-406a-8cbf-504d4a3bac15" providerId="ADAL" clId="{ECD42228-5B96-4A72-B268-C46DF994E6B7}" dt="2024-01-28T03:44:01.241" v="67437" actId="47"/>
        <pc:sldMkLst>
          <pc:docMk/>
          <pc:sldMk cId="3514617199" sldId="968"/>
        </pc:sldMkLst>
      </pc:sldChg>
      <pc:sldChg chg="modSp mod modNotesTx">
        <pc:chgData name="Palit, Tapti" userId="dec6fbcd-7598-406a-8cbf-504d4a3bac15" providerId="ADAL" clId="{ECD42228-5B96-4A72-B268-C46DF994E6B7}" dt="2024-02-11T17:48:12.092" v="110371" actId="20577"/>
        <pc:sldMkLst>
          <pc:docMk/>
          <pc:sldMk cId="2692885466" sldId="969"/>
        </pc:sldMkLst>
        <pc:spChg chg="mod">
          <ac:chgData name="Palit, Tapti" userId="dec6fbcd-7598-406a-8cbf-504d4a3bac15" providerId="ADAL" clId="{ECD42228-5B96-4A72-B268-C46DF994E6B7}" dt="2024-02-09T00:18:37.946" v="101775" actId="20577"/>
          <ac:spMkLst>
            <pc:docMk/>
            <pc:sldMk cId="2692885466" sldId="969"/>
            <ac:spMk id="5" creationId="{B7DD055C-301F-08EF-EC13-CB3398AB2E5E}"/>
          </ac:spMkLst>
        </pc:spChg>
      </pc:sldChg>
      <pc:sldChg chg="addSp delSp modSp new mod modClrScheme chgLayout">
        <pc:chgData name="Palit, Tapti" userId="dec6fbcd-7598-406a-8cbf-504d4a3bac15" providerId="ADAL" clId="{ECD42228-5B96-4A72-B268-C46DF994E6B7}" dt="2024-01-25T05:19:40.206" v="51566" actId="20577"/>
        <pc:sldMkLst>
          <pc:docMk/>
          <pc:sldMk cId="2912354554" sldId="969"/>
        </pc:sldMkLst>
        <pc:spChg chg="del">
          <ac:chgData name="Palit, Tapti" userId="dec6fbcd-7598-406a-8cbf-504d4a3bac15" providerId="ADAL" clId="{ECD42228-5B96-4A72-B268-C46DF994E6B7}" dt="2024-01-25T05:19:24.294" v="51500" actId="700"/>
          <ac:spMkLst>
            <pc:docMk/>
            <pc:sldMk cId="2912354554" sldId="969"/>
            <ac:spMk id="2" creationId="{42470944-F164-B028-DA1E-D076D38788F8}"/>
          </ac:spMkLst>
        </pc:spChg>
        <pc:spChg chg="del mod ord">
          <ac:chgData name="Palit, Tapti" userId="dec6fbcd-7598-406a-8cbf-504d4a3bac15" providerId="ADAL" clId="{ECD42228-5B96-4A72-B268-C46DF994E6B7}" dt="2024-01-25T05:19:24.294" v="51500" actId="700"/>
          <ac:spMkLst>
            <pc:docMk/>
            <pc:sldMk cId="2912354554" sldId="969"/>
            <ac:spMk id="3" creationId="{2F996A6B-4131-4A82-8F84-36E6568AAD6E}"/>
          </ac:spMkLst>
        </pc:spChg>
        <pc:spChg chg="mod ord">
          <ac:chgData name="Palit, Tapti" userId="dec6fbcd-7598-406a-8cbf-504d4a3bac15" providerId="ADAL" clId="{ECD42228-5B96-4A72-B268-C46DF994E6B7}" dt="2024-01-25T05:19:24.294" v="51500" actId="700"/>
          <ac:spMkLst>
            <pc:docMk/>
            <pc:sldMk cId="2912354554" sldId="969"/>
            <ac:spMk id="4" creationId="{8C7AADB4-ADE3-3BE3-EEBB-338330284DD7}"/>
          </ac:spMkLst>
        </pc:spChg>
        <pc:spChg chg="add mod ord">
          <ac:chgData name="Palit, Tapti" userId="dec6fbcd-7598-406a-8cbf-504d4a3bac15" providerId="ADAL" clId="{ECD42228-5B96-4A72-B268-C46DF994E6B7}" dt="2024-01-25T05:19:40.206" v="51566" actId="20577"/>
          <ac:spMkLst>
            <pc:docMk/>
            <pc:sldMk cId="2912354554" sldId="969"/>
            <ac:spMk id="5" creationId="{B7DD055C-301F-08EF-EC13-CB3398AB2E5E}"/>
          </ac:spMkLst>
        </pc:spChg>
      </pc:sldChg>
      <pc:sldChg chg="del">
        <pc:chgData name="Palit, Tapti" userId="dec6fbcd-7598-406a-8cbf-504d4a3bac15" providerId="ADAL" clId="{ECD42228-5B96-4A72-B268-C46DF994E6B7}" dt="2024-01-28T03:44:01.241" v="67437" actId="47"/>
        <pc:sldMkLst>
          <pc:docMk/>
          <pc:sldMk cId="2490930105" sldId="970"/>
        </pc:sldMkLst>
      </pc:sldChg>
      <pc:sldChg chg="modSp add mod ord modNotesTx">
        <pc:chgData name="Palit, Tapti" userId="dec6fbcd-7598-406a-8cbf-504d4a3bac15" providerId="ADAL" clId="{ECD42228-5B96-4A72-B268-C46DF994E6B7}" dt="2024-01-25T05:26:55.266" v="51842" actId="20577"/>
        <pc:sldMkLst>
          <pc:docMk/>
          <pc:sldMk cId="3991709773" sldId="970"/>
        </pc:sldMkLst>
        <pc:spChg chg="mod">
          <ac:chgData name="Palit, Tapti" userId="dec6fbcd-7598-406a-8cbf-504d4a3bac15" providerId="ADAL" clId="{ECD42228-5B96-4A72-B268-C46DF994E6B7}" dt="2024-01-25T05:20:23.225" v="51615" actId="20577"/>
          <ac:spMkLst>
            <pc:docMk/>
            <pc:sldMk cId="3991709773" sldId="970"/>
            <ac:spMk id="2" creationId="{D7EC638E-4A77-46B8-B32A-298B47F2DEB0}"/>
          </ac:spMkLst>
        </pc:spChg>
        <pc:spChg chg="mod">
          <ac:chgData name="Palit, Tapti" userId="dec6fbcd-7598-406a-8cbf-504d4a3bac15" providerId="ADAL" clId="{ECD42228-5B96-4A72-B268-C46DF994E6B7}" dt="2024-01-25T05:20:52.470" v="51636" actId="20577"/>
          <ac:spMkLst>
            <pc:docMk/>
            <pc:sldMk cId="3991709773" sldId="970"/>
            <ac:spMk id="5" creationId="{31DCD2A0-6CAE-119A-2D94-9777B39F7F53}"/>
          </ac:spMkLst>
        </pc:spChg>
      </pc:sldChg>
      <pc:sldChg chg="addSp modSp new mod ord">
        <pc:chgData name="Palit, Tapti" userId="dec6fbcd-7598-406a-8cbf-504d4a3bac15" providerId="ADAL" clId="{ECD42228-5B96-4A72-B268-C46DF994E6B7}" dt="2024-01-25T13:57:24.705" v="59120" actId="20577"/>
        <pc:sldMkLst>
          <pc:docMk/>
          <pc:sldMk cId="45369823" sldId="971"/>
        </pc:sldMkLst>
        <pc:spChg chg="mod">
          <ac:chgData name="Palit, Tapti" userId="dec6fbcd-7598-406a-8cbf-504d4a3bac15" providerId="ADAL" clId="{ECD42228-5B96-4A72-B268-C46DF994E6B7}" dt="2024-01-25T05:51:46.090" v="53013" actId="5793"/>
          <ac:spMkLst>
            <pc:docMk/>
            <pc:sldMk cId="45369823" sldId="971"/>
            <ac:spMk id="2" creationId="{B0D8DC43-0EAB-77CF-C302-345764FC2497}"/>
          </ac:spMkLst>
        </pc:spChg>
        <pc:spChg chg="mod">
          <ac:chgData name="Palit, Tapti" userId="dec6fbcd-7598-406a-8cbf-504d4a3bac15" providerId="ADAL" clId="{ECD42228-5B96-4A72-B268-C46DF994E6B7}" dt="2024-01-25T13:57:24.705" v="59120" actId="20577"/>
          <ac:spMkLst>
            <pc:docMk/>
            <pc:sldMk cId="45369823" sldId="971"/>
            <ac:spMk id="3" creationId="{0F8FF57D-D875-4CA5-B98A-04F4C751036F}"/>
          </ac:spMkLst>
        </pc:spChg>
        <pc:spChg chg="add mod">
          <ac:chgData name="Palit, Tapti" userId="dec6fbcd-7598-406a-8cbf-504d4a3bac15" providerId="ADAL" clId="{ECD42228-5B96-4A72-B268-C46DF994E6B7}" dt="2024-01-25T06:15:20.344" v="53731" actId="20577"/>
          <ac:spMkLst>
            <pc:docMk/>
            <pc:sldMk cId="45369823" sldId="971"/>
            <ac:spMk id="5" creationId="{86FADD99-6071-9343-BD21-FF17E57C884E}"/>
          </ac:spMkLst>
        </pc:spChg>
        <pc:graphicFrameChg chg="add mod modGraphic">
          <ac:chgData name="Palit, Tapti" userId="dec6fbcd-7598-406a-8cbf-504d4a3bac15" providerId="ADAL" clId="{ECD42228-5B96-4A72-B268-C46DF994E6B7}" dt="2024-01-25T05:56:13.268" v="53146" actId="20577"/>
          <ac:graphicFrameMkLst>
            <pc:docMk/>
            <pc:sldMk cId="45369823" sldId="971"/>
            <ac:graphicFrameMk id="6" creationId="{82D73C16-A132-AF74-FA7D-FADD1D52DEC4}"/>
          </ac:graphicFrameMkLst>
        </pc:graphicFrameChg>
      </pc:sldChg>
      <pc:sldChg chg="add mod modShow">
        <pc:chgData name="Palit, Tapti" userId="dec6fbcd-7598-406a-8cbf-504d4a3bac15" providerId="ADAL" clId="{ECD42228-5B96-4A72-B268-C46DF994E6B7}" dt="2024-01-30T03:37:02.708" v="85538" actId="729"/>
        <pc:sldMkLst>
          <pc:docMk/>
          <pc:sldMk cId="1569021595" sldId="971"/>
        </pc:sldMkLst>
      </pc:sldChg>
      <pc:sldChg chg="del modNotesTx">
        <pc:chgData name="Palit, Tapti" userId="dec6fbcd-7598-406a-8cbf-504d4a3bac15" providerId="ADAL" clId="{ECD42228-5B96-4A72-B268-C46DF994E6B7}" dt="2024-01-30T03:36:56.032" v="85536" actId="2696"/>
        <pc:sldMkLst>
          <pc:docMk/>
          <pc:sldMk cId="2492629946" sldId="971"/>
        </pc:sldMkLst>
      </pc:sldChg>
      <pc:sldChg chg="addSp delSp modSp new mod modNotesTx">
        <pc:chgData name="Palit, Tapti" userId="dec6fbcd-7598-406a-8cbf-504d4a3bac15" providerId="ADAL" clId="{ECD42228-5B96-4A72-B268-C46DF994E6B7}" dt="2024-01-25T13:19:25.650" v="58321" actId="20577"/>
        <pc:sldMkLst>
          <pc:docMk/>
          <pc:sldMk cId="1565518979" sldId="972"/>
        </pc:sldMkLst>
        <pc:spChg chg="mod">
          <ac:chgData name="Palit, Tapti" userId="dec6fbcd-7598-406a-8cbf-504d4a3bac15" providerId="ADAL" clId="{ECD42228-5B96-4A72-B268-C46DF994E6B7}" dt="2024-01-25T13:19:25.650" v="58321" actId="20577"/>
          <ac:spMkLst>
            <pc:docMk/>
            <pc:sldMk cId="1565518979" sldId="972"/>
            <ac:spMk id="2" creationId="{55EF47B3-D999-3CCF-593A-910EC7126C41}"/>
          </ac:spMkLst>
        </pc:spChg>
        <pc:spChg chg="mod">
          <ac:chgData name="Palit, Tapti" userId="dec6fbcd-7598-406a-8cbf-504d4a3bac15" providerId="ADAL" clId="{ECD42228-5B96-4A72-B268-C46DF994E6B7}" dt="2024-01-25T05:30:29.544" v="52147" actId="20577"/>
          <ac:spMkLst>
            <pc:docMk/>
            <pc:sldMk cId="1565518979" sldId="972"/>
            <ac:spMk id="3" creationId="{EB233388-4D06-4CF4-CEA1-CF6C34786208}"/>
          </ac:spMkLst>
        </pc:spChg>
        <pc:picChg chg="add del mod">
          <ac:chgData name="Palit, Tapti" userId="dec6fbcd-7598-406a-8cbf-504d4a3bac15" providerId="ADAL" clId="{ECD42228-5B96-4A72-B268-C46DF994E6B7}" dt="2024-01-25T06:01:27.505" v="53324" actId="478"/>
          <ac:picMkLst>
            <pc:docMk/>
            <pc:sldMk cId="1565518979" sldId="972"/>
            <ac:picMk id="6" creationId="{0A1F66B4-CDB4-3E2E-BDAF-6BF5445DA20A}"/>
          </ac:picMkLst>
        </pc:picChg>
        <pc:picChg chg="add mod">
          <ac:chgData name="Palit, Tapti" userId="dec6fbcd-7598-406a-8cbf-504d4a3bac15" providerId="ADAL" clId="{ECD42228-5B96-4A72-B268-C46DF994E6B7}" dt="2024-01-25T05:25:44.991" v="51814" actId="1076"/>
          <ac:picMkLst>
            <pc:docMk/>
            <pc:sldMk cId="1565518979" sldId="972"/>
            <ac:picMk id="4098" creationId="{1C635E98-D7B6-96F4-A673-D30997710178}"/>
          </ac:picMkLst>
        </pc:picChg>
      </pc:sldChg>
      <pc:sldChg chg="addSp delSp modSp add del mod ord modClrScheme chgLayout modNotesTx">
        <pc:chgData name="Palit, Tapti" userId="dec6fbcd-7598-406a-8cbf-504d4a3bac15" providerId="ADAL" clId="{ECD42228-5B96-4A72-B268-C46DF994E6B7}" dt="2024-02-11T20:08:08.475" v="112334"/>
        <pc:sldMkLst>
          <pc:docMk/>
          <pc:sldMk cId="2630279957" sldId="972"/>
        </pc:sldMkLst>
        <pc:spChg chg="mod ord">
          <ac:chgData name="Palit, Tapti" userId="dec6fbcd-7598-406a-8cbf-504d4a3bac15" providerId="ADAL" clId="{ECD42228-5B96-4A72-B268-C46DF994E6B7}" dt="2024-01-29T14:32:27.371" v="78645" actId="5793"/>
          <ac:spMkLst>
            <pc:docMk/>
            <pc:sldMk cId="2630279957" sldId="972"/>
            <ac:spMk id="2" creationId="{55EF47B3-D999-3CCF-593A-910EC7126C41}"/>
          </ac:spMkLst>
        </pc:spChg>
        <pc:spChg chg="mod ord">
          <ac:chgData name="Palit, Tapti" userId="dec6fbcd-7598-406a-8cbf-504d4a3bac15" providerId="ADAL" clId="{ECD42228-5B96-4A72-B268-C46DF994E6B7}" dt="2024-01-27T23:36:30.163" v="65845" actId="700"/>
          <ac:spMkLst>
            <pc:docMk/>
            <pc:sldMk cId="2630279957" sldId="972"/>
            <ac:spMk id="3" creationId="{EB233388-4D06-4CF4-CEA1-CF6C34786208}"/>
          </ac:spMkLst>
        </pc:spChg>
        <pc:spChg chg="mod ord">
          <ac:chgData name="Palit, Tapti" userId="dec6fbcd-7598-406a-8cbf-504d4a3bac15" providerId="ADAL" clId="{ECD42228-5B96-4A72-B268-C46DF994E6B7}" dt="2024-01-27T23:36:30.163" v="65845" actId="700"/>
          <ac:spMkLst>
            <pc:docMk/>
            <pc:sldMk cId="2630279957" sldId="972"/>
            <ac:spMk id="4" creationId="{6CF770D4-8FC3-4752-452D-3403F0F5CD9A}"/>
          </ac:spMkLst>
        </pc:spChg>
        <pc:spChg chg="add mod">
          <ac:chgData name="Palit, Tapti" userId="dec6fbcd-7598-406a-8cbf-504d4a3bac15" providerId="ADAL" clId="{ECD42228-5B96-4A72-B268-C46DF994E6B7}" dt="2024-01-29T14:33:17.013" v="78676" actId="478"/>
          <ac:spMkLst>
            <pc:docMk/>
            <pc:sldMk cId="2630279957" sldId="972"/>
            <ac:spMk id="6" creationId="{C610557C-4A52-48C2-36D5-72A6998E85D2}"/>
          </ac:spMkLst>
        </pc:spChg>
        <pc:spChg chg="add del mod ord">
          <ac:chgData name="Palit, Tapti" userId="dec6fbcd-7598-406a-8cbf-504d4a3bac15" providerId="ADAL" clId="{ECD42228-5B96-4A72-B268-C46DF994E6B7}" dt="2024-01-29T14:33:17.013" v="78676" actId="478"/>
          <ac:spMkLst>
            <pc:docMk/>
            <pc:sldMk cId="2630279957" sldId="972"/>
            <ac:spMk id="7" creationId="{46D55653-ADD8-DAB0-F2D2-95E801690464}"/>
          </ac:spMkLst>
        </pc:spChg>
        <pc:graphicFrameChg chg="add">
          <ac:chgData name="Palit, Tapti" userId="dec6fbcd-7598-406a-8cbf-504d4a3bac15" providerId="ADAL" clId="{ECD42228-5B96-4A72-B268-C46DF994E6B7}" dt="2024-01-27T22:06:36.753" v="65561"/>
          <ac:graphicFrameMkLst>
            <pc:docMk/>
            <pc:sldMk cId="2630279957" sldId="972"/>
            <ac:graphicFrameMk id="5" creationId="{ECCA0BFE-4CAD-748D-1D6B-804D13876EE2}"/>
          </ac:graphicFrameMkLst>
        </pc:graphicFrameChg>
        <pc:graphicFrameChg chg="add del mod modGraphic">
          <ac:chgData name="Palit, Tapti" userId="dec6fbcd-7598-406a-8cbf-504d4a3bac15" providerId="ADAL" clId="{ECD42228-5B96-4A72-B268-C46DF994E6B7}" dt="2024-01-27T23:38:33.423" v="65925" actId="478"/>
          <ac:graphicFrameMkLst>
            <pc:docMk/>
            <pc:sldMk cId="2630279957" sldId="972"/>
            <ac:graphicFrameMk id="6" creationId="{E10D7AAA-B502-8DA3-002F-B8C0E7366111}"/>
          </ac:graphicFrameMkLst>
        </pc:graphicFrameChg>
        <pc:graphicFrameChg chg="add del mod">
          <ac:chgData name="Palit, Tapti" userId="dec6fbcd-7598-406a-8cbf-504d4a3bac15" providerId="ADAL" clId="{ECD42228-5B96-4A72-B268-C46DF994E6B7}" dt="2024-01-27T23:39:19.238" v="65937" actId="478"/>
          <ac:graphicFrameMkLst>
            <pc:docMk/>
            <pc:sldMk cId="2630279957" sldId="972"/>
            <ac:graphicFrameMk id="10" creationId="{023475FE-193B-A369-A413-2D8F26108178}"/>
          </ac:graphicFrameMkLst>
        </pc:graphicFrameChg>
        <pc:graphicFrameChg chg="add mod">
          <ac:chgData name="Palit, Tapti" userId="dec6fbcd-7598-406a-8cbf-504d4a3bac15" providerId="ADAL" clId="{ECD42228-5B96-4A72-B268-C46DF994E6B7}" dt="2024-02-11T20:08:08.475" v="112334"/>
          <ac:graphicFrameMkLst>
            <pc:docMk/>
            <pc:sldMk cId="2630279957" sldId="972"/>
            <ac:graphicFrameMk id="13" creationId="{8AD63073-F432-BE5C-FFCC-6F13270A901F}"/>
          </ac:graphicFrameMkLst>
        </pc:graphicFrameChg>
        <pc:picChg chg="mod">
          <ac:chgData name="Palit, Tapti" userId="dec6fbcd-7598-406a-8cbf-504d4a3bac15" providerId="ADAL" clId="{ECD42228-5B96-4A72-B268-C46DF994E6B7}" dt="2024-01-28T20:52:16.700" v="68610" actId="1076"/>
          <ac:picMkLst>
            <pc:docMk/>
            <pc:sldMk cId="2630279957" sldId="972"/>
            <ac:picMk id="4098" creationId="{1C635E98-D7B6-96F4-A673-D30997710178}"/>
          </ac:picMkLst>
        </pc:picChg>
      </pc:sldChg>
      <pc:sldChg chg="add del mod modShow">
        <pc:chgData name="Palit, Tapti" userId="dec6fbcd-7598-406a-8cbf-504d4a3bac15" providerId="ADAL" clId="{ECD42228-5B96-4A72-B268-C46DF994E6B7}" dt="2024-01-27T18:25:05.715" v="64368"/>
        <pc:sldMkLst>
          <pc:docMk/>
          <pc:sldMk cId="3375262507" sldId="972"/>
        </pc:sldMkLst>
      </pc:sldChg>
      <pc:sldChg chg="modSp add mod modNotesTx">
        <pc:chgData name="Palit, Tapti" userId="dec6fbcd-7598-406a-8cbf-504d4a3bac15" providerId="ADAL" clId="{ECD42228-5B96-4A72-B268-C46DF994E6B7}" dt="2024-01-25T05:49:23.145" v="52839" actId="20577"/>
        <pc:sldMkLst>
          <pc:docMk/>
          <pc:sldMk cId="1869962430" sldId="973"/>
        </pc:sldMkLst>
        <pc:spChg chg="mod">
          <ac:chgData name="Palit, Tapti" userId="dec6fbcd-7598-406a-8cbf-504d4a3bac15" providerId="ADAL" clId="{ECD42228-5B96-4A72-B268-C46DF994E6B7}" dt="2024-01-25T05:29:50.055" v="52030" actId="20577"/>
          <ac:spMkLst>
            <pc:docMk/>
            <pc:sldMk cId="1869962430" sldId="973"/>
            <ac:spMk id="3" creationId="{C2AC3463-E898-8385-593F-593DA4125E40}"/>
          </ac:spMkLst>
        </pc:spChg>
        <pc:spChg chg="mod">
          <ac:chgData name="Palit, Tapti" userId="dec6fbcd-7598-406a-8cbf-504d4a3bac15" providerId="ADAL" clId="{ECD42228-5B96-4A72-B268-C46DF994E6B7}" dt="2024-01-25T05:30:13.391" v="52125" actId="20577"/>
          <ac:spMkLst>
            <pc:docMk/>
            <pc:sldMk cId="1869962430" sldId="973"/>
            <ac:spMk id="14" creationId="{462D7690-4AF0-F4EE-E123-EE7F9CA22BD0}"/>
          </ac:spMkLst>
        </pc:spChg>
      </pc:sldChg>
      <pc:sldChg chg="addSp delSp modSp add mod delAnim modAnim modNotesTx">
        <pc:chgData name="Palit, Tapti" userId="dec6fbcd-7598-406a-8cbf-504d4a3bac15" providerId="ADAL" clId="{ECD42228-5B96-4A72-B268-C46DF994E6B7}" dt="2024-01-25T05:48:47.705" v="52838" actId="20577"/>
        <pc:sldMkLst>
          <pc:docMk/>
          <pc:sldMk cId="302348949" sldId="974"/>
        </pc:sldMkLst>
        <pc:spChg chg="mod">
          <ac:chgData name="Palit, Tapti" userId="dec6fbcd-7598-406a-8cbf-504d4a3bac15" providerId="ADAL" clId="{ECD42228-5B96-4A72-B268-C46DF994E6B7}" dt="2024-01-25T05:32:19.375" v="52211" actId="20577"/>
          <ac:spMkLst>
            <pc:docMk/>
            <pc:sldMk cId="302348949" sldId="974"/>
            <ac:spMk id="2" creationId="{40DFA5DC-A829-B052-17BC-8F0762F4FE5A}"/>
          </ac:spMkLst>
        </pc:spChg>
        <pc:spChg chg="add mod">
          <ac:chgData name="Palit, Tapti" userId="dec6fbcd-7598-406a-8cbf-504d4a3bac15" providerId="ADAL" clId="{ECD42228-5B96-4A72-B268-C46DF994E6B7}" dt="2024-01-25T05:32:30.287" v="52242" actId="20577"/>
          <ac:spMkLst>
            <pc:docMk/>
            <pc:sldMk cId="302348949" sldId="974"/>
            <ac:spMk id="5" creationId="{1B8C8A90-8005-319E-B0B6-9399CA218F2B}"/>
          </ac:spMkLst>
        </pc:spChg>
        <pc:spChg chg="del">
          <ac:chgData name="Palit, Tapti" userId="dec6fbcd-7598-406a-8cbf-504d4a3bac15" providerId="ADAL" clId="{ECD42228-5B96-4A72-B268-C46DF994E6B7}" dt="2024-01-25T05:32:09.365" v="52196" actId="478"/>
          <ac:spMkLst>
            <pc:docMk/>
            <pc:sldMk cId="302348949" sldId="974"/>
            <ac:spMk id="6" creationId="{735C9574-0EA7-E314-C35D-BFF3AF23E485}"/>
          </ac:spMkLst>
        </pc:spChg>
        <pc:picChg chg="del">
          <ac:chgData name="Palit, Tapti" userId="dec6fbcd-7598-406a-8cbf-504d4a3bac15" providerId="ADAL" clId="{ECD42228-5B96-4A72-B268-C46DF994E6B7}" dt="2024-01-25T05:32:02.682" v="52193" actId="478"/>
          <ac:picMkLst>
            <pc:docMk/>
            <pc:sldMk cId="302348949" sldId="974"/>
            <ac:picMk id="3" creationId="{8721059C-2FE0-C3F1-B108-094C2F7DB426}"/>
          </ac:picMkLst>
        </pc:picChg>
        <pc:picChg chg="mod">
          <ac:chgData name="Palit, Tapti" userId="dec6fbcd-7598-406a-8cbf-504d4a3bac15" providerId="ADAL" clId="{ECD42228-5B96-4A72-B268-C46DF994E6B7}" dt="2024-01-25T05:32:12.524" v="52197" actId="1076"/>
          <ac:picMkLst>
            <pc:docMk/>
            <pc:sldMk cId="302348949" sldId="974"/>
            <ac:picMk id="9" creationId="{423BC550-D685-85D9-ED2A-D7536C774E06}"/>
          </ac:picMkLst>
        </pc:picChg>
        <pc:picChg chg="mod">
          <ac:chgData name="Palit, Tapti" userId="dec6fbcd-7598-406a-8cbf-504d4a3bac15" providerId="ADAL" clId="{ECD42228-5B96-4A72-B268-C46DF994E6B7}" dt="2024-01-25T05:32:15.010" v="52198" actId="1076"/>
          <ac:picMkLst>
            <pc:docMk/>
            <pc:sldMk cId="302348949" sldId="974"/>
            <ac:picMk id="12290" creationId="{1EA27A63-C684-3E37-F662-0A23ACF930B4}"/>
          </ac:picMkLst>
        </pc:picChg>
      </pc:sldChg>
      <pc:sldChg chg="addSp modSp mod modAnim delCm modNotesTx">
        <pc:chgData name="Palit, Tapti" userId="dec6fbcd-7598-406a-8cbf-504d4a3bac15" providerId="ADAL" clId="{ECD42228-5B96-4A72-B268-C46DF994E6B7}" dt="2024-02-11T18:02:59.609" v="110972"/>
        <pc:sldMkLst>
          <pc:docMk/>
          <pc:sldMk cId="2119273101" sldId="974"/>
        </pc:sldMkLst>
        <pc:spChg chg="mod">
          <ac:chgData name="Palit, Tapti" userId="dec6fbcd-7598-406a-8cbf-504d4a3bac15" providerId="ADAL" clId="{ECD42228-5B96-4A72-B268-C46DF994E6B7}" dt="2024-02-09T00:18:24.392" v="101716" actId="20577"/>
          <ac:spMkLst>
            <pc:docMk/>
            <pc:sldMk cId="2119273101" sldId="974"/>
            <ac:spMk id="2" creationId="{40DFA5DC-A829-B052-17BC-8F0762F4FE5A}"/>
          </ac:spMkLst>
        </pc:spChg>
        <pc:spChg chg="mod">
          <ac:chgData name="Palit, Tapti" userId="dec6fbcd-7598-406a-8cbf-504d4a3bac15" providerId="ADAL" clId="{ECD42228-5B96-4A72-B268-C46DF994E6B7}" dt="2024-02-11T18:02:48.572" v="110969" actId="164"/>
          <ac:spMkLst>
            <pc:docMk/>
            <pc:sldMk cId="2119273101" sldId="974"/>
            <ac:spMk id="5" creationId="{1B8C8A90-8005-319E-B0B6-9399CA218F2B}"/>
          </ac:spMkLst>
        </pc:spChg>
        <pc:spChg chg="mod">
          <ac:chgData name="Palit, Tapti" userId="dec6fbcd-7598-406a-8cbf-504d4a3bac15" providerId="ADAL" clId="{ECD42228-5B96-4A72-B268-C46DF994E6B7}" dt="2024-01-26T15:58:57.358" v="61509" actId="5793"/>
          <ac:spMkLst>
            <pc:docMk/>
            <pc:sldMk cId="2119273101" sldId="974"/>
            <ac:spMk id="7" creationId="{BB113AE1-85FB-8DC6-BD35-D536DD77647B}"/>
          </ac:spMkLst>
        </pc:spChg>
        <pc:grpChg chg="add mod">
          <ac:chgData name="Palit, Tapti" userId="dec6fbcd-7598-406a-8cbf-504d4a3bac15" providerId="ADAL" clId="{ECD42228-5B96-4A72-B268-C46DF994E6B7}" dt="2024-02-11T18:02:48.572" v="110969" actId="164"/>
          <ac:grpSpMkLst>
            <pc:docMk/>
            <pc:sldMk cId="2119273101" sldId="974"/>
            <ac:grpSpMk id="4" creationId="{50B3DF3D-1384-5EBB-5D23-E84811B0122D}"/>
          </ac:grpSpMkLst>
        </pc:grpChg>
        <pc:picChg chg="mod">
          <ac:chgData name="Palit, Tapti" userId="dec6fbcd-7598-406a-8cbf-504d4a3bac15" providerId="ADAL" clId="{ECD42228-5B96-4A72-B268-C46DF994E6B7}" dt="2024-02-11T18:02:48.572" v="110969" actId="164"/>
          <ac:picMkLst>
            <pc:docMk/>
            <pc:sldMk cId="2119273101" sldId="974"/>
            <ac:picMk id="9" creationId="{423BC550-D685-85D9-ED2A-D7536C774E06}"/>
          </ac:picMkLst>
        </pc:picChg>
        <pc:picChg chg="mod">
          <ac:chgData name="Palit, Tapti" userId="dec6fbcd-7598-406a-8cbf-504d4a3bac15" providerId="ADAL" clId="{ECD42228-5B96-4A72-B268-C46DF994E6B7}" dt="2024-02-11T18:02:48.572" v="110969" actId="164"/>
          <ac:picMkLst>
            <pc:docMk/>
            <pc:sldMk cId="2119273101" sldId="974"/>
            <ac:picMk id="12290" creationId="{1EA27A63-C684-3E37-F662-0A23ACF930B4}"/>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9T04:52:23.619" v="104534"/>
              <pc2:cmMkLst xmlns:pc2="http://schemas.microsoft.com/office/powerpoint/2019/9/main/command">
                <pc:docMk/>
                <pc:sldMk cId="2119273101" sldId="974"/>
                <pc2:cmMk id="{F62F8916-D0E2-4F89-83C8-52F06C57AD9D}"/>
              </pc2:cmMkLst>
            </pc226:cmChg>
          </p:ext>
        </pc:extLst>
      </pc:sldChg>
      <pc:sldChg chg="delSp modSp add del mod ord modNotesTx">
        <pc:chgData name="Palit, Tapti" userId="dec6fbcd-7598-406a-8cbf-504d4a3bac15" providerId="ADAL" clId="{ECD42228-5B96-4A72-B268-C46DF994E6B7}" dt="2024-01-26T21:24:07.210" v="61900" actId="2696"/>
        <pc:sldMkLst>
          <pc:docMk/>
          <pc:sldMk cId="1066699698" sldId="975"/>
        </pc:sldMkLst>
        <pc:spChg chg="del">
          <ac:chgData name="Palit, Tapti" userId="dec6fbcd-7598-406a-8cbf-504d4a3bac15" providerId="ADAL" clId="{ECD42228-5B96-4A72-B268-C46DF994E6B7}" dt="2024-01-25T05:34:17.522" v="52258" actId="478"/>
          <ac:spMkLst>
            <pc:docMk/>
            <pc:sldMk cId="1066699698" sldId="975"/>
            <ac:spMk id="14" creationId="{27AB9375-19B9-3335-1C81-AAE7C1AA2B1E}"/>
          </ac:spMkLst>
        </pc:spChg>
        <pc:graphicFrameChg chg="modGraphic">
          <ac:chgData name="Palit, Tapti" userId="dec6fbcd-7598-406a-8cbf-504d4a3bac15" providerId="ADAL" clId="{ECD42228-5B96-4A72-B268-C46DF994E6B7}" dt="2024-01-25T05:34:32.049" v="52262" actId="207"/>
          <ac:graphicFrameMkLst>
            <pc:docMk/>
            <pc:sldMk cId="1066699698" sldId="975"/>
            <ac:graphicFrameMk id="13" creationId="{85666DB5-D78E-C0E9-3649-93E41B7F7755}"/>
          </ac:graphicFrameMkLst>
        </pc:graphicFrameChg>
      </pc:sldChg>
      <pc:sldChg chg="add del mod modShow">
        <pc:chgData name="Palit, Tapti" userId="dec6fbcd-7598-406a-8cbf-504d4a3bac15" providerId="ADAL" clId="{ECD42228-5B96-4A72-B268-C46DF994E6B7}" dt="2024-01-28T03:44:01.241" v="67437" actId="47"/>
        <pc:sldMkLst>
          <pc:docMk/>
          <pc:sldMk cId="2603839381" sldId="975"/>
        </pc:sldMkLst>
      </pc:sldChg>
      <pc:sldChg chg="del">
        <pc:chgData name="Palit, Tapti" userId="dec6fbcd-7598-406a-8cbf-504d4a3bac15" providerId="ADAL" clId="{ECD42228-5B96-4A72-B268-C46DF994E6B7}" dt="2024-01-28T03:44:01.241" v="67437" actId="47"/>
        <pc:sldMkLst>
          <pc:docMk/>
          <pc:sldMk cId="510541664" sldId="976"/>
        </pc:sldMkLst>
      </pc:sldChg>
      <pc:sldChg chg="addSp modSp new mod modAnim modNotesTx">
        <pc:chgData name="Palit, Tapti" userId="dec6fbcd-7598-406a-8cbf-504d4a3bac15" providerId="ADAL" clId="{ECD42228-5B96-4A72-B268-C46DF994E6B7}" dt="2024-01-25T13:47:04.841" v="58975" actId="20577"/>
        <pc:sldMkLst>
          <pc:docMk/>
          <pc:sldMk cId="1956623969" sldId="976"/>
        </pc:sldMkLst>
        <pc:spChg chg="mod">
          <ac:chgData name="Palit, Tapti" userId="dec6fbcd-7598-406a-8cbf-504d4a3bac15" providerId="ADAL" clId="{ECD42228-5B96-4A72-B268-C46DF994E6B7}" dt="2024-01-25T05:46:58.550" v="52665" actId="20577"/>
          <ac:spMkLst>
            <pc:docMk/>
            <pc:sldMk cId="1956623969" sldId="976"/>
            <ac:spMk id="2" creationId="{E470CC57-6C32-7825-9CCD-F4A192D3119F}"/>
          </ac:spMkLst>
        </pc:spChg>
        <pc:spChg chg="mod">
          <ac:chgData name="Palit, Tapti" userId="dec6fbcd-7598-406a-8cbf-504d4a3bac15" providerId="ADAL" clId="{ECD42228-5B96-4A72-B268-C46DF994E6B7}" dt="2024-01-25T05:43:30.095" v="52462" actId="20577"/>
          <ac:spMkLst>
            <pc:docMk/>
            <pc:sldMk cId="1956623969" sldId="976"/>
            <ac:spMk id="3" creationId="{E4A3937F-3571-5A5D-0101-49651F5C7D3F}"/>
          </ac:spMkLst>
        </pc:spChg>
        <pc:spChg chg="add mod">
          <ac:chgData name="Palit, Tapti" userId="dec6fbcd-7598-406a-8cbf-504d4a3bac15" providerId="ADAL" clId="{ECD42228-5B96-4A72-B268-C46DF994E6B7}" dt="2024-01-25T05:47:14.800" v="52666"/>
          <ac:spMkLst>
            <pc:docMk/>
            <pc:sldMk cId="1956623969" sldId="976"/>
            <ac:spMk id="5" creationId="{F5F324E9-714C-1CBF-1CCD-9A6C2AA76298}"/>
          </ac:spMkLst>
        </pc:spChg>
        <pc:spChg chg="add mod">
          <ac:chgData name="Palit, Tapti" userId="dec6fbcd-7598-406a-8cbf-504d4a3bac15" providerId="ADAL" clId="{ECD42228-5B96-4A72-B268-C46DF994E6B7}" dt="2024-01-25T06:06:27.105" v="53482" actId="14100"/>
          <ac:spMkLst>
            <pc:docMk/>
            <pc:sldMk cId="1956623969" sldId="976"/>
            <ac:spMk id="6" creationId="{18132DDA-DB08-4137-C62D-F1B586D0284D}"/>
          </ac:spMkLst>
        </pc:spChg>
        <pc:spChg chg="add mod">
          <ac:chgData name="Palit, Tapti" userId="dec6fbcd-7598-406a-8cbf-504d4a3bac15" providerId="ADAL" clId="{ECD42228-5B96-4A72-B268-C46DF994E6B7}" dt="2024-01-25T05:47:14.800" v="52666"/>
          <ac:spMkLst>
            <pc:docMk/>
            <pc:sldMk cId="1956623969" sldId="976"/>
            <ac:spMk id="8" creationId="{CD142230-6606-3059-9159-E801862B6AB2}"/>
          </ac:spMkLst>
        </pc:spChg>
        <pc:spChg chg="add mod">
          <ac:chgData name="Palit, Tapti" userId="dec6fbcd-7598-406a-8cbf-504d4a3bac15" providerId="ADAL" clId="{ECD42228-5B96-4A72-B268-C46DF994E6B7}" dt="2024-01-25T05:48:00.503" v="52778" actId="14100"/>
          <ac:spMkLst>
            <pc:docMk/>
            <pc:sldMk cId="1956623969" sldId="976"/>
            <ac:spMk id="9" creationId="{A0FEF42B-E7F8-3BFC-B50B-0179F150BFEA}"/>
          </ac:spMkLst>
        </pc:spChg>
        <pc:picChg chg="add mod">
          <ac:chgData name="Palit, Tapti" userId="dec6fbcd-7598-406a-8cbf-504d4a3bac15" providerId="ADAL" clId="{ECD42228-5B96-4A72-B268-C46DF994E6B7}" dt="2024-01-25T06:05:44.209" v="53476" actId="1076"/>
          <ac:picMkLst>
            <pc:docMk/>
            <pc:sldMk cId="1956623969" sldId="976"/>
            <ac:picMk id="10" creationId="{613987A6-F187-E522-A11D-DFEAB29D1236}"/>
          </ac:picMkLst>
        </pc:picChg>
        <pc:cxnChg chg="add mod">
          <ac:chgData name="Palit, Tapti" userId="dec6fbcd-7598-406a-8cbf-504d4a3bac15" providerId="ADAL" clId="{ECD42228-5B96-4A72-B268-C46DF994E6B7}" dt="2024-01-25T06:06:24.680" v="53481" actId="14100"/>
          <ac:cxnSpMkLst>
            <pc:docMk/>
            <pc:sldMk cId="1956623969" sldId="976"/>
            <ac:cxnSpMk id="7" creationId="{BC8EB2D9-0A72-0953-FC3C-1ECB90465A56}"/>
          </ac:cxnSpMkLst>
        </pc:cxnChg>
      </pc:sldChg>
      <pc:sldChg chg="del">
        <pc:chgData name="Palit, Tapti" userId="dec6fbcd-7598-406a-8cbf-504d4a3bac15" providerId="ADAL" clId="{ECD42228-5B96-4A72-B268-C46DF994E6B7}" dt="2024-01-28T03:44:01.241" v="67437" actId="47"/>
        <pc:sldMkLst>
          <pc:docMk/>
          <pc:sldMk cId="733332210" sldId="977"/>
        </pc:sldMkLst>
      </pc:sldChg>
      <pc:sldChg chg="addSp modSp add mod modNotesTx">
        <pc:chgData name="Palit, Tapti" userId="dec6fbcd-7598-406a-8cbf-504d4a3bac15" providerId="ADAL" clId="{ECD42228-5B96-4A72-B268-C46DF994E6B7}" dt="2024-01-25T06:45:49.765" v="55195" actId="20577"/>
        <pc:sldMkLst>
          <pc:docMk/>
          <pc:sldMk cId="4084256559" sldId="977"/>
        </pc:sldMkLst>
        <pc:spChg chg="add mod">
          <ac:chgData name="Palit, Tapti" userId="dec6fbcd-7598-406a-8cbf-504d4a3bac15" providerId="ADAL" clId="{ECD42228-5B96-4A72-B268-C46DF994E6B7}" dt="2024-01-25T05:46:22.858" v="52575" actId="20577"/>
          <ac:spMkLst>
            <pc:docMk/>
            <pc:sldMk cId="4084256559" sldId="977"/>
            <ac:spMk id="2" creationId="{EE41A3F6-A059-08E1-507C-E5B0F383CFCE}"/>
          </ac:spMkLst>
        </pc:spChg>
        <pc:spChg chg="mod">
          <ac:chgData name="Palit, Tapti" userId="dec6fbcd-7598-406a-8cbf-504d4a3bac15" providerId="ADAL" clId="{ECD42228-5B96-4A72-B268-C46DF994E6B7}" dt="2024-01-25T06:45:49.765" v="55195" actId="20577"/>
          <ac:spMkLst>
            <pc:docMk/>
            <pc:sldMk cId="4084256559" sldId="977"/>
            <ac:spMk id="3" creationId="{5355D09F-07D4-C48B-61E0-110907923520}"/>
          </ac:spMkLst>
        </pc:spChg>
      </pc:sldChg>
      <pc:sldChg chg="del">
        <pc:chgData name="Palit, Tapti" userId="dec6fbcd-7598-406a-8cbf-504d4a3bac15" providerId="ADAL" clId="{ECD42228-5B96-4A72-B268-C46DF994E6B7}" dt="2024-01-28T03:44:01.241" v="67437" actId="47"/>
        <pc:sldMkLst>
          <pc:docMk/>
          <pc:sldMk cId="2574414512" sldId="978"/>
        </pc:sldMkLst>
      </pc:sldChg>
      <pc:sldChg chg="addSp delSp modSp new mod modClrScheme chgLayout modNotesTx">
        <pc:chgData name="Palit, Tapti" userId="dec6fbcd-7598-406a-8cbf-504d4a3bac15" providerId="ADAL" clId="{ECD42228-5B96-4A72-B268-C46DF994E6B7}" dt="2024-01-25T13:19:43.025" v="58332" actId="20577"/>
        <pc:sldMkLst>
          <pc:docMk/>
          <pc:sldMk cId="3270966025" sldId="978"/>
        </pc:sldMkLst>
        <pc:spChg chg="del">
          <ac:chgData name="Palit, Tapti" userId="dec6fbcd-7598-406a-8cbf-504d4a3bac15" providerId="ADAL" clId="{ECD42228-5B96-4A72-B268-C46DF994E6B7}" dt="2024-01-25T05:49:41.332" v="52841" actId="700"/>
          <ac:spMkLst>
            <pc:docMk/>
            <pc:sldMk cId="3270966025" sldId="978"/>
            <ac:spMk id="2" creationId="{46855B2B-CE59-F31D-D6EA-45D78CED99F6}"/>
          </ac:spMkLst>
        </pc:spChg>
        <pc:spChg chg="del mod ord">
          <ac:chgData name="Palit, Tapti" userId="dec6fbcd-7598-406a-8cbf-504d4a3bac15" providerId="ADAL" clId="{ECD42228-5B96-4A72-B268-C46DF994E6B7}" dt="2024-01-25T05:49:41.332" v="52841" actId="700"/>
          <ac:spMkLst>
            <pc:docMk/>
            <pc:sldMk cId="3270966025" sldId="978"/>
            <ac:spMk id="3" creationId="{BE3583C2-EB91-610B-6DD6-BAA704B62B90}"/>
          </ac:spMkLst>
        </pc:spChg>
        <pc:spChg chg="mod ord">
          <ac:chgData name="Palit, Tapti" userId="dec6fbcd-7598-406a-8cbf-504d4a3bac15" providerId="ADAL" clId="{ECD42228-5B96-4A72-B268-C46DF994E6B7}" dt="2024-01-25T05:49:41.332" v="52841" actId="700"/>
          <ac:spMkLst>
            <pc:docMk/>
            <pc:sldMk cId="3270966025" sldId="978"/>
            <ac:spMk id="4" creationId="{BD344589-E6B3-28AF-3028-8F8655B92597}"/>
          </ac:spMkLst>
        </pc:spChg>
        <pc:spChg chg="del">
          <ac:chgData name="Palit, Tapti" userId="dec6fbcd-7598-406a-8cbf-504d4a3bac15" providerId="ADAL" clId="{ECD42228-5B96-4A72-B268-C46DF994E6B7}" dt="2024-01-25T05:49:41.332" v="52841" actId="700"/>
          <ac:spMkLst>
            <pc:docMk/>
            <pc:sldMk cId="3270966025" sldId="978"/>
            <ac:spMk id="5" creationId="{56911EC5-6D6B-A60C-360F-A565466E0192}"/>
          </ac:spMkLst>
        </pc:spChg>
        <pc:spChg chg="add mod ord">
          <ac:chgData name="Palit, Tapti" userId="dec6fbcd-7598-406a-8cbf-504d4a3bac15" providerId="ADAL" clId="{ECD42228-5B96-4A72-B268-C46DF994E6B7}" dt="2024-01-25T13:19:43.025" v="58332" actId="20577"/>
          <ac:spMkLst>
            <pc:docMk/>
            <pc:sldMk cId="3270966025" sldId="978"/>
            <ac:spMk id="6" creationId="{A9BDB459-6E9A-B708-AD32-81C9E500B6C8}"/>
          </ac:spMkLst>
        </pc:spChg>
      </pc:sldChg>
      <pc:sldChg chg="modSp add mod">
        <pc:chgData name="Palit, Tapti" userId="dec6fbcd-7598-406a-8cbf-504d4a3bac15" providerId="ADAL" clId="{ECD42228-5B96-4A72-B268-C46DF994E6B7}" dt="2024-01-25T13:57:32.663" v="59122" actId="20577"/>
        <pc:sldMkLst>
          <pc:docMk/>
          <pc:sldMk cId="224267784" sldId="979"/>
        </pc:sldMkLst>
        <pc:spChg chg="mod">
          <ac:chgData name="Palit, Tapti" userId="dec6fbcd-7598-406a-8cbf-504d4a3bac15" providerId="ADAL" clId="{ECD42228-5B96-4A72-B268-C46DF994E6B7}" dt="2024-01-25T13:57:32.663" v="59122" actId="20577"/>
          <ac:spMkLst>
            <pc:docMk/>
            <pc:sldMk cId="224267784" sldId="979"/>
            <ac:spMk id="3" creationId="{0F8FF57D-D875-4CA5-B98A-04F4C751036F}"/>
          </ac:spMkLst>
        </pc:spChg>
        <pc:spChg chg="mod">
          <ac:chgData name="Palit, Tapti" userId="dec6fbcd-7598-406a-8cbf-504d4a3bac15" providerId="ADAL" clId="{ECD42228-5B96-4A72-B268-C46DF994E6B7}" dt="2024-01-25T06:15:25.020" v="53733" actId="20577"/>
          <ac:spMkLst>
            <pc:docMk/>
            <pc:sldMk cId="224267784" sldId="979"/>
            <ac:spMk id="5" creationId="{86FADD99-6071-9343-BD21-FF17E57C884E}"/>
          </ac:spMkLst>
        </pc:spChg>
        <pc:graphicFrameChg chg="modGraphic">
          <ac:chgData name="Palit, Tapti" userId="dec6fbcd-7598-406a-8cbf-504d4a3bac15" providerId="ADAL" clId="{ECD42228-5B96-4A72-B268-C46DF994E6B7}" dt="2024-01-25T05:58:31.019" v="53165" actId="207"/>
          <ac:graphicFrameMkLst>
            <pc:docMk/>
            <pc:sldMk cId="224267784" sldId="979"/>
            <ac:graphicFrameMk id="6" creationId="{82D73C16-A132-AF74-FA7D-FADD1D52DEC4}"/>
          </ac:graphicFrameMkLst>
        </pc:graphicFrameChg>
      </pc:sldChg>
      <pc:sldChg chg="addSp modSp del">
        <pc:chgData name="Palit, Tapti" userId="dec6fbcd-7598-406a-8cbf-504d4a3bac15" providerId="ADAL" clId="{ECD42228-5B96-4A72-B268-C46DF994E6B7}" dt="2024-01-30T03:36:56.032" v="85536" actId="2696"/>
        <pc:sldMkLst>
          <pc:docMk/>
          <pc:sldMk cId="971250150" sldId="979"/>
        </pc:sldMkLst>
        <pc:spChg chg="add mod">
          <ac:chgData name="Palit, Tapti" userId="dec6fbcd-7598-406a-8cbf-504d4a3bac15" providerId="ADAL" clId="{ECD42228-5B96-4A72-B268-C46DF994E6B7}" dt="2024-01-27T22:11:41.051" v="65630"/>
          <ac:spMkLst>
            <pc:docMk/>
            <pc:sldMk cId="971250150" sldId="979"/>
            <ac:spMk id="7" creationId="{B359689D-6642-3201-D192-710587634AEA}"/>
          </ac:spMkLst>
        </pc:spChg>
      </pc:sldChg>
      <pc:sldChg chg="add mod modShow">
        <pc:chgData name="Palit, Tapti" userId="dec6fbcd-7598-406a-8cbf-504d4a3bac15" providerId="ADAL" clId="{ECD42228-5B96-4A72-B268-C46DF994E6B7}" dt="2024-01-30T03:37:02.708" v="85538" actId="729"/>
        <pc:sldMkLst>
          <pc:docMk/>
          <pc:sldMk cId="2950618884" sldId="979"/>
        </pc:sldMkLst>
      </pc:sldChg>
      <pc:sldChg chg="add mod modShow">
        <pc:chgData name="Palit, Tapti" userId="dec6fbcd-7598-406a-8cbf-504d4a3bac15" providerId="ADAL" clId="{ECD42228-5B96-4A72-B268-C46DF994E6B7}" dt="2024-01-30T03:37:02.708" v="85538" actId="729"/>
        <pc:sldMkLst>
          <pc:docMk/>
          <pc:sldMk cId="258627336" sldId="980"/>
        </pc:sldMkLst>
      </pc:sldChg>
      <pc:sldChg chg="addSp delSp modSp add mod modNotesTx">
        <pc:chgData name="Palit, Tapti" userId="dec6fbcd-7598-406a-8cbf-504d4a3bac15" providerId="ADAL" clId="{ECD42228-5B96-4A72-B268-C46DF994E6B7}" dt="2024-01-25T13:57:38.208" v="59124" actId="20577"/>
        <pc:sldMkLst>
          <pc:docMk/>
          <pc:sldMk cId="2034994246" sldId="980"/>
        </pc:sldMkLst>
        <pc:spChg chg="mod">
          <ac:chgData name="Palit, Tapti" userId="dec6fbcd-7598-406a-8cbf-504d4a3bac15" providerId="ADAL" clId="{ECD42228-5B96-4A72-B268-C46DF994E6B7}" dt="2024-01-25T13:57:38.208" v="59124" actId="20577"/>
          <ac:spMkLst>
            <pc:docMk/>
            <pc:sldMk cId="2034994246" sldId="980"/>
            <ac:spMk id="3" creationId="{0F8FF57D-D875-4CA5-B98A-04F4C751036F}"/>
          </ac:spMkLst>
        </pc:spChg>
        <pc:spChg chg="mod">
          <ac:chgData name="Palit, Tapti" userId="dec6fbcd-7598-406a-8cbf-504d4a3bac15" providerId="ADAL" clId="{ECD42228-5B96-4A72-B268-C46DF994E6B7}" dt="2024-01-25T06:15:28.859" v="53735" actId="20577"/>
          <ac:spMkLst>
            <pc:docMk/>
            <pc:sldMk cId="2034994246" sldId="980"/>
            <ac:spMk id="5" creationId="{86FADD99-6071-9343-BD21-FF17E57C884E}"/>
          </ac:spMkLst>
        </pc:spChg>
        <pc:spChg chg="add del mod">
          <ac:chgData name="Palit, Tapti" userId="dec6fbcd-7598-406a-8cbf-504d4a3bac15" providerId="ADAL" clId="{ECD42228-5B96-4A72-B268-C46DF994E6B7}" dt="2024-01-25T06:13:44.921" v="53687" actId="478"/>
          <ac:spMkLst>
            <pc:docMk/>
            <pc:sldMk cId="2034994246" sldId="980"/>
            <ac:spMk id="7" creationId="{286F2121-3590-F102-13BD-3544B4188B20}"/>
          </ac:spMkLst>
        </pc:spChg>
        <pc:spChg chg="add mod">
          <ac:chgData name="Palit, Tapti" userId="dec6fbcd-7598-406a-8cbf-504d4a3bac15" providerId="ADAL" clId="{ECD42228-5B96-4A72-B268-C46DF994E6B7}" dt="2024-01-25T06:14:26.992" v="53703" actId="14100"/>
          <ac:spMkLst>
            <pc:docMk/>
            <pc:sldMk cId="2034994246" sldId="980"/>
            <ac:spMk id="8" creationId="{F3A2AE12-6D25-896E-FC81-48F05AEFCF6E}"/>
          </ac:spMkLst>
        </pc:spChg>
        <pc:graphicFrameChg chg="modGraphic">
          <ac:chgData name="Palit, Tapti" userId="dec6fbcd-7598-406a-8cbf-504d4a3bac15" providerId="ADAL" clId="{ECD42228-5B96-4A72-B268-C46DF994E6B7}" dt="2024-01-25T06:14:07.218" v="53697" actId="207"/>
          <ac:graphicFrameMkLst>
            <pc:docMk/>
            <pc:sldMk cId="2034994246" sldId="980"/>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3981404457" sldId="980"/>
        </pc:sldMkLst>
        <pc:spChg chg="add mod">
          <ac:chgData name="Palit, Tapti" userId="dec6fbcd-7598-406a-8cbf-504d4a3bac15" providerId="ADAL" clId="{ECD42228-5B96-4A72-B268-C46DF994E6B7}" dt="2024-01-27T22:11:42.744" v="65631"/>
          <ac:spMkLst>
            <pc:docMk/>
            <pc:sldMk cId="3981404457" sldId="980"/>
            <ac:spMk id="7" creationId="{CB9369D6-14B9-D447-5A74-B71C278600AC}"/>
          </ac:spMkLst>
        </pc:spChg>
      </pc:sldChg>
      <pc:sldChg chg="add mod modShow">
        <pc:chgData name="Palit, Tapti" userId="dec6fbcd-7598-406a-8cbf-504d4a3bac15" providerId="ADAL" clId="{ECD42228-5B96-4A72-B268-C46DF994E6B7}" dt="2024-01-30T03:37:02.708" v="85538" actId="729"/>
        <pc:sldMkLst>
          <pc:docMk/>
          <pc:sldMk cId="450628620" sldId="981"/>
        </pc:sldMkLst>
      </pc:sldChg>
      <pc:sldChg chg="new del">
        <pc:chgData name="Palit, Tapti" userId="dec6fbcd-7598-406a-8cbf-504d4a3bac15" providerId="ADAL" clId="{ECD42228-5B96-4A72-B268-C46DF994E6B7}" dt="2024-01-25T06:14:46.694" v="53706" actId="47"/>
        <pc:sldMkLst>
          <pc:docMk/>
          <pc:sldMk cId="1181139589" sldId="981"/>
        </pc:sldMkLst>
      </pc:sldChg>
      <pc:sldChg chg="modSp add del mod">
        <pc:chgData name="Palit, Tapti" userId="dec6fbcd-7598-406a-8cbf-504d4a3bac15" providerId="ADAL" clId="{ECD42228-5B96-4A72-B268-C46DF994E6B7}" dt="2024-01-25T06:14:41.732" v="53704" actId="47"/>
        <pc:sldMkLst>
          <pc:docMk/>
          <pc:sldMk cId="1270775866" sldId="981"/>
        </pc:sldMkLst>
        <pc:graphicFrameChg chg="modGraphic">
          <ac:chgData name="Palit, Tapti" userId="dec6fbcd-7598-406a-8cbf-504d4a3bac15" providerId="ADAL" clId="{ECD42228-5B96-4A72-B268-C46DF994E6B7}" dt="2024-01-25T06:02:37.146" v="53420" actId="207"/>
          <ac:graphicFrameMkLst>
            <pc:docMk/>
            <pc:sldMk cId="1270775866" sldId="981"/>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1391431205" sldId="981"/>
        </pc:sldMkLst>
        <pc:spChg chg="add mod">
          <ac:chgData name="Palit, Tapti" userId="dec6fbcd-7598-406a-8cbf-504d4a3bac15" providerId="ADAL" clId="{ECD42228-5B96-4A72-B268-C46DF994E6B7}" dt="2024-01-27T22:11:44.335" v="65632"/>
          <ac:spMkLst>
            <pc:docMk/>
            <pc:sldMk cId="1391431205" sldId="981"/>
            <ac:spMk id="7" creationId="{D4D8667D-D0AC-63D8-F653-07E6AD3D4D00}"/>
          </ac:spMkLst>
        </pc:spChg>
      </pc:sldChg>
      <pc:sldChg chg="modSp add mod modNotesTx">
        <pc:chgData name="Palit, Tapti" userId="dec6fbcd-7598-406a-8cbf-504d4a3bac15" providerId="ADAL" clId="{ECD42228-5B96-4A72-B268-C46DF994E6B7}" dt="2024-01-25T13:57:47.686" v="59126" actId="20577"/>
        <pc:sldMkLst>
          <pc:docMk/>
          <pc:sldMk cId="1548203207" sldId="981"/>
        </pc:sldMkLst>
        <pc:spChg chg="mod">
          <ac:chgData name="Palit, Tapti" userId="dec6fbcd-7598-406a-8cbf-504d4a3bac15" providerId="ADAL" clId="{ECD42228-5B96-4A72-B268-C46DF994E6B7}" dt="2024-01-25T13:57:47.686" v="59126" actId="20577"/>
          <ac:spMkLst>
            <pc:docMk/>
            <pc:sldMk cId="1548203207" sldId="981"/>
            <ac:spMk id="3" creationId="{0F8FF57D-D875-4CA5-B98A-04F4C751036F}"/>
          </ac:spMkLst>
        </pc:spChg>
        <pc:spChg chg="mod">
          <ac:chgData name="Palit, Tapti" userId="dec6fbcd-7598-406a-8cbf-504d4a3bac15" providerId="ADAL" clId="{ECD42228-5B96-4A72-B268-C46DF994E6B7}" dt="2024-01-25T06:15:15.577" v="53729" actId="20577"/>
          <ac:spMkLst>
            <pc:docMk/>
            <pc:sldMk cId="1548203207" sldId="981"/>
            <ac:spMk id="5" creationId="{86FADD99-6071-9343-BD21-FF17E57C884E}"/>
          </ac:spMkLst>
        </pc:spChg>
        <pc:graphicFrameChg chg="modGraphic">
          <ac:chgData name="Palit, Tapti" userId="dec6fbcd-7598-406a-8cbf-504d4a3bac15" providerId="ADAL" clId="{ECD42228-5B96-4A72-B268-C46DF994E6B7}" dt="2024-01-25T06:17:09.603" v="53874" actId="207"/>
          <ac:graphicFrameMkLst>
            <pc:docMk/>
            <pc:sldMk cId="1548203207" sldId="981"/>
            <ac:graphicFrameMk id="6" creationId="{82D73C16-A132-AF74-FA7D-FADD1D52DEC4}"/>
          </ac:graphicFrameMkLst>
        </pc:graphicFrameChg>
      </pc:sldChg>
      <pc:sldChg chg="delSp modSp add del mod">
        <pc:chgData name="Palit, Tapti" userId="dec6fbcd-7598-406a-8cbf-504d4a3bac15" providerId="ADAL" clId="{ECD42228-5B96-4A72-B268-C46DF994E6B7}" dt="2024-01-25T06:14:41.732" v="53704" actId="47"/>
        <pc:sldMkLst>
          <pc:docMk/>
          <pc:sldMk cId="339348264" sldId="982"/>
        </pc:sldMkLst>
        <pc:spChg chg="mod">
          <ac:chgData name="Palit, Tapti" userId="dec6fbcd-7598-406a-8cbf-504d4a3bac15" providerId="ADAL" clId="{ECD42228-5B96-4A72-B268-C46DF994E6B7}" dt="2024-01-25T06:12:07.421" v="53685" actId="20577"/>
          <ac:spMkLst>
            <pc:docMk/>
            <pc:sldMk cId="339348264" sldId="982"/>
            <ac:spMk id="3" creationId="{0F8FF57D-D875-4CA5-B98A-04F4C751036F}"/>
          </ac:spMkLst>
        </pc:spChg>
        <pc:spChg chg="del">
          <ac:chgData name="Palit, Tapti" userId="dec6fbcd-7598-406a-8cbf-504d4a3bac15" providerId="ADAL" clId="{ECD42228-5B96-4A72-B268-C46DF994E6B7}" dt="2024-01-25T06:12:47.131" v="53686" actId="478"/>
          <ac:spMkLst>
            <pc:docMk/>
            <pc:sldMk cId="339348264" sldId="982"/>
            <ac:spMk id="7" creationId="{286F2121-3590-F102-13BD-3544B4188B20}"/>
          </ac:spMkLst>
        </pc:spChg>
      </pc:sldChg>
      <pc:sldChg chg="add mod modShow">
        <pc:chgData name="Palit, Tapti" userId="dec6fbcd-7598-406a-8cbf-504d4a3bac15" providerId="ADAL" clId="{ECD42228-5B96-4A72-B268-C46DF994E6B7}" dt="2024-01-30T03:37:02.708" v="85538" actId="729"/>
        <pc:sldMkLst>
          <pc:docMk/>
          <pc:sldMk cId="2680983213" sldId="982"/>
        </pc:sldMkLst>
      </pc:sldChg>
      <pc:sldChg chg="addSp delSp modSp del mod modClrScheme chgLayout modNotesTx">
        <pc:chgData name="Palit, Tapti" userId="dec6fbcd-7598-406a-8cbf-504d4a3bac15" providerId="ADAL" clId="{ECD42228-5B96-4A72-B268-C46DF994E6B7}" dt="2024-01-30T03:36:56.032" v="85536" actId="2696"/>
        <pc:sldMkLst>
          <pc:docMk/>
          <pc:sldMk cId="2963118441" sldId="982"/>
        </pc:sldMkLst>
        <pc:spChg chg="del mod ord">
          <ac:chgData name="Palit, Tapti" userId="dec6fbcd-7598-406a-8cbf-504d4a3bac15" providerId="ADAL" clId="{ECD42228-5B96-4A72-B268-C46DF994E6B7}" dt="2024-01-29T16:01:46.220" v="79718" actId="700"/>
          <ac:spMkLst>
            <pc:docMk/>
            <pc:sldMk cId="2963118441" sldId="982"/>
            <ac:spMk id="2" creationId="{B0D8DC43-0EAB-77CF-C302-345764FC2497}"/>
          </ac:spMkLst>
        </pc:spChg>
        <pc:spChg chg="mod ord">
          <ac:chgData name="Palit, Tapti" userId="dec6fbcd-7598-406a-8cbf-504d4a3bac15" providerId="ADAL" clId="{ECD42228-5B96-4A72-B268-C46DF994E6B7}" dt="2024-01-29T16:01:46.220" v="79718" actId="700"/>
          <ac:spMkLst>
            <pc:docMk/>
            <pc:sldMk cId="2963118441" sldId="982"/>
            <ac:spMk id="3" creationId="{0F8FF57D-D875-4CA5-B98A-04F4C751036F}"/>
          </ac:spMkLst>
        </pc:spChg>
        <pc:spChg chg="mod ord">
          <ac:chgData name="Palit, Tapti" userId="dec6fbcd-7598-406a-8cbf-504d4a3bac15" providerId="ADAL" clId="{ECD42228-5B96-4A72-B268-C46DF994E6B7}" dt="2024-01-29T16:01:46.220" v="79718" actId="700"/>
          <ac:spMkLst>
            <pc:docMk/>
            <pc:sldMk cId="2963118441" sldId="982"/>
            <ac:spMk id="4" creationId="{2DEA5A56-8434-DA40-4D8A-E89B5235768A}"/>
          </ac:spMkLst>
        </pc:spChg>
        <pc:spChg chg="add mod">
          <ac:chgData name="Palit, Tapti" userId="dec6fbcd-7598-406a-8cbf-504d4a3bac15" providerId="ADAL" clId="{ECD42228-5B96-4A72-B268-C46DF994E6B7}" dt="2024-01-27T22:11:46.131" v="65633"/>
          <ac:spMkLst>
            <pc:docMk/>
            <pc:sldMk cId="2963118441" sldId="982"/>
            <ac:spMk id="7" creationId="{1E48C82D-4BE3-6F6D-0D1E-C2AD940639B4}"/>
          </ac:spMkLst>
        </pc:spChg>
        <pc:spChg chg="add mod ord">
          <ac:chgData name="Palit, Tapti" userId="dec6fbcd-7598-406a-8cbf-504d4a3bac15" providerId="ADAL" clId="{ECD42228-5B96-4A72-B268-C46DF994E6B7}" dt="2024-01-29T16:01:46.220" v="79718" actId="700"/>
          <ac:spMkLst>
            <pc:docMk/>
            <pc:sldMk cId="2963118441" sldId="982"/>
            <ac:spMk id="8" creationId="{1AF591E0-9489-B817-E377-AC8C077F726E}"/>
          </ac:spMkLst>
        </pc:spChg>
        <pc:spChg chg="add mod ord">
          <ac:chgData name="Palit, Tapti" userId="dec6fbcd-7598-406a-8cbf-504d4a3bac15" providerId="ADAL" clId="{ECD42228-5B96-4A72-B268-C46DF994E6B7}" dt="2024-01-29T16:02:02.678" v="79807" actId="20577"/>
          <ac:spMkLst>
            <pc:docMk/>
            <pc:sldMk cId="2963118441" sldId="982"/>
            <ac:spMk id="9" creationId="{AB731D8C-17FD-97BD-E945-79CDFBCD18CA}"/>
          </ac:spMkLst>
        </pc:spChg>
        <pc:spChg chg="mod">
          <ac:chgData name="Palit, Tapti" userId="dec6fbcd-7598-406a-8cbf-504d4a3bac15" providerId="ADAL" clId="{ECD42228-5B96-4A72-B268-C46DF994E6B7}" dt="2024-01-28T22:02:34.789" v="69552" actId="1076"/>
          <ac:spMkLst>
            <pc:docMk/>
            <pc:sldMk cId="2963118441" sldId="982"/>
            <ac:spMk id="15" creationId="{32FA6CCA-EBC6-7744-3ABC-AE4D9F7F6C44}"/>
          </ac:spMkLst>
        </pc:spChg>
      </pc:sldChg>
      <pc:sldChg chg="addSp delSp modSp add mod modNotesTx">
        <pc:chgData name="Palit, Tapti" userId="dec6fbcd-7598-406a-8cbf-504d4a3bac15" providerId="ADAL" clId="{ECD42228-5B96-4A72-B268-C46DF994E6B7}" dt="2024-01-25T06:34:34.206" v="54479" actId="20577"/>
        <pc:sldMkLst>
          <pc:docMk/>
          <pc:sldMk cId="4105496273" sldId="982"/>
        </pc:sldMkLst>
        <pc:spChg chg="mod">
          <ac:chgData name="Palit, Tapti" userId="dec6fbcd-7598-406a-8cbf-504d4a3bac15" providerId="ADAL" clId="{ECD42228-5B96-4A72-B268-C46DF994E6B7}" dt="2024-01-25T06:22:51.359" v="54089"/>
          <ac:spMkLst>
            <pc:docMk/>
            <pc:sldMk cId="4105496273" sldId="982"/>
            <ac:spMk id="3" creationId="{0F8FF57D-D875-4CA5-B98A-04F4C751036F}"/>
          </ac:spMkLst>
        </pc:spChg>
        <pc:spChg chg="add del mod">
          <ac:chgData name="Palit, Tapti" userId="dec6fbcd-7598-406a-8cbf-504d4a3bac15" providerId="ADAL" clId="{ECD42228-5B96-4A72-B268-C46DF994E6B7}" dt="2024-01-25T06:18:50.983" v="54028" actId="478"/>
          <ac:spMkLst>
            <pc:docMk/>
            <pc:sldMk cId="4105496273" sldId="982"/>
            <ac:spMk id="7" creationId="{B488B9EF-BA32-D544-BE6E-85D8F99BF97D}"/>
          </ac:spMkLst>
        </pc:spChg>
        <pc:spChg chg="del">
          <ac:chgData name="Palit, Tapti" userId="dec6fbcd-7598-406a-8cbf-504d4a3bac15" providerId="ADAL" clId="{ECD42228-5B96-4A72-B268-C46DF994E6B7}" dt="2024-01-25T06:18:04.592" v="54019" actId="478"/>
          <ac:spMkLst>
            <pc:docMk/>
            <pc:sldMk cId="4105496273" sldId="982"/>
            <ac:spMk id="8" creationId="{F3A2AE12-6D25-896E-FC81-48F05AEFCF6E}"/>
          </ac:spMkLst>
        </pc:spChg>
        <pc:spChg chg="add del mod">
          <ac:chgData name="Palit, Tapti" userId="dec6fbcd-7598-406a-8cbf-504d4a3bac15" providerId="ADAL" clId="{ECD42228-5B96-4A72-B268-C46DF994E6B7}" dt="2024-01-25T06:18:48.166" v="54027" actId="478"/>
          <ac:spMkLst>
            <pc:docMk/>
            <pc:sldMk cId="4105496273" sldId="982"/>
            <ac:spMk id="9" creationId="{A7D39BDA-2BF0-D338-DE71-00E5DA6CB47E}"/>
          </ac:spMkLst>
        </pc:spChg>
        <pc:spChg chg="add mod">
          <ac:chgData name="Palit, Tapti" userId="dec6fbcd-7598-406a-8cbf-504d4a3bac15" providerId="ADAL" clId="{ECD42228-5B96-4A72-B268-C46DF994E6B7}" dt="2024-01-25T06:19:10.343" v="54047"/>
          <ac:spMkLst>
            <pc:docMk/>
            <pc:sldMk cId="4105496273" sldId="982"/>
            <ac:spMk id="12" creationId="{78C0FFFA-8E71-4DFE-CF39-E1F27D2DCF75}"/>
          </ac:spMkLst>
        </pc:spChg>
        <pc:spChg chg="add mod">
          <ac:chgData name="Palit, Tapti" userId="dec6fbcd-7598-406a-8cbf-504d4a3bac15" providerId="ADAL" clId="{ECD42228-5B96-4A72-B268-C46DF994E6B7}" dt="2024-01-25T06:27:00.800" v="54255" actId="1076"/>
          <ac:spMkLst>
            <pc:docMk/>
            <pc:sldMk cId="4105496273" sldId="982"/>
            <ac:spMk id="15" creationId="{32FA6CCA-EBC6-7744-3ABC-AE4D9F7F6C44}"/>
          </ac:spMkLst>
        </pc:spChg>
        <pc:spChg chg="add mod">
          <ac:chgData name="Palit, Tapti" userId="dec6fbcd-7598-406a-8cbf-504d4a3bac15" providerId="ADAL" clId="{ECD42228-5B96-4A72-B268-C46DF994E6B7}" dt="2024-01-25T06:29:18.384" v="54352" actId="20577"/>
          <ac:spMkLst>
            <pc:docMk/>
            <pc:sldMk cId="4105496273" sldId="982"/>
            <ac:spMk id="16" creationId="{51BF74E4-3201-6DEA-874E-2FDB05660161}"/>
          </ac:spMkLst>
        </pc:spChg>
        <pc:cxnChg chg="add mod">
          <ac:chgData name="Palit, Tapti" userId="dec6fbcd-7598-406a-8cbf-504d4a3bac15" providerId="ADAL" clId="{ECD42228-5B96-4A72-B268-C46DF994E6B7}" dt="2024-01-25T06:19:17.167" v="54049" actId="14100"/>
          <ac:cxnSpMkLst>
            <pc:docMk/>
            <pc:sldMk cId="4105496273" sldId="982"/>
            <ac:cxnSpMk id="11" creationId="{0F9989DF-883D-06E6-5381-B1AC1A9C7FA6}"/>
          </ac:cxnSpMkLst>
        </pc:cxnChg>
        <pc:cxnChg chg="add del mod">
          <ac:chgData name="Palit, Tapti" userId="dec6fbcd-7598-406a-8cbf-504d4a3bac15" providerId="ADAL" clId="{ECD42228-5B96-4A72-B268-C46DF994E6B7}" dt="2024-01-25T06:28:24.353" v="54324" actId="478"/>
          <ac:cxnSpMkLst>
            <pc:docMk/>
            <pc:sldMk cId="4105496273" sldId="982"/>
            <ac:cxnSpMk id="18" creationId="{AFE3F0C0-1972-BC7E-29A3-E5BCDF49BC6B}"/>
          </ac:cxnSpMkLst>
        </pc:cxnChg>
      </pc:sldChg>
      <pc:sldChg chg="addSp delSp modSp add del mod modClrScheme chgLayout">
        <pc:chgData name="Palit, Tapti" userId="dec6fbcd-7598-406a-8cbf-504d4a3bac15" providerId="ADAL" clId="{ECD42228-5B96-4A72-B268-C46DF994E6B7}" dt="2024-01-25T06:33:27.129" v="54419" actId="20577"/>
        <pc:sldMkLst>
          <pc:docMk/>
          <pc:sldMk cId="149348221" sldId="983"/>
        </pc:sldMkLst>
        <pc:spChg chg="del">
          <ac:chgData name="Palit, Tapti" userId="dec6fbcd-7598-406a-8cbf-504d4a3bac15" providerId="ADAL" clId="{ECD42228-5B96-4A72-B268-C46DF994E6B7}" dt="2024-01-25T06:32:47.007" v="54383" actId="700"/>
          <ac:spMkLst>
            <pc:docMk/>
            <pc:sldMk cId="149348221" sldId="983"/>
            <ac:spMk id="2" creationId="{B0D8DC43-0EAB-77CF-C302-345764FC2497}"/>
          </ac:spMkLst>
        </pc:spChg>
        <pc:spChg chg="mod ord">
          <ac:chgData name="Palit, Tapti" userId="dec6fbcd-7598-406a-8cbf-504d4a3bac15" providerId="ADAL" clId="{ECD42228-5B96-4A72-B268-C46DF994E6B7}" dt="2024-01-25T06:33:18.737" v="54384" actId="700"/>
          <ac:spMkLst>
            <pc:docMk/>
            <pc:sldMk cId="149348221" sldId="983"/>
            <ac:spMk id="3" creationId="{0F8FF57D-D875-4CA5-B98A-04F4C751036F}"/>
          </ac:spMkLst>
        </pc:spChg>
        <pc:spChg chg="mod ord">
          <ac:chgData name="Palit, Tapti" userId="dec6fbcd-7598-406a-8cbf-504d4a3bac15" providerId="ADAL" clId="{ECD42228-5B96-4A72-B268-C46DF994E6B7}" dt="2024-01-25T06:33:18.737" v="54384" actId="700"/>
          <ac:spMkLst>
            <pc:docMk/>
            <pc:sldMk cId="149348221" sldId="983"/>
            <ac:spMk id="4" creationId="{2DEA5A56-8434-DA40-4D8A-E89B5235768A}"/>
          </ac:spMkLst>
        </pc:spChg>
        <pc:spChg chg="add del mod ord">
          <ac:chgData name="Palit, Tapti" userId="dec6fbcd-7598-406a-8cbf-504d4a3bac15" providerId="ADAL" clId="{ECD42228-5B96-4A72-B268-C46DF994E6B7}" dt="2024-01-25T06:33:18.737" v="54384" actId="700"/>
          <ac:spMkLst>
            <pc:docMk/>
            <pc:sldMk cId="149348221" sldId="983"/>
            <ac:spMk id="10" creationId="{68C99D86-31F3-5F81-2AE7-294E11536404}"/>
          </ac:spMkLst>
        </pc:spChg>
        <pc:spChg chg="add mod ord">
          <ac:chgData name="Palit, Tapti" userId="dec6fbcd-7598-406a-8cbf-504d4a3bac15" providerId="ADAL" clId="{ECD42228-5B96-4A72-B268-C46DF994E6B7}" dt="2024-01-25T06:33:18.737" v="54384" actId="700"/>
          <ac:spMkLst>
            <pc:docMk/>
            <pc:sldMk cId="149348221" sldId="983"/>
            <ac:spMk id="13" creationId="{D8AC5C80-1A4C-5439-BC20-172B52AB7885}"/>
          </ac:spMkLst>
        </pc:spChg>
        <pc:spChg chg="add mod ord">
          <ac:chgData name="Palit, Tapti" userId="dec6fbcd-7598-406a-8cbf-504d4a3bac15" providerId="ADAL" clId="{ECD42228-5B96-4A72-B268-C46DF994E6B7}" dt="2024-01-25T06:33:27.129" v="54419" actId="20577"/>
          <ac:spMkLst>
            <pc:docMk/>
            <pc:sldMk cId="149348221" sldId="983"/>
            <ac:spMk id="14" creationId="{4F71EE6E-0F02-F1B5-3B5D-3E0279A69E7E}"/>
          </ac:spMkLst>
        </pc:spChg>
        <pc:cxnChg chg="add del mod">
          <ac:chgData name="Palit, Tapti" userId="dec6fbcd-7598-406a-8cbf-504d4a3bac15" providerId="ADAL" clId="{ECD42228-5B96-4A72-B268-C46DF994E6B7}" dt="2024-01-25T06:30:00.512" v="54363" actId="14100"/>
          <ac:cxnSpMkLst>
            <pc:docMk/>
            <pc:sldMk cId="149348221" sldId="983"/>
            <ac:cxnSpMk id="7" creationId="{0843CB4B-974A-88FA-D20B-C04E84F4669A}"/>
          </ac:cxnSpMkLst>
        </pc:cxnChg>
        <pc:cxnChg chg="add mod">
          <ac:chgData name="Palit, Tapti" userId="dec6fbcd-7598-406a-8cbf-504d4a3bac15" providerId="ADAL" clId="{ECD42228-5B96-4A72-B268-C46DF994E6B7}" dt="2024-01-25T06:31:18.610" v="54375" actId="1076"/>
          <ac:cxnSpMkLst>
            <pc:docMk/>
            <pc:sldMk cId="149348221" sldId="983"/>
            <ac:cxnSpMk id="8" creationId="{C482F826-9A7D-5C79-CB87-3E6F07971C80}"/>
          </ac:cxnSpMkLst>
        </pc:cxnChg>
        <pc:cxnChg chg="add mod">
          <ac:chgData name="Palit, Tapti" userId="dec6fbcd-7598-406a-8cbf-504d4a3bac15" providerId="ADAL" clId="{ECD42228-5B96-4A72-B268-C46DF994E6B7}" dt="2024-01-25T06:31:22.170" v="54377" actId="1076"/>
          <ac:cxnSpMkLst>
            <pc:docMk/>
            <pc:sldMk cId="149348221" sldId="983"/>
            <ac:cxnSpMk id="9" creationId="{C4C932B5-D5F7-7A0B-218A-5D796E4AE5D0}"/>
          </ac:cxnSpMkLst>
        </pc:cxnChg>
        <pc:cxnChg chg="add mod">
          <ac:chgData name="Palit, Tapti" userId="dec6fbcd-7598-406a-8cbf-504d4a3bac15" providerId="ADAL" clId="{ECD42228-5B96-4A72-B268-C46DF994E6B7}" dt="2024-01-25T06:30:06.194" v="54365" actId="1076"/>
          <ac:cxnSpMkLst>
            <pc:docMk/>
            <pc:sldMk cId="149348221" sldId="983"/>
            <ac:cxnSpMk id="15" creationId="{D7F795DB-2F26-3358-A886-88C0A63349DD}"/>
          </ac:cxnSpMkLst>
        </pc:cxnChg>
        <pc:cxnChg chg="add mod">
          <ac:chgData name="Palit, Tapti" userId="dec6fbcd-7598-406a-8cbf-504d4a3bac15" providerId="ADAL" clId="{ECD42228-5B96-4A72-B268-C46DF994E6B7}" dt="2024-01-25T06:30:12.648" v="54368" actId="14100"/>
          <ac:cxnSpMkLst>
            <pc:docMk/>
            <pc:sldMk cId="149348221" sldId="983"/>
            <ac:cxnSpMk id="16" creationId="{842A3267-CB1D-E2D4-6AB2-181DD993A4C7}"/>
          </ac:cxnSpMkLst>
        </pc:cxnChg>
        <pc:cxnChg chg="add mod">
          <ac:chgData name="Palit, Tapti" userId="dec6fbcd-7598-406a-8cbf-504d4a3bac15" providerId="ADAL" clId="{ECD42228-5B96-4A72-B268-C46DF994E6B7}" dt="2024-01-25T06:30:23.199" v="54371" actId="14100"/>
          <ac:cxnSpMkLst>
            <pc:docMk/>
            <pc:sldMk cId="149348221" sldId="983"/>
            <ac:cxnSpMk id="18" creationId="{BC16FB2A-3618-3411-5EAA-05574D8DD619}"/>
          </ac:cxnSpMkLst>
        </pc:cxnChg>
      </pc:sldChg>
      <pc:sldChg chg="add mod modShow">
        <pc:chgData name="Palit, Tapti" userId="dec6fbcd-7598-406a-8cbf-504d4a3bac15" providerId="ADAL" clId="{ECD42228-5B96-4A72-B268-C46DF994E6B7}" dt="2024-01-30T03:37:02.708" v="85538" actId="729"/>
        <pc:sldMkLst>
          <pc:docMk/>
          <pc:sldMk cId="1391690944" sldId="983"/>
        </pc:sldMkLst>
      </pc:sldChg>
      <pc:sldChg chg="addSp modSp del mod modNotesTx">
        <pc:chgData name="Palit, Tapti" userId="dec6fbcd-7598-406a-8cbf-504d4a3bac15" providerId="ADAL" clId="{ECD42228-5B96-4A72-B268-C46DF994E6B7}" dt="2024-01-30T03:36:56.032" v="85536" actId="2696"/>
        <pc:sldMkLst>
          <pc:docMk/>
          <pc:sldMk cId="3035317317" sldId="983"/>
        </pc:sldMkLst>
        <pc:spChg chg="add mod">
          <ac:chgData name="Palit, Tapti" userId="dec6fbcd-7598-406a-8cbf-504d4a3bac15" providerId="ADAL" clId="{ECD42228-5B96-4A72-B268-C46DF994E6B7}" dt="2024-01-27T22:11:47.987" v="65634"/>
          <ac:spMkLst>
            <pc:docMk/>
            <pc:sldMk cId="3035317317" sldId="983"/>
            <ac:spMk id="2" creationId="{BD428CB6-547A-C8D4-E331-33D9E2E27CD0}"/>
          </ac:spMkLst>
        </pc:spChg>
        <pc:spChg chg="mod">
          <ac:chgData name="Palit, Tapti" userId="dec6fbcd-7598-406a-8cbf-504d4a3bac15" providerId="ADAL" clId="{ECD42228-5B96-4A72-B268-C46DF994E6B7}" dt="2024-01-28T22:02:15.470" v="69551" actId="20577"/>
          <ac:spMkLst>
            <pc:docMk/>
            <pc:sldMk cId="3035317317" sldId="983"/>
            <ac:spMk id="3" creationId="{0F8FF57D-D875-4CA5-B98A-04F4C751036F}"/>
          </ac:spMkLst>
        </pc:spChg>
        <pc:spChg chg="add mod">
          <ac:chgData name="Palit, Tapti" userId="dec6fbcd-7598-406a-8cbf-504d4a3bac15" providerId="ADAL" clId="{ECD42228-5B96-4A72-B268-C46DF994E6B7}" dt="2024-01-29T15:10:55.509" v="79052"/>
          <ac:spMkLst>
            <pc:docMk/>
            <pc:sldMk cId="3035317317" sldId="983"/>
            <ac:spMk id="10" creationId="{E1B657C8-6065-80EC-3A72-D9535F452D86}"/>
          </ac:spMkLst>
        </pc:spChg>
        <pc:spChg chg="mod">
          <ac:chgData name="Palit, Tapti" userId="dec6fbcd-7598-406a-8cbf-504d4a3bac15" providerId="ADAL" clId="{ECD42228-5B96-4A72-B268-C46DF994E6B7}" dt="2024-01-29T15:11:15.262" v="79081" actId="20577"/>
          <ac:spMkLst>
            <pc:docMk/>
            <pc:sldMk cId="3035317317" sldId="983"/>
            <ac:spMk id="14" creationId="{4F71EE6E-0F02-F1B5-3B5D-3E0279A69E7E}"/>
          </ac:spMkLst>
        </pc:spChg>
        <pc:graphicFrameChg chg="mod modGraphic">
          <ac:chgData name="Palit, Tapti" userId="dec6fbcd-7598-406a-8cbf-504d4a3bac15" providerId="ADAL" clId="{ECD42228-5B96-4A72-B268-C46DF994E6B7}" dt="2024-01-26T15:36:32.054" v="61308" actId="207"/>
          <ac:graphicFrameMkLst>
            <pc:docMk/>
            <pc:sldMk cId="3035317317" sldId="983"/>
            <ac:graphicFrameMk id="6" creationId="{82D73C16-A132-AF74-FA7D-FADD1D52DEC4}"/>
          </ac:graphicFrameMkLst>
        </pc:graphicFrameChg>
      </pc:sldChg>
      <pc:sldChg chg="addSp delSp modSp mod chgLayout modNotesTx">
        <pc:chgData name="Palit, Tapti" userId="dec6fbcd-7598-406a-8cbf-504d4a3bac15" providerId="ADAL" clId="{ECD42228-5B96-4A72-B268-C46DF994E6B7}" dt="2024-02-13T04:38:20.337" v="115780" actId="20577"/>
        <pc:sldMkLst>
          <pc:docMk/>
          <pc:sldMk cId="919054176" sldId="984"/>
        </pc:sldMkLst>
        <pc:spChg chg="mod ord">
          <ac:chgData name="Palit, Tapti" userId="dec6fbcd-7598-406a-8cbf-504d4a3bac15" providerId="ADAL" clId="{ECD42228-5B96-4A72-B268-C46DF994E6B7}" dt="2024-02-11T18:07:41.955" v="111094" actId="20577"/>
          <ac:spMkLst>
            <pc:docMk/>
            <pc:sldMk cId="919054176" sldId="984"/>
            <ac:spMk id="2" creationId="{2321D292-DDD1-74D7-EE3F-8322A1E8C393}"/>
          </ac:spMkLst>
        </pc:spChg>
        <pc:spChg chg="mod ord">
          <ac:chgData name="Palit, Tapti" userId="dec6fbcd-7598-406a-8cbf-504d4a3bac15" providerId="ADAL" clId="{ECD42228-5B96-4A72-B268-C46DF994E6B7}" dt="2024-01-30T03:38:23.295" v="85570" actId="20577"/>
          <ac:spMkLst>
            <pc:docMk/>
            <pc:sldMk cId="919054176" sldId="984"/>
            <ac:spMk id="3" creationId="{326A18D5-E2BA-5089-CCB7-1DE3CA045DE2}"/>
          </ac:spMkLst>
        </pc:spChg>
        <pc:spChg chg="mod ord">
          <ac:chgData name="Palit, Tapti" userId="dec6fbcd-7598-406a-8cbf-504d4a3bac15" providerId="ADAL" clId="{ECD42228-5B96-4A72-B268-C46DF994E6B7}" dt="2024-01-28T04:40:17.060" v="68259" actId="6264"/>
          <ac:spMkLst>
            <pc:docMk/>
            <pc:sldMk cId="919054176" sldId="984"/>
            <ac:spMk id="4" creationId="{0537DD3B-EAAC-C713-7F3D-849BDD34C710}"/>
          </ac:spMkLst>
        </pc:spChg>
        <pc:spChg chg="mod">
          <ac:chgData name="Palit, Tapti" userId="dec6fbcd-7598-406a-8cbf-504d4a3bac15" providerId="ADAL" clId="{ECD42228-5B96-4A72-B268-C46DF994E6B7}" dt="2024-01-28T04:40:22.659" v="68260" actId="1076"/>
          <ac:spMkLst>
            <pc:docMk/>
            <pc:sldMk cId="919054176" sldId="984"/>
            <ac:spMk id="7" creationId="{86F3969A-D44D-647E-7637-7E712AD65753}"/>
          </ac:spMkLst>
        </pc:spChg>
        <pc:spChg chg="add del mod">
          <ac:chgData name="Palit, Tapti" userId="dec6fbcd-7598-406a-8cbf-504d4a3bac15" providerId="ADAL" clId="{ECD42228-5B96-4A72-B268-C46DF994E6B7}" dt="2024-01-28T04:40:17.060" v="68259" actId="6264"/>
          <ac:spMkLst>
            <pc:docMk/>
            <pc:sldMk cId="919054176" sldId="984"/>
            <ac:spMk id="8" creationId="{517B7CF9-F5B6-0CFD-3993-A306B5358872}"/>
          </ac:spMkLst>
        </pc:spChg>
        <pc:spChg chg="add del mod">
          <ac:chgData name="Palit, Tapti" userId="dec6fbcd-7598-406a-8cbf-504d4a3bac15" providerId="ADAL" clId="{ECD42228-5B96-4A72-B268-C46DF994E6B7}" dt="2024-01-26T16:09:09.451" v="61550" actId="6264"/>
          <ac:spMkLst>
            <pc:docMk/>
            <pc:sldMk cId="919054176" sldId="984"/>
            <ac:spMk id="8" creationId="{5E60B1FE-BF94-07A3-49C0-CE937C9CE12E}"/>
          </ac:spMkLst>
        </pc:spChg>
        <pc:spChg chg="add del mod">
          <ac:chgData name="Palit, Tapti" userId="dec6fbcd-7598-406a-8cbf-504d4a3bac15" providerId="ADAL" clId="{ECD42228-5B96-4A72-B268-C46DF994E6B7}" dt="2024-01-28T04:40:17.060" v="68259" actId="6264"/>
          <ac:spMkLst>
            <pc:docMk/>
            <pc:sldMk cId="919054176" sldId="984"/>
            <ac:spMk id="9" creationId="{723B6088-EC2F-D5AC-F665-CFB9040AC5EF}"/>
          </ac:spMkLst>
        </pc:spChg>
        <pc:spChg chg="add del mod">
          <ac:chgData name="Palit, Tapti" userId="dec6fbcd-7598-406a-8cbf-504d4a3bac15" providerId="ADAL" clId="{ECD42228-5B96-4A72-B268-C46DF994E6B7}" dt="2024-01-26T16:09:09.451" v="61550" actId="6264"/>
          <ac:spMkLst>
            <pc:docMk/>
            <pc:sldMk cId="919054176" sldId="984"/>
            <ac:spMk id="9" creationId="{9EA3B7FC-427D-B223-0FC2-4AA738D3C705}"/>
          </ac:spMkLst>
        </pc:spChg>
        <pc:spChg chg="add del mod">
          <ac:chgData name="Palit, Tapti" userId="dec6fbcd-7598-406a-8cbf-504d4a3bac15" providerId="ADAL" clId="{ECD42228-5B96-4A72-B268-C46DF994E6B7}" dt="2024-01-26T16:09:09.451" v="61550" actId="6264"/>
          <ac:spMkLst>
            <pc:docMk/>
            <pc:sldMk cId="919054176" sldId="984"/>
            <ac:spMk id="10" creationId="{AF2017D3-8D65-D4C8-F634-682806E84518}"/>
          </ac:spMkLst>
        </pc:spChg>
        <pc:spChg chg="add del mod">
          <ac:chgData name="Palit, Tapti" userId="dec6fbcd-7598-406a-8cbf-504d4a3bac15" providerId="ADAL" clId="{ECD42228-5B96-4A72-B268-C46DF994E6B7}" dt="2024-01-28T04:40:17.060" v="68259" actId="6264"/>
          <ac:spMkLst>
            <pc:docMk/>
            <pc:sldMk cId="919054176" sldId="984"/>
            <ac:spMk id="10" creationId="{CBF137EE-0277-5790-B335-64AB4BFBE932}"/>
          </ac:spMkLst>
        </pc:spChg>
        <pc:picChg chg="mod">
          <ac:chgData name="Palit, Tapti" userId="dec6fbcd-7598-406a-8cbf-504d4a3bac15" providerId="ADAL" clId="{ECD42228-5B96-4A72-B268-C46DF994E6B7}" dt="2024-01-28T04:40:22.659" v="68260" actId="1076"/>
          <ac:picMkLst>
            <pc:docMk/>
            <pc:sldMk cId="919054176" sldId="984"/>
            <ac:picMk id="5" creationId="{862FF44B-A13A-2132-2CBD-A47168AC3745}"/>
          </ac:picMkLst>
        </pc:picChg>
        <pc:picChg chg="mod">
          <ac:chgData name="Palit, Tapti" userId="dec6fbcd-7598-406a-8cbf-504d4a3bac15" providerId="ADAL" clId="{ECD42228-5B96-4A72-B268-C46DF994E6B7}" dt="2024-01-28T04:40:22.659" v="68260" actId="1076"/>
          <ac:picMkLst>
            <pc:docMk/>
            <pc:sldMk cId="919054176" sldId="984"/>
            <ac:picMk id="6" creationId="{234AF0AC-9DF9-D6C5-6556-F0DE313297EE}"/>
          </ac:picMkLst>
        </pc:picChg>
      </pc:sldChg>
      <pc:sldChg chg="addSp modSp new mod modAnim">
        <pc:chgData name="Palit, Tapti" userId="dec6fbcd-7598-406a-8cbf-504d4a3bac15" providerId="ADAL" clId="{ECD42228-5B96-4A72-B268-C46DF994E6B7}" dt="2024-01-25T06:34:53.393" v="54481" actId="1076"/>
        <pc:sldMkLst>
          <pc:docMk/>
          <pc:sldMk cId="1018761409" sldId="984"/>
        </pc:sldMkLst>
        <pc:spChg chg="mod">
          <ac:chgData name="Palit, Tapti" userId="dec6fbcd-7598-406a-8cbf-504d4a3bac15" providerId="ADAL" clId="{ECD42228-5B96-4A72-B268-C46DF994E6B7}" dt="2024-01-25T06:33:39.434" v="54449" actId="20577"/>
          <ac:spMkLst>
            <pc:docMk/>
            <pc:sldMk cId="1018761409" sldId="984"/>
            <ac:spMk id="3" creationId="{326A18D5-E2BA-5089-CCB7-1DE3CA045DE2}"/>
          </ac:spMkLst>
        </pc:spChg>
        <pc:spChg chg="add mod">
          <ac:chgData name="Palit, Tapti" userId="dec6fbcd-7598-406a-8cbf-504d4a3bac15" providerId="ADAL" clId="{ECD42228-5B96-4A72-B268-C46DF994E6B7}" dt="2024-01-25T06:34:53.393" v="54481" actId="1076"/>
          <ac:spMkLst>
            <pc:docMk/>
            <pc:sldMk cId="1018761409" sldId="984"/>
            <ac:spMk id="7" creationId="{86F3969A-D44D-647E-7637-7E712AD65753}"/>
          </ac:spMkLst>
        </pc:spChg>
        <pc:picChg chg="add mod">
          <ac:chgData name="Palit, Tapti" userId="dec6fbcd-7598-406a-8cbf-504d4a3bac15" providerId="ADAL" clId="{ECD42228-5B96-4A72-B268-C46DF994E6B7}" dt="2024-01-25T06:34:53.393" v="54481" actId="1076"/>
          <ac:picMkLst>
            <pc:docMk/>
            <pc:sldMk cId="1018761409" sldId="984"/>
            <ac:picMk id="5" creationId="{862FF44B-A13A-2132-2CBD-A47168AC3745}"/>
          </ac:picMkLst>
        </pc:picChg>
        <pc:picChg chg="add mod">
          <ac:chgData name="Palit, Tapti" userId="dec6fbcd-7598-406a-8cbf-504d4a3bac15" providerId="ADAL" clId="{ECD42228-5B96-4A72-B268-C46DF994E6B7}" dt="2024-01-25T06:34:53.393" v="54481" actId="1076"/>
          <ac:picMkLst>
            <pc:docMk/>
            <pc:sldMk cId="1018761409" sldId="984"/>
            <ac:picMk id="6" creationId="{234AF0AC-9DF9-D6C5-6556-F0DE313297EE}"/>
          </ac:picMkLst>
        </pc:picChg>
      </pc:sldChg>
      <pc:sldChg chg="del">
        <pc:chgData name="Palit, Tapti" userId="dec6fbcd-7598-406a-8cbf-504d4a3bac15" providerId="ADAL" clId="{ECD42228-5B96-4A72-B268-C46DF994E6B7}" dt="2024-01-26T15:38:22.571" v="61371" actId="2696"/>
        <pc:sldMkLst>
          <pc:docMk/>
          <pc:sldMk cId="1217430676" sldId="985"/>
        </pc:sldMkLst>
      </pc:sldChg>
      <pc:sldChg chg="add del">
        <pc:chgData name="Palit, Tapti" userId="dec6fbcd-7598-406a-8cbf-504d4a3bac15" providerId="ADAL" clId="{ECD42228-5B96-4A72-B268-C46DF994E6B7}" dt="2024-01-25T06:32:13.962" v="54381" actId="2890"/>
        <pc:sldMkLst>
          <pc:docMk/>
          <pc:sldMk cId="1876900563" sldId="985"/>
        </pc:sldMkLst>
      </pc:sldChg>
      <pc:sldChg chg="addSp delSp modSp add mod modAnim addCm">
        <pc:chgData name="Palit, Tapti" userId="dec6fbcd-7598-406a-8cbf-504d4a3bac15" providerId="ADAL" clId="{ECD42228-5B96-4A72-B268-C46DF994E6B7}" dt="2024-01-25T14:11:46.506" v="59474" actId="1076"/>
        <pc:sldMkLst>
          <pc:docMk/>
          <pc:sldMk cId="2031134751" sldId="985"/>
        </pc:sldMkLst>
        <pc:spChg chg="mod">
          <ac:chgData name="Palit, Tapti" userId="dec6fbcd-7598-406a-8cbf-504d4a3bac15" providerId="ADAL" clId="{ECD42228-5B96-4A72-B268-C46DF994E6B7}" dt="2024-01-25T14:11:08.452" v="59465" actId="5793"/>
          <ac:spMkLst>
            <pc:docMk/>
            <pc:sldMk cId="2031134751" sldId="985"/>
            <ac:spMk id="2" creationId="{2321D292-DDD1-74D7-EE3F-8322A1E8C393}"/>
          </ac:spMkLst>
        </pc:spChg>
        <pc:spChg chg="mod">
          <ac:chgData name="Palit, Tapti" userId="dec6fbcd-7598-406a-8cbf-504d4a3bac15" providerId="ADAL" clId="{ECD42228-5B96-4A72-B268-C46DF994E6B7}" dt="2024-01-25T06:36:20.854" v="54690" actId="20577"/>
          <ac:spMkLst>
            <pc:docMk/>
            <pc:sldMk cId="2031134751" sldId="985"/>
            <ac:spMk id="3" creationId="{326A18D5-E2BA-5089-CCB7-1DE3CA045DE2}"/>
          </ac:spMkLst>
        </pc:spChg>
        <pc:spChg chg="del">
          <ac:chgData name="Palit, Tapti" userId="dec6fbcd-7598-406a-8cbf-504d4a3bac15" providerId="ADAL" clId="{ECD42228-5B96-4A72-B268-C46DF994E6B7}" dt="2024-01-25T06:35:44.375" v="54567" actId="478"/>
          <ac:spMkLst>
            <pc:docMk/>
            <pc:sldMk cId="2031134751" sldId="985"/>
            <ac:spMk id="7" creationId="{86F3969A-D44D-647E-7637-7E712AD65753}"/>
          </ac:spMkLst>
        </pc:spChg>
        <pc:graphicFrameChg chg="add mod modGraphic">
          <ac:chgData name="Palit, Tapti" userId="dec6fbcd-7598-406a-8cbf-504d4a3bac15" providerId="ADAL" clId="{ECD42228-5B96-4A72-B268-C46DF994E6B7}" dt="2024-01-25T14:11:46.506" v="59474" actId="1076"/>
          <ac:graphicFrameMkLst>
            <pc:docMk/>
            <pc:sldMk cId="2031134751" sldId="985"/>
            <ac:graphicFrameMk id="8" creationId="{D702C7FF-1748-539A-3B9D-7F70987C4C57}"/>
          </ac:graphicFrameMkLst>
        </pc:graphicFrameChg>
        <pc:picChg chg="del">
          <ac:chgData name="Palit, Tapti" userId="dec6fbcd-7598-406a-8cbf-504d4a3bac15" providerId="ADAL" clId="{ECD42228-5B96-4A72-B268-C46DF994E6B7}" dt="2024-01-25T06:35:44.375" v="54567" actId="478"/>
          <ac:picMkLst>
            <pc:docMk/>
            <pc:sldMk cId="2031134751" sldId="985"/>
            <ac:picMk id="5" creationId="{862FF44B-A13A-2132-2CBD-A47168AC3745}"/>
          </ac:picMkLst>
        </pc:picChg>
        <pc:picChg chg="del">
          <ac:chgData name="Palit, Tapti" userId="dec6fbcd-7598-406a-8cbf-504d4a3bac15" providerId="ADAL" clId="{ECD42228-5B96-4A72-B268-C46DF994E6B7}" dt="2024-01-25T06:35:44.375" v="54567" actId="478"/>
          <ac:picMkLst>
            <pc:docMk/>
            <pc:sldMk cId="2031134751" sldId="985"/>
            <ac:picMk id="6" creationId="{234AF0AC-9DF9-D6C5-6556-F0DE313297EE}"/>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3:59:31.259" v="59198"/>
              <pc2:cmMkLst xmlns:pc2="http://schemas.microsoft.com/office/powerpoint/2019/9/main/command">
                <pc:docMk/>
                <pc:sldMk cId="2031134751" sldId="985"/>
                <pc2:cmMk id="{622E6C27-AEF1-47AF-8840-E091EA1987D2}"/>
              </pc2:cmMkLst>
            </pc226:cmChg>
          </p:ext>
        </pc:extLst>
      </pc:sldChg>
      <pc:sldChg chg="add del mod modShow">
        <pc:chgData name="Palit, Tapti" userId="dec6fbcd-7598-406a-8cbf-504d4a3bac15" providerId="ADAL" clId="{ECD42228-5B96-4A72-B268-C46DF994E6B7}" dt="2024-01-28T03:44:01.241" v="67437" actId="47"/>
        <pc:sldMkLst>
          <pc:docMk/>
          <pc:sldMk cId="3947750723" sldId="985"/>
        </pc:sldMkLst>
      </pc:sldChg>
      <pc:sldChg chg="modSp new del mod modNotesTx">
        <pc:chgData name="Palit, Tapti" userId="dec6fbcd-7598-406a-8cbf-504d4a3bac15" providerId="ADAL" clId="{ECD42228-5B96-4A72-B268-C46DF994E6B7}" dt="2024-01-25T06:55:13.854" v="55426" actId="47"/>
        <pc:sldMkLst>
          <pc:docMk/>
          <pc:sldMk cId="288057125" sldId="986"/>
        </pc:sldMkLst>
        <pc:spChg chg="mod">
          <ac:chgData name="Palit, Tapti" userId="dec6fbcd-7598-406a-8cbf-504d4a3bac15" providerId="ADAL" clId="{ECD42228-5B96-4A72-B268-C46DF994E6B7}" dt="2024-01-25T06:55:11.569" v="55425" actId="21"/>
          <ac:spMkLst>
            <pc:docMk/>
            <pc:sldMk cId="288057125" sldId="986"/>
            <ac:spMk id="3" creationId="{0BCD13D9-2DB3-E289-759F-A85B28B84ADA}"/>
          </ac:spMkLst>
        </pc:spChg>
      </pc:sldChg>
      <pc:sldChg chg="modSp del mod modNotesTx">
        <pc:chgData name="Palit, Tapti" userId="dec6fbcd-7598-406a-8cbf-504d4a3bac15" providerId="ADAL" clId="{ECD42228-5B96-4A72-B268-C46DF994E6B7}" dt="2024-01-30T03:49:32.249" v="85698" actId="2696"/>
        <pc:sldMkLst>
          <pc:docMk/>
          <pc:sldMk cId="426118227" sldId="987"/>
        </pc:sldMkLst>
        <pc:spChg chg="mod">
          <ac:chgData name="Palit, Tapti" userId="dec6fbcd-7598-406a-8cbf-504d4a3bac15" providerId="ADAL" clId="{ECD42228-5B96-4A72-B268-C46DF994E6B7}" dt="2024-01-26T16:24:49.933" v="61846" actId="14100"/>
          <ac:spMkLst>
            <pc:docMk/>
            <pc:sldMk cId="426118227" sldId="987"/>
            <ac:spMk id="10" creationId="{A2EC4C5D-A7F6-FF49-180E-C3A6913C0AA9}"/>
          </ac:spMkLst>
        </pc:spChg>
      </pc:sldChg>
      <pc:sldChg chg="add mod modShow">
        <pc:chgData name="Palit, Tapti" userId="dec6fbcd-7598-406a-8cbf-504d4a3bac15" providerId="ADAL" clId="{ECD42228-5B96-4A72-B268-C46DF994E6B7}" dt="2024-01-30T03:49:37.289" v="85700" actId="729"/>
        <pc:sldMkLst>
          <pc:docMk/>
          <pc:sldMk cId="1576313020" sldId="987"/>
        </pc:sldMkLst>
      </pc:sldChg>
      <pc:sldChg chg="addSp delSp modSp add mod ord modNotesTx">
        <pc:chgData name="Palit, Tapti" userId="dec6fbcd-7598-406a-8cbf-504d4a3bac15" providerId="ADAL" clId="{ECD42228-5B96-4A72-B268-C46DF994E6B7}" dt="2024-01-25T13:59:16.061" v="59197" actId="20577"/>
        <pc:sldMkLst>
          <pc:docMk/>
          <pc:sldMk cId="2228293722" sldId="987"/>
        </pc:sldMkLst>
        <pc:spChg chg="add mod">
          <ac:chgData name="Palit, Tapti" userId="dec6fbcd-7598-406a-8cbf-504d4a3bac15" providerId="ADAL" clId="{ECD42228-5B96-4A72-B268-C46DF994E6B7}" dt="2024-01-25T06:57:10.535" v="55587" actId="20577"/>
          <ac:spMkLst>
            <pc:docMk/>
            <pc:sldMk cId="2228293722" sldId="987"/>
            <ac:spMk id="2" creationId="{CF8375B6-5DA9-7D43-A1F4-AFE194A52CEA}"/>
          </ac:spMkLst>
        </pc:spChg>
        <pc:spChg chg="mod">
          <ac:chgData name="Palit, Tapti" userId="dec6fbcd-7598-406a-8cbf-504d4a3bac15" providerId="ADAL" clId="{ECD42228-5B96-4A72-B268-C46DF994E6B7}" dt="2024-01-25T06:55:16.827" v="55427"/>
          <ac:spMkLst>
            <pc:docMk/>
            <pc:sldMk cId="2228293722" sldId="987"/>
            <ac:spMk id="3" creationId="{0F8FF57D-D875-4CA5-B98A-04F4C751036F}"/>
          </ac:spMkLst>
        </pc:spChg>
        <pc:spChg chg="del">
          <ac:chgData name="Palit, Tapti" userId="dec6fbcd-7598-406a-8cbf-504d4a3bac15" providerId="ADAL" clId="{ECD42228-5B96-4A72-B268-C46DF994E6B7}" dt="2024-01-25T06:57:24.574" v="55589" actId="478"/>
          <ac:spMkLst>
            <pc:docMk/>
            <pc:sldMk cId="2228293722" sldId="987"/>
            <ac:spMk id="14" creationId="{4F71EE6E-0F02-F1B5-3B5D-3E0279A69E7E}"/>
          </ac:spMkLst>
        </pc:spChg>
        <pc:spChg chg="add mod">
          <ac:chgData name="Palit, Tapti" userId="dec6fbcd-7598-406a-8cbf-504d4a3bac15" providerId="ADAL" clId="{ECD42228-5B96-4A72-B268-C46DF994E6B7}" dt="2024-01-25T06:57:24.574" v="55589" actId="478"/>
          <ac:spMkLst>
            <pc:docMk/>
            <pc:sldMk cId="2228293722" sldId="987"/>
            <ac:spMk id="17" creationId="{8B1ED62E-D8FF-B096-8748-9AD1370866A0}"/>
          </ac:spMkLst>
        </pc:spChg>
      </pc:sldChg>
      <pc:sldChg chg="modSp add del mod">
        <pc:chgData name="Palit, Tapti" userId="dec6fbcd-7598-406a-8cbf-504d4a3bac15" providerId="ADAL" clId="{ECD42228-5B96-4A72-B268-C46DF994E6B7}" dt="2024-01-27T21:22:08.800" v="65063" actId="2696"/>
        <pc:sldMkLst>
          <pc:docMk/>
          <pc:sldMk cId="2095833198" sldId="988"/>
        </pc:sldMkLst>
        <pc:graphicFrameChg chg="modGraphic">
          <ac:chgData name="Palit, Tapti" userId="dec6fbcd-7598-406a-8cbf-504d4a3bac15" providerId="ADAL" clId="{ECD42228-5B96-4A72-B268-C46DF994E6B7}" dt="2024-01-27T20:45:06.204" v="64382" actId="207"/>
          <ac:graphicFrameMkLst>
            <pc:docMk/>
            <pc:sldMk cId="2095833198" sldId="988"/>
            <ac:graphicFrameMk id="6" creationId="{82D73C16-A132-AF74-FA7D-FADD1D52DEC4}"/>
          </ac:graphicFrameMkLst>
        </pc:graphicFrameChg>
      </pc:sldChg>
      <pc:sldChg chg="add del mod modShow">
        <pc:chgData name="Palit, Tapti" userId="dec6fbcd-7598-406a-8cbf-504d4a3bac15" providerId="ADAL" clId="{ECD42228-5B96-4A72-B268-C46DF994E6B7}" dt="2024-01-28T03:44:01.241" v="67437" actId="47"/>
        <pc:sldMkLst>
          <pc:docMk/>
          <pc:sldMk cId="2648247805" sldId="988"/>
        </pc:sldMkLst>
      </pc:sldChg>
      <pc:sldChg chg="addSp delSp modSp add mod modNotesTx">
        <pc:chgData name="Palit, Tapti" userId="dec6fbcd-7598-406a-8cbf-504d4a3bac15" providerId="ADAL" clId="{ECD42228-5B96-4A72-B268-C46DF994E6B7}" dt="2024-01-25T14:14:01.898" v="59630" actId="20577"/>
        <pc:sldMkLst>
          <pc:docMk/>
          <pc:sldMk cId="4012976009" sldId="988"/>
        </pc:sldMkLst>
        <pc:spChg chg="add mod">
          <ac:chgData name="Palit, Tapti" userId="dec6fbcd-7598-406a-8cbf-504d4a3bac15" providerId="ADAL" clId="{ECD42228-5B96-4A72-B268-C46DF994E6B7}" dt="2024-01-25T06:57:14.665" v="55588"/>
          <ac:spMkLst>
            <pc:docMk/>
            <pc:sldMk cId="4012976009" sldId="988"/>
            <ac:spMk id="2" creationId="{EFA01518-7224-8C11-63F9-B8BA344C6796}"/>
          </ac:spMkLst>
        </pc:spChg>
        <pc:spChg chg="del">
          <ac:chgData name="Palit, Tapti" userId="dec6fbcd-7598-406a-8cbf-504d4a3bac15" providerId="ADAL" clId="{ECD42228-5B96-4A72-B268-C46DF994E6B7}" dt="2024-01-25T06:56:32.880" v="55549" actId="478"/>
          <ac:spMkLst>
            <pc:docMk/>
            <pc:sldMk cId="4012976009" sldId="988"/>
            <ac:spMk id="12" creationId="{78C0FFFA-8E71-4DFE-CF39-E1F27D2DCF75}"/>
          </ac:spMkLst>
        </pc:spChg>
        <pc:spChg chg="del">
          <ac:chgData name="Palit, Tapti" userId="dec6fbcd-7598-406a-8cbf-504d4a3bac15" providerId="ADAL" clId="{ECD42228-5B96-4A72-B268-C46DF994E6B7}" dt="2024-01-25T06:57:28.199" v="55590" actId="478"/>
          <ac:spMkLst>
            <pc:docMk/>
            <pc:sldMk cId="4012976009" sldId="988"/>
            <ac:spMk id="14" creationId="{4F71EE6E-0F02-F1B5-3B5D-3E0279A69E7E}"/>
          </ac:spMkLst>
        </pc:spChg>
        <pc:spChg chg="add mod">
          <ac:chgData name="Palit, Tapti" userId="dec6fbcd-7598-406a-8cbf-504d4a3bac15" providerId="ADAL" clId="{ECD42228-5B96-4A72-B268-C46DF994E6B7}" dt="2024-01-25T14:14:01.898" v="59630" actId="20577"/>
          <ac:spMkLst>
            <pc:docMk/>
            <pc:sldMk cId="4012976009" sldId="988"/>
            <ac:spMk id="17" creationId="{AA255046-FF24-9EC2-C47E-CB25A94CAE31}"/>
          </ac:spMkLst>
        </pc:spChg>
        <pc:cxnChg chg="del">
          <ac:chgData name="Palit, Tapti" userId="dec6fbcd-7598-406a-8cbf-504d4a3bac15" providerId="ADAL" clId="{ECD42228-5B96-4A72-B268-C46DF994E6B7}" dt="2024-01-25T06:56:27.065" v="55547" actId="478"/>
          <ac:cxnSpMkLst>
            <pc:docMk/>
            <pc:sldMk cId="4012976009" sldId="988"/>
            <ac:cxnSpMk id="7" creationId="{0843CB4B-974A-88FA-D20B-C04E84F4669A}"/>
          </ac:cxnSpMkLst>
        </pc:cxnChg>
        <pc:cxnChg chg="del">
          <ac:chgData name="Palit, Tapti" userId="dec6fbcd-7598-406a-8cbf-504d4a3bac15" providerId="ADAL" clId="{ECD42228-5B96-4A72-B268-C46DF994E6B7}" dt="2024-01-25T06:56:39.220" v="55552" actId="478"/>
          <ac:cxnSpMkLst>
            <pc:docMk/>
            <pc:sldMk cId="4012976009" sldId="988"/>
            <ac:cxnSpMk id="8" creationId="{C482F826-9A7D-5C79-CB87-3E6F07971C80}"/>
          </ac:cxnSpMkLst>
        </pc:cxnChg>
        <pc:cxnChg chg="del">
          <ac:chgData name="Palit, Tapti" userId="dec6fbcd-7598-406a-8cbf-504d4a3bac15" providerId="ADAL" clId="{ECD42228-5B96-4A72-B268-C46DF994E6B7}" dt="2024-01-25T06:56:41.229" v="55553" actId="478"/>
          <ac:cxnSpMkLst>
            <pc:docMk/>
            <pc:sldMk cId="4012976009" sldId="988"/>
            <ac:cxnSpMk id="9" creationId="{C4C932B5-D5F7-7A0B-218A-5D796E4AE5D0}"/>
          </ac:cxnSpMkLst>
        </pc:cxnChg>
        <pc:cxnChg chg="del">
          <ac:chgData name="Palit, Tapti" userId="dec6fbcd-7598-406a-8cbf-504d4a3bac15" providerId="ADAL" clId="{ECD42228-5B96-4A72-B268-C46DF994E6B7}" dt="2024-01-25T06:56:29.607" v="55548" actId="478"/>
          <ac:cxnSpMkLst>
            <pc:docMk/>
            <pc:sldMk cId="4012976009" sldId="988"/>
            <ac:cxnSpMk id="11" creationId="{0F9989DF-883D-06E6-5381-B1AC1A9C7FA6}"/>
          </ac:cxnSpMkLst>
        </pc:cxnChg>
        <pc:cxnChg chg="del">
          <ac:chgData name="Palit, Tapti" userId="dec6fbcd-7598-406a-8cbf-504d4a3bac15" providerId="ADAL" clId="{ECD42228-5B96-4A72-B268-C46DF994E6B7}" dt="2024-01-25T06:56:24.758" v="55546" actId="478"/>
          <ac:cxnSpMkLst>
            <pc:docMk/>
            <pc:sldMk cId="4012976009" sldId="988"/>
            <ac:cxnSpMk id="15" creationId="{D7F795DB-2F26-3358-A886-88C0A63349DD}"/>
          </ac:cxnSpMkLst>
        </pc:cxnChg>
        <pc:cxnChg chg="del">
          <ac:chgData name="Palit, Tapti" userId="dec6fbcd-7598-406a-8cbf-504d4a3bac15" providerId="ADAL" clId="{ECD42228-5B96-4A72-B268-C46DF994E6B7}" dt="2024-01-25T06:56:34.980" v="55550" actId="478"/>
          <ac:cxnSpMkLst>
            <pc:docMk/>
            <pc:sldMk cId="4012976009" sldId="988"/>
            <ac:cxnSpMk id="16" creationId="{842A3267-CB1D-E2D4-6AB2-181DD993A4C7}"/>
          </ac:cxnSpMkLst>
        </pc:cxnChg>
        <pc:cxnChg chg="del">
          <ac:chgData name="Palit, Tapti" userId="dec6fbcd-7598-406a-8cbf-504d4a3bac15" providerId="ADAL" clId="{ECD42228-5B96-4A72-B268-C46DF994E6B7}" dt="2024-01-25T06:56:37.351" v="55551" actId="478"/>
          <ac:cxnSpMkLst>
            <pc:docMk/>
            <pc:sldMk cId="4012976009" sldId="988"/>
            <ac:cxnSpMk id="18" creationId="{BC16FB2A-3618-3411-5EAA-05574D8DD619}"/>
          </ac:cxnSpMkLst>
        </pc:cxnChg>
      </pc:sldChg>
      <pc:sldChg chg="addSp delSp modSp new mod modAnim">
        <pc:chgData name="Palit, Tapti" userId="dec6fbcd-7598-406a-8cbf-504d4a3bac15" providerId="ADAL" clId="{ECD42228-5B96-4A72-B268-C46DF994E6B7}" dt="2024-01-25T07:12:50.833" v="56112"/>
        <pc:sldMkLst>
          <pc:docMk/>
          <pc:sldMk cId="3171677885" sldId="989"/>
        </pc:sldMkLst>
        <pc:spChg chg="del">
          <ac:chgData name="Palit, Tapti" userId="dec6fbcd-7598-406a-8cbf-504d4a3bac15" providerId="ADAL" clId="{ECD42228-5B96-4A72-B268-C46DF994E6B7}" dt="2024-01-25T07:04:26.628" v="55964" actId="478"/>
          <ac:spMkLst>
            <pc:docMk/>
            <pc:sldMk cId="3171677885" sldId="989"/>
            <ac:spMk id="2" creationId="{B788F61C-C3A3-8526-7B1D-CE3855DE3FCE}"/>
          </ac:spMkLst>
        </pc:spChg>
        <pc:spChg chg="mod">
          <ac:chgData name="Palit, Tapti" userId="dec6fbcd-7598-406a-8cbf-504d4a3bac15" providerId="ADAL" clId="{ECD42228-5B96-4A72-B268-C46DF994E6B7}" dt="2024-01-25T06:59:44.271" v="55687" actId="20577"/>
          <ac:spMkLst>
            <pc:docMk/>
            <pc:sldMk cId="3171677885" sldId="989"/>
            <ac:spMk id="3" creationId="{718731F3-A54E-5387-C447-464520FADB53}"/>
          </ac:spMkLst>
        </pc:spChg>
        <pc:spChg chg="add mod">
          <ac:chgData name="Palit, Tapti" userId="dec6fbcd-7598-406a-8cbf-504d4a3bac15" providerId="ADAL" clId="{ECD42228-5B96-4A72-B268-C46DF994E6B7}" dt="2024-01-25T07:02:24.571" v="55953" actId="1076"/>
          <ac:spMkLst>
            <pc:docMk/>
            <pc:sldMk cId="3171677885" sldId="989"/>
            <ac:spMk id="6" creationId="{CDF54C75-8E57-C212-0645-30E19DBAEFC3}"/>
          </ac:spMkLst>
        </pc:spChg>
        <pc:spChg chg="add mod">
          <ac:chgData name="Palit, Tapti" userId="dec6fbcd-7598-406a-8cbf-504d4a3bac15" providerId="ADAL" clId="{ECD42228-5B96-4A72-B268-C46DF994E6B7}" dt="2024-01-25T07:03:43.273" v="55958" actId="1076"/>
          <ac:spMkLst>
            <pc:docMk/>
            <pc:sldMk cId="3171677885" sldId="989"/>
            <ac:spMk id="7" creationId="{DA640AE7-B549-29A9-7F0B-AA1971BB6B1F}"/>
          </ac:spMkLst>
        </pc:spChg>
        <pc:spChg chg="add mod">
          <ac:chgData name="Palit, Tapti" userId="dec6fbcd-7598-406a-8cbf-504d4a3bac15" providerId="ADAL" clId="{ECD42228-5B96-4A72-B268-C46DF994E6B7}" dt="2024-01-25T07:03:46.239" v="55959" actId="1076"/>
          <ac:spMkLst>
            <pc:docMk/>
            <pc:sldMk cId="3171677885" sldId="989"/>
            <ac:spMk id="8" creationId="{48252E3F-6361-841E-EF3B-0B03A5C8A99B}"/>
          </ac:spMkLst>
        </pc:spChg>
        <pc:spChg chg="add mod">
          <ac:chgData name="Palit, Tapti" userId="dec6fbcd-7598-406a-8cbf-504d4a3bac15" providerId="ADAL" clId="{ECD42228-5B96-4A72-B268-C46DF994E6B7}" dt="2024-01-25T07:04:50.318" v="55992" actId="14100"/>
          <ac:spMkLst>
            <pc:docMk/>
            <pc:sldMk cId="3171677885" sldId="989"/>
            <ac:spMk id="13" creationId="{DC9952A5-D4AA-48DB-2BE7-931A7943F3FA}"/>
          </ac:spMkLst>
        </pc:spChg>
        <pc:spChg chg="add mod">
          <ac:chgData name="Palit, Tapti" userId="dec6fbcd-7598-406a-8cbf-504d4a3bac15" providerId="ADAL" clId="{ECD42228-5B96-4A72-B268-C46DF994E6B7}" dt="2024-01-25T07:04:59.882" v="55998" actId="1076"/>
          <ac:spMkLst>
            <pc:docMk/>
            <pc:sldMk cId="3171677885" sldId="989"/>
            <ac:spMk id="14" creationId="{41691B7A-4D79-9769-AABF-974AD25932B3}"/>
          </ac:spMkLst>
        </pc:spChg>
        <pc:spChg chg="add del mod">
          <ac:chgData name="Palit, Tapti" userId="dec6fbcd-7598-406a-8cbf-504d4a3bac15" providerId="ADAL" clId="{ECD42228-5B96-4A72-B268-C46DF994E6B7}" dt="2024-01-25T07:07:09.191" v="56009" actId="478"/>
          <ac:spMkLst>
            <pc:docMk/>
            <pc:sldMk cId="3171677885" sldId="989"/>
            <ac:spMk id="19" creationId="{0397B7B3-4027-7397-C755-9B46BCEB778F}"/>
          </ac:spMkLst>
        </pc:spChg>
        <pc:spChg chg="add del mod">
          <ac:chgData name="Palit, Tapti" userId="dec6fbcd-7598-406a-8cbf-504d4a3bac15" providerId="ADAL" clId="{ECD42228-5B96-4A72-B268-C46DF994E6B7}" dt="2024-01-25T07:07:42.572" v="56023" actId="478"/>
          <ac:spMkLst>
            <pc:docMk/>
            <pc:sldMk cId="3171677885" sldId="989"/>
            <ac:spMk id="20" creationId="{9E7E184E-A2B1-004A-E691-1B6BE6F37DB6}"/>
          </ac:spMkLst>
        </pc:spChg>
        <pc:spChg chg="add mod">
          <ac:chgData name="Palit, Tapti" userId="dec6fbcd-7598-406a-8cbf-504d4a3bac15" providerId="ADAL" clId="{ECD42228-5B96-4A72-B268-C46DF994E6B7}" dt="2024-01-25T07:07:55.127" v="56027" actId="1076"/>
          <ac:spMkLst>
            <pc:docMk/>
            <pc:sldMk cId="3171677885" sldId="989"/>
            <ac:spMk id="21" creationId="{4A804535-7533-725E-0936-FBE2EEF5C075}"/>
          </ac:spMkLst>
        </pc:spChg>
        <pc:spChg chg="add mod">
          <ac:chgData name="Palit, Tapti" userId="dec6fbcd-7598-406a-8cbf-504d4a3bac15" providerId="ADAL" clId="{ECD42228-5B96-4A72-B268-C46DF994E6B7}" dt="2024-01-25T07:10:26.777" v="56054" actId="1076"/>
          <ac:spMkLst>
            <pc:docMk/>
            <pc:sldMk cId="3171677885" sldId="989"/>
            <ac:spMk id="22" creationId="{CEA628D5-F9A4-0571-8F68-B20C4971A648}"/>
          </ac:spMkLst>
        </pc:spChg>
        <pc:spChg chg="add mod">
          <ac:chgData name="Palit, Tapti" userId="dec6fbcd-7598-406a-8cbf-504d4a3bac15" providerId="ADAL" clId="{ECD42228-5B96-4A72-B268-C46DF994E6B7}" dt="2024-01-25T07:11:18.778" v="56090" actId="1076"/>
          <ac:spMkLst>
            <pc:docMk/>
            <pc:sldMk cId="3171677885" sldId="989"/>
            <ac:spMk id="26" creationId="{258C86E8-8F62-EB2C-6B52-95955C75AF4F}"/>
          </ac:spMkLst>
        </pc:spChg>
        <pc:spChg chg="add del mod">
          <ac:chgData name="Palit, Tapti" userId="dec6fbcd-7598-406a-8cbf-504d4a3bac15" providerId="ADAL" clId="{ECD42228-5B96-4A72-B268-C46DF994E6B7}" dt="2024-01-25T07:12:38.249" v="56109" actId="1076"/>
          <ac:spMkLst>
            <pc:docMk/>
            <pc:sldMk cId="3171677885" sldId="989"/>
            <ac:spMk id="27" creationId="{ED46B6B2-6ACB-B836-8F9F-37284BACC293}"/>
          </ac:spMkLst>
        </pc:spChg>
        <pc:picChg chg="add mod">
          <ac:chgData name="Palit, Tapti" userId="dec6fbcd-7598-406a-8cbf-504d4a3bac15" providerId="ADAL" clId="{ECD42228-5B96-4A72-B268-C46DF994E6B7}" dt="2024-01-25T07:10:08.745" v="56042" actId="1076"/>
          <ac:picMkLst>
            <pc:docMk/>
            <pc:sldMk cId="3171677885" sldId="989"/>
            <ac:picMk id="1026" creationId="{92CA06B0-E93C-15F7-5404-D4A03AC9391A}"/>
          </ac:picMkLst>
        </pc:picChg>
        <pc:cxnChg chg="add mod">
          <ac:chgData name="Palit, Tapti" userId="dec6fbcd-7598-406a-8cbf-504d4a3bac15" providerId="ADAL" clId="{ECD42228-5B96-4A72-B268-C46DF994E6B7}" dt="2024-01-25T07:04:04.808" v="55961" actId="13822"/>
          <ac:cxnSpMkLst>
            <pc:docMk/>
            <pc:sldMk cId="3171677885" sldId="989"/>
            <ac:cxnSpMk id="10" creationId="{9E94C896-B232-9692-30F5-7EADDBA316F1}"/>
          </ac:cxnSpMkLst>
        </pc:cxnChg>
        <pc:cxnChg chg="add mod">
          <ac:chgData name="Palit, Tapti" userId="dec6fbcd-7598-406a-8cbf-504d4a3bac15" providerId="ADAL" clId="{ECD42228-5B96-4A72-B268-C46DF994E6B7}" dt="2024-01-25T07:04:20.917" v="55963" actId="13822"/>
          <ac:cxnSpMkLst>
            <pc:docMk/>
            <pc:sldMk cId="3171677885" sldId="989"/>
            <ac:cxnSpMk id="12" creationId="{B7D84180-1A4B-8131-B469-70328178D2E9}"/>
          </ac:cxnSpMkLst>
        </pc:cxnChg>
        <pc:cxnChg chg="add mod">
          <ac:chgData name="Palit, Tapti" userId="dec6fbcd-7598-406a-8cbf-504d4a3bac15" providerId="ADAL" clId="{ECD42228-5B96-4A72-B268-C46DF994E6B7}" dt="2024-01-25T07:06:34.832" v="56006" actId="208"/>
          <ac:cxnSpMkLst>
            <pc:docMk/>
            <pc:sldMk cId="3171677885" sldId="989"/>
            <ac:cxnSpMk id="16" creationId="{EA0C61CC-8CC1-F1D7-06DD-36E27E4B27DA}"/>
          </ac:cxnSpMkLst>
        </pc:cxnChg>
        <pc:cxnChg chg="add mod">
          <ac:chgData name="Palit, Tapti" userId="dec6fbcd-7598-406a-8cbf-504d4a3bac15" providerId="ADAL" clId="{ECD42228-5B96-4A72-B268-C46DF994E6B7}" dt="2024-01-25T07:12:38.249" v="56109" actId="1076"/>
          <ac:cxnSpMkLst>
            <pc:docMk/>
            <pc:sldMk cId="3171677885" sldId="989"/>
            <ac:cxnSpMk id="24" creationId="{054AA8E2-7C35-513F-A322-C4357ADEBE52}"/>
          </ac:cxnSpMkLst>
        </pc:cxnChg>
        <pc:cxnChg chg="add mod">
          <ac:chgData name="Palit, Tapti" userId="dec6fbcd-7598-406a-8cbf-504d4a3bac15" providerId="ADAL" clId="{ECD42228-5B96-4A72-B268-C46DF994E6B7}" dt="2024-01-25T07:12:38.249" v="56109" actId="1076"/>
          <ac:cxnSpMkLst>
            <pc:docMk/>
            <pc:sldMk cId="3171677885" sldId="989"/>
            <ac:cxnSpMk id="28" creationId="{185F974F-3034-714F-C899-34DB07A20BAC}"/>
          </ac:cxnSpMkLst>
        </pc:cxnChg>
      </pc:sldChg>
      <pc:sldChg chg="addSp delSp modSp del mod delAnim modAnim">
        <pc:chgData name="Palit, Tapti" userId="dec6fbcd-7598-406a-8cbf-504d4a3bac15" providerId="ADAL" clId="{ECD42228-5B96-4A72-B268-C46DF994E6B7}" dt="2024-01-30T04:27:13.639" v="86310" actId="47"/>
        <pc:sldMkLst>
          <pc:docMk/>
          <pc:sldMk cId="3796243577" sldId="989"/>
        </pc:sldMkLst>
        <pc:spChg chg="mod">
          <ac:chgData name="Palit, Tapti" userId="dec6fbcd-7598-406a-8cbf-504d4a3bac15" providerId="ADAL" clId="{ECD42228-5B96-4A72-B268-C46DF994E6B7}" dt="2024-01-28T04:41:25.485" v="68355"/>
          <ac:spMkLst>
            <pc:docMk/>
            <pc:sldMk cId="3796243577" sldId="989"/>
            <ac:spMk id="3" creationId="{718731F3-A54E-5387-C447-464520FADB53}"/>
          </ac:spMkLst>
        </pc:spChg>
        <pc:spChg chg="mod">
          <ac:chgData name="Palit, Tapti" userId="dec6fbcd-7598-406a-8cbf-504d4a3bac15" providerId="ADAL" clId="{ECD42228-5B96-4A72-B268-C46DF994E6B7}" dt="2024-01-30T04:12:29.671" v="86120" actId="20577"/>
          <ac:spMkLst>
            <pc:docMk/>
            <pc:sldMk cId="3796243577" sldId="989"/>
            <ac:spMk id="6" creationId="{CDF54C75-8E57-C212-0645-30E19DBAEFC3}"/>
          </ac:spMkLst>
        </pc:spChg>
        <pc:spChg chg="add mod">
          <ac:chgData name="Palit, Tapti" userId="dec6fbcd-7598-406a-8cbf-504d4a3bac15" providerId="ADAL" clId="{ECD42228-5B96-4A72-B268-C46DF994E6B7}" dt="2024-01-30T04:12:34.537" v="86121" actId="1076"/>
          <ac:spMkLst>
            <pc:docMk/>
            <pc:sldMk cId="3796243577" sldId="989"/>
            <ac:spMk id="7" creationId="{4F0DD4F9-D13F-33FC-B35C-8BAD7548E011}"/>
          </ac:spMkLst>
        </pc:spChg>
        <pc:spChg chg="del mod">
          <ac:chgData name="Palit, Tapti" userId="dec6fbcd-7598-406a-8cbf-504d4a3bac15" providerId="ADAL" clId="{ECD42228-5B96-4A72-B268-C46DF994E6B7}" dt="2024-01-27T20:45:33.214" v="64388" actId="478"/>
          <ac:spMkLst>
            <pc:docMk/>
            <pc:sldMk cId="3796243577" sldId="989"/>
            <ac:spMk id="7" creationId="{DA640AE7-B549-29A9-7F0B-AA1971BB6B1F}"/>
          </ac:spMkLst>
        </pc:spChg>
        <pc:spChg chg="add mod">
          <ac:chgData name="Palit, Tapti" userId="dec6fbcd-7598-406a-8cbf-504d4a3bac15" providerId="ADAL" clId="{ECD42228-5B96-4A72-B268-C46DF994E6B7}" dt="2024-01-30T04:22:17.573" v="86208"/>
          <ac:spMkLst>
            <pc:docMk/>
            <pc:sldMk cId="3796243577" sldId="989"/>
            <ac:spMk id="8" creationId="{3F28B2FE-46FB-42E6-2BB8-53DCBBE1A1ED}"/>
          </ac:spMkLst>
        </pc:spChg>
        <pc:spChg chg="del mod">
          <ac:chgData name="Palit, Tapti" userId="dec6fbcd-7598-406a-8cbf-504d4a3bac15" providerId="ADAL" clId="{ECD42228-5B96-4A72-B268-C46DF994E6B7}" dt="2024-01-27T20:45:37.426" v="64390" actId="478"/>
          <ac:spMkLst>
            <pc:docMk/>
            <pc:sldMk cId="3796243577" sldId="989"/>
            <ac:spMk id="8" creationId="{48252E3F-6361-841E-EF3B-0B03A5C8A99B}"/>
          </ac:spMkLst>
        </pc:spChg>
        <pc:spChg chg="del mod">
          <ac:chgData name="Palit, Tapti" userId="dec6fbcd-7598-406a-8cbf-504d4a3bac15" providerId="ADAL" clId="{ECD42228-5B96-4A72-B268-C46DF994E6B7}" dt="2024-01-27T21:02:35.961" v="64686" actId="478"/>
          <ac:spMkLst>
            <pc:docMk/>
            <pc:sldMk cId="3796243577" sldId="989"/>
            <ac:spMk id="13" creationId="{DC9952A5-D4AA-48DB-2BE7-931A7943F3FA}"/>
          </ac:spMkLst>
        </pc:spChg>
        <pc:spChg chg="del mod">
          <ac:chgData name="Palit, Tapti" userId="dec6fbcd-7598-406a-8cbf-504d4a3bac15" providerId="ADAL" clId="{ECD42228-5B96-4A72-B268-C46DF994E6B7}" dt="2024-01-27T21:02:39.756" v="64687" actId="478"/>
          <ac:spMkLst>
            <pc:docMk/>
            <pc:sldMk cId="3796243577" sldId="989"/>
            <ac:spMk id="14" creationId="{41691B7A-4D79-9769-AABF-974AD25932B3}"/>
          </ac:spMkLst>
        </pc:spChg>
        <pc:spChg chg="del">
          <ac:chgData name="Palit, Tapti" userId="dec6fbcd-7598-406a-8cbf-504d4a3bac15" providerId="ADAL" clId="{ECD42228-5B96-4A72-B268-C46DF994E6B7}" dt="2024-01-27T20:45:35.057" v="64389" actId="478"/>
          <ac:spMkLst>
            <pc:docMk/>
            <pc:sldMk cId="3796243577" sldId="989"/>
            <ac:spMk id="20" creationId="{9E7E184E-A2B1-004A-E691-1B6BE6F37DB6}"/>
          </ac:spMkLst>
        </pc:spChg>
        <pc:spChg chg="del">
          <ac:chgData name="Palit, Tapti" userId="dec6fbcd-7598-406a-8cbf-504d4a3bac15" providerId="ADAL" clId="{ECD42228-5B96-4A72-B268-C46DF994E6B7}" dt="2024-01-27T20:45:39.141" v="64391" actId="478"/>
          <ac:spMkLst>
            <pc:docMk/>
            <pc:sldMk cId="3796243577" sldId="989"/>
            <ac:spMk id="21" creationId="{4A804535-7533-725E-0936-FBE2EEF5C075}"/>
          </ac:spMkLst>
        </pc:spChg>
        <pc:spChg chg="add mod">
          <ac:chgData name="Palit, Tapti" userId="dec6fbcd-7598-406a-8cbf-504d4a3bac15" providerId="ADAL" clId="{ECD42228-5B96-4A72-B268-C46DF994E6B7}" dt="2024-01-27T21:06:49.341" v="64694" actId="1076"/>
          <ac:spMkLst>
            <pc:docMk/>
            <pc:sldMk cId="3796243577" sldId="989"/>
            <ac:spMk id="30" creationId="{11D4ADC7-21B9-08B4-25A4-8EEFFD3ACAF2}"/>
          </ac:spMkLst>
        </pc:spChg>
        <pc:spChg chg="add mod">
          <ac:chgData name="Palit, Tapti" userId="dec6fbcd-7598-406a-8cbf-504d4a3bac15" providerId="ADAL" clId="{ECD42228-5B96-4A72-B268-C46DF994E6B7}" dt="2024-01-27T21:06:43.554" v="64693" actId="1076"/>
          <ac:spMkLst>
            <pc:docMk/>
            <pc:sldMk cId="3796243577" sldId="989"/>
            <ac:spMk id="33" creationId="{6F8DDCDB-2BC0-4664-5DDC-E0969FF063B5}"/>
          </ac:spMkLst>
        </pc:spChg>
        <pc:spChg chg="add del mod">
          <ac:chgData name="Palit, Tapti" userId="dec6fbcd-7598-406a-8cbf-504d4a3bac15" providerId="ADAL" clId="{ECD42228-5B96-4A72-B268-C46DF994E6B7}" dt="2024-01-27T21:00:45.157" v="64671" actId="478"/>
          <ac:spMkLst>
            <pc:docMk/>
            <pc:sldMk cId="3796243577" sldId="989"/>
            <ac:spMk id="34" creationId="{94B94D7E-1E4F-4643-9AA3-3F3E61E6203F}"/>
          </ac:spMkLst>
        </pc:spChg>
        <pc:spChg chg="add mod">
          <ac:chgData name="Palit, Tapti" userId="dec6fbcd-7598-406a-8cbf-504d4a3bac15" providerId="ADAL" clId="{ECD42228-5B96-4A72-B268-C46DF994E6B7}" dt="2024-01-27T21:24:12.719" v="65073" actId="113"/>
          <ac:spMkLst>
            <pc:docMk/>
            <pc:sldMk cId="3796243577" sldId="989"/>
            <ac:spMk id="45" creationId="{182D6F96-B93F-75AB-32DF-9492EF38914C}"/>
          </ac:spMkLst>
        </pc:spChg>
        <pc:spChg chg="add mod">
          <ac:chgData name="Palit, Tapti" userId="dec6fbcd-7598-406a-8cbf-504d4a3bac15" providerId="ADAL" clId="{ECD42228-5B96-4A72-B268-C46DF994E6B7}" dt="2024-01-27T21:24:12.239" v="65072" actId="113"/>
          <ac:spMkLst>
            <pc:docMk/>
            <pc:sldMk cId="3796243577" sldId="989"/>
            <ac:spMk id="46" creationId="{9715DB38-9550-104E-AAEA-4D661B3F9D39}"/>
          </ac:spMkLst>
        </pc:spChg>
        <pc:graphicFrameChg chg="add mod modGraphic">
          <ac:chgData name="Palit, Tapti" userId="dec6fbcd-7598-406a-8cbf-504d4a3bac15" providerId="ADAL" clId="{ECD42228-5B96-4A72-B268-C46DF994E6B7}" dt="2024-01-28T04:32:35.999" v="68014" actId="6549"/>
          <ac:graphicFrameMkLst>
            <pc:docMk/>
            <pc:sldMk cId="3796243577" sldId="989"/>
            <ac:graphicFrameMk id="2" creationId="{4498D35B-E7A5-4947-5802-D6A575F62626}"/>
          </ac:graphicFrameMkLst>
        </pc:graphicFrameChg>
        <pc:graphicFrameChg chg="add mod modGraphic">
          <ac:chgData name="Palit, Tapti" userId="dec6fbcd-7598-406a-8cbf-504d4a3bac15" providerId="ADAL" clId="{ECD42228-5B96-4A72-B268-C46DF994E6B7}" dt="2024-01-28T04:32:39.517" v="68015" actId="6549"/>
          <ac:graphicFrameMkLst>
            <pc:docMk/>
            <pc:sldMk cId="3796243577" sldId="989"/>
            <ac:graphicFrameMk id="28" creationId="{7A06F78A-A30D-EA99-2E4E-624D76067CB7}"/>
          </ac:graphicFrameMkLst>
        </pc:graphicFrameChg>
        <pc:cxnChg chg="mod">
          <ac:chgData name="Palit, Tapti" userId="dec6fbcd-7598-406a-8cbf-504d4a3bac15" providerId="ADAL" clId="{ECD42228-5B96-4A72-B268-C46DF994E6B7}" dt="2024-01-27T23:51:35.962" v="66151" actId="692"/>
          <ac:cxnSpMkLst>
            <pc:docMk/>
            <pc:sldMk cId="3796243577" sldId="989"/>
            <ac:cxnSpMk id="10" creationId="{9E94C896-B232-9692-30F5-7EADDBA316F1}"/>
          </ac:cxnSpMkLst>
        </pc:cxnChg>
        <pc:cxnChg chg="mod">
          <ac:chgData name="Palit, Tapti" userId="dec6fbcd-7598-406a-8cbf-504d4a3bac15" providerId="ADAL" clId="{ECD42228-5B96-4A72-B268-C46DF994E6B7}" dt="2024-01-27T23:51:35.962" v="66151" actId="692"/>
          <ac:cxnSpMkLst>
            <pc:docMk/>
            <pc:sldMk cId="3796243577" sldId="989"/>
            <ac:cxnSpMk id="12" creationId="{B7D84180-1A4B-8131-B469-70328178D2E9}"/>
          </ac:cxnSpMkLst>
        </pc:cxnChg>
      </pc:sldChg>
      <pc:sldChg chg="add del mod modShow">
        <pc:chgData name="Palit, Tapti" userId="dec6fbcd-7598-406a-8cbf-504d4a3bac15" providerId="ADAL" clId="{ECD42228-5B96-4A72-B268-C46DF994E6B7}" dt="2024-01-28T03:44:01.241" v="67437" actId="47"/>
        <pc:sldMkLst>
          <pc:docMk/>
          <pc:sldMk cId="2191707010" sldId="990"/>
        </pc:sldMkLst>
      </pc:sldChg>
      <pc:sldChg chg="addSp delSp modSp new del mod ord">
        <pc:chgData name="Palit, Tapti" userId="dec6fbcd-7598-406a-8cbf-504d4a3bac15" providerId="ADAL" clId="{ECD42228-5B96-4A72-B268-C46DF994E6B7}" dt="2024-01-27T04:01:24.554" v="63070" actId="2696"/>
        <pc:sldMkLst>
          <pc:docMk/>
          <pc:sldMk cId="2621348231" sldId="990"/>
        </pc:sldMkLst>
        <pc:spChg chg="mod">
          <ac:chgData name="Palit, Tapti" userId="dec6fbcd-7598-406a-8cbf-504d4a3bac15" providerId="ADAL" clId="{ECD42228-5B96-4A72-B268-C46DF994E6B7}" dt="2024-01-25T07:42:32.933" v="56922" actId="20577"/>
          <ac:spMkLst>
            <pc:docMk/>
            <pc:sldMk cId="2621348231" sldId="990"/>
            <ac:spMk id="2" creationId="{3A942EE7-2AD1-FF79-52BD-F7F4FC34B81C}"/>
          </ac:spMkLst>
        </pc:spChg>
        <pc:spChg chg="mod">
          <ac:chgData name="Palit, Tapti" userId="dec6fbcd-7598-406a-8cbf-504d4a3bac15" providerId="ADAL" clId="{ECD42228-5B96-4A72-B268-C46DF994E6B7}" dt="2024-01-25T07:42:22.051" v="56911" actId="20577"/>
          <ac:spMkLst>
            <pc:docMk/>
            <pc:sldMk cId="2621348231" sldId="990"/>
            <ac:spMk id="3" creationId="{6B74D93D-D8A0-4496-6383-DC23E0EEE123}"/>
          </ac:spMkLst>
        </pc:spChg>
        <pc:spChg chg="add del mod">
          <ac:chgData name="Palit, Tapti" userId="dec6fbcd-7598-406a-8cbf-504d4a3bac15" providerId="ADAL" clId="{ECD42228-5B96-4A72-B268-C46DF994E6B7}" dt="2024-01-25T07:42:59.323" v="56934" actId="478"/>
          <ac:spMkLst>
            <pc:docMk/>
            <pc:sldMk cId="2621348231" sldId="990"/>
            <ac:spMk id="8" creationId="{A964B964-0805-06DB-C6D0-4A61846A6A8E}"/>
          </ac:spMkLst>
        </pc:spChg>
        <pc:picChg chg="add mod">
          <ac:chgData name="Palit, Tapti" userId="dec6fbcd-7598-406a-8cbf-504d4a3bac15" providerId="ADAL" clId="{ECD42228-5B96-4A72-B268-C46DF994E6B7}" dt="2024-01-25T07:42:42.746" v="56923" actId="1076"/>
          <ac:picMkLst>
            <pc:docMk/>
            <pc:sldMk cId="2621348231" sldId="990"/>
            <ac:picMk id="6" creationId="{02141A3E-BFD5-166A-6E60-AFE047195AE0}"/>
          </ac:picMkLst>
        </pc:picChg>
        <pc:picChg chg="add mod">
          <ac:chgData name="Palit, Tapti" userId="dec6fbcd-7598-406a-8cbf-504d4a3bac15" providerId="ADAL" clId="{ECD42228-5B96-4A72-B268-C46DF994E6B7}" dt="2024-01-25T07:42:42.746" v="56923" actId="1076"/>
          <ac:picMkLst>
            <pc:docMk/>
            <pc:sldMk cId="2621348231" sldId="990"/>
            <ac:picMk id="7" creationId="{595A8DE6-69FB-211A-514A-51747E504F5B}"/>
          </ac:picMkLst>
        </pc:picChg>
        <pc:picChg chg="add del mod">
          <ac:chgData name="Palit, Tapti" userId="dec6fbcd-7598-406a-8cbf-504d4a3bac15" providerId="ADAL" clId="{ECD42228-5B96-4A72-B268-C46DF994E6B7}" dt="2024-01-25T07:40:25.902" v="56809" actId="478"/>
          <ac:picMkLst>
            <pc:docMk/>
            <pc:sldMk cId="2621348231" sldId="990"/>
            <ac:picMk id="2050" creationId="{F6E52A12-F634-E9F3-3FC6-AE82674C96F6}"/>
          </ac:picMkLst>
        </pc:picChg>
      </pc:sldChg>
      <pc:sldChg chg="addSp delSp modSp add mod">
        <pc:chgData name="Palit, Tapti" userId="dec6fbcd-7598-406a-8cbf-504d4a3bac15" providerId="ADAL" clId="{ECD42228-5B96-4A72-B268-C46DF994E6B7}" dt="2024-01-25T07:34:28.343" v="56414"/>
        <pc:sldMkLst>
          <pc:docMk/>
          <pc:sldMk cId="1082812199" sldId="991"/>
        </pc:sldMkLst>
        <pc:spChg chg="add del mod">
          <ac:chgData name="Palit, Tapti" userId="dec6fbcd-7598-406a-8cbf-504d4a3bac15" providerId="ADAL" clId="{ECD42228-5B96-4A72-B268-C46DF994E6B7}" dt="2024-01-25T07:26:40.566" v="56230" actId="478"/>
          <ac:spMkLst>
            <pc:docMk/>
            <pc:sldMk cId="1082812199" sldId="991"/>
            <ac:spMk id="2" creationId="{9F395DF8-D06C-0432-77C4-D14972B27E03}"/>
          </ac:spMkLst>
        </pc:spChg>
        <pc:spChg chg="mod">
          <ac:chgData name="Palit, Tapti" userId="dec6fbcd-7598-406a-8cbf-504d4a3bac15" providerId="ADAL" clId="{ECD42228-5B96-4A72-B268-C46DF994E6B7}" dt="2024-01-25T07:34:20.960" v="56413"/>
          <ac:spMkLst>
            <pc:docMk/>
            <pc:sldMk cId="1082812199" sldId="991"/>
            <ac:spMk id="3" creationId="{1A4EE72C-E366-5492-87E3-08AB9883664A}"/>
          </ac:spMkLst>
        </pc:spChg>
        <pc:spChg chg="del">
          <ac:chgData name="Palit, Tapti" userId="dec6fbcd-7598-406a-8cbf-504d4a3bac15" providerId="ADAL" clId="{ECD42228-5B96-4A72-B268-C46DF994E6B7}" dt="2024-01-25T07:26:23.791" v="56228" actId="478"/>
          <ac:spMkLst>
            <pc:docMk/>
            <pc:sldMk cId="1082812199" sldId="991"/>
            <ac:spMk id="5" creationId="{D70AD0AC-6796-42FB-01B4-AC6753FBDA98}"/>
          </ac:spMkLst>
        </pc:spChg>
        <pc:spChg chg="add mod">
          <ac:chgData name="Palit, Tapti" userId="dec6fbcd-7598-406a-8cbf-504d4a3bac15" providerId="ADAL" clId="{ECD42228-5B96-4A72-B268-C46DF994E6B7}" dt="2024-01-25T07:26:43.750" v="56232" actId="20577"/>
          <ac:spMkLst>
            <pc:docMk/>
            <pc:sldMk cId="1082812199" sldId="991"/>
            <ac:spMk id="8" creationId="{D3712ACC-1499-B07D-686A-61041218F868}"/>
          </ac:spMkLst>
        </pc:spChg>
        <pc:spChg chg="add mod">
          <ac:chgData name="Palit, Tapti" userId="dec6fbcd-7598-406a-8cbf-504d4a3bac15" providerId="ADAL" clId="{ECD42228-5B96-4A72-B268-C46DF994E6B7}" dt="2024-01-25T07:34:28.343" v="56414"/>
          <ac:spMkLst>
            <pc:docMk/>
            <pc:sldMk cId="1082812199" sldId="991"/>
            <ac:spMk id="10" creationId="{F0882C6C-305C-A177-D27E-28BEB942A903}"/>
          </ac:spMkLst>
        </pc:spChg>
        <pc:graphicFrameChg chg="mod">
          <ac:chgData name="Palit, Tapti" userId="dec6fbcd-7598-406a-8cbf-504d4a3bac15" providerId="ADAL" clId="{ECD42228-5B96-4A72-B268-C46DF994E6B7}" dt="2024-01-25T07:30:57.197" v="56330"/>
          <ac:graphicFrameMkLst>
            <pc:docMk/>
            <pc:sldMk cId="1082812199" sldId="991"/>
            <ac:graphicFrameMk id="6" creationId="{29DDF177-FB8C-28F0-7429-A32CAB798CE6}"/>
          </ac:graphicFrameMkLst>
        </pc:graphicFrameChg>
        <pc:cxnChg chg="add mod">
          <ac:chgData name="Palit, Tapti" userId="dec6fbcd-7598-406a-8cbf-504d4a3bac15" providerId="ADAL" clId="{ECD42228-5B96-4A72-B268-C46DF994E6B7}" dt="2024-01-25T07:34:28.343" v="56414"/>
          <ac:cxnSpMkLst>
            <pc:docMk/>
            <pc:sldMk cId="1082812199" sldId="991"/>
            <ac:cxnSpMk id="9" creationId="{6C423EEF-F7DC-E214-5F91-10E8914E94DE}"/>
          </ac:cxnSpMkLst>
        </pc:cxnChg>
      </pc:sldChg>
      <pc:sldChg chg="modSp mod modNotesTx">
        <pc:chgData name="Palit, Tapti" userId="dec6fbcd-7598-406a-8cbf-504d4a3bac15" providerId="ADAL" clId="{ECD42228-5B96-4A72-B268-C46DF994E6B7}" dt="2024-02-12T19:35:17.703" v="112790" actId="20577"/>
        <pc:sldMkLst>
          <pc:docMk/>
          <pc:sldMk cId="2992224601" sldId="991"/>
        </pc:sldMkLst>
        <pc:spChg chg="mod">
          <ac:chgData name="Palit, Tapti" userId="dec6fbcd-7598-406a-8cbf-504d4a3bac15" providerId="ADAL" clId="{ECD42228-5B96-4A72-B268-C46DF994E6B7}" dt="2024-02-12T19:34:56.138" v="112708" actId="20577"/>
          <ac:spMkLst>
            <pc:docMk/>
            <pc:sldMk cId="2992224601" sldId="991"/>
            <ac:spMk id="8" creationId="{D3712ACC-1499-B07D-686A-61041218F868}"/>
          </ac:spMkLst>
        </pc:spChg>
      </pc:sldChg>
      <pc:sldChg chg="add del mod modShow">
        <pc:chgData name="Palit, Tapti" userId="dec6fbcd-7598-406a-8cbf-504d4a3bac15" providerId="ADAL" clId="{ECD42228-5B96-4A72-B268-C46DF994E6B7}" dt="2024-01-28T03:44:01.241" v="67437" actId="47"/>
        <pc:sldMkLst>
          <pc:docMk/>
          <pc:sldMk cId="1299755347" sldId="992"/>
        </pc:sldMkLst>
      </pc:sldChg>
      <pc:sldChg chg="addSp modSp new del mod modNotesTx">
        <pc:chgData name="Palit, Tapti" userId="dec6fbcd-7598-406a-8cbf-504d4a3bac15" providerId="ADAL" clId="{ECD42228-5B96-4A72-B268-C46DF994E6B7}" dt="2024-01-27T04:01:24.554" v="63070" actId="2696"/>
        <pc:sldMkLst>
          <pc:docMk/>
          <pc:sldMk cId="1882918257" sldId="992"/>
        </pc:sldMkLst>
        <pc:spChg chg="mod">
          <ac:chgData name="Palit, Tapti" userId="dec6fbcd-7598-406a-8cbf-504d4a3bac15" providerId="ADAL" clId="{ECD42228-5B96-4A72-B268-C46DF994E6B7}" dt="2024-01-25T07:46:46.211" v="57139" actId="20577"/>
          <ac:spMkLst>
            <pc:docMk/>
            <pc:sldMk cId="1882918257" sldId="992"/>
            <ac:spMk id="2" creationId="{EDFBA430-39C8-978A-F1B1-FE63044D5F7D}"/>
          </ac:spMkLst>
        </pc:spChg>
        <pc:spChg chg="mod">
          <ac:chgData name="Palit, Tapti" userId="dec6fbcd-7598-406a-8cbf-504d4a3bac15" providerId="ADAL" clId="{ECD42228-5B96-4A72-B268-C46DF994E6B7}" dt="2024-01-25T07:43:13.959" v="56972" actId="20577"/>
          <ac:spMkLst>
            <pc:docMk/>
            <pc:sldMk cId="1882918257" sldId="992"/>
            <ac:spMk id="3" creationId="{975C1F79-2071-0C81-7BB0-B7E79BB3039C}"/>
          </ac:spMkLst>
        </pc:spChg>
        <pc:picChg chg="add mod">
          <ac:chgData name="Palit, Tapti" userId="dec6fbcd-7598-406a-8cbf-504d4a3bac15" providerId="ADAL" clId="{ECD42228-5B96-4A72-B268-C46DF994E6B7}" dt="2024-01-25T07:47:19.161" v="57144" actId="1076"/>
          <ac:picMkLst>
            <pc:docMk/>
            <pc:sldMk cId="1882918257" sldId="992"/>
            <ac:picMk id="3074" creationId="{EA9458F7-EC5E-F8AC-2CED-819AE782517E}"/>
          </ac:picMkLst>
        </pc:picChg>
        <pc:picChg chg="add mod">
          <ac:chgData name="Palit, Tapti" userId="dec6fbcd-7598-406a-8cbf-504d4a3bac15" providerId="ADAL" clId="{ECD42228-5B96-4A72-B268-C46DF994E6B7}" dt="2024-01-25T07:47:22.241" v="57145" actId="1076"/>
          <ac:picMkLst>
            <pc:docMk/>
            <pc:sldMk cId="1882918257" sldId="992"/>
            <ac:picMk id="3076" creationId="{ED5EF34E-C951-473C-AB53-0B4F03A644C2}"/>
          </ac:picMkLst>
        </pc:picChg>
      </pc:sldChg>
      <pc:sldChg chg="addSp delSp modSp new del mod chgLayout">
        <pc:chgData name="Palit, Tapti" userId="dec6fbcd-7598-406a-8cbf-504d4a3bac15" providerId="ADAL" clId="{ECD42228-5B96-4A72-B268-C46DF994E6B7}" dt="2024-01-27T03:39:48.394" v="63002" actId="2696"/>
        <pc:sldMkLst>
          <pc:docMk/>
          <pc:sldMk cId="576898569" sldId="993"/>
        </pc:sldMkLst>
        <pc:spChg chg="add del mod">
          <ac:chgData name="Palit, Tapti" userId="dec6fbcd-7598-406a-8cbf-504d4a3bac15" providerId="ADAL" clId="{ECD42228-5B96-4A72-B268-C46DF994E6B7}" dt="2024-01-25T13:45:15.347" v="58852" actId="20577"/>
          <ac:spMkLst>
            <pc:docMk/>
            <pc:sldMk cId="576898569" sldId="993"/>
            <ac:spMk id="2" creationId="{11AA48FA-C55C-8F5D-CBC4-27DAA1CF215B}"/>
          </ac:spMkLst>
        </pc:spChg>
        <pc:spChg chg="mod ord">
          <ac:chgData name="Palit, Tapti" userId="dec6fbcd-7598-406a-8cbf-504d4a3bac15" providerId="ADAL" clId="{ECD42228-5B96-4A72-B268-C46DF994E6B7}" dt="2024-01-25T13:44:58.514" v="58846" actId="20577"/>
          <ac:spMkLst>
            <pc:docMk/>
            <pc:sldMk cId="576898569" sldId="993"/>
            <ac:spMk id="3" creationId="{CB5D4A5A-B1DD-9DC7-46F2-C38AEF076258}"/>
          </ac:spMkLst>
        </pc:spChg>
        <pc:spChg chg="mod ord">
          <ac:chgData name="Palit, Tapti" userId="dec6fbcd-7598-406a-8cbf-504d4a3bac15" providerId="ADAL" clId="{ECD42228-5B96-4A72-B268-C46DF994E6B7}" dt="2024-01-25T07:49:44.733" v="57290" actId="6264"/>
          <ac:spMkLst>
            <pc:docMk/>
            <pc:sldMk cId="576898569" sldId="993"/>
            <ac:spMk id="4" creationId="{6EE6A7F8-548C-FA6A-75A6-147B287BC7EE}"/>
          </ac:spMkLst>
        </pc:spChg>
        <pc:spChg chg="add del mod">
          <ac:chgData name="Palit, Tapti" userId="dec6fbcd-7598-406a-8cbf-504d4a3bac15" providerId="ADAL" clId="{ECD42228-5B96-4A72-B268-C46DF994E6B7}" dt="2024-01-25T07:49:44.733" v="57290" actId="6264"/>
          <ac:spMkLst>
            <pc:docMk/>
            <pc:sldMk cId="576898569" sldId="993"/>
            <ac:spMk id="5" creationId="{71C18723-B52F-C06F-98DD-0ED45C19D1E4}"/>
          </ac:spMkLst>
        </pc:spChg>
        <pc:spChg chg="add del mod">
          <ac:chgData name="Palit, Tapti" userId="dec6fbcd-7598-406a-8cbf-504d4a3bac15" providerId="ADAL" clId="{ECD42228-5B96-4A72-B268-C46DF994E6B7}" dt="2024-01-25T07:49:44.733" v="57290" actId="6264"/>
          <ac:spMkLst>
            <pc:docMk/>
            <pc:sldMk cId="576898569" sldId="993"/>
            <ac:spMk id="6" creationId="{C8F198D3-D7E8-AD67-D7D8-0B77F1D80C3D}"/>
          </ac:spMkLst>
        </pc:spChg>
        <pc:spChg chg="add del mod">
          <ac:chgData name="Palit, Tapti" userId="dec6fbcd-7598-406a-8cbf-504d4a3bac15" providerId="ADAL" clId="{ECD42228-5B96-4A72-B268-C46DF994E6B7}" dt="2024-01-25T07:49:44.733" v="57290" actId="6264"/>
          <ac:spMkLst>
            <pc:docMk/>
            <pc:sldMk cId="576898569" sldId="993"/>
            <ac:spMk id="7" creationId="{D722A67F-016C-13E4-4335-0EED597BCACB}"/>
          </ac:spMkLst>
        </pc:spChg>
        <pc:spChg chg="add del mod">
          <ac:chgData name="Palit, Tapti" userId="dec6fbcd-7598-406a-8cbf-504d4a3bac15" providerId="ADAL" clId="{ECD42228-5B96-4A72-B268-C46DF994E6B7}" dt="2024-01-25T07:49:43.335" v="57289" actId="6264"/>
          <ac:spMkLst>
            <pc:docMk/>
            <pc:sldMk cId="576898569" sldId="993"/>
            <ac:spMk id="8" creationId="{8315C11F-0236-677F-183C-8039861EA447}"/>
          </ac:spMkLst>
        </pc:spChg>
        <pc:spChg chg="add del mod">
          <ac:chgData name="Palit, Tapti" userId="dec6fbcd-7598-406a-8cbf-504d4a3bac15" providerId="ADAL" clId="{ECD42228-5B96-4A72-B268-C46DF994E6B7}" dt="2024-01-25T07:49:43.335" v="57289" actId="6264"/>
          <ac:spMkLst>
            <pc:docMk/>
            <pc:sldMk cId="576898569" sldId="993"/>
            <ac:spMk id="9" creationId="{0C2B3332-FD42-1F03-32D7-527E292E3449}"/>
          </ac:spMkLst>
        </pc:spChg>
        <pc:spChg chg="add del mod">
          <ac:chgData name="Palit, Tapti" userId="dec6fbcd-7598-406a-8cbf-504d4a3bac15" providerId="ADAL" clId="{ECD42228-5B96-4A72-B268-C46DF994E6B7}" dt="2024-01-25T07:49:43.335" v="57289" actId="6264"/>
          <ac:spMkLst>
            <pc:docMk/>
            <pc:sldMk cId="576898569" sldId="993"/>
            <ac:spMk id="10" creationId="{8EFF1142-CCB6-26F1-240A-DBEC0B90B44F}"/>
          </ac:spMkLst>
        </pc:spChg>
        <pc:picChg chg="add mod ord">
          <ac:chgData name="Palit, Tapti" userId="dec6fbcd-7598-406a-8cbf-504d4a3bac15" providerId="ADAL" clId="{ECD42228-5B96-4A72-B268-C46DF994E6B7}" dt="2024-01-25T07:49:45.465" v="57292"/>
          <ac:picMkLst>
            <pc:docMk/>
            <pc:sldMk cId="576898569" sldId="993"/>
            <ac:picMk id="4098" creationId="{A906CB56-4075-7E56-57D5-2AF4494DEBD4}"/>
          </ac:picMkLst>
        </pc:picChg>
        <pc:picChg chg="add mod">
          <ac:chgData name="Palit, Tapti" userId="dec6fbcd-7598-406a-8cbf-504d4a3bac15" providerId="ADAL" clId="{ECD42228-5B96-4A72-B268-C46DF994E6B7}" dt="2024-01-25T07:51:45.898" v="57572" actId="1076"/>
          <ac:picMkLst>
            <pc:docMk/>
            <pc:sldMk cId="576898569" sldId="993"/>
            <ac:picMk id="4100" creationId="{307D7E76-2D2A-56AB-AB60-1B7E04C832A0}"/>
          </ac:picMkLst>
        </pc:picChg>
      </pc:sldChg>
      <pc:sldChg chg="add del mod modShow">
        <pc:chgData name="Palit, Tapti" userId="dec6fbcd-7598-406a-8cbf-504d4a3bac15" providerId="ADAL" clId="{ECD42228-5B96-4A72-B268-C46DF994E6B7}" dt="2024-01-28T03:44:01.241" v="67437" actId="47"/>
        <pc:sldMkLst>
          <pc:docMk/>
          <pc:sldMk cId="2200577061" sldId="993"/>
        </pc:sldMkLst>
      </pc:sldChg>
      <pc:sldChg chg="addSp delSp modSp new mod ord modNotesTx">
        <pc:chgData name="Palit, Tapti" userId="dec6fbcd-7598-406a-8cbf-504d4a3bac15" providerId="ADAL" clId="{ECD42228-5B96-4A72-B268-C46DF994E6B7}" dt="2024-02-13T03:04:54.188" v="115342" actId="20577"/>
        <pc:sldMkLst>
          <pc:docMk/>
          <pc:sldMk cId="815522545" sldId="994"/>
        </pc:sldMkLst>
        <pc:spChg chg="add del mod">
          <ac:chgData name="Palit, Tapti" userId="dec6fbcd-7598-406a-8cbf-504d4a3bac15" providerId="ADAL" clId="{ECD42228-5B96-4A72-B268-C46DF994E6B7}" dt="2024-01-31T01:32:47.827" v="94888" actId="478"/>
          <ac:spMkLst>
            <pc:docMk/>
            <pc:sldMk cId="815522545" sldId="994"/>
            <ac:spMk id="2" creationId="{B0DF2977-6775-429C-D500-B91287C852C7}"/>
          </ac:spMkLst>
        </pc:spChg>
        <pc:spChg chg="mod">
          <ac:chgData name="Palit, Tapti" userId="dec6fbcd-7598-406a-8cbf-504d4a3bac15" providerId="ADAL" clId="{ECD42228-5B96-4A72-B268-C46DF994E6B7}" dt="2024-01-25T07:57:20.669" v="58073" actId="20577"/>
          <ac:spMkLst>
            <pc:docMk/>
            <pc:sldMk cId="815522545" sldId="994"/>
            <ac:spMk id="3" creationId="{37780BC6-97C6-2E09-DBDA-56DA9F335959}"/>
          </ac:spMkLst>
        </pc:spChg>
        <pc:spChg chg="add del mod">
          <ac:chgData name="Palit, Tapti" userId="dec6fbcd-7598-406a-8cbf-504d4a3bac15" providerId="ADAL" clId="{ECD42228-5B96-4A72-B268-C46DF994E6B7}" dt="2024-01-31T01:32:21.838" v="94884" actId="478"/>
          <ac:spMkLst>
            <pc:docMk/>
            <pc:sldMk cId="815522545" sldId="994"/>
            <ac:spMk id="6" creationId="{E69E333D-353A-D899-4E72-5D0EF390BC75}"/>
          </ac:spMkLst>
        </pc:spChg>
        <pc:spChg chg="add del mod">
          <ac:chgData name="Palit, Tapti" userId="dec6fbcd-7598-406a-8cbf-504d4a3bac15" providerId="ADAL" clId="{ECD42228-5B96-4A72-B268-C46DF994E6B7}" dt="2024-01-31T01:32:49.335" v="94889" actId="478"/>
          <ac:spMkLst>
            <pc:docMk/>
            <pc:sldMk cId="815522545" sldId="994"/>
            <ac:spMk id="8" creationId="{9FA7AF06-0D38-3AA7-5B53-A96A2E8396FC}"/>
          </ac:spMkLst>
        </pc:spChg>
        <pc:spChg chg="add mod">
          <ac:chgData name="Palit, Tapti" userId="dec6fbcd-7598-406a-8cbf-504d4a3bac15" providerId="ADAL" clId="{ECD42228-5B96-4A72-B268-C46DF994E6B7}" dt="2024-02-09T03:03:28.579" v="102901" actId="1076"/>
          <ac:spMkLst>
            <pc:docMk/>
            <pc:sldMk cId="815522545" sldId="994"/>
            <ac:spMk id="9" creationId="{B74CAB01-3AF1-92B7-01BD-557AEED73695}"/>
          </ac:spMkLst>
        </pc:spChg>
        <pc:spChg chg="add mod">
          <ac:chgData name="Palit, Tapti" userId="dec6fbcd-7598-406a-8cbf-504d4a3bac15" providerId="ADAL" clId="{ECD42228-5B96-4A72-B268-C46DF994E6B7}" dt="2024-02-09T01:13:48.912" v="102240" actId="1076"/>
          <ac:spMkLst>
            <pc:docMk/>
            <pc:sldMk cId="815522545" sldId="994"/>
            <ac:spMk id="11" creationId="{85C0A972-3DD0-E726-93E4-D9F364120992}"/>
          </ac:spMkLst>
        </pc:spChg>
        <pc:spChg chg="add mod">
          <ac:chgData name="Palit, Tapti" userId="dec6fbcd-7598-406a-8cbf-504d4a3bac15" providerId="ADAL" clId="{ECD42228-5B96-4A72-B268-C46DF994E6B7}" dt="2024-02-09T01:13:57.897" v="102241" actId="1076"/>
          <ac:spMkLst>
            <pc:docMk/>
            <pc:sldMk cId="815522545" sldId="994"/>
            <ac:spMk id="12" creationId="{2839FB65-6BCF-8DF4-EEED-AC32F93EEC45}"/>
          </ac:spMkLst>
        </pc:spChg>
        <pc:spChg chg="add mod">
          <ac:chgData name="Palit, Tapti" userId="dec6fbcd-7598-406a-8cbf-504d4a3bac15" providerId="ADAL" clId="{ECD42228-5B96-4A72-B268-C46DF994E6B7}" dt="2024-02-09T01:09:19.479" v="102186" actId="1076"/>
          <ac:spMkLst>
            <pc:docMk/>
            <pc:sldMk cId="815522545" sldId="994"/>
            <ac:spMk id="14" creationId="{37C0D343-8D25-24A0-4F92-25220D888E38}"/>
          </ac:spMkLst>
        </pc:spChg>
        <pc:spChg chg="add mod">
          <ac:chgData name="Palit, Tapti" userId="dec6fbcd-7598-406a-8cbf-504d4a3bac15" providerId="ADAL" clId="{ECD42228-5B96-4A72-B268-C46DF994E6B7}" dt="2024-02-09T01:53:57.367" v="102492" actId="1076"/>
          <ac:spMkLst>
            <pc:docMk/>
            <pc:sldMk cId="815522545" sldId="994"/>
            <ac:spMk id="17" creationId="{A5BAC0BD-7FEC-2BD1-AB1B-269716294904}"/>
          </ac:spMkLst>
        </pc:spChg>
        <pc:spChg chg="add mod">
          <ac:chgData name="Palit, Tapti" userId="dec6fbcd-7598-406a-8cbf-504d4a3bac15" providerId="ADAL" clId="{ECD42228-5B96-4A72-B268-C46DF994E6B7}" dt="2024-02-09T01:54:11.049" v="102494" actId="1076"/>
          <ac:spMkLst>
            <pc:docMk/>
            <pc:sldMk cId="815522545" sldId="994"/>
            <ac:spMk id="18" creationId="{0062226C-7280-B957-2386-C5A3CAE73283}"/>
          </ac:spMkLst>
        </pc:spChg>
        <pc:spChg chg="add mod">
          <ac:chgData name="Palit, Tapti" userId="dec6fbcd-7598-406a-8cbf-504d4a3bac15" providerId="ADAL" clId="{ECD42228-5B96-4A72-B268-C46DF994E6B7}" dt="2024-02-09T03:03:21.067" v="102900" actId="1076"/>
          <ac:spMkLst>
            <pc:docMk/>
            <pc:sldMk cId="815522545" sldId="994"/>
            <ac:spMk id="19" creationId="{53BAFD66-EBBB-5646-E388-27789C60E7E6}"/>
          </ac:spMkLst>
        </pc:spChg>
        <pc:spChg chg="add mod">
          <ac:chgData name="Palit, Tapti" userId="dec6fbcd-7598-406a-8cbf-504d4a3bac15" providerId="ADAL" clId="{ECD42228-5B96-4A72-B268-C46DF994E6B7}" dt="2024-01-31T01:58:46.502" v="95303"/>
          <ac:spMkLst>
            <pc:docMk/>
            <pc:sldMk cId="815522545" sldId="994"/>
            <ac:spMk id="21" creationId="{66BA5820-4EFC-0B2E-FD14-ACF3459A7361}"/>
          </ac:spMkLst>
        </pc:spChg>
        <pc:spChg chg="add mod">
          <ac:chgData name="Palit, Tapti" userId="dec6fbcd-7598-406a-8cbf-504d4a3bac15" providerId="ADAL" clId="{ECD42228-5B96-4A72-B268-C46DF994E6B7}" dt="2024-02-09T03:02:49.899" v="102898" actId="1076"/>
          <ac:spMkLst>
            <pc:docMk/>
            <pc:sldMk cId="815522545" sldId="994"/>
            <ac:spMk id="27" creationId="{5ED678D5-470D-0EF1-D7BA-A6D7B43EF03D}"/>
          </ac:spMkLst>
        </pc:spChg>
        <pc:spChg chg="add mod">
          <ac:chgData name="Palit, Tapti" userId="dec6fbcd-7598-406a-8cbf-504d4a3bac15" providerId="ADAL" clId="{ECD42228-5B96-4A72-B268-C46DF994E6B7}" dt="2024-02-09T03:02:33.236" v="102896" actId="1076"/>
          <ac:spMkLst>
            <pc:docMk/>
            <pc:sldMk cId="815522545" sldId="994"/>
            <ac:spMk id="29" creationId="{4F90D076-60D0-D047-AE0B-6EE499BB2671}"/>
          </ac:spMkLst>
        </pc:spChg>
        <pc:spChg chg="add mod">
          <ac:chgData name="Palit, Tapti" userId="dec6fbcd-7598-406a-8cbf-504d4a3bac15" providerId="ADAL" clId="{ECD42228-5B96-4A72-B268-C46DF994E6B7}" dt="2024-01-31T02:00:13.027" v="95373"/>
          <ac:spMkLst>
            <pc:docMk/>
            <pc:sldMk cId="815522545" sldId="994"/>
            <ac:spMk id="30" creationId="{156BA9EA-5895-F033-9784-E82CD2A7F34F}"/>
          </ac:spMkLst>
        </pc:spChg>
        <pc:spChg chg="add mod">
          <ac:chgData name="Palit, Tapti" userId="dec6fbcd-7598-406a-8cbf-504d4a3bac15" providerId="ADAL" clId="{ECD42228-5B96-4A72-B268-C46DF994E6B7}" dt="2024-02-09T01:14:08.791" v="102242" actId="1076"/>
          <ac:spMkLst>
            <pc:docMk/>
            <pc:sldMk cId="815522545" sldId="994"/>
            <ac:spMk id="31" creationId="{9A1BB8D5-623A-C7D9-3FEF-A928A96E6D38}"/>
          </ac:spMkLst>
        </pc:spChg>
        <pc:spChg chg="add mod">
          <ac:chgData name="Palit, Tapti" userId="dec6fbcd-7598-406a-8cbf-504d4a3bac15" providerId="ADAL" clId="{ECD42228-5B96-4A72-B268-C46DF994E6B7}" dt="2024-01-31T02:01:24.120" v="95394"/>
          <ac:spMkLst>
            <pc:docMk/>
            <pc:sldMk cId="815522545" sldId="994"/>
            <ac:spMk id="32" creationId="{F74BA3BF-4467-F34F-0D90-F6BA38169FA5}"/>
          </ac:spMkLst>
        </pc:spChg>
        <pc:spChg chg="add mod">
          <ac:chgData name="Palit, Tapti" userId="dec6fbcd-7598-406a-8cbf-504d4a3bac15" providerId="ADAL" clId="{ECD42228-5B96-4A72-B268-C46DF994E6B7}" dt="2024-02-09T01:13:48.912" v="102240" actId="1076"/>
          <ac:spMkLst>
            <pc:docMk/>
            <pc:sldMk cId="815522545" sldId="994"/>
            <ac:spMk id="33" creationId="{1615F251-456E-8F02-95D2-AB73C727D9EA}"/>
          </ac:spMkLst>
        </pc:spChg>
        <pc:spChg chg="add del">
          <ac:chgData name="Palit, Tapti" userId="dec6fbcd-7598-406a-8cbf-504d4a3bac15" providerId="ADAL" clId="{ECD42228-5B96-4A72-B268-C46DF994E6B7}" dt="2024-01-31T02:03:03.485" v="95425" actId="22"/>
          <ac:spMkLst>
            <pc:docMk/>
            <pc:sldMk cId="815522545" sldId="994"/>
            <ac:spMk id="35" creationId="{268E9A09-7DEE-FC87-F46A-BF5BB05C1DA3}"/>
          </ac:spMkLst>
        </pc:spChg>
        <pc:spChg chg="add mod">
          <ac:chgData name="Palit, Tapti" userId="dec6fbcd-7598-406a-8cbf-504d4a3bac15" providerId="ADAL" clId="{ECD42228-5B96-4A72-B268-C46DF994E6B7}" dt="2024-02-09T03:02:39.139" v="102897" actId="1076"/>
          <ac:spMkLst>
            <pc:docMk/>
            <pc:sldMk cId="815522545" sldId="994"/>
            <ac:spMk id="36" creationId="{AE59E02C-7CC9-320E-0360-032CF47B53F9}"/>
          </ac:spMkLst>
        </pc:spChg>
        <pc:spChg chg="add mod">
          <ac:chgData name="Palit, Tapti" userId="dec6fbcd-7598-406a-8cbf-504d4a3bac15" providerId="ADAL" clId="{ECD42228-5B96-4A72-B268-C46DF994E6B7}" dt="2024-02-09T01:54:06.113" v="102493" actId="1076"/>
          <ac:spMkLst>
            <pc:docMk/>
            <pc:sldMk cId="815522545" sldId="994"/>
            <ac:spMk id="37" creationId="{20D41440-722A-E129-B30D-123D46239361}"/>
          </ac:spMkLst>
        </pc:spChg>
        <pc:spChg chg="add mod">
          <ac:chgData name="Palit, Tapti" userId="dec6fbcd-7598-406a-8cbf-504d4a3bac15" providerId="ADAL" clId="{ECD42228-5B96-4A72-B268-C46DF994E6B7}" dt="2024-02-09T01:13:48.912" v="102240" actId="1076"/>
          <ac:spMkLst>
            <pc:docMk/>
            <pc:sldMk cId="815522545" sldId="994"/>
            <ac:spMk id="38" creationId="{5D9B88D9-A3F6-A2A1-627B-DE8EBEE1E4CE}"/>
          </ac:spMkLst>
        </pc:spChg>
        <pc:spChg chg="add mod">
          <ac:chgData name="Palit, Tapti" userId="dec6fbcd-7598-406a-8cbf-504d4a3bac15" providerId="ADAL" clId="{ECD42228-5B96-4A72-B268-C46DF994E6B7}" dt="2024-02-09T01:54:15.319" v="102495" actId="1076"/>
          <ac:spMkLst>
            <pc:docMk/>
            <pc:sldMk cId="815522545" sldId="994"/>
            <ac:spMk id="39" creationId="{69404CFC-6CF2-BF0D-2FF3-77D729F28282}"/>
          </ac:spMkLst>
        </pc:spChg>
        <pc:spChg chg="add mod">
          <ac:chgData name="Palit, Tapti" userId="dec6fbcd-7598-406a-8cbf-504d4a3bac15" providerId="ADAL" clId="{ECD42228-5B96-4A72-B268-C46DF994E6B7}" dt="2024-01-31T02:08:15.644" v="95530"/>
          <ac:spMkLst>
            <pc:docMk/>
            <pc:sldMk cId="815522545" sldId="994"/>
            <ac:spMk id="40" creationId="{0F5A0426-9B64-7DFB-F611-087438A01AF8}"/>
          </ac:spMkLst>
        </pc:spChg>
        <pc:spChg chg="add mod">
          <ac:chgData name="Palit, Tapti" userId="dec6fbcd-7598-406a-8cbf-504d4a3bac15" providerId="ADAL" clId="{ECD42228-5B96-4A72-B268-C46DF994E6B7}" dt="2024-02-09T01:54:19.399" v="102496" actId="1076"/>
          <ac:spMkLst>
            <pc:docMk/>
            <pc:sldMk cId="815522545" sldId="994"/>
            <ac:spMk id="41" creationId="{678E3D73-5B87-AB9E-5BF2-A37953140C8C}"/>
          </ac:spMkLst>
        </pc:spChg>
        <pc:spChg chg="add mod">
          <ac:chgData name="Palit, Tapti" userId="dec6fbcd-7598-406a-8cbf-504d4a3bac15" providerId="ADAL" clId="{ECD42228-5B96-4A72-B268-C46DF994E6B7}" dt="2024-01-31T02:09:30.341" v="95544"/>
          <ac:spMkLst>
            <pc:docMk/>
            <pc:sldMk cId="815522545" sldId="994"/>
            <ac:spMk id="42" creationId="{F2E4AD64-3BCD-2D78-B131-EB1F1C8E9CE0}"/>
          </ac:spMkLst>
        </pc:spChg>
        <pc:spChg chg="add mod">
          <ac:chgData name="Palit, Tapti" userId="dec6fbcd-7598-406a-8cbf-504d4a3bac15" providerId="ADAL" clId="{ECD42228-5B96-4A72-B268-C46DF994E6B7}" dt="2024-02-09T01:13:16.752" v="102238" actId="1076"/>
          <ac:spMkLst>
            <pc:docMk/>
            <pc:sldMk cId="815522545" sldId="994"/>
            <ac:spMk id="47" creationId="{8BD161F8-F8A2-245D-0517-393A0E77F196}"/>
          </ac:spMkLst>
        </pc:spChg>
        <pc:spChg chg="add mod">
          <ac:chgData name="Palit, Tapti" userId="dec6fbcd-7598-406a-8cbf-504d4a3bac15" providerId="ADAL" clId="{ECD42228-5B96-4A72-B268-C46DF994E6B7}" dt="2024-02-09T01:54:25.408" v="102497" actId="1076"/>
          <ac:spMkLst>
            <pc:docMk/>
            <pc:sldMk cId="815522545" sldId="994"/>
            <ac:spMk id="48" creationId="{8BDAB4B8-E324-28E2-EAAA-CA1F284238E9}"/>
          </ac:spMkLst>
        </pc:spChg>
        <pc:grpChg chg="add mod">
          <ac:chgData name="Palit, Tapti" userId="dec6fbcd-7598-406a-8cbf-504d4a3bac15" providerId="ADAL" clId="{ECD42228-5B96-4A72-B268-C46DF994E6B7}" dt="2024-02-09T01:13:29.152" v="102239" actId="1076"/>
          <ac:grpSpMkLst>
            <pc:docMk/>
            <pc:sldMk cId="815522545" sldId="994"/>
            <ac:grpSpMk id="2" creationId="{97D16FAE-D98D-6F57-B61E-5DBB6EF4397C}"/>
          </ac:grpSpMkLst>
        </pc:grpChg>
        <pc:grpChg chg="add mod">
          <ac:chgData name="Palit, Tapti" userId="dec6fbcd-7598-406a-8cbf-504d4a3bac15" providerId="ADAL" clId="{ECD42228-5B96-4A72-B268-C46DF994E6B7}" dt="2024-02-09T01:13:16.752" v="102238" actId="1076"/>
          <ac:grpSpMkLst>
            <pc:docMk/>
            <pc:sldMk cId="815522545" sldId="994"/>
            <ac:grpSpMk id="4" creationId="{E217641E-A3C3-FBB7-401E-EC2803FC9827}"/>
          </ac:grpSpMkLst>
        </pc:grpChg>
        <pc:grpChg chg="add mod">
          <ac:chgData name="Palit, Tapti" userId="dec6fbcd-7598-406a-8cbf-504d4a3bac15" providerId="ADAL" clId="{ECD42228-5B96-4A72-B268-C46DF994E6B7}" dt="2024-02-09T01:13:48.912" v="102240" actId="1076"/>
          <ac:grpSpMkLst>
            <pc:docMk/>
            <pc:sldMk cId="815522545" sldId="994"/>
            <ac:grpSpMk id="5" creationId="{B064FD61-DE3C-E615-AA0D-38784D9DAC96}"/>
          </ac:grpSpMkLst>
        </pc:grpChg>
        <pc:grpChg chg="add mod">
          <ac:chgData name="Palit, Tapti" userId="dec6fbcd-7598-406a-8cbf-504d4a3bac15" providerId="ADAL" clId="{ECD42228-5B96-4A72-B268-C46DF994E6B7}" dt="2024-02-09T01:14:08.791" v="102242" actId="1076"/>
          <ac:grpSpMkLst>
            <pc:docMk/>
            <pc:sldMk cId="815522545" sldId="994"/>
            <ac:grpSpMk id="6" creationId="{B2395D9A-9910-CDC7-B916-155C31A2AE31}"/>
          </ac:grpSpMkLst>
        </pc:grpChg>
        <pc:grpChg chg="add mod">
          <ac:chgData name="Palit, Tapti" userId="dec6fbcd-7598-406a-8cbf-504d4a3bac15" providerId="ADAL" clId="{ECD42228-5B96-4A72-B268-C46DF994E6B7}" dt="2024-02-09T01:53:48.511" v="102491" actId="1076"/>
          <ac:grpSpMkLst>
            <pc:docMk/>
            <pc:sldMk cId="815522545" sldId="994"/>
            <ac:grpSpMk id="10" creationId="{06594CAC-27B4-E77F-82F5-F5CB7879FDAF}"/>
          </ac:grpSpMkLst>
        </pc:grpChg>
        <pc:grpChg chg="add mod">
          <ac:chgData name="Palit, Tapti" userId="dec6fbcd-7598-406a-8cbf-504d4a3bac15" providerId="ADAL" clId="{ECD42228-5B96-4A72-B268-C46DF994E6B7}" dt="2024-02-09T01:13:57.897" v="102241" actId="1076"/>
          <ac:grpSpMkLst>
            <pc:docMk/>
            <pc:sldMk cId="815522545" sldId="994"/>
            <ac:grpSpMk id="13" creationId="{7C882C16-74FC-67A1-0E43-DA3A27279BCF}"/>
          </ac:grpSpMkLst>
        </pc:grpChg>
        <pc:grpChg chg="add mod">
          <ac:chgData name="Palit, Tapti" userId="dec6fbcd-7598-406a-8cbf-504d4a3bac15" providerId="ADAL" clId="{ECD42228-5B96-4A72-B268-C46DF994E6B7}" dt="2024-02-09T01:13:48.912" v="102240" actId="1076"/>
          <ac:grpSpMkLst>
            <pc:docMk/>
            <pc:sldMk cId="815522545" sldId="994"/>
            <ac:grpSpMk id="22" creationId="{7C95A0C1-E5C4-BE1D-6B4E-4C4860B413EE}"/>
          </ac:grpSpMkLst>
        </pc:grpChg>
        <pc:grpChg chg="add mod">
          <ac:chgData name="Palit, Tapti" userId="dec6fbcd-7598-406a-8cbf-504d4a3bac15" providerId="ADAL" clId="{ECD42228-5B96-4A72-B268-C46DF994E6B7}" dt="2024-02-09T01:09:19.479" v="102186" actId="1076"/>
          <ac:grpSpMkLst>
            <pc:docMk/>
            <pc:sldMk cId="815522545" sldId="994"/>
            <ac:grpSpMk id="23" creationId="{C229135D-8FCD-07EB-3211-33E955F19409}"/>
          </ac:grpSpMkLst>
        </pc:grpChg>
        <pc:grpChg chg="add mod">
          <ac:chgData name="Palit, Tapti" userId="dec6fbcd-7598-406a-8cbf-504d4a3bac15" providerId="ADAL" clId="{ECD42228-5B96-4A72-B268-C46DF994E6B7}" dt="2024-02-09T01:53:57.367" v="102492" actId="1076"/>
          <ac:grpSpMkLst>
            <pc:docMk/>
            <pc:sldMk cId="815522545" sldId="994"/>
            <ac:grpSpMk id="24" creationId="{28FCA93D-6CD0-A8DD-EFA0-A9FB4D0C9FCD}"/>
          </ac:grpSpMkLst>
        </pc:grpChg>
        <pc:grpChg chg="add mod">
          <ac:chgData name="Palit, Tapti" userId="dec6fbcd-7598-406a-8cbf-504d4a3bac15" providerId="ADAL" clId="{ECD42228-5B96-4A72-B268-C46DF994E6B7}" dt="2024-02-09T01:54:11.049" v="102494" actId="1076"/>
          <ac:grpSpMkLst>
            <pc:docMk/>
            <pc:sldMk cId="815522545" sldId="994"/>
            <ac:grpSpMk id="25" creationId="{F4266F29-2A36-0010-F882-91E9864D1F1F}"/>
          </ac:grpSpMkLst>
        </pc:grpChg>
        <pc:grpChg chg="add mod">
          <ac:chgData name="Palit, Tapti" userId="dec6fbcd-7598-406a-8cbf-504d4a3bac15" providerId="ADAL" clId="{ECD42228-5B96-4A72-B268-C46DF994E6B7}" dt="2024-02-09T01:13:02.865" v="102237" actId="1076"/>
          <ac:grpSpMkLst>
            <pc:docMk/>
            <pc:sldMk cId="815522545" sldId="994"/>
            <ac:grpSpMk id="26" creationId="{FC1A4946-FF47-0638-4EC4-BE2888555B02}"/>
          </ac:grpSpMkLst>
        </pc:grpChg>
        <pc:grpChg chg="add mod">
          <ac:chgData name="Palit, Tapti" userId="dec6fbcd-7598-406a-8cbf-504d4a3bac15" providerId="ADAL" clId="{ECD42228-5B96-4A72-B268-C46DF994E6B7}" dt="2024-02-09T01:13:02.865" v="102237" actId="1076"/>
          <ac:grpSpMkLst>
            <pc:docMk/>
            <pc:sldMk cId="815522545" sldId="994"/>
            <ac:grpSpMk id="28" creationId="{F0C78CA5-552D-125F-210F-D9E1F751EEB3}"/>
          </ac:grpSpMkLst>
        </pc:grpChg>
        <pc:grpChg chg="add mod">
          <ac:chgData name="Palit, Tapti" userId="dec6fbcd-7598-406a-8cbf-504d4a3bac15" providerId="ADAL" clId="{ECD42228-5B96-4A72-B268-C46DF994E6B7}" dt="2024-02-09T01:54:19.399" v="102496" actId="1076"/>
          <ac:grpSpMkLst>
            <pc:docMk/>
            <pc:sldMk cId="815522545" sldId="994"/>
            <ac:grpSpMk id="43" creationId="{6DE5F1B4-A535-288A-658B-4F15A0E1BB38}"/>
          </ac:grpSpMkLst>
        </pc:grpChg>
        <pc:grpChg chg="add mod">
          <ac:chgData name="Palit, Tapti" userId="dec6fbcd-7598-406a-8cbf-504d4a3bac15" providerId="ADAL" clId="{ECD42228-5B96-4A72-B268-C46DF994E6B7}" dt="2024-02-09T01:54:15.319" v="102495" actId="1076"/>
          <ac:grpSpMkLst>
            <pc:docMk/>
            <pc:sldMk cId="815522545" sldId="994"/>
            <ac:grpSpMk id="44" creationId="{F4A89916-D0C1-D77A-DFE3-B8D052F0CABB}"/>
          </ac:grpSpMkLst>
        </pc:grpChg>
        <pc:grpChg chg="add mod">
          <ac:chgData name="Palit, Tapti" userId="dec6fbcd-7598-406a-8cbf-504d4a3bac15" providerId="ADAL" clId="{ECD42228-5B96-4A72-B268-C46DF994E6B7}" dt="2024-02-09T01:13:48.912" v="102240" actId="1076"/>
          <ac:grpSpMkLst>
            <pc:docMk/>
            <pc:sldMk cId="815522545" sldId="994"/>
            <ac:grpSpMk id="45" creationId="{F9EEB258-5E95-F994-C2B3-E004929A2264}"/>
          </ac:grpSpMkLst>
        </pc:grpChg>
        <pc:grpChg chg="add mod">
          <ac:chgData name="Palit, Tapti" userId="dec6fbcd-7598-406a-8cbf-504d4a3bac15" providerId="ADAL" clId="{ECD42228-5B96-4A72-B268-C46DF994E6B7}" dt="2024-02-09T01:54:06.113" v="102493" actId="1076"/>
          <ac:grpSpMkLst>
            <pc:docMk/>
            <pc:sldMk cId="815522545" sldId="994"/>
            <ac:grpSpMk id="46" creationId="{BF3FC291-6E27-8E2F-8BFC-5607DEEDB54A}"/>
          </ac:grpSpMkLst>
        </pc:grpChg>
        <pc:grpChg chg="add mod">
          <ac:chgData name="Palit, Tapti" userId="dec6fbcd-7598-406a-8cbf-504d4a3bac15" providerId="ADAL" clId="{ECD42228-5B96-4A72-B268-C46DF994E6B7}" dt="2024-02-09T01:54:25.408" v="102497" actId="1076"/>
          <ac:grpSpMkLst>
            <pc:docMk/>
            <pc:sldMk cId="815522545" sldId="994"/>
            <ac:grpSpMk id="49" creationId="{1DBD8AFC-5155-165B-5F5B-1A7CE7AAF76A}"/>
          </ac:grpSpMkLst>
        </pc:grpChg>
        <pc:grpChg chg="add mod">
          <ac:chgData name="Palit, Tapti" userId="dec6fbcd-7598-406a-8cbf-504d4a3bac15" providerId="ADAL" clId="{ECD42228-5B96-4A72-B268-C46DF994E6B7}" dt="2024-02-09T01:13:16.752" v="102238" actId="1076"/>
          <ac:grpSpMkLst>
            <pc:docMk/>
            <pc:sldMk cId="815522545" sldId="994"/>
            <ac:grpSpMk id="50" creationId="{5123F1AB-4EA9-299E-3FB9-5729D52C4105}"/>
          </ac:grpSpMkLst>
        </pc:grpChg>
        <pc:picChg chg="add del mod">
          <ac:chgData name="Palit, Tapti" userId="dec6fbcd-7598-406a-8cbf-504d4a3bac15" providerId="ADAL" clId="{ECD42228-5B96-4A72-B268-C46DF994E6B7}" dt="2024-01-31T01:53:31.338" v="95194" actId="478"/>
          <ac:picMkLst>
            <pc:docMk/>
            <pc:sldMk cId="815522545" sldId="994"/>
            <ac:picMk id="15" creationId="{9D3444BC-6E5D-9309-9047-2216635A09C5}"/>
          </ac:picMkLst>
        </pc:picChg>
        <pc:picChg chg="add mod">
          <ac:chgData name="Palit, Tapti" userId="dec6fbcd-7598-406a-8cbf-504d4a3bac15" providerId="ADAL" clId="{ECD42228-5B96-4A72-B268-C46DF994E6B7}" dt="2024-01-31T01:53:48.997" v="95195"/>
          <ac:picMkLst>
            <pc:docMk/>
            <pc:sldMk cId="815522545" sldId="994"/>
            <ac:picMk id="16" creationId="{C165D540-03DE-6124-61B4-DC77277F0A91}"/>
          </ac:picMkLst>
        </pc:picChg>
        <pc:picChg chg="add mod">
          <ac:chgData name="Palit, Tapti" userId="dec6fbcd-7598-406a-8cbf-504d4a3bac15" providerId="ADAL" clId="{ECD42228-5B96-4A72-B268-C46DF994E6B7}" dt="2024-01-31T01:58:46.502" v="95303"/>
          <ac:picMkLst>
            <pc:docMk/>
            <pc:sldMk cId="815522545" sldId="994"/>
            <ac:picMk id="20" creationId="{1A941CA2-0709-B648-413A-FE56575A3AE5}"/>
          </ac:picMkLst>
        </pc:picChg>
        <pc:picChg chg="add mod">
          <ac:chgData name="Palit, Tapti" userId="dec6fbcd-7598-406a-8cbf-504d4a3bac15" providerId="ADAL" clId="{ECD42228-5B96-4A72-B268-C46DF994E6B7}" dt="2024-02-09T01:53:48.511" v="102491" actId="1076"/>
          <ac:picMkLst>
            <pc:docMk/>
            <pc:sldMk cId="815522545" sldId="994"/>
            <ac:picMk id="1026" creationId="{689F26A4-090C-D78E-1A79-A7BE19E1CEC8}"/>
          </ac:picMkLst>
        </pc:picChg>
        <pc:picChg chg="add mod">
          <ac:chgData name="Palit, Tapti" userId="dec6fbcd-7598-406a-8cbf-504d4a3bac15" providerId="ADAL" clId="{ECD42228-5B96-4A72-B268-C46DF994E6B7}" dt="2024-02-09T01:13:48.912" v="102240" actId="1076"/>
          <ac:picMkLst>
            <pc:docMk/>
            <pc:sldMk cId="815522545" sldId="994"/>
            <ac:picMk id="1028" creationId="{F883F830-4B5F-C2C2-DF1E-A0C57BF15097}"/>
          </ac:picMkLst>
        </pc:picChg>
        <pc:picChg chg="add mod">
          <ac:chgData name="Palit, Tapti" userId="dec6fbcd-7598-406a-8cbf-504d4a3bac15" providerId="ADAL" clId="{ECD42228-5B96-4A72-B268-C46DF994E6B7}" dt="2024-02-09T01:13:57.897" v="102241" actId="1076"/>
          <ac:picMkLst>
            <pc:docMk/>
            <pc:sldMk cId="815522545" sldId="994"/>
            <ac:picMk id="1030" creationId="{7D874B23-73F2-8C59-AE19-D828FBB98809}"/>
          </ac:picMkLst>
        </pc:picChg>
        <pc:picChg chg="add mod">
          <ac:chgData name="Palit, Tapti" userId="dec6fbcd-7598-406a-8cbf-504d4a3bac15" providerId="ADAL" clId="{ECD42228-5B96-4A72-B268-C46DF994E6B7}" dt="2024-02-09T01:09:19.479" v="102186" actId="1076"/>
          <ac:picMkLst>
            <pc:docMk/>
            <pc:sldMk cId="815522545" sldId="994"/>
            <ac:picMk id="1032" creationId="{DD6C08A6-09B9-C8EF-D874-9BDCE89F528F}"/>
          </ac:picMkLst>
        </pc:picChg>
        <pc:picChg chg="add mod">
          <ac:chgData name="Palit, Tapti" userId="dec6fbcd-7598-406a-8cbf-504d4a3bac15" providerId="ADAL" clId="{ECD42228-5B96-4A72-B268-C46DF994E6B7}" dt="2024-02-09T01:53:57.367" v="102492" actId="1076"/>
          <ac:picMkLst>
            <pc:docMk/>
            <pc:sldMk cId="815522545" sldId="994"/>
            <ac:picMk id="1034" creationId="{2692A18E-1509-188C-B159-A82B835CCBD6}"/>
          </ac:picMkLst>
        </pc:picChg>
        <pc:picChg chg="add mod">
          <ac:chgData name="Palit, Tapti" userId="dec6fbcd-7598-406a-8cbf-504d4a3bac15" providerId="ADAL" clId="{ECD42228-5B96-4A72-B268-C46DF994E6B7}" dt="2024-02-09T01:54:11.049" v="102494" actId="1076"/>
          <ac:picMkLst>
            <pc:docMk/>
            <pc:sldMk cId="815522545" sldId="994"/>
            <ac:picMk id="1036" creationId="{1889D5A7-7F19-C62F-4091-F985B33E7869}"/>
          </ac:picMkLst>
        </pc:picChg>
        <pc:picChg chg="add mod">
          <ac:chgData name="Palit, Tapti" userId="dec6fbcd-7598-406a-8cbf-504d4a3bac15" providerId="ADAL" clId="{ECD42228-5B96-4A72-B268-C46DF994E6B7}" dt="2024-02-09T01:13:02.865" v="102237" actId="1076"/>
          <ac:picMkLst>
            <pc:docMk/>
            <pc:sldMk cId="815522545" sldId="994"/>
            <ac:picMk id="1038" creationId="{611706EA-4410-FAE3-AD4E-51109B3FF7ED}"/>
          </ac:picMkLst>
        </pc:picChg>
        <pc:picChg chg="add mod">
          <ac:chgData name="Palit, Tapti" userId="dec6fbcd-7598-406a-8cbf-504d4a3bac15" providerId="ADAL" clId="{ECD42228-5B96-4A72-B268-C46DF994E6B7}" dt="2024-02-09T01:13:02.865" v="102237" actId="1076"/>
          <ac:picMkLst>
            <pc:docMk/>
            <pc:sldMk cId="815522545" sldId="994"/>
            <ac:picMk id="1040" creationId="{2094C614-6A8B-D8CB-132B-38DCF239D911}"/>
          </ac:picMkLst>
        </pc:picChg>
        <pc:picChg chg="add mod">
          <ac:chgData name="Palit, Tapti" userId="dec6fbcd-7598-406a-8cbf-504d4a3bac15" providerId="ADAL" clId="{ECD42228-5B96-4A72-B268-C46DF994E6B7}" dt="2024-02-09T01:13:29.152" v="102239" actId="1076"/>
          <ac:picMkLst>
            <pc:docMk/>
            <pc:sldMk cId="815522545" sldId="994"/>
            <ac:picMk id="1042" creationId="{6B0E451F-D997-24BA-3694-21376BBF96F3}"/>
          </ac:picMkLst>
        </pc:picChg>
        <pc:picChg chg="add mod">
          <ac:chgData name="Palit, Tapti" userId="dec6fbcd-7598-406a-8cbf-504d4a3bac15" providerId="ADAL" clId="{ECD42228-5B96-4A72-B268-C46DF994E6B7}" dt="2024-02-09T01:14:08.791" v="102242" actId="1076"/>
          <ac:picMkLst>
            <pc:docMk/>
            <pc:sldMk cId="815522545" sldId="994"/>
            <ac:picMk id="1044" creationId="{53967739-E060-4788-872A-3A55959B036B}"/>
          </ac:picMkLst>
        </pc:picChg>
        <pc:picChg chg="add mod">
          <ac:chgData name="Palit, Tapti" userId="dec6fbcd-7598-406a-8cbf-504d4a3bac15" providerId="ADAL" clId="{ECD42228-5B96-4A72-B268-C46DF994E6B7}" dt="2024-02-09T01:13:48.912" v="102240" actId="1076"/>
          <ac:picMkLst>
            <pc:docMk/>
            <pc:sldMk cId="815522545" sldId="994"/>
            <ac:picMk id="1046" creationId="{92E48351-FD7C-AC67-FCCE-A2608B834628}"/>
          </ac:picMkLst>
        </pc:picChg>
        <pc:picChg chg="add mod">
          <ac:chgData name="Palit, Tapti" userId="dec6fbcd-7598-406a-8cbf-504d4a3bac15" providerId="ADAL" clId="{ECD42228-5B96-4A72-B268-C46DF994E6B7}" dt="2024-02-09T01:13:16.752" v="102238" actId="1076"/>
          <ac:picMkLst>
            <pc:docMk/>
            <pc:sldMk cId="815522545" sldId="994"/>
            <ac:picMk id="1048" creationId="{69A7F121-D8D9-5BE7-E171-D34ECF59A07A}"/>
          </ac:picMkLst>
        </pc:picChg>
        <pc:picChg chg="add mod">
          <ac:chgData name="Palit, Tapti" userId="dec6fbcd-7598-406a-8cbf-504d4a3bac15" providerId="ADAL" clId="{ECD42228-5B96-4A72-B268-C46DF994E6B7}" dt="2024-02-09T01:54:06.113" v="102493" actId="1076"/>
          <ac:picMkLst>
            <pc:docMk/>
            <pc:sldMk cId="815522545" sldId="994"/>
            <ac:picMk id="1050" creationId="{6A6CA5DB-6092-CA68-D136-B7895A19300B}"/>
          </ac:picMkLst>
        </pc:picChg>
        <pc:picChg chg="add mod">
          <ac:chgData name="Palit, Tapti" userId="dec6fbcd-7598-406a-8cbf-504d4a3bac15" providerId="ADAL" clId="{ECD42228-5B96-4A72-B268-C46DF994E6B7}" dt="2024-02-09T01:13:48.912" v="102240" actId="1076"/>
          <ac:picMkLst>
            <pc:docMk/>
            <pc:sldMk cId="815522545" sldId="994"/>
            <ac:picMk id="1052" creationId="{61A0634A-3BAE-B537-88C4-80F4FD04C0A9}"/>
          </ac:picMkLst>
        </pc:picChg>
        <pc:picChg chg="add mod">
          <ac:chgData name="Palit, Tapti" userId="dec6fbcd-7598-406a-8cbf-504d4a3bac15" providerId="ADAL" clId="{ECD42228-5B96-4A72-B268-C46DF994E6B7}" dt="2024-02-09T01:54:15.319" v="102495" actId="1076"/>
          <ac:picMkLst>
            <pc:docMk/>
            <pc:sldMk cId="815522545" sldId="994"/>
            <ac:picMk id="1054" creationId="{C3BAA8D6-5A36-6C41-6B1A-D51BDADBC4F0}"/>
          </ac:picMkLst>
        </pc:picChg>
        <pc:picChg chg="add mod">
          <ac:chgData name="Palit, Tapti" userId="dec6fbcd-7598-406a-8cbf-504d4a3bac15" providerId="ADAL" clId="{ECD42228-5B96-4A72-B268-C46DF994E6B7}" dt="2024-02-09T01:54:19.399" v="102496" actId="1076"/>
          <ac:picMkLst>
            <pc:docMk/>
            <pc:sldMk cId="815522545" sldId="994"/>
            <ac:picMk id="1056" creationId="{58AC6EFF-10A0-D097-1944-FF3A5C444EC5}"/>
          </ac:picMkLst>
        </pc:picChg>
        <pc:picChg chg="add mod">
          <ac:chgData name="Palit, Tapti" userId="dec6fbcd-7598-406a-8cbf-504d4a3bac15" providerId="ADAL" clId="{ECD42228-5B96-4A72-B268-C46DF994E6B7}" dt="2024-02-09T01:13:16.752" v="102238" actId="1076"/>
          <ac:picMkLst>
            <pc:docMk/>
            <pc:sldMk cId="815522545" sldId="994"/>
            <ac:picMk id="1058" creationId="{DF86EBBC-6F15-09F7-3D09-258E9B02C81E}"/>
          </ac:picMkLst>
        </pc:picChg>
        <pc:picChg chg="add del mod">
          <ac:chgData name="Palit, Tapti" userId="dec6fbcd-7598-406a-8cbf-504d4a3bac15" providerId="ADAL" clId="{ECD42228-5B96-4A72-B268-C46DF994E6B7}" dt="2024-01-31T02:11:50.326" v="95591" actId="478"/>
          <ac:picMkLst>
            <pc:docMk/>
            <pc:sldMk cId="815522545" sldId="994"/>
            <ac:picMk id="1060" creationId="{3013A146-F566-105E-9521-0306E6890EC3}"/>
          </ac:picMkLst>
        </pc:picChg>
        <pc:picChg chg="add mod">
          <ac:chgData name="Palit, Tapti" userId="dec6fbcd-7598-406a-8cbf-504d4a3bac15" providerId="ADAL" clId="{ECD42228-5B96-4A72-B268-C46DF994E6B7}" dt="2024-02-09T01:54:25.408" v="102497" actId="1076"/>
          <ac:picMkLst>
            <pc:docMk/>
            <pc:sldMk cId="815522545" sldId="994"/>
            <ac:picMk id="1062" creationId="{7177C85A-7D1F-F3BD-3409-B07878F3CFC7}"/>
          </ac:picMkLst>
        </pc:picChg>
      </pc:sldChg>
      <pc:sldChg chg="addSp delSp modSp new mod modClrScheme chgLayout modNotesTx">
        <pc:chgData name="Palit, Tapti" userId="dec6fbcd-7598-406a-8cbf-504d4a3bac15" providerId="ADAL" clId="{ECD42228-5B96-4A72-B268-C46DF994E6B7}" dt="2024-01-25T13:38:30.316" v="58649" actId="6549"/>
        <pc:sldMkLst>
          <pc:docMk/>
          <pc:sldMk cId="3223630377" sldId="995"/>
        </pc:sldMkLst>
        <pc:spChg chg="del">
          <ac:chgData name="Palit, Tapti" userId="dec6fbcd-7598-406a-8cbf-504d4a3bac15" providerId="ADAL" clId="{ECD42228-5B96-4A72-B268-C46DF994E6B7}" dt="2024-01-25T13:36:37.166" v="58449" actId="700"/>
          <ac:spMkLst>
            <pc:docMk/>
            <pc:sldMk cId="3223630377" sldId="995"/>
            <ac:spMk id="2" creationId="{6FBE99AB-D37C-1661-4B40-EA604E9CDEDF}"/>
          </ac:spMkLst>
        </pc:spChg>
        <pc:spChg chg="del mod ord">
          <ac:chgData name="Palit, Tapti" userId="dec6fbcd-7598-406a-8cbf-504d4a3bac15" providerId="ADAL" clId="{ECD42228-5B96-4A72-B268-C46DF994E6B7}" dt="2024-01-25T13:36:37.166" v="58449" actId="700"/>
          <ac:spMkLst>
            <pc:docMk/>
            <pc:sldMk cId="3223630377" sldId="995"/>
            <ac:spMk id="3" creationId="{6FFF4BB6-609F-6932-68C9-32753CB1BC71}"/>
          </ac:spMkLst>
        </pc:spChg>
        <pc:spChg chg="mod ord">
          <ac:chgData name="Palit, Tapti" userId="dec6fbcd-7598-406a-8cbf-504d4a3bac15" providerId="ADAL" clId="{ECD42228-5B96-4A72-B268-C46DF994E6B7}" dt="2024-01-25T13:36:37.166" v="58449" actId="700"/>
          <ac:spMkLst>
            <pc:docMk/>
            <pc:sldMk cId="3223630377" sldId="995"/>
            <ac:spMk id="4" creationId="{481C4930-2EEB-A725-E5BA-2C501A952F53}"/>
          </ac:spMkLst>
        </pc:spChg>
        <pc:spChg chg="del">
          <ac:chgData name="Palit, Tapti" userId="dec6fbcd-7598-406a-8cbf-504d4a3bac15" providerId="ADAL" clId="{ECD42228-5B96-4A72-B268-C46DF994E6B7}" dt="2024-01-25T13:36:37.166" v="58449" actId="700"/>
          <ac:spMkLst>
            <pc:docMk/>
            <pc:sldMk cId="3223630377" sldId="995"/>
            <ac:spMk id="5" creationId="{80BCD1BB-2C53-9F20-EA0C-46127B0D0872}"/>
          </ac:spMkLst>
        </pc:spChg>
        <pc:spChg chg="add mod ord">
          <ac:chgData name="Palit, Tapti" userId="dec6fbcd-7598-406a-8cbf-504d4a3bac15" providerId="ADAL" clId="{ECD42228-5B96-4A72-B268-C46DF994E6B7}" dt="2024-01-25T13:37:00.611" v="58546" actId="20577"/>
          <ac:spMkLst>
            <pc:docMk/>
            <pc:sldMk cId="3223630377" sldId="995"/>
            <ac:spMk id="6" creationId="{E098A612-8C10-55C1-C8C4-FE3EF5D943FE}"/>
          </ac:spMkLst>
        </pc:spChg>
      </pc:sldChg>
      <pc:sldChg chg="addSp delSp modSp new del mod ord modAnim">
        <pc:chgData name="Palit, Tapti" userId="dec6fbcd-7598-406a-8cbf-504d4a3bac15" providerId="ADAL" clId="{ECD42228-5B96-4A72-B268-C46DF994E6B7}" dt="2024-01-28T00:54:20.813" v="67145" actId="2696"/>
        <pc:sldMkLst>
          <pc:docMk/>
          <pc:sldMk cId="1326372760" sldId="996"/>
        </pc:sldMkLst>
        <pc:spChg chg="del">
          <ac:chgData name="Palit, Tapti" userId="dec6fbcd-7598-406a-8cbf-504d4a3bac15" providerId="ADAL" clId="{ECD42228-5B96-4A72-B268-C46DF994E6B7}" dt="2024-01-25T13:42:04.861" v="58727" actId="478"/>
          <ac:spMkLst>
            <pc:docMk/>
            <pc:sldMk cId="1326372760" sldId="996"/>
            <ac:spMk id="2" creationId="{9666A018-5D7F-3B0E-A0AE-F29E4CE00D32}"/>
          </ac:spMkLst>
        </pc:spChg>
        <pc:spChg chg="mod">
          <ac:chgData name="Palit, Tapti" userId="dec6fbcd-7598-406a-8cbf-504d4a3bac15" providerId="ADAL" clId="{ECD42228-5B96-4A72-B268-C46DF994E6B7}" dt="2024-01-25T13:40:56.632" v="58687" actId="20577"/>
          <ac:spMkLst>
            <pc:docMk/>
            <pc:sldMk cId="1326372760" sldId="996"/>
            <ac:spMk id="3" creationId="{BAEBEC56-74E8-3349-381B-894D1F024612}"/>
          </ac:spMkLst>
        </pc:spChg>
        <pc:spChg chg="add mod">
          <ac:chgData name="Palit, Tapti" userId="dec6fbcd-7598-406a-8cbf-504d4a3bac15" providerId="ADAL" clId="{ECD42228-5B96-4A72-B268-C46DF994E6B7}" dt="2024-01-25T13:47:19.690" v="58977" actId="1076"/>
          <ac:spMkLst>
            <pc:docMk/>
            <pc:sldMk cId="1326372760" sldId="996"/>
            <ac:spMk id="8" creationId="{7CB2063C-77F1-17B0-1FF6-C4B4AFF876A9}"/>
          </ac:spMkLst>
        </pc:spChg>
        <pc:spChg chg="add mod">
          <ac:chgData name="Palit, Tapti" userId="dec6fbcd-7598-406a-8cbf-504d4a3bac15" providerId="ADAL" clId="{ECD42228-5B96-4A72-B268-C46DF994E6B7}" dt="2024-01-28T00:06:19.934" v="66441" actId="1076"/>
          <ac:spMkLst>
            <pc:docMk/>
            <pc:sldMk cId="1326372760" sldId="996"/>
            <ac:spMk id="9" creationId="{A475E13B-EAC8-2B67-99F6-E53EEB0E3D5A}"/>
          </ac:spMkLst>
        </pc:spChg>
        <pc:spChg chg="add mod">
          <ac:chgData name="Palit, Tapti" userId="dec6fbcd-7598-406a-8cbf-504d4a3bac15" providerId="ADAL" clId="{ECD42228-5B96-4A72-B268-C46DF994E6B7}" dt="2024-01-28T00:39:21.555" v="67006" actId="14100"/>
          <ac:spMkLst>
            <pc:docMk/>
            <pc:sldMk cId="1326372760" sldId="996"/>
            <ac:spMk id="11" creationId="{DEBD14BF-74C6-C0DF-1671-3976902409C5}"/>
          </ac:spMkLst>
        </pc:spChg>
        <pc:spChg chg="add mod">
          <ac:chgData name="Palit, Tapti" userId="dec6fbcd-7598-406a-8cbf-504d4a3bac15" providerId="ADAL" clId="{ECD42228-5B96-4A72-B268-C46DF994E6B7}" dt="2024-01-28T00:39:24.056" v="67007" actId="14100"/>
          <ac:spMkLst>
            <pc:docMk/>
            <pc:sldMk cId="1326372760" sldId="996"/>
            <ac:spMk id="12" creationId="{DE0DBEB0-E45F-880D-9747-740DCB06841F}"/>
          </ac:spMkLst>
        </pc:spChg>
        <pc:grpChg chg="add mod">
          <ac:chgData name="Palit, Tapti" userId="dec6fbcd-7598-406a-8cbf-504d4a3bac15" providerId="ADAL" clId="{ECD42228-5B96-4A72-B268-C46DF994E6B7}" dt="2024-01-25T13:48:00.356" v="58997" actId="164"/>
          <ac:grpSpMkLst>
            <pc:docMk/>
            <pc:sldMk cId="1326372760" sldId="996"/>
            <ac:grpSpMk id="13" creationId="{68D9509E-97FC-71E4-7A39-2409631F5EEF}"/>
          </ac:grpSpMkLst>
        </pc:grpChg>
        <pc:graphicFrameChg chg="add mod modGraphic">
          <ac:chgData name="Palit, Tapti" userId="dec6fbcd-7598-406a-8cbf-504d4a3bac15" providerId="ADAL" clId="{ECD42228-5B96-4A72-B268-C46DF994E6B7}" dt="2024-01-28T00:39:14.554" v="67005" actId="14734"/>
          <ac:graphicFrameMkLst>
            <pc:docMk/>
            <pc:sldMk cId="1326372760" sldId="996"/>
            <ac:graphicFrameMk id="6" creationId="{13755762-57BB-9D2C-3035-C87853F47E74}"/>
          </ac:graphicFrameMkLst>
        </pc:graphicFrameChg>
        <pc:picChg chg="add mod">
          <ac:chgData name="Palit, Tapti" userId="dec6fbcd-7598-406a-8cbf-504d4a3bac15" providerId="ADAL" clId="{ECD42228-5B96-4A72-B268-C46DF994E6B7}" dt="2024-01-28T00:06:20.386" v="66442" actId="1076"/>
          <ac:picMkLst>
            <pc:docMk/>
            <pc:sldMk cId="1326372760" sldId="996"/>
            <ac:picMk id="7" creationId="{C63D71C2-271B-F165-5216-70556193CB45}"/>
          </ac:picMkLst>
        </pc:picChg>
        <pc:picChg chg="add mod">
          <ac:chgData name="Palit, Tapti" userId="dec6fbcd-7598-406a-8cbf-504d4a3bac15" providerId="ADAL" clId="{ECD42228-5B96-4A72-B268-C46DF994E6B7}" dt="2024-01-25T13:47:30.967" v="58981" actId="1076"/>
          <ac:picMkLst>
            <pc:docMk/>
            <pc:sldMk cId="1326372760" sldId="996"/>
            <ac:picMk id="10" creationId="{09B94519-4572-7C5D-622C-02BADFDE9CA3}"/>
          </ac:picMkLst>
        </pc:picChg>
      </pc:sldChg>
      <pc:sldChg chg="add del mod modShow">
        <pc:chgData name="Palit, Tapti" userId="dec6fbcd-7598-406a-8cbf-504d4a3bac15" providerId="ADAL" clId="{ECD42228-5B96-4A72-B268-C46DF994E6B7}" dt="2024-01-28T03:44:01.241" v="67437" actId="47"/>
        <pc:sldMkLst>
          <pc:docMk/>
          <pc:sldMk cId="4243733186" sldId="996"/>
        </pc:sldMkLst>
      </pc:sldChg>
      <pc:sldChg chg="addSp modSp add mod modAnim">
        <pc:chgData name="Palit, Tapti" userId="dec6fbcd-7598-406a-8cbf-504d4a3bac15" providerId="ADAL" clId="{ECD42228-5B96-4A72-B268-C46DF994E6B7}" dt="2024-01-25T13:46:05.568" v="58858"/>
        <pc:sldMkLst>
          <pc:docMk/>
          <pc:sldMk cId="1357529570" sldId="997"/>
        </pc:sldMkLst>
        <pc:spChg chg="mod">
          <ac:chgData name="Palit, Tapti" userId="dec6fbcd-7598-406a-8cbf-504d4a3bac15" providerId="ADAL" clId="{ECD42228-5B96-4A72-B268-C46DF994E6B7}" dt="2024-01-25T13:44:13.074" v="58816" actId="20577"/>
          <ac:spMkLst>
            <pc:docMk/>
            <pc:sldMk cId="1357529570" sldId="997"/>
            <ac:spMk id="2" creationId="{EE41A3F6-A059-08E1-507C-E5B0F383CFCE}"/>
          </ac:spMkLst>
        </pc:spChg>
        <pc:spChg chg="mod">
          <ac:chgData name="Palit, Tapti" userId="dec6fbcd-7598-406a-8cbf-504d4a3bac15" providerId="ADAL" clId="{ECD42228-5B96-4A72-B268-C46DF994E6B7}" dt="2024-01-25T13:43:50.652" v="58764" actId="20577"/>
          <ac:spMkLst>
            <pc:docMk/>
            <pc:sldMk cId="1357529570" sldId="997"/>
            <ac:spMk id="3" creationId="{5355D09F-07D4-C48B-61E0-110907923520}"/>
          </ac:spMkLst>
        </pc:spChg>
        <pc:spChg chg="add mod">
          <ac:chgData name="Palit, Tapti" userId="dec6fbcd-7598-406a-8cbf-504d4a3bac15" providerId="ADAL" clId="{ECD42228-5B96-4A72-B268-C46DF994E6B7}" dt="2024-01-25T13:45:44.634" v="58854" actId="1076"/>
          <ac:spMkLst>
            <pc:docMk/>
            <pc:sldMk cId="1357529570" sldId="997"/>
            <ac:spMk id="9" creationId="{A9C8CBD5-A08D-E6EE-AADF-780B8CE3EA5D}"/>
          </ac:spMkLst>
        </pc:spChg>
      </pc:sldChg>
      <pc:sldChg chg="delSp modSp add del mod ord delAnim">
        <pc:chgData name="Palit, Tapti" userId="dec6fbcd-7598-406a-8cbf-504d4a3bac15" providerId="ADAL" clId="{ECD42228-5B96-4A72-B268-C46DF994E6B7}" dt="2024-01-25T13:43:35.980" v="58737" actId="47"/>
        <pc:sldMkLst>
          <pc:docMk/>
          <pc:sldMk cId="1439069292" sldId="997"/>
        </pc:sldMkLst>
        <pc:spChg chg="mod">
          <ac:chgData name="Palit, Tapti" userId="dec6fbcd-7598-406a-8cbf-504d4a3bac15" providerId="ADAL" clId="{ECD42228-5B96-4A72-B268-C46DF994E6B7}" dt="2024-01-25T13:43:16.432" v="58732" actId="20577"/>
          <ac:spMkLst>
            <pc:docMk/>
            <pc:sldMk cId="1439069292" sldId="997"/>
            <ac:spMk id="5" creationId="{97045E5E-6EDD-2F88-F2D4-D709E9192638}"/>
          </ac:spMkLst>
        </pc:spChg>
        <pc:spChg chg="del">
          <ac:chgData name="Palit, Tapti" userId="dec6fbcd-7598-406a-8cbf-504d4a3bac15" providerId="ADAL" clId="{ECD42228-5B96-4A72-B268-C46DF994E6B7}" dt="2024-01-25T13:43:21.578" v="58733" actId="478"/>
          <ac:spMkLst>
            <pc:docMk/>
            <pc:sldMk cId="1439069292" sldId="997"/>
            <ac:spMk id="6" creationId="{1FAA6EA4-DCAB-E547-14B4-79E0A3C10722}"/>
          </ac:spMkLst>
        </pc:spChg>
        <pc:spChg chg="del">
          <ac:chgData name="Palit, Tapti" userId="dec6fbcd-7598-406a-8cbf-504d4a3bac15" providerId="ADAL" clId="{ECD42228-5B96-4A72-B268-C46DF994E6B7}" dt="2024-01-25T13:43:21.578" v="58733" actId="478"/>
          <ac:spMkLst>
            <pc:docMk/>
            <pc:sldMk cId="1439069292" sldId="997"/>
            <ac:spMk id="7" creationId="{E0B0038F-637D-8542-75CD-A96CBD5F75FC}"/>
          </ac:spMkLst>
        </pc:spChg>
        <pc:spChg chg="del">
          <ac:chgData name="Palit, Tapti" userId="dec6fbcd-7598-406a-8cbf-504d4a3bac15" providerId="ADAL" clId="{ECD42228-5B96-4A72-B268-C46DF994E6B7}" dt="2024-01-25T13:43:21.578" v="58733" actId="478"/>
          <ac:spMkLst>
            <pc:docMk/>
            <pc:sldMk cId="1439069292" sldId="997"/>
            <ac:spMk id="10" creationId="{2FCDE65C-76B5-6A17-E56A-13CB415AE5B2}"/>
          </ac:spMkLst>
        </pc:spChg>
        <pc:spChg chg="del">
          <ac:chgData name="Palit, Tapti" userId="dec6fbcd-7598-406a-8cbf-504d4a3bac15" providerId="ADAL" clId="{ECD42228-5B96-4A72-B268-C46DF994E6B7}" dt="2024-01-25T13:43:24.048" v="58734" actId="478"/>
          <ac:spMkLst>
            <pc:docMk/>
            <pc:sldMk cId="1439069292" sldId="997"/>
            <ac:spMk id="11" creationId="{B7470CE5-0A39-4DDB-0B29-AC5022432637}"/>
          </ac:spMkLst>
        </pc:spChg>
        <pc:cxnChg chg="del mod">
          <ac:chgData name="Palit, Tapti" userId="dec6fbcd-7598-406a-8cbf-504d4a3bac15" providerId="ADAL" clId="{ECD42228-5B96-4A72-B268-C46DF994E6B7}" dt="2024-01-25T13:43:21.578" v="58733" actId="478"/>
          <ac:cxnSpMkLst>
            <pc:docMk/>
            <pc:sldMk cId="1439069292" sldId="997"/>
            <ac:cxnSpMk id="9" creationId="{B2D49B58-8F7C-63D8-6655-266D34AF0C12}"/>
          </ac:cxnSpMkLst>
        </pc:cxnChg>
      </pc:sldChg>
      <pc:sldChg chg="del">
        <pc:chgData name="Palit, Tapti" userId="dec6fbcd-7598-406a-8cbf-504d4a3bac15" providerId="ADAL" clId="{ECD42228-5B96-4A72-B268-C46DF994E6B7}" dt="2024-01-28T03:44:01.241" v="67437" actId="47"/>
        <pc:sldMkLst>
          <pc:docMk/>
          <pc:sldMk cId="2734263227" sldId="997"/>
        </pc:sldMkLst>
      </pc:sldChg>
      <pc:sldChg chg="add">
        <pc:chgData name="Palit, Tapti" userId="dec6fbcd-7598-406a-8cbf-504d4a3bac15" providerId="ADAL" clId="{ECD42228-5B96-4A72-B268-C46DF994E6B7}" dt="2024-01-25T14:00:30.678" v="59199" actId="2890"/>
        <pc:sldMkLst>
          <pc:docMk/>
          <pc:sldMk cId="539669210" sldId="998"/>
        </pc:sldMkLst>
      </pc:sldChg>
      <pc:sldChg chg="add mod modShow">
        <pc:chgData name="Palit, Tapti" userId="dec6fbcd-7598-406a-8cbf-504d4a3bac15" providerId="ADAL" clId="{ECD42228-5B96-4A72-B268-C46DF994E6B7}" dt="2024-01-30T03:49:37.289" v="85700" actId="729"/>
        <pc:sldMkLst>
          <pc:docMk/>
          <pc:sldMk cId="2379805115" sldId="998"/>
        </pc:sldMkLst>
      </pc:sldChg>
      <pc:sldChg chg="addSp delSp modSp add del mod modNotesTx">
        <pc:chgData name="Palit, Tapti" userId="dec6fbcd-7598-406a-8cbf-504d4a3bac15" providerId="ADAL" clId="{ECD42228-5B96-4A72-B268-C46DF994E6B7}" dt="2024-01-30T03:49:32.249" v="85698" actId="2696"/>
        <pc:sldMkLst>
          <pc:docMk/>
          <pc:sldMk cId="2470901385" sldId="998"/>
        </pc:sldMkLst>
        <pc:spChg chg="del">
          <ac:chgData name="Palit, Tapti" userId="dec6fbcd-7598-406a-8cbf-504d4a3bac15" providerId="ADAL" clId="{ECD42228-5B96-4A72-B268-C46DF994E6B7}" dt="2024-01-26T16:24:55.591" v="61847" actId="478"/>
          <ac:spMkLst>
            <pc:docMk/>
            <pc:sldMk cId="2470901385" sldId="998"/>
            <ac:spMk id="10" creationId="{EA1AAFB1-11B0-63CC-BB7D-F0AECE8386CA}"/>
          </ac:spMkLst>
        </pc:spChg>
        <pc:spChg chg="del">
          <ac:chgData name="Palit, Tapti" userId="dec6fbcd-7598-406a-8cbf-504d4a3bac15" providerId="ADAL" clId="{ECD42228-5B96-4A72-B268-C46DF994E6B7}" dt="2024-01-27T23:47:40.072" v="66085" actId="478"/>
          <ac:spMkLst>
            <pc:docMk/>
            <pc:sldMk cId="2470901385" sldId="998"/>
            <ac:spMk id="12" creationId="{78C0FFFA-8E71-4DFE-CF39-E1F27D2DCF75}"/>
          </ac:spMkLst>
        </pc:spChg>
        <pc:spChg chg="add mod">
          <ac:chgData name="Palit, Tapti" userId="dec6fbcd-7598-406a-8cbf-504d4a3bac15" providerId="ADAL" clId="{ECD42228-5B96-4A72-B268-C46DF994E6B7}" dt="2024-01-26T16:24:55.951" v="61848"/>
          <ac:spMkLst>
            <pc:docMk/>
            <pc:sldMk cId="2470901385" sldId="998"/>
            <ac:spMk id="14" creationId="{3AEEAB94-90C0-4651-6D47-F38172E18C59}"/>
          </ac:spMkLst>
        </pc:spChg>
        <pc:spChg chg="mod">
          <ac:chgData name="Palit, Tapti" userId="dec6fbcd-7598-406a-8cbf-504d4a3bac15" providerId="ADAL" clId="{ECD42228-5B96-4A72-B268-C46DF994E6B7}" dt="2024-01-27T21:26:41.481" v="65247" actId="20577"/>
          <ac:spMkLst>
            <pc:docMk/>
            <pc:sldMk cId="2470901385" sldId="998"/>
            <ac:spMk id="17" creationId="{8B1ED62E-D8FF-B096-8748-9AD1370866A0}"/>
          </ac:spMkLst>
        </pc:spChg>
        <pc:graphicFrameChg chg="modGraphic">
          <ac:chgData name="Palit, Tapti" userId="dec6fbcd-7598-406a-8cbf-504d4a3bac15" providerId="ADAL" clId="{ECD42228-5B96-4A72-B268-C46DF994E6B7}" dt="2024-01-27T23:48:22.814" v="66098" actId="207"/>
          <ac:graphicFrameMkLst>
            <pc:docMk/>
            <pc:sldMk cId="2470901385" sldId="998"/>
            <ac:graphicFrameMk id="6" creationId="{82D73C16-A132-AF74-FA7D-FADD1D52DEC4}"/>
          </ac:graphicFrameMkLst>
        </pc:graphicFrameChg>
        <pc:cxnChg chg="del">
          <ac:chgData name="Palit, Tapti" userId="dec6fbcd-7598-406a-8cbf-504d4a3bac15" providerId="ADAL" clId="{ECD42228-5B96-4A72-B268-C46DF994E6B7}" dt="2024-01-27T23:47:35.047" v="66083" actId="478"/>
          <ac:cxnSpMkLst>
            <pc:docMk/>
            <pc:sldMk cId="2470901385" sldId="998"/>
            <ac:cxnSpMk id="7" creationId="{0843CB4B-974A-88FA-D20B-C04E84F4669A}"/>
          </ac:cxnSpMkLst>
        </pc:cxnChg>
        <pc:cxnChg chg="del">
          <ac:chgData name="Palit, Tapti" userId="dec6fbcd-7598-406a-8cbf-504d4a3bac15" providerId="ADAL" clId="{ECD42228-5B96-4A72-B268-C46DF994E6B7}" dt="2024-01-27T23:47:45.129" v="66086" actId="478"/>
          <ac:cxnSpMkLst>
            <pc:docMk/>
            <pc:sldMk cId="2470901385" sldId="998"/>
            <ac:cxnSpMk id="8" creationId="{C482F826-9A7D-5C79-CB87-3E6F07971C80}"/>
          </ac:cxnSpMkLst>
        </pc:cxnChg>
        <pc:cxnChg chg="del">
          <ac:chgData name="Palit, Tapti" userId="dec6fbcd-7598-406a-8cbf-504d4a3bac15" providerId="ADAL" clId="{ECD42228-5B96-4A72-B268-C46DF994E6B7}" dt="2024-01-27T23:47:45.129" v="66086" actId="478"/>
          <ac:cxnSpMkLst>
            <pc:docMk/>
            <pc:sldMk cId="2470901385" sldId="998"/>
            <ac:cxnSpMk id="9" creationId="{C4C932B5-D5F7-7A0B-218A-5D796E4AE5D0}"/>
          </ac:cxnSpMkLst>
        </pc:cxnChg>
        <pc:cxnChg chg="del">
          <ac:chgData name="Palit, Tapti" userId="dec6fbcd-7598-406a-8cbf-504d4a3bac15" providerId="ADAL" clId="{ECD42228-5B96-4A72-B268-C46DF994E6B7}" dt="2024-01-27T23:47:37.074" v="66084" actId="478"/>
          <ac:cxnSpMkLst>
            <pc:docMk/>
            <pc:sldMk cId="2470901385" sldId="998"/>
            <ac:cxnSpMk id="11" creationId="{0F9989DF-883D-06E6-5381-B1AC1A9C7FA6}"/>
          </ac:cxnSpMkLst>
        </pc:cxnChg>
        <pc:cxnChg chg="del">
          <ac:chgData name="Palit, Tapti" userId="dec6fbcd-7598-406a-8cbf-504d4a3bac15" providerId="ADAL" clId="{ECD42228-5B96-4A72-B268-C46DF994E6B7}" dt="2024-01-27T23:47:32.112" v="66082" actId="478"/>
          <ac:cxnSpMkLst>
            <pc:docMk/>
            <pc:sldMk cId="2470901385" sldId="998"/>
            <ac:cxnSpMk id="15" creationId="{D7F795DB-2F26-3358-A886-88C0A63349DD}"/>
          </ac:cxnSpMkLst>
        </pc:cxnChg>
        <pc:cxnChg chg="del">
          <ac:chgData name="Palit, Tapti" userId="dec6fbcd-7598-406a-8cbf-504d4a3bac15" providerId="ADAL" clId="{ECD42228-5B96-4A72-B268-C46DF994E6B7}" dt="2024-01-27T23:47:45.129" v="66086" actId="478"/>
          <ac:cxnSpMkLst>
            <pc:docMk/>
            <pc:sldMk cId="2470901385" sldId="998"/>
            <ac:cxnSpMk id="16" creationId="{842A3267-CB1D-E2D4-6AB2-181DD993A4C7}"/>
          </ac:cxnSpMkLst>
        </pc:cxnChg>
        <pc:cxnChg chg="del">
          <ac:chgData name="Palit, Tapti" userId="dec6fbcd-7598-406a-8cbf-504d4a3bac15" providerId="ADAL" clId="{ECD42228-5B96-4A72-B268-C46DF994E6B7}" dt="2024-01-27T23:47:45.129" v="66086" actId="478"/>
          <ac:cxnSpMkLst>
            <pc:docMk/>
            <pc:sldMk cId="2470901385" sldId="998"/>
            <ac:cxnSpMk id="18" creationId="{BC16FB2A-3618-3411-5EAA-05574D8DD619}"/>
          </ac:cxnSpMkLst>
        </pc:cxnChg>
      </pc:sldChg>
      <pc:sldChg chg="addSp delSp modSp new mod modClrScheme chgLayout">
        <pc:chgData name="Palit, Tapti" userId="dec6fbcd-7598-406a-8cbf-504d4a3bac15" providerId="ADAL" clId="{ECD42228-5B96-4A72-B268-C46DF994E6B7}" dt="2024-01-25T14:03:51.247" v="59257" actId="20577"/>
        <pc:sldMkLst>
          <pc:docMk/>
          <pc:sldMk cId="207307264" sldId="999"/>
        </pc:sldMkLst>
        <pc:spChg chg="del">
          <ac:chgData name="Palit, Tapti" userId="dec6fbcd-7598-406a-8cbf-504d4a3bac15" providerId="ADAL" clId="{ECD42228-5B96-4A72-B268-C46DF994E6B7}" dt="2024-01-25T14:03:35.409" v="59204" actId="700"/>
          <ac:spMkLst>
            <pc:docMk/>
            <pc:sldMk cId="207307264" sldId="999"/>
            <ac:spMk id="2" creationId="{9DB1A03C-B1FF-1BA4-EFA4-917BBCAA97F8}"/>
          </ac:spMkLst>
        </pc:spChg>
        <pc:spChg chg="del mod ord">
          <ac:chgData name="Palit, Tapti" userId="dec6fbcd-7598-406a-8cbf-504d4a3bac15" providerId="ADAL" clId="{ECD42228-5B96-4A72-B268-C46DF994E6B7}" dt="2024-01-25T14:03:35.409" v="59204" actId="700"/>
          <ac:spMkLst>
            <pc:docMk/>
            <pc:sldMk cId="207307264" sldId="999"/>
            <ac:spMk id="3" creationId="{432160D7-037D-ACEB-0EB4-C8A0EFA21C58}"/>
          </ac:spMkLst>
        </pc:spChg>
        <pc:spChg chg="mod ord">
          <ac:chgData name="Palit, Tapti" userId="dec6fbcd-7598-406a-8cbf-504d4a3bac15" providerId="ADAL" clId="{ECD42228-5B96-4A72-B268-C46DF994E6B7}" dt="2024-01-25T14:03:35.409" v="59204" actId="700"/>
          <ac:spMkLst>
            <pc:docMk/>
            <pc:sldMk cId="207307264" sldId="999"/>
            <ac:spMk id="4" creationId="{65B056C8-A8FD-DF5B-ABB7-78A058327F5C}"/>
          </ac:spMkLst>
        </pc:spChg>
        <pc:spChg chg="add mod ord">
          <ac:chgData name="Palit, Tapti" userId="dec6fbcd-7598-406a-8cbf-504d4a3bac15" providerId="ADAL" clId="{ECD42228-5B96-4A72-B268-C46DF994E6B7}" dt="2024-01-25T14:03:51.247" v="59257" actId="20577"/>
          <ac:spMkLst>
            <pc:docMk/>
            <pc:sldMk cId="207307264" sldId="999"/>
            <ac:spMk id="5" creationId="{BE40FAEE-22D1-457C-89CD-8237B852EE22}"/>
          </ac:spMkLst>
        </pc:spChg>
      </pc:sldChg>
      <pc:sldChg chg="add del mod modShow">
        <pc:chgData name="Palit, Tapti" userId="dec6fbcd-7598-406a-8cbf-504d4a3bac15" providerId="ADAL" clId="{ECD42228-5B96-4A72-B268-C46DF994E6B7}" dt="2024-01-28T03:44:01.241" v="67437" actId="47"/>
        <pc:sldMkLst>
          <pc:docMk/>
          <pc:sldMk cId="3053103152" sldId="1000"/>
        </pc:sldMkLst>
      </pc:sldChg>
      <pc:sldChg chg="addSp modSp add mod modNotesTx">
        <pc:chgData name="Palit, Tapti" userId="dec6fbcd-7598-406a-8cbf-504d4a3bac15" providerId="ADAL" clId="{ECD42228-5B96-4A72-B268-C46DF994E6B7}" dt="2024-01-25T14:27:07.002" v="60315" actId="1076"/>
        <pc:sldMkLst>
          <pc:docMk/>
          <pc:sldMk cId="3670038943" sldId="1000"/>
        </pc:sldMkLst>
        <pc:spChg chg="add mod">
          <ac:chgData name="Palit, Tapti" userId="dec6fbcd-7598-406a-8cbf-504d4a3bac15" providerId="ADAL" clId="{ECD42228-5B96-4A72-B268-C46DF994E6B7}" dt="2024-01-25T14:12:07.308" v="59485" actId="692"/>
          <ac:spMkLst>
            <pc:docMk/>
            <pc:sldMk cId="3670038943" sldId="1000"/>
            <ac:spMk id="5" creationId="{A4CC3107-377D-23BA-41B9-C0E023EC0ADD}"/>
          </ac:spMkLst>
        </pc:spChg>
        <pc:spChg chg="add mod">
          <ac:chgData name="Palit, Tapti" userId="dec6fbcd-7598-406a-8cbf-504d4a3bac15" providerId="ADAL" clId="{ECD42228-5B96-4A72-B268-C46DF994E6B7}" dt="2024-01-25T14:26:08.095" v="60232" actId="20577"/>
          <ac:spMkLst>
            <pc:docMk/>
            <pc:sldMk cId="3670038943" sldId="1000"/>
            <ac:spMk id="6" creationId="{C9AA0190-5024-38C8-26BA-F3B2D6943AA2}"/>
          </ac:spMkLst>
        </pc:spChg>
        <pc:spChg chg="add mod">
          <ac:chgData name="Palit, Tapti" userId="dec6fbcd-7598-406a-8cbf-504d4a3bac15" providerId="ADAL" clId="{ECD42228-5B96-4A72-B268-C46DF994E6B7}" dt="2024-01-25T14:27:07.002" v="60315" actId="1076"/>
          <ac:spMkLst>
            <pc:docMk/>
            <pc:sldMk cId="3670038943" sldId="1000"/>
            <ac:spMk id="7" creationId="{40837952-FAD3-C589-E5E7-2F85F7FE9347}"/>
          </ac:spMkLst>
        </pc:spChg>
      </pc:sldChg>
      <pc:sldChg chg="del">
        <pc:chgData name="Palit, Tapti" userId="dec6fbcd-7598-406a-8cbf-504d4a3bac15" providerId="ADAL" clId="{ECD42228-5B96-4A72-B268-C46DF994E6B7}" dt="2024-01-26T15:38:22.571" v="61371" actId="2696"/>
        <pc:sldMkLst>
          <pc:docMk/>
          <pc:sldMk cId="4122241441" sldId="1000"/>
        </pc:sldMkLst>
      </pc:sldChg>
      <pc:sldChg chg="del">
        <pc:chgData name="Palit, Tapti" userId="dec6fbcd-7598-406a-8cbf-504d4a3bac15" providerId="ADAL" clId="{ECD42228-5B96-4A72-B268-C46DF994E6B7}" dt="2024-01-26T15:38:22.571" v="61371" actId="2696"/>
        <pc:sldMkLst>
          <pc:docMk/>
          <pc:sldMk cId="1336934851" sldId="1001"/>
        </pc:sldMkLst>
      </pc:sldChg>
      <pc:sldChg chg="add del mod modShow">
        <pc:chgData name="Palit, Tapti" userId="dec6fbcd-7598-406a-8cbf-504d4a3bac15" providerId="ADAL" clId="{ECD42228-5B96-4A72-B268-C46DF994E6B7}" dt="2024-01-28T03:44:01.241" v="67437" actId="47"/>
        <pc:sldMkLst>
          <pc:docMk/>
          <pc:sldMk cId="1591941092" sldId="1001"/>
        </pc:sldMkLst>
      </pc:sldChg>
      <pc:sldChg chg="addSp delSp modSp add mod modNotesTx">
        <pc:chgData name="Palit, Tapti" userId="dec6fbcd-7598-406a-8cbf-504d4a3bac15" providerId="ADAL" clId="{ECD42228-5B96-4A72-B268-C46DF994E6B7}" dt="2024-01-25T14:29:21.132" v="60362" actId="20577"/>
        <pc:sldMkLst>
          <pc:docMk/>
          <pc:sldMk cId="2643337393" sldId="1001"/>
        </pc:sldMkLst>
        <pc:spChg chg="del">
          <ac:chgData name="Palit, Tapti" userId="dec6fbcd-7598-406a-8cbf-504d4a3bac15" providerId="ADAL" clId="{ECD42228-5B96-4A72-B268-C46DF994E6B7}" dt="2024-01-25T14:16:22.736" v="59899" actId="21"/>
          <ac:spMkLst>
            <pc:docMk/>
            <pc:sldMk cId="2643337393" sldId="1001"/>
            <ac:spMk id="5" creationId="{A4CC3107-377D-23BA-41B9-C0E023EC0ADD}"/>
          </ac:spMkLst>
        </pc:spChg>
        <pc:spChg chg="mod">
          <ac:chgData name="Palit, Tapti" userId="dec6fbcd-7598-406a-8cbf-504d4a3bac15" providerId="ADAL" clId="{ECD42228-5B96-4A72-B268-C46DF994E6B7}" dt="2024-01-25T14:17:59.577" v="60015" actId="1076"/>
          <ac:spMkLst>
            <pc:docMk/>
            <pc:sldMk cId="2643337393" sldId="1001"/>
            <ac:spMk id="6" creationId="{C9AA0190-5024-38C8-26BA-F3B2D6943AA2}"/>
          </ac:spMkLst>
        </pc:spChg>
        <pc:spChg chg="add mod">
          <ac:chgData name="Palit, Tapti" userId="dec6fbcd-7598-406a-8cbf-504d4a3bac15" providerId="ADAL" clId="{ECD42228-5B96-4A72-B268-C46DF994E6B7}" dt="2024-01-25T14:16:27.933" v="59902" actId="14100"/>
          <ac:spMkLst>
            <pc:docMk/>
            <pc:sldMk cId="2643337393" sldId="1001"/>
            <ac:spMk id="7" creationId="{A4CC3107-377D-23BA-41B9-C0E023EC0ADD}"/>
          </ac:spMkLst>
        </pc:spChg>
        <pc:spChg chg="add del mod">
          <ac:chgData name="Palit, Tapti" userId="dec6fbcd-7598-406a-8cbf-504d4a3bac15" providerId="ADAL" clId="{ECD42228-5B96-4A72-B268-C46DF994E6B7}" dt="2024-01-25T14:18:53.739" v="60043" actId="21"/>
          <ac:spMkLst>
            <pc:docMk/>
            <pc:sldMk cId="2643337393" sldId="1001"/>
            <ac:spMk id="9" creationId="{1B33F3FE-A898-ED59-8533-8D66D1F5198B}"/>
          </ac:spMkLst>
        </pc:spChg>
      </pc:sldChg>
      <pc:sldChg chg="add del">
        <pc:chgData name="Palit, Tapti" userId="dec6fbcd-7598-406a-8cbf-504d4a3bac15" providerId="ADAL" clId="{ECD42228-5B96-4A72-B268-C46DF994E6B7}" dt="2024-01-25T14:18:51.704" v="60041" actId="2890"/>
        <pc:sldMkLst>
          <pc:docMk/>
          <pc:sldMk cId="1184463707" sldId="1002"/>
        </pc:sldMkLst>
      </pc:sldChg>
      <pc:sldChg chg="addSp modSp add mod modNotesTx">
        <pc:chgData name="Palit, Tapti" userId="dec6fbcd-7598-406a-8cbf-504d4a3bac15" providerId="ADAL" clId="{ECD42228-5B96-4A72-B268-C46DF994E6B7}" dt="2024-01-25T14:29:25.117" v="60363" actId="20577"/>
        <pc:sldMkLst>
          <pc:docMk/>
          <pc:sldMk cId="1444844326" sldId="1002"/>
        </pc:sldMkLst>
        <pc:spChg chg="add mod">
          <ac:chgData name="Palit, Tapti" userId="dec6fbcd-7598-406a-8cbf-504d4a3bac15" providerId="ADAL" clId="{ECD42228-5B96-4A72-B268-C46DF994E6B7}" dt="2024-01-25T14:24:47.957" v="60180" actId="1076"/>
          <ac:spMkLst>
            <pc:docMk/>
            <pc:sldMk cId="1444844326" sldId="1002"/>
            <ac:spMk id="5" creationId="{6B67C0A5-DDF5-6275-4D48-467EC0E9E136}"/>
          </ac:spMkLst>
        </pc:spChg>
        <pc:spChg chg="add mod">
          <ac:chgData name="Palit, Tapti" userId="dec6fbcd-7598-406a-8cbf-504d4a3bac15" providerId="ADAL" clId="{ECD42228-5B96-4A72-B268-C46DF994E6B7}" dt="2024-01-25T14:18:57.364" v="60045"/>
          <ac:spMkLst>
            <pc:docMk/>
            <pc:sldMk cId="1444844326" sldId="1002"/>
            <ac:spMk id="9" creationId="{1B33F3FE-A898-ED59-8533-8D66D1F5198B}"/>
          </ac:spMkLst>
        </pc:spChg>
        <pc:spChg chg="add mod">
          <ac:chgData name="Palit, Tapti" userId="dec6fbcd-7598-406a-8cbf-504d4a3bac15" providerId="ADAL" clId="{ECD42228-5B96-4A72-B268-C46DF994E6B7}" dt="2024-01-25T14:24:52.321" v="60182" actId="20577"/>
          <ac:spMkLst>
            <pc:docMk/>
            <pc:sldMk cId="1444844326" sldId="1002"/>
            <ac:spMk id="10" creationId="{0131A221-BAB0-4E26-B146-655841D6CF05}"/>
          </ac:spMkLst>
        </pc:spChg>
        <pc:cxnChg chg="add mod">
          <ac:chgData name="Palit, Tapti" userId="dec6fbcd-7598-406a-8cbf-504d4a3bac15" providerId="ADAL" clId="{ECD42228-5B96-4A72-B268-C46DF994E6B7}" dt="2024-01-25T14:25:11.818" v="60184" actId="13822"/>
          <ac:cxnSpMkLst>
            <pc:docMk/>
            <pc:sldMk cId="1444844326" sldId="1002"/>
            <ac:cxnSpMk id="12" creationId="{0411A978-B230-72DE-3843-ECD6D68D6C62}"/>
          </ac:cxnSpMkLst>
        </pc:cxnChg>
        <pc:cxnChg chg="add mod">
          <ac:chgData name="Palit, Tapti" userId="dec6fbcd-7598-406a-8cbf-504d4a3bac15" providerId="ADAL" clId="{ECD42228-5B96-4A72-B268-C46DF994E6B7}" dt="2024-01-25T14:25:26.263" v="60187" actId="14100"/>
          <ac:cxnSpMkLst>
            <pc:docMk/>
            <pc:sldMk cId="1444844326" sldId="1002"/>
            <ac:cxnSpMk id="13" creationId="{CEA95E9A-0D2B-3204-15D6-1A128C3699C3}"/>
          </ac:cxnSpMkLst>
        </pc:cxnChg>
        <pc:cxnChg chg="add mod">
          <ac:chgData name="Palit, Tapti" userId="dec6fbcd-7598-406a-8cbf-504d4a3bac15" providerId="ADAL" clId="{ECD42228-5B96-4A72-B268-C46DF994E6B7}" dt="2024-01-25T14:25:33.218" v="60190" actId="14100"/>
          <ac:cxnSpMkLst>
            <pc:docMk/>
            <pc:sldMk cId="1444844326" sldId="1002"/>
            <ac:cxnSpMk id="16" creationId="{26993E08-C2C0-CE9A-D2D3-AAFC0356EFAC}"/>
          </ac:cxnSpMkLst>
        </pc:cxnChg>
      </pc:sldChg>
      <pc:sldChg chg="del">
        <pc:chgData name="Palit, Tapti" userId="dec6fbcd-7598-406a-8cbf-504d4a3bac15" providerId="ADAL" clId="{ECD42228-5B96-4A72-B268-C46DF994E6B7}" dt="2024-01-26T15:38:22.571" v="61371" actId="2696"/>
        <pc:sldMkLst>
          <pc:docMk/>
          <pc:sldMk cId="2333549731" sldId="1002"/>
        </pc:sldMkLst>
      </pc:sldChg>
      <pc:sldChg chg="add del mod modShow">
        <pc:chgData name="Palit, Tapti" userId="dec6fbcd-7598-406a-8cbf-504d4a3bac15" providerId="ADAL" clId="{ECD42228-5B96-4A72-B268-C46DF994E6B7}" dt="2024-01-28T03:44:01.241" v="67437" actId="47"/>
        <pc:sldMkLst>
          <pc:docMk/>
          <pc:sldMk cId="4239280016" sldId="1002"/>
        </pc:sldMkLst>
      </pc:sldChg>
      <pc:sldChg chg="del">
        <pc:chgData name="Palit, Tapti" userId="dec6fbcd-7598-406a-8cbf-504d4a3bac15" providerId="ADAL" clId="{ECD42228-5B96-4A72-B268-C46DF994E6B7}" dt="2024-01-26T15:38:22.571" v="61371" actId="2696"/>
        <pc:sldMkLst>
          <pc:docMk/>
          <pc:sldMk cId="2592298317" sldId="1003"/>
        </pc:sldMkLst>
      </pc:sldChg>
      <pc:sldChg chg="add del mod modShow">
        <pc:chgData name="Palit, Tapti" userId="dec6fbcd-7598-406a-8cbf-504d4a3bac15" providerId="ADAL" clId="{ECD42228-5B96-4A72-B268-C46DF994E6B7}" dt="2024-01-28T03:44:01.241" v="67437" actId="47"/>
        <pc:sldMkLst>
          <pc:docMk/>
          <pc:sldMk cId="2868074297" sldId="1003"/>
        </pc:sldMkLst>
      </pc:sldChg>
      <pc:sldChg chg="addSp delSp modSp add mod modNotesTx">
        <pc:chgData name="Palit, Tapti" userId="dec6fbcd-7598-406a-8cbf-504d4a3bac15" providerId="ADAL" clId="{ECD42228-5B96-4A72-B268-C46DF994E6B7}" dt="2024-01-25T14:29:29.093" v="60364" actId="20577"/>
        <pc:sldMkLst>
          <pc:docMk/>
          <pc:sldMk cId="3439878872" sldId="1003"/>
        </pc:sldMkLst>
        <pc:spChg chg="add mod">
          <ac:chgData name="Palit, Tapti" userId="dec6fbcd-7598-406a-8cbf-504d4a3bac15" providerId="ADAL" clId="{ECD42228-5B96-4A72-B268-C46DF994E6B7}" dt="2024-01-25T14:27:56.468" v="60323" actId="14100"/>
          <ac:spMkLst>
            <pc:docMk/>
            <pc:sldMk cId="3439878872" sldId="1003"/>
            <ac:spMk id="18" creationId="{AA9C3FEB-9A5B-C666-AC65-B48A00FC7499}"/>
          </ac:spMkLst>
        </pc:spChg>
        <pc:spChg chg="add mod">
          <ac:chgData name="Palit, Tapti" userId="dec6fbcd-7598-406a-8cbf-504d4a3bac15" providerId="ADAL" clId="{ECD42228-5B96-4A72-B268-C46DF994E6B7}" dt="2024-01-25T14:29:15.552" v="60361" actId="14100"/>
          <ac:spMkLst>
            <pc:docMk/>
            <pc:sldMk cId="3439878872" sldId="1003"/>
            <ac:spMk id="31" creationId="{8230695D-B37D-5FE0-65A3-B7EBB05534C9}"/>
          </ac:spMkLst>
        </pc:spChg>
        <pc:cxnChg chg="add mod">
          <ac:chgData name="Palit, Tapti" userId="dec6fbcd-7598-406a-8cbf-504d4a3bac15" providerId="ADAL" clId="{ECD42228-5B96-4A72-B268-C46DF994E6B7}" dt="2024-01-25T14:28:00.055" v="60325" actId="14100"/>
          <ac:cxnSpMkLst>
            <pc:docMk/>
            <pc:sldMk cId="3439878872" sldId="1003"/>
            <ac:cxnSpMk id="11" creationId="{793AE2F1-0A87-E938-3583-5CFE42D0A1B5}"/>
          </ac:cxnSpMkLst>
        </pc:cxnChg>
        <pc:cxnChg chg="add mod">
          <ac:chgData name="Palit, Tapti" userId="dec6fbcd-7598-406a-8cbf-504d4a3bac15" providerId="ADAL" clId="{ECD42228-5B96-4A72-B268-C46DF994E6B7}" dt="2024-01-25T14:28:32.306" v="60334" actId="14100"/>
          <ac:cxnSpMkLst>
            <pc:docMk/>
            <pc:sldMk cId="3439878872" sldId="1003"/>
            <ac:cxnSpMk id="20" creationId="{9CAD641F-E34C-D2C6-7471-6B5DFD75074B}"/>
          </ac:cxnSpMkLst>
        </pc:cxnChg>
        <pc:cxnChg chg="add del mod">
          <ac:chgData name="Palit, Tapti" userId="dec6fbcd-7598-406a-8cbf-504d4a3bac15" providerId="ADAL" clId="{ECD42228-5B96-4A72-B268-C46DF994E6B7}" dt="2024-01-25T14:28:20.392" v="60331" actId="478"/>
          <ac:cxnSpMkLst>
            <pc:docMk/>
            <pc:sldMk cId="3439878872" sldId="1003"/>
            <ac:cxnSpMk id="23" creationId="{0DEE619F-AD82-2820-5739-2C754944642D}"/>
          </ac:cxnSpMkLst>
        </pc:cxnChg>
        <pc:cxnChg chg="add mod">
          <ac:chgData name="Palit, Tapti" userId="dec6fbcd-7598-406a-8cbf-504d4a3bac15" providerId="ADAL" clId="{ECD42228-5B96-4A72-B268-C46DF994E6B7}" dt="2024-01-25T14:28:42.257" v="60337" actId="14100"/>
          <ac:cxnSpMkLst>
            <pc:docMk/>
            <pc:sldMk cId="3439878872" sldId="1003"/>
            <ac:cxnSpMk id="28" creationId="{3A3930BB-3A6C-7898-0FC1-CAF433825808}"/>
          </ac:cxnSpMkLst>
        </pc:cxnChg>
      </pc:sldChg>
      <pc:sldChg chg="del">
        <pc:chgData name="Palit, Tapti" userId="dec6fbcd-7598-406a-8cbf-504d4a3bac15" providerId="ADAL" clId="{ECD42228-5B96-4A72-B268-C46DF994E6B7}" dt="2024-01-28T03:44:01.241" v="67437" actId="47"/>
        <pc:sldMkLst>
          <pc:docMk/>
          <pc:sldMk cId="1615624501" sldId="1004"/>
        </pc:sldMkLst>
      </pc:sldChg>
      <pc:sldChg chg="del">
        <pc:chgData name="Palit, Tapti" userId="dec6fbcd-7598-406a-8cbf-504d4a3bac15" providerId="ADAL" clId="{ECD42228-5B96-4A72-B268-C46DF994E6B7}" dt="2024-01-28T03:44:01.241" v="67437" actId="47"/>
        <pc:sldMkLst>
          <pc:docMk/>
          <pc:sldMk cId="3640892940" sldId="1005"/>
        </pc:sldMkLst>
      </pc:sldChg>
      <pc:sldChg chg="addSp delSp modSp del mod chgLayout modNotesTx">
        <pc:chgData name="Palit, Tapti" userId="dec6fbcd-7598-406a-8cbf-504d4a3bac15" providerId="ADAL" clId="{ECD42228-5B96-4A72-B268-C46DF994E6B7}" dt="2024-01-30T15:55:47.350" v="92166" actId="47"/>
        <pc:sldMkLst>
          <pc:docMk/>
          <pc:sldMk cId="1443657903" sldId="1006"/>
        </pc:sldMkLst>
        <pc:spChg chg="add mod">
          <ac:chgData name="Palit, Tapti" userId="dec6fbcd-7598-406a-8cbf-504d4a3bac15" providerId="ADAL" clId="{ECD42228-5B96-4A72-B268-C46DF994E6B7}" dt="2024-01-30T04:45:09.603" v="86724" actId="1076"/>
          <ac:spMkLst>
            <pc:docMk/>
            <pc:sldMk cId="1443657903" sldId="1006"/>
            <ac:spMk id="2" creationId="{42C7EA38-D775-DD8F-6F3A-D93D29EF1FEB}"/>
          </ac:spMkLst>
        </pc:spChg>
        <pc:spChg chg="add mod">
          <ac:chgData name="Palit, Tapti" userId="dec6fbcd-7598-406a-8cbf-504d4a3bac15" providerId="ADAL" clId="{ECD42228-5B96-4A72-B268-C46DF994E6B7}" dt="2024-01-30T04:38:12.239" v="86478" actId="1076"/>
          <ac:spMkLst>
            <pc:docMk/>
            <pc:sldMk cId="1443657903" sldId="1006"/>
            <ac:spMk id="2" creationId="{68BC85B3-136B-10F4-C08B-B77EFC58DC7C}"/>
          </ac:spMkLst>
        </pc:spChg>
        <pc:spChg chg="add del mod">
          <ac:chgData name="Palit, Tapti" userId="dec6fbcd-7598-406a-8cbf-504d4a3bac15" providerId="ADAL" clId="{ECD42228-5B96-4A72-B268-C46DF994E6B7}" dt="2024-01-29T23:49:22.004" v="83060" actId="478"/>
          <ac:spMkLst>
            <pc:docMk/>
            <pc:sldMk cId="1443657903" sldId="1006"/>
            <ac:spMk id="2" creationId="{DB530074-8830-4E87-3B45-44A447B6D634}"/>
          </ac:spMkLst>
        </pc:spChg>
        <pc:spChg chg="mod ord">
          <ac:chgData name="Palit, Tapti" userId="dec6fbcd-7598-406a-8cbf-504d4a3bac15" providerId="ADAL" clId="{ECD42228-5B96-4A72-B268-C46DF994E6B7}" dt="2024-01-30T04:41:25.645" v="86566" actId="6264"/>
          <ac:spMkLst>
            <pc:docMk/>
            <pc:sldMk cId="1443657903" sldId="1006"/>
            <ac:spMk id="3" creationId="{F41F5800-0C87-D92F-5B6B-52E096B070E2}"/>
          </ac:spMkLst>
        </pc:spChg>
        <pc:spChg chg="mod ord">
          <ac:chgData name="Palit, Tapti" userId="dec6fbcd-7598-406a-8cbf-504d4a3bac15" providerId="ADAL" clId="{ECD42228-5B96-4A72-B268-C46DF994E6B7}" dt="2024-01-30T04:41:25.645" v="86566" actId="6264"/>
          <ac:spMkLst>
            <pc:docMk/>
            <pc:sldMk cId="1443657903" sldId="1006"/>
            <ac:spMk id="4" creationId="{72B504F4-99B0-8DB2-F091-585A12AE0CD7}"/>
          </ac:spMkLst>
        </pc:spChg>
        <pc:spChg chg="add del mod">
          <ac:chgData name="Palit, Tapti" userId="dec6fbcd-7598-406a-8cbf-504d4a3bac15" providerId="ADAL" clId="{ECD42228-5B96-4A72-B268-C46DF994E6B7}" dt="2024-01-30T01:16:02.533" v="83684" actId="478"/>
          <ac:spMkLst>
            <pc:docMk/>
            <pc:sldMk cId="1443657903" sldId="1006"/>
            <ac:spMk id="5" creationId="{183ECB8E-03C0-B0D3-470A-5FC92381CE4D}"/>
          </ac:spMkLst>
        </pc:spChg>
        <pc:spChg chg="add mod">
          <ac:chgData name="Palit, Tapti" userId="dec6fbcd-7598-406a-8cbf-504d4a3bac15" providerId="ADAL" clId="{ECD42228-5B96-4A72-B268-C46DF994E6B7}" dt="2024-01-30T04:45:09.603" v="86724" actId="1076"/>
          <ac:spMkLst>
            <pc:docMk/>
            <pc:sldMk cId="1443657903" sldId="1006"/>
            <ac:spMk id="5" creationId="{D0020646-FB66-8852-F210-D58832B911A6}"/>
          </ac:spMkLst>
        </pc:spChg>
        <pc:spChg chg="add mod">
          <ac:chgData name="Palit, Tapti" userId="dec6fbcd-7598-406a-8cbf-504d4a3bac15" providerId="ADAL" clId="{ECD42228-5B96-4A72-B268-C46DF994E6B7}" dt="2024-01-30T04:38:10.997" v="86476" actId="1076"/>
          <ac:spMkLst>
            <pc:docMk/>
            <pc:sldMk cId="1443657903" sldId="1006"/>
            <ac:spMk id="5" creationId="{E7A9BF2B-BD6E-3EF3-1712-BA1B17788E4B}"/>
          </ac:spMkLst>
        </pc:spChg>
        <pc:spChg chg="add mod">
          <ac:chgData name="Palit, Tapti" userId="dec6fbcd-7598-406a-8cbf-504d4a3bac15" providerId="ADAL" clId="{ECD42228-5B96-4A72-B268-C46DF994E6B7}" dt="2024-01-30T05:11:25.245" v="86994" actId="20577"/>
          <ac:spMkLst>
            <pc:docMk/>
            <pc:sldMk cId="1443657903" sldId="1006"/>
            <ac:spMk id="6" creationId="{F62142A9-E3B1-C4B7-D8DB-1883CE405314}"/>
          </ac:spMkLst>
        </pc:spChg>
        <pc:spChg chg="add mod">
          <ac:chgData name="Palit, Tapti" userId="dec6fbcd-7598-406a-8cbf-504d4a3bac15" providerId="ADAL" clId="{ECD42228-5B96-4A72-B268-C46DF994E6B7}" dt="2024-01-30T04:45:09.603" v="86724" actId="1076"/>
          <ac:spMkLst>
            <pc:docMk/>
            <pc:sldMk cId="1443657903" sldId="1006"/>
            <ac:spMk id="7" creationId="{4EFD8585-0F9C-03A9-4803-B753DF786B32}"/>
          </ac:spMkLst>
        </pc:spChg>
        <pc:spChg chg="add mod">
          <ac:chgData name="Palit, Tapti" userId="dec6fbcd-7598-406a-8cbf-504d4a3bac15" providerId="ADAL" clId="{ECD42228-5B96-4A72-B268-C46DF994E6B7}" dt="2024-01-30T04:45:09.603" v="86724" actId="1076"/>
          <ac:spMkLst>
            <pc:docMk/>
            <pc:sldMk cId="1443657903" sldId="1006"/>
            <ac:spMk id="8" creationId="{205A3CA1-08DC-09A1-8308-1DACFFAF7AAB}"/>
          </ac:spMkLst>
        </pc:spChg>
        <pc:spChg chg="add del mod">
          <ac:chgData name="Palit, Tapti" userId="dec6fbcd-7598-406a-8cbf-504d4a3bac15" providerId="ADAL" clId="{ECD42228-5B96-4A72-B268-C46DF994E6B7}" dt="2024-01-30T00:42:29.638" v="83111" actId="478"/>
          <ac:spMkLst>
            <pc:docMk/>
            <pc:sldMk cId="1443657903" sldId="1006"/>
            <ac:spMk id="8" creationId="{C703D9F5-4792-20F4-A977-28A9573E14A4}"/>
          </ac:spMkLst>
        </pc:spChg>
        <pc:spChg chg="add mod">
          <ac:chgData name="Palit, Tapti" userId="dec6fbcd-7598-406a-8cbf-504d4a3bac15" providerId="ADAL" clId="{ECD42228-5B96-4A72-B268-C46DF994E6B7}" dt="2024-01-30T04:45:09.603" v="86724" actId="1076"/>
          <ac:spMkLst>
            <pc:docMk/>
            <pc:sldMk cId="1443657903" sldId="1006"/>
            <ac:spMk id="9" creationId="{FEE50486-ED62-0211-8495-141514841F17}"/>
          </ac:spMkLst>
        </pc:spChg>
        <pc:spChg chg="add del mod">
          <ac:chgData name="Palit, Tapti" userId="dec6fbcd-7598-406a-8cbf-504d4a3bac15" providerId="ADAL" clId="{ECD42228-5B96-4A72-B268-C46DF994E6B7}" dt="2024-01-30T01:15:57.368" v="83683" actId="478"/>
          <ac:spMkLst>
            <pc:docMk/>
            <pc:sldMk cId="1443657903" sldId="1006"/>
            <ac:spMk id="10" creationId="{10D98153-4479-02BF-2FCF-023EAF8C4F94}"/>
          </ac:spMkLst>
        </pc:spChg>
        <pc:spChg chg="add del mod">
          <ac:chgData name="Palit, Tapti" userId="dec6fbcd-7598-406a-8cbf-504d4a3bac15" providerId="ADAL" clId="{ECD42228-5B96-4A72-B268-C46DF994E6B7}" dt="2024-01-30T04:41:25.645" v="86566" actId="6264"/>
          <ac:spMkLst>
            <pc:docMk/>
            <pc:sldMk cId="1443657903" sldId="1006"/>
            <ac:spMk id="10" creationId="{AF66E0FE-97CA-7BFC-9720-96CD23283B4C}"/>
          </ac:spMkLst>
        </pc:spChg>
        <pc:spChg chg="add mod">
          <ac:chgData name="Palit, Tapti" userId="dec6fbcd-7598-406a-8cbf-504d4a3bac15" providerId="ADAL" clId="{ECD42228-5B96-4A72-B268-C46DF994E6B7}" dt="2024-01-30T05:06:21.916" v="86968" actId="692"/>
          <ac:spMkLst>
            <pc:docMk/>
            <pc:sldMk cId="1443657903" sldId="1006"/>
            <ac:spMk id="11" creationId="{5CD12B5E-EED1-D7C2-F857-A3873CADFBBF}"/>
          </ac:spMkLst>
        </pc:spChg>
        <pc:spChg chg="add mod">
          <ac:chgData name="Palit, Tapti" userId="dec6fbcd-7598-406a-8cbf-504d4a3bac15" providerId="ADAL" clId="{ECD42228-5B96-4A72-B268-C46DF994E6B7}" dt="2024-01-30T04:45:09.603" v="86724" actId="1076"/>
          <ac:spMkLst>
            <pc:docMk/>
            <pc:sldMk cId="1443657903" sldId="1006"/>
            <ac:spMk id="12" creationId="{333BB1BA-428F-94F5-CD81-06FB5528E221}"/>
          </ac:spMkLst>
        </pc:spChg>
        <pc:spChg chg="add del mod">
          <ac:chgData name="Palit, Tapti" userId="dec6fbcd-7598-406a-8cbf-504d4a3bac15" providerId="ADAL" clId="{ECD42228-5B96-4A72-B268-C46DF994E6B7}" dt="2024-01-30T04:41:25.645" v="86566" actId="6264"/>
          <ac:spMkLst>
            <pc:docMk/>
            <pc:sldMk cId="1443657903" sldId="1006"/>
            <ac:spMk id="13" creationId="{19F6B125-85E5-8691-84C7-C8363D7F2619}"/>
          </ac:spMkLst>
        </pc:spChg>
        <pc:spChg chg="add del mod">
          <ac:chgData name="Palit, Tapti" userId="dec6fbcd-7598-406a-8cbf-504d4a3bac15" providerId="ADAL" clId="{ECD42228-5B96-4A72-B268-C46DF994E6B7}" dt="2024-01-30T01:16:02.533" v="83684" actId="478"/>
          <ac:spMkLst>
            <pc:docMk/>
            <pc:sldMk cId="1443657903" sldId="1006"/>
            <ac:spMk id="13" creationId="{B7304097-DFBF-D910-D073-D97AFE7F2778}"/>
          </ac:spMkLst>
        </pc:spChg>
        <pc:spChg chg="add del mod">
          <ac:chgData name="Palit, Tapti" userId="dec6fbcd-7598-406a-8cbf-504d4a3bac15" providerId="ADAL" clId="{ECD42228-5B96-4A72-B268-C46DF994E6B7}" dt="2024-01-30T01:16:02.533" v="83684" actId="478"/>
          <ac:spMkLst>
            <pc:docMk/>
            <pc:sldMk cId="1443657903" sldId="1006"/>
            <ac:spMk id="14" creationId="{E7E615E4-1209-91C9-5D49-B54071413CD2}"/>
          </ac:spMkLst>
        </pc:spChg>
        <pc:spChg chg="add mod ord">
          <ac:chgData name="Palit, Tapti" userId="dec6fbcd-7598-406a-8cbf-504d4a3bac15" providerId="ADAL" clId="{ECD42228-5B96-4A72-B268-C46DF994E6B7}" dt="2024-01-30T04:50:40.971" v="86811" actId="20577"/>
          <ac:spMkLst>
            <pc:docMk/>
            <pc:sldMk cId="1443657903" sldId="1006"/>
            <ac:spMk id="14" creationId="{F55D1DCD-63AE-1B38-F985-84D9BB2AE721}"/>
          </ac:spMkLst>
        </pc:spChg>
        <pc:spChg chg="mod">
          <ac:chgData name="Palit, Tapti" userId="dec6fbcd-7598-406a-8cbf-504d4a3bac15" providerId="ADAL" clId="{ECD42228-5B96-4A72-B268-C46DF994E6B7}" dt="2024-01-30T13:11:17.877" v="91367" actId="20577"/>
          <ac:spMkLst>
            <pc:docMk/>
            <pc:sldMk cId="1443657903" sldId="1006"/>
            <ac:spMk id="15" creationId="{632CDA17-2240-B34F-44F8-5573404E1E94}"/>
          </ac:spMkLst>
        </pc:spChg>
        <pc:spChg chg="add del mod">
          <ac:chgData name="Palit, Tapti" userId="dec6fbcd-7598-406a-8cbf-504d4a3bac15" providerId="ADAL" clId="{ECD42228-5B96-4A72-B268-C46DF994E6B7}" dt="2024-01-30T01:16:02.533" v="83684" actId="478"/>
          <ac:spMkLst>
            <pc:docMk/>
            <pc:sldMk cId="1443657903" sldId="1006"/>
            <ac:spMk id="16" creationId="{4645C22E-44FF-BF81-7755-C7FCA524B6E1}"/>
          </ac:spMkLst>
        </pc:spChg>
        <pc:spChg chg="add mod">
          <ac:chgData name="Palit, Tapti" userId="dec6fbcd-7598-406a-8cbf-504d4a3bac15" providerId="ADAL" clId="{ECD42228-5B96-4A72-B268-C46DF994E6B7}" dt="2024-01-30T04:49:56.162" v="86787" actId="14100"/>
          <ac:spMkLst>
            <pc:docMk/>
            <pc:sldMk cId="1443657903" sldId="1006"/>
            <ac:spMk id="16" creationId="{5053E8DD-9E78-06B9-EEC8-4832A67849CA}"/>
          </ac:spMkLst>
        </pc:spChg>
        <pc:spChg chg="add del mod">
          <ac:chgData name="Palit, Tapti" userId="dec6fbcd-7598-406a-8cbf-504d4a3bac15" providerId="ADAL" clId="{ECD42228-5B96-4A72-B268-C46DF994E6B7}" dt="2024-01-30T01:16:02.533" v="83684" actId="478"/>
          <ac:spMkLst>
            <pc:docMk/>
            <pc:sldMk cId="1443657903" sldId="1006"/>
            <ac:spMk id="17" creationId="{5ECEFDC6-8E69-121D-C0F4-8405CA0DE315}"/>
          </ac:spMkLst>
        </pc:spChg>
        <pc:spChg chg="add mod">
          <ac:chgData name="Palit, Tapti" userId="dec6fbcd-7598-406a-8cbf-504d4a3bac15" providerId="ADAL" clId="{ECD42228-5B96-4A72-B268-C46DF994E6B7}" dt="2024-01-30T15:33:11.625" v="91463" actId="313"/>
          <ac:spMkLst>
            <pc:docMk/>
            <pc:sldMk cId="1443657903" sldId="1006"/>
            <ac:spMk id="20" creationId="{E6DAEF0D-E7B1-033C-5253-509FAE79E815}"/>
          </ac:spMkLst>
        </pc:spChg>
        <pc:spChg chg="add del mod">
          <ac:chgData name="Palit, Tapti" userId="dec6fbcd-7598-406a-8cbf-504d4a3bac15" providerId="ADAL" clId="{ECD42228-5B96-4A72-B268-C46DF994E6B7}" dt="2024-01-30T04:37:37.745" v="86459" actId="478"/>
          <ac:spMkLst>
            <pc:docMk/>
            <pc:sldMk cId="1443657903" sldId="1006"/>
            <ac:spMk id="21" creationId="{F9696A0A-8EF5-F1D4-EFC5-7AB3A18FF306}"/>
          </ac:spMkLst>
        </pc:spChg>
        <pc:spChg chg="add mod">
          <ac:chgData name="Palit, Tapti" userId="dec6fbcd-7598-406a-8cbf-504d4a3bac15" providerId="ADAL" clId="{ECD42228-5B96-4A72-B268-C46DF994E6B7}" dt="2024-01-30T05:06:21.916" v="86968" actId="692"/>
          <ac:spMkLst>
            <pc:docMk/>
            <pc:sldMk cId="1443657903" sldId="1006"/>
            <ac:spMk id="22" creationId="{B780F3A2-3E38-776A-B40B-BCCD258986B4}"/>
          </ac:spMkLst>
        </pc:spChg>
        <pc:spChg chg="add mod">
          <ac:chgData name="Palit, Tapti" userId="dec6fbcd-7598-406a-8cbf-504d4a3bac15" providerId="ADAL" clId="{ECD42228-5B96-4A72-B268-C46DF994E6B7}" dt="2024-01-30T15:33:08.917" v="91459" actId="313"/>
          <ac:spMkLst>
            <pc:docMk/>
            <pc:sldMk cId="1443657903" sldId="1006"/>
            <ac:spMk id="24" creationId="{E1161DEA-E409-E4AE-8CD4-21309B090A89}"/>
          </ac:spMkLst>
        </pc:spChg>
        <pc:spChg chg="add mod">
          <ac:chgData name="Palit, Tapti" userId="dec6fbcd-7598-406a-8cbf-504d4a3bac15" providerId="ADAL" clId="{ECD42228-5B96-4A72-B268-C46DF994E6B7}" dt="2024-01-30T15:33:13.833" v="91467" actId="313"/>
          <ac:spMkLst>
            <pc:docMk/>
            <pc:sldMk cId="1443657903" sldId="1006"/>
            <ac:spMk id="25" creationId="{363C4DD7-B853-9634-4200-0775FB68C8B7}"/>
          </ac:spMkLst>
        </pc:spChg>
        <pc:spChg chg="add mod">
          <ac:chgData name="Palit, Tapti" userId="dec6fbcd-7598-406a-8cbf-504d4a3bac15" providerId="ADAL" clId="{ECD42228-5B96-4A72-B268-C46DF994E6B7}" dt="2024-01-30T15:33:15.863" v="91471" actId="313"/>
          <ac:spMkLst>
            <pc:docMk/>
            <pc:sldMk cId="1443657903" sldId="1006"/>
            <ac:spMk id="26" creationId="{8A85FE1B-0536-7F03-7274-D71C669F9823}"/>
          </ac:spMkLst>
        </pc:spChg>
        <pc:spChg chg="del mod">
          <ac:chgData name="Palit, Tapti" userId="dec6fbcd-7598-406a-8cbf-504d4a3bac15" providerId="ADAL" clId="{ECD42228-5B96-4A72-B268-C46DF994E6B7}" dt="2024-01-29T23:49:31.249" v="83061" actId="478"/>
          <ac:spMkLst>
            <pc:docMk/>
            <pc:sldMk cId="1443657903" sldId="1006"/>
            <ac:spMk id="27" creationId="{A514031C-BE6B-B376-1F8D-A6CBB52D164E}"/>
          </ac:spMkLst>
        </pc:spChg>
        <pc:spChg chg="add mod">
          <ac:chgData name="Palit, Tapti" userId="dec6fbcd-7598-406a-8cbf-504d4a3bac15" providerId="ADAL" clId="{ECD42228-5B96-4A72-B268-C46DF994E6B7}" dt="2024-01-30T15:33:17.878" v="91475" actId="313"/>
          <ac:spMkLst>
            <pc:docMk/>
            <pc:sldMk cId="1443657903" sldId="1006"/>
            <ac:spMk id="28" creationId="{BDADD76B-8B24-ED1F-D3E3-C00BFBCEDCD4}"/>
          </ac:spMkLst>
        </pc:spChg>
        <pc:spChg chg="del mod">
          <ac:chgData name="Palit, Tapti" userId="dec6fbcd-7598-406a-8cbf-504d4a3bac15" providerId="ADAL" clId="{ECD42228-5B96-4A72-B268-C46DF994E6B7}" dt="2024-01-30T01:16:02.533" v="83684" actId="478"/>
          <ac:spMkLst>
            <pc:docMk/>
            <pc:sldMk cId="1443657903" sldId="1006"/>
            <ac:spMk id="29" creationId="{B51B138B-CA6E-D442-540A-519FABFF1C4E}"/>
          </ac:spMkLst>
        </pc:spChg>
        <pc:picChg chg="add mod">
          <ac:chgData name="Palit, Tapti" userId="dec6fbcd-7598-406a-8cbf-504d4a3bac15" providerId="ADAL" clId="{ECD42228-5B96-4A72-B268-C46DF994E6B7}" dt="2024-01-30T04:45:09.603" v="86724" actId="1076"/>
          <ac:picMkLst>
            <pc:docMk/>
            <pc:sldMk cId="1443657903" sldId="1006"/>
            <ac:picMk id="23" creationId="{4788B9D1-7CBD-2393-78F4-0915BE43944C}"/>
          </ac:picMkLst>
        </pc:picChg>
        <pc:picChg chg="add del mod">
          <ac:chgData name="Palit, Tapti" userId="dec6fbcd-7598-406a-8cbf-504d4a3bac15" providerId="ADAL" clId="{ECD42228-5B96-4A72-B268-C46DF994E6B7}" dt="2024-01-30T01:15:57.368" v="83683" actId="478"/>
          <ac:picMkLst>
            <pc:docMk/>
            <pc:sldMk cId="1443657903" sldId="1006"/>
            <ac:picMk id="1026" creationId="{FA72C589-D3CD-285E-5D5F-E6CB0EC94BDE}"/>
          </ac:picMkLst>
        </pc:picChg>
        <pc:picChg chg="add del mod">
          <ac:chgData name="Palit, Tapti" userId="dec6fbcd-7598-406a-8cbf-504d4a3bac15" providerId="ADAL" clId="{ECD42228-5B96-4A72-B268-C46DF994E6B7}" dt="2024-01-30T00:50:26.356" v="83311" actId="478"/>
          <ac:picMkLst>
            <pc:docMk/>
            <pc:sldMk cId="1443657903" sldId="1006"/>
            <ac:picMk id="1028" creationId="{284BC05A-F549-2124-7ED9-6297FDB6E4D1}"/>
          </ac:picMkLst>
        </pc:picChg>
        <pc:picChg chg="add mod">
          <ac:chgData name="Palit, Tapti" userId="dec6fbcd-7598-406a-8cbf-504d4a3bac15" providerId="ADAL" clId="{ECD42228-5B96-4A72-B268-C46DF994E6B7}" dt="2024-01-30T04:45:09.603" v="86724" actId="1076"/>
          <ac:picMkLst>
            <pc:docMk/>
            <pc:sldMk cId="1443657903" sldId="1006"/>
            <ac:picMk id="1030" creationId="{DB6227DC-641D-AF79-C7C8-B6FB1065B601}"/>
          </ac:picMkLst>
        </pc:picChg>
        <pc:cxnChg chg="del mod">
          <ac:chgData name="Palit, Tapti" userId="dec6fbcd-7598-406a-8cbf-504d4a3bac15" providerId="ADAL" clId="{ECD42228-5B96-4A72-B268-C46DF994E6B7}" dt="2024-01-30T01:16:02.533" v="83684" actId="478"/>
          <ac:cxnSpMkLst>
            <pc:docMk/>
            <pc:sldMk cId="1443657903" sldId="1006"/>
            <ac:cxnSpMk id="6" creationId="{9A228DE5-2A47-7DC0-AB7D-AA240CDBFA38}"/>
          </ac:cxnSpMkLst>
        </pc:cxnChg>
        <pc:cxnChg chg="del mod">
          <ac:chgData name="Palit, Tapti" userId="dec6fbcd-7598-406a-8cbf-504d4a3bac15" providerId="ADAL" clId="{ECD42228-5B96-4A72-B268-C46DF994E6B7}" dt="2024-01-30T01:16:02.533" v="83684" actId="478"/>
          <ac:cxnSpMkLst>
            <pc:docMk/>
            <pc:sldMk cId="1443657903" sldId="1006"/>
            <ac:cxnSpMk id="7" creationId="{61D65FAB-D08A-1F97-5A56-A0AFDCACE3EE}"/>
          </ac:cxnSpMkLst>
        </pc:cxnChg>
        <pc:cxnChg chg="add mod">
          <ac:chgData name="Palit, Tapti" userId="dec6fbcd-7598-406a-8cbf-504d4a3bac15" providerId="ADAL" clId="{ECD42228-5B96-4A72-B268-C46DF994E6B7}" dt="2024-01-30T04:45:09.603" v="86724" actId="1076"/>
          <ac:cxnSpMkLst>
            <pc:docMk/>
            <pc:sldMk cId="1443657903" sldId="1006"/>
            <ac:cxnSpMk id="18" creationId="{CD3C22E4-CD29-B36D-D37E-6B0049B13E32}"/>
          </ac:cxnSpMkLst>
        </pc:cxnChg>
        <pc:cxnChg chg="add mod">
          <ac:chgData name="Palit, Tapti" userId="dec6fbcd-7598-406a-8cbf-504d4a3bac15" providerId="ADAL" clId="{ECD42228-5B96-4A72-B268-C46DF994E6B7}" dt="2024-01-30T04:45:09.603" v="86724" actId="1076"/>
          <ac:cxnSpMkLst>
            <pc:docMk/>
            <pc:sldMk cId="1443657903" sldId="1006"/>
            <ac:cxnSpMk id="19" creationId="{BB579C67-E58B-2860-D4EE-F8F94059AA6B}"/>
          </ac:cxnSpMkLst>
        </pc:cxnChg>
        <pc:cxnChg chg="del">
          <ac:chgData name="Palit, Tapti" userId="dec6fbcd-7598-406a-8cbf-504d4a3bac15" providerId="ADAL" clId="{ECD42228-5B96-4A72-B268-C46DF994E6B7}" dt="2024-01-28T21:27:14.408" v="69081" actId="478"/>
          <ac:cxnSpMkLst>
            <pc:docMk/>
            <pc:sldMk cId="1443657903" sldId="1006"/>
            <ac:cxnSpMk id="23" creationId="{D16509D8-28D2-A44B-77B1-1128B454B009}"/>
          </ac:cxnSpMkLst>
        </pc:cxnChg>
        <pc:cxnChg chg="del">
          <ac:chgData name="Palit, Tapti" userId="dec6fbcd-7598-406a-8cbf-504d4a3bac15" providerId="ADAL" clId="{ECD42228-5B96-4A72-B268-C46DF994E6B7}" dt="2024-01-28T21:27:14.408" v="69081" actId="478"/>
          <ac:cxnSpMkLst>
            <pc:docMk/>
            <pc:sldMk cId="1443657903" sldId="1006"/>
            <ac:cxnSpMk id="26" creationId="{CC017F9E-EDAB-28CE-0FC4-6DC0F6308385}"/>
          </ac:cxnSpMkLst>
        </pc:cxnChg>
      </pc:sldChg>
      <pc:sldChg chg="modSp del mod">
        <pc:chgData name="Palit, Tapti" userId="dec6fbcd-7598-406a-8cbf-504d4a3bac15" providerId="ADAL" clId="{ECD42228-5B96-4A72-B268-C46DF994E6B7}" dt="2024-01-27T03:40:37.712" v="63005" actId="47"/>
        <pc:sldMkLst>
          <pc:docMk/>
          <pc:sldMk cId="2813534475" sldId="1008"/>
        </pc:sldMkLst>
        <pc:spChg chg="mod">
          <ac:chgData name="Palit, Tapti" userId="dec6fbcd-7598-406a-8cbf-504d4a3bac15" providerId="ADAL" clId="{ECD42228-5B96-4A72-B268-C46DF994E6B7}" dt="2024-01-26T14:58:07.696" v="60672" actId="20577"/>
          <ac:spMkLst>
            <pc:docMk/>
            <pc:sldMk cId="2813534475" sldId="1008"/>
            <ac:spMk id="27" creationId="{A514031C-BE6B-B376-1F8D-A6CBB52D164E}"/>
          </ac:spMkLst>
        </pc:spChg>
      </pc:sldChg>
      <pc:sldChg chg="addSp delSp modSp del mod">
        <pc:chgData name="Palit, Tapti" userId="dec6fbcd-7598-406a-8cbf-504d4a3bac15" providerId="ADAL" clId="{ECD42228-5B96-4A72-B268-C46DF994E6B7}" dt="2024-01-30T00:54:07.683" v="83369" actId="47"/>
        <pc:sldMkLst>
          <pc:docMk/>
          <pc:sldMk cId="2449023462" sldId="1009"/>
        </pc:sldMkLst>
        <pc:spChg chg="mod">
          <ac:chgData name="Palit, Tapti" userId="dec6fbcd-7598-406a-8cbf-504d4a3bac15" providerId="ADAL" clId="{ECD42228-5B96-4A72-B268-C46DF994E6B7}" dt="2024-01-29T23:50:07.326" v="83067" actId="1076"/>
          <ac:spMkLst>
            <pc:docMk/>
            <pc:sldMk cId="2449023462" sldId="1009"/>
            <ac:spMk id="2" creationId="{D3873BFE-ACFE-BB00-E09A-7B1A04485A82}"/>
          </ac:spMkLst>
        </pc:spChg>
        <pc:spChg chg="add mod">
          <ac:chgData name="Palit, Tapti" userId="dec6fbcd-7598-406a-8cbf-504d4a3bac15" providerId="ADAL" clId="{ECD42228-5B96-4A72-B268-C46DF994E6B7}" dt="2024-01-29T23:49:41.652" v="83064"/>
          <ac:spMkLst>
            <pc:docMk/>
            <pc:sldMk cId="2449023462" sldId="1009"/>
            <ac:spMk id="7" creationId="{1366D98E-A55F-01BF-E8CA-CE00CC00A1D0}"/>
          </ac:spMkLst>
        </pc:spChg>
        <pc:spChg chg="mod">
          <ac:chgData name="Palit, Tapti" userId="dec6fbcd-7598-406a-8cbf-504d4a3bac15" providerId="ADAL" clId="{ECD42228-5B96-4A72-B268-C46DF994E6B7}" dt="2024-01-29T23:50:07.326" v="83067" actId="1076"/>
          <ac:spMkLst>
            <pc:docMk/>
            <pc:sldMk cId="2449023462" sldId="1009"/>
            <ac:spMk id="8" creationId="{8D515AF9-6145-BAE6-B22C-D54DE2A65E6C}"/>
          </ac:spMkLst>
        </pc:spChg>
        <pc:spChg chg="del">
          <ac:chgData name="Palit, Tapti" userId="dec6fbcd-7598-406a-8cbf-504d4a3bac15" providerId="ADAL" clId="{ECD42228-5B96-4A72-B268-C46DF994E6B7}" dt="2024-01-26T14:29:44.710" v="60647" actId="478"/>
          <ac:spMkLst>
            <pc:docMk/>
            <pc:sldMk cId="2449023462" sldId="1009"/>
            <ac:spMk id="9" creationId="{CD63AD5F-C32F-D92B-6020-BAC303AA6DD1}"/>
          </ac:spMkLst>
        </pc:spChg>
        <pc:spChg chg="mod">
          <ac:chgData name="Palit, Tapti" userId="dec6fbcd-7598-406a-8cbf-504d4a3bac15" providerId="ADAL" clId="{ECD42228-5B96-4A72-B268-C46DF994E6B7}" dt="2024-01-29T23:50:07.326" v="83067" actId="1076"/>
          <ac:spMkLst>
            <pc:docMk/>
            <pc:sldMk cId="2449023462" sldId="1009"/>
            <ac:spMk id="10" creationId="{06447FF6-3561-1B45-5EE8-A5F58A28E6A8}"/>
          </ac:spMkLst>
        </pc:spChg>
        <pc:spChg chg="mod">
          <ac:chgData name="Palit, Tapti" userId="dec6fbcd-7598-406a-8cbf-504d4a3bac15" providerId="ADAL" clId="{ECD42228-5B96-4A72-B268-C46DF994E6B7}" dt="2024-01-29T23:50:11.108" v="83068" actId="1076"/>
          <ac:spMkLst>
            <pc:docMk/>
            <pc:sldMk cId="2449023462" sldId="1009"/>
            <ac:spMk id="11" creationId="{2BC49AFA-6CD9-D009-C0AF-D94B4C2435AB}"/>
          </ac:spMkLst>
        </pc:spChg>
        <pc:spChg chg="mod">
          <ac:chgData name="Palit, Tapti" userId="dec6fbcd-7598-406a-8cbf-504d4a3bac15" providerId="ADAL" clId="{ECD42228-5B96-4A72-B268-C46DF994E6B7}" dt="2024-01-30T00:42:05.726" v="83108" actId="1076"/>
          <ac:spMkLst>
            <pc:docMk/>
            <pc:sldMk cId="2449023462" sldId="1009"/>
            <ac:spMk id="12" creationId="{F5BB6969-D60C-29B4-57B4-DC799C0A5BB1}"/>
          </ac:spMkLst>
        </pc:spChg>
        <pc:spChg chg="add mod">
          <ac:chgData name="Palit, Tapti" userId="dec6fbcd-7598-406a-8cbf-504d4a3bac15" providerId="ADAL" clId="{ECD42228-5B96-4A72-B268-C46DF994E6B7}" dt="2024-01-29T23:50:07.326" v="83067" actId="1076"/>
          <ac:spMkLst>
            <pc:docMk/>
            <pc:sldMk cId="2449023462" sldId="1009"/>
            <ac:spMk id="13" creationId="{1637AB1B-B120-6924-D262-E5D73690FB39}"/>
          </ac:spMkLst>
        </pc:spChg>
        <pc:spChg chg="mod">
          <ac:chgData name="Palit, Tapti" userId="dec6fbcd-7598-406a-8cbf-504d4a3bac15" providerId="ADAL" clId="{ECD42228-5B96-4A72-B268-C46DF994E6B7}" dt="2024-01-30T00:41:59.709" v="83107" actId="1076"/>
          <ac:spMkLst>
            <pc:docMk/>
            <pc:sldMk cId="2449023462" sldId="1009"/>
            <ac:spMk id="15" creationId="{632CDA17-2240-B34F-44F8-5573404E1E94}"/>
          </ac:spMkLst>
        </pc:spChg>
        <pc:spChg chg="mod">
          <ac:chgData name="Palit, Tapti" userId="dec6fbcd-7598-406a-8cbf-504d4a3bac15" providerId="ADAL" clId="{ECD42228-5B96-4A72-B268-C46DF994E6B7}" dt="2024-01-30T00:42:25.958" v="83110" actId="1076"/>
          <ac:spMkLst>
            <pc:docMk/>
            <pc:sldMk cId="2449023462" sldId="1009"/>
            <ac:spMk id="27" creationId="{A514031C-BE6B-B376-1F8D-A6CBB52D164E}"/>
          </ac:spMkLst>
        </pc:spChg>
        <pc:spChg chg="mod">
          <ac:chgData name="Palit, Tapti" userId="dec6fbcd-7598-406a-8cbf-504d4a3bac15" providerId="ADAL" clId="{ECD42228-5B96-4A72-B268-C46DF994E6B7}" dt="2024-01-29T23:49:45.354" v="83066" actId="20577"/>
          <ac:spMkLst>
            <pc:docMk/>
            <pc:sldMk cId="2449023462" sldId="1009"/>
            <ac:spMk id="29" creationId="{B51B138B-CA6E-D442-540A-519FABFF1C4E}"/>
          </ac:spMkLst>
        </pc:spChg>
        <pc:cxnChg chg="mod">
          <ac:chgData name="Palit, Tapti" userId="dec6fbcd-7598-406a-8cbf-504d4a3bac15" providerId="ADAL" clId="{ECD42228-5B96-4A72-B268-C46DF994E6B7}" dt="2024-01-29T23:50:07.326" v="83067" actId="1076"/>
          <ac:cxnSpMkLst>
            <pc:docMk/>
            <pc:sldMk cId="2449023462" sldId="1009"/>
            <ac:cxnSpMk id="5" creationId="{925E64D1-9B5D-F27A-9F48-F69D09A7E1FC}"/>
          </ac:cxnSpMkLst>
        </pc:cxnChg>
        <pc:cxnChg chg="del">
          <ac:chgData name="Palit, Tapti" userId="dec6fbcd-7598-406a-8cbf-504d4a3bac15" providerId="ADAL" clId="{ECD42228-5B96-4A72-B268-C46DF994E6B7}" dt="2024-01-28T21:18:47.413" v="68920" actId="478"/>
          <ac:cxnSpMkLst>
            <pc:docMk/>
            <pc:sldMk cId="2449023462" sldId="1009"/>
            <ac:cxnSpMk id="7" creationId="{61D65FAB-D08A-1F97-5A56-A0AFDCACE3EE}"/>
          </ac:cxnSpMkLst>
        </pc:cxnChg>
        <pc:cxnChg chg="add mod">
          <ac:chgData name="Palit, Tapti" userId="dec6fbcd-7598-406a-8cbf-504d4a3bac15" providerId="ADAL" clId="{ECD42228-5B96-4A72-B268-C46DF994E6B7}" dt="2024-01-28T21:18:45.228" v="68919"/>
          <ac:cxnSpMkLst>
            <pc:docMk/>
            <pc:sldMk cId="2449023462" sldId="1009"/>
            <ac:cxnSpMk id="9" creationId="{BBCFC5AF-8B99-5AAC-85C1-3EFE21185E22}"/>
          </ac:cxnSpMkLst>
        </pc:cxnChg>
        <pc:cxnChg chg="del">
          <ac:chgData name="Palit, Tapti" userId="dec6fbcd-7598-406a-8cbf-504d4a3bac15" providerId="ADAL" clId="{ECD42228-5B96-4A72-B268-C46DF994E6B7}" dt="2024-01-28T21:26:48.781" v="69066" actId="478"/>
          <ac:cxnSpMkLst>
            <pc:docMk/>
            <pc:sldMk cId="2449023462" sldId="1009"/>
            <ac:cxnSpMk id="23" creationId="{D16509D8-28D2-A44B-77B1-1128B454B009}"/>
          </ac:cxnSpMkLst>
        </pc:cxnChg>
        <pc:cxnChg chg="del">
          <ac:chgData name="Palit, Tapti" userId="dec6fbcd-7598-406a-8cbf-504d4a3bac15" providerId="ADAL" clId="{ECD42228-5B96-4A72-B268-C46DF994E6B7}" dt="2024-01-28T21:26:48.781" v="69066" actId="478"/>
          <ac:cxnSpMkLst>
            <pc:docMk/>
            <pc:sldMk cId="2449023462" sldId="1009"/>
            <ac:cxnSpMk id="26" creationId="{CC017F9E-EDAB-28CE-0FC4-6DC0F6308385}"/>
          </ac:cxnSpMkLst>
        </pc:cxnChg>
      </pc:sldChg>
      <pc:sldChg chg="addSp delSp modSp del mod">
        <pc:chgData name="Palit, Tapti" userId="dec6fbcd-7598-406a-8cbf-504d4a3bac15" providerId="ADAL" clId="{ECD42228-5B96-4A72-B268-C46DF994E6B7}" dt="2024-01-30T01:07:43.965" v="83631" actId="47"/>
        <pc:sldMkLst>
          <pc:docMk/>
          <pc:sldMk cId="2829052815" sldId="1010"/>
        </pc:sldMkLst>
        <pc:spChg chg="add mod">
          <ac:chgData name="Palit, Tapti" userId="dec6fbcd-7598-406a-8cbf-504d4a3bac15" providerId="ADAL" clId="{ECD42228-5B96-4A72-B268-C46DF994E6B7}" dt="2024-01-28T21:19:41.597" v="68966"/>
          <ac:spMkLst>
            <pc:docMk/>
            <pc:sldMk cId="2829052815" sldId="1010"/>
            <ac:spMk id="2" creationId="{5B6E0F20-EB29-3005-2761-F1F57374ADA7}"/>
          </ac:spMkLst>
        </pc:spChg>
        <pc:spChg chg="mod">
          <ac:chgData name="Palit, Tapti" userId="dec6fbcd-7598-406a-8cbf-504d4a3bac15" providerId="ADAL" clId="{ECD42228-5B96-4A72-B268-C46DF994E6B7}" dt="2024-01-30T00:45:17.685" v="83144" actId="20577"/>
          <ac:spMkLst>
            <pc:docMk/>
            <pc:sldMk cId="2829052815" sldId="1010"/>
            <ac:spMk id="3" creationId="{F41F5800-0C87-D92F-5B6B-52E096B070E2}"/>
          </ac:spMkLst>
        </pc:spChg>
        <pc:spChg chg="add mod">
          <ac:chgData name="Palit, Tapti" userId="dec6fbcd-7598-406a-8cbf-504d4a3bac15" providerId="ADAL" clId="{ECD42228-5B96-4A72-B268-C46DF994E6B7}" dt="2024-01-30T00:44:51.921" v="83137"/>
          <ac:spMkLst>
            <pc:docMk/>
            <pc:sldMk cId="2829052815" sldId="1010"/>
            <ac:spMk id="7" creationId="{7A728FC0-04EA-40D4-44A8-29785FB64130}"/>
          </ac:spMkLst>
        </pc:spChg>
        <pc:spChg chg="mod">
          <ac:chgData name="Palit, Tapti" userId="dec6fbcd-7598-406a-8cbf-504d4a3bac15" providerId="ADAL" clId="{ECD42228-5B96-4A72-B268-C46DF994E6B7}" dt="2024-01-30T00:43:29.216" v="83117" actId="1076"/>
          <ac:spMkLst>
            <pc:docMk/>
            <pc:sldMk cId="2829052815" sldId="1010"/>
            <ac:spMk id="15" creationId="{632CDA17-2240-B34F-44F8-5573404E1E94}"/>
          </ac:spMkLst>
        </pc:spChg>
        <pc:spChg chg="add del mod">
          <ac:chgData name="Palit, Tapti" userId="dec6fbcd-7598-406a-8cbf-504d4a3bac15" providerId="ADAL" clId="{ECD42228-5B96-4A72-B268-C46DF994E6B7}" dt="2024-01-30T00:41:32.371" v="83095" actId="478"/>
          <ac:spMkLst>
            <pc:docMk/>
            <pc:sldMk cId="2829052815" sldId="1010"/>
            <ac:spMk id="19" creationId="{62A0C4CA-2A0C-7E20-4EEB-512723DBF9F9}"/>
          </ac:spMkLst>
        </pc:spChg>
        <pc:spChg chg="del">
          <ac:chgData name="Palit, Tapti" userId="dec6fbcd-7598-406a-8cbf-504d4a3bac15" providerId="ADAL" clId="{ECD42228-5B96-4A72-B268-C46DF994E6B7}" dt="2024-01-28T21:19:41.316" v="68965" actId="478"/>
          <ac:spMkLst>
            <pc:docMk/>
            <pc:sldMk cId="2829052815" sldId="1010"/>
            <ac:spMk id="21" creationId="{D7179A03-A83C-A828-EB03-DB0E95ED3A9F}"/>
          </ac:spMkLst>
        </pc:spChg>
        <pc:spChg chg="mod">
          <ac:chgData name="Palit, Tapti" userId="dec6fbcd-7598-406a-8cbf-504d4a3bac15" providerId="ADAL" clId="{ECD42228-5B96-4A72-B268-C46DF994E6B7}" dt="2024-01-30T00:45:13.513" v="83138" actId="20577"/>
          <ac:spMkLst>
            <pc:docMk/>
            <pc:sldMk cId="2829052815" sldId="1010"/>
            <ac:spMk id="24" creationId="{61E1D992-FB9B-AF0E-0524-B1AE2D228029}"/>
          </ac:spMkLst>
        </pc:spChg>
        <pc:spChg chg="del mod">
          <ac:chgData name="Palit, Tapti" userId="dec6fbcd-7598-406a-8cbf-504d4a3bac15" providerId="ADAL" clId="{ECD42228-5B96-4A72-B268-C46DF994E6B7}" dt="2024-01-30T00:44:51.412" v="83136" actId="478"/>
          <ac:spMkLst>
            <pc:docMk/>
            <pc:sldMk cId="2829052815" sldId="1010"/>
            <ac:spMk id="27" creationId="{A514031C-BE6B-B376-1F8D-A6CBB52D164E}"/>
          </ac:spMkLst>
        </pc:spChg>
        <pc:spChg chg="mod">
          <ac:chgData name="Palit, Tapti" userId="dec6fbcd-7598-406a-8cbf-504d4a3bac15" providerId="ADAL" clId="{ECD42228-5B96-4A72-B268-C46DF994E6B7}" dt="2024-01-28T21:30:14.063" v="69101"/>
          <ac:spMkLst>
            <pc:docMk/>
            <pc:sldMk cId="2829052815" sldId="1010"/>
            <ac:spMk id="29" creationId="{B51B138B-CA6E-D442-540A-519FABFF1C4E}"/>
          </ac:spMkLst>
        </pc:spChg>
        <pc:spChg chg="mod">
          <ac:chgData name="Palit, Tapti" userId="dec6fbcd-7598-406a-8cbf-504d4a3bac15" providerId="ADAL" clId="{ECD42228-5B96-4A72-B268-C46DF994E6B7}" dt="2024-01-30T00:45:27.072" v="83192" actId="20577"/>
          <ac:spMkLst>
            <pc:docMk/>
            <pc:sldMk cId="2829052815" sldId="1010"/>
            <ac:spMk id="31" creationId="{8066DF09-0DDE-0E4A-743E-1BD29398BBC7}"/>
          </ac:spMkLst>
        </pc:spChg>
        <pc:cxnChg chg="add mod">
          <ac:chgData name="Palit, Tapti" userId="dec6fbcd-7598-406a-8cbf-504d4a3bac15" providerId="ADAL" clId="{ECD42228-5B96-4A72-B268-C46DF994E6B7}" dt="2024-01-28T21:24:01.781" v="69041"/>
          <ac:cxnSpMkLst>
            <pc:docMk/>
            <pc:sldMk cId="2829052815" sldId="1010"/>
            <ac:cxnSpMk id="5" creationId="{8A7423F8-9EBF-AF45-08C7-66D51A00DF36}"/>
          </ac:cxnSpMkLst>
        </pc:cxnChg>
        <pc:cxnChg chg="del">
          <ac:chgData name="Palit, Tapti" userId="dec6fbcd-7598-406a-8cbf-504d4a3bac15" providerId="ADAL" clId="{ECD42228-5B96-4A72-B268-C46DF994E6B7}" dt="2024-01-28T21:24:03.688" v="69042" actId="478"/>
          <ac:cxnSpMkLst>
            <pc:docMk/>
            <pc:sldMk cId="2829052815" sldId="1010"/>
            <ac:cxnSpMk id="7" creationId="{61D65FAB-D08A-1F97-5A56-A0AFDCACE3EE}"/>
          </ac:cxnSpMkLst>
        </pc:cxnChg>
        <pc:cxnChg chg="del">
          <ac:chgData name="Palit, Tapti" userId="dec6fbcd-7598-406a-8cbf-504d4a3bac15" providerId="ADAL" clId="{ECD42228-5B96-4A72-B268-C46DF994E6B7}" dt="2024-01-28T21:24:44.933" v="69049" actId="478"/>
          <ac:cxnSpMkLst>
            <pc:docMk/>
            <pc:sldMk cId="2829052815" sldId="1010"/>
            <ac:cxnSpMk id="23" creationId="{D16509D8-28D2-A44B-77B1-1128B454B009}"/>
          </ac:cxnSpMkLst>
        </pc:cxnChg>
        <pc:cxnChg chg="del">
          <ac:chgData name="Palit, Tapti" userId="dec6fbcd-7598-406a-8cbf-504d4a3bac15" providerId="ADAL" clId="{ECD42228-5B96-4A72-B268-C46DF994E6B7}" dt="2024-01-28T21:24:47.170" v="69050" actId="478"/>
          <ac:cxnSpMkLst>
            <pc:docMk/>
            <pc:sldMk cId="2829052815" sldId="1010"/>
            <ac:cxnSpMk id="26" creationId="{CC017F9E-EDAB-28CE-0FC4-6DC0F6308385}"/>
          </ac:cxnSpMkLst>
        </pc:cxnChg>
      </pc:sldChg>
      <pc:sldChg chg="addSp delSp modSp del mod">
        <pc:chgData name="Palit, Tapti" userId="dec6fbcd-7598-406a-8cbf-504d4a3bac15" providerId="ADAL" clId="{ECD42228-5B96-4A72-B268-C46DF994E6B7}" dt="2024-01-30T00:55:05.595" v="83385" actId="47"/>
        <pc:sldMkLst>
          <pc:docMk/>
          <pc:sldMk cId="2580900859" sldId="1011"/>
        </pc:sldMkLst>
        <pc:spChg chg="add mod">
          <ac:chgData name="Palit, Tapti" userId="dec6fbcd-7598-406a-8cbf-504d4a3bac15" providerId="ADAL" clId="{ECD42228-5B96-4A72-B268-C46DF994E6B7}" dt="2024-01-28T21:19:28.210" v="68960"/>
          <ac:spMkLst>
            <pc:docMk/>
            <pc:sldMk cId="2580900859" sldId="1011"/>
            <ac:spMk id="5" creationId="{03527347-AF5A-D03C-77A4-BE5A0BD2FB39}"/>
          </ac:spMkLst>
        </pc:spChg>
        <pc:spChg chg="add mod">
          <ac:chgData name="Palit, Tapti" userId="dec6fbcd-7598-406a-8cbf-504d4a3bac15" providerId="ADAL" clId="{ECD42228-5B96-4A72-B268-C46DF994E6B7}" dt="2024-01-29T23:50:24.320" v="83070"/>
          <ac:spMkLst>
            <pc:docMk/>
            <pc:sldMk cId="2580900859" sldId="1011"/>
            <ac:spMk id="5" creationId="{4222C0D6-4E9D-BF1D-4761-2D5CBBF7520C}"/>
          </ac:spMkLst>
        </pc:spChg>
        <pc:spChg chg="add del mod">
          <ac:chgData name="Palit, Tapti" userId="dec6fbcd-7598-406a-8cbf-504d4a3bac15" providerId="ADAL" clId="{ECD42228-5B96-4A72-B268-C46DF994E6B7}" dt="2024-01-29T23:50:23.760" v="83069" actId="478"/>
          <ac:spMkLst>
            <pc:docMk/>
            <pc:sldMk cId="2580900859" sldId="1011"/>
            <ac:spMk id="8" creationId="{76AC31DF-4FFD-86A2-130F-5D75796AD6CA}"/>
          </ac:spMkLst>
        </pc:spChg>
        <pc:spChg chg="add mod">
          <ac:chgData name="Palit, Tapti" userId="dec6fbcd-7598-406a-8cbf-504d4a3bac15" providerId="ADAL" clId="{ECD42228-5B96-4A72-B268-C46DF994E6B7}" dt="2024-01-29T23:50:24.320" v="83070"/>
          <ac:spMkLst>
            <pc:docMk/>
            <pc:sldMk cId="2580900859" sldId="1011"/>
            <ac:spMk id="10" creationId="{4F6DD61D-AC20-5570-15EC-835B7CF593B8}"/>
          </ac:spMkLst>
        </pc:spChg>
        <pc:spChg chg="add mod">
          <ac:chgData name="Palit, Tapti" userId="dec6fbcd-7598-406a-8cbf-504d4a3bac15" providerId="ADAL" clId="{ECD42228-5B96-4A72-B268-C46DF994E6B7}" dt="2024-01-29T23:50:24.320" v="83070"/>
          <ac:spMkLst>
            <pc:docMk/>
            <pc:sldMk cId="2580900859" sldId="1011"/>
            <ac:spMk id="12" creationId="{0CC6220E-2662-15BA-CA4A-BF32735FD872}"/>
          </ac:spMkLst>
        </pc:spChg>
        <pc:spChg chg="add mod">
          <ac:chgData name="Palit, Tapti" userId="dec6fbcd-7598-406a-8cbf-504d4a3bac15" providerId="ADAL" clId="{ECD42228-5B96-4A72-B268-C46DF994E6B7}" dt="2024-01-29T23:50:24.320" v="83070"/>
          <ac:spMkLst>
            <pc:docMk/>
            <pc:sldMk cId="2580900859" sldId="1011"/>
            <ac:spMk id="13" creationId="{EAEE7A51-8B64-1A99-7731-56C7545448D0}"/>
          </ac:spMkLst>
        </pc:spChg>
        <pc:spChg chg="mod">
          <ac:chgData name="Palit, Tapti" userId="dec6fbcd-7598-406a-8cbf-504d4a3bac15" providerId="ADAL" clId="{ECD42228-5B96-4A72-B268-C46DF994E6B7}" dt="2024-01-30T00:42:14.403" v="83109" actId="1076"/>
          <ac:spMkLst>
            <pc:docMk/>
            <pc:sldMk cId="2580900859" sldId="1011"/>
            <ac:spMk id="15" creationId="{632CDA17-2240-B34F-44F8-5573404E1E94}"/>
          </ac:spMkLst>
        </pc:spChg>
        <pc:spChg chg="add mod">
          <ac:chgData name="Palit, Tapti" userId="dec6fbcd-7598-406a-8cbf-504d4a3bac15" providerId="ADAL" clId="{ECD42228-5B96-4A72-B268-C46DF994E6B7}" dt="2024-01-29T23:50:24.320" v="83070"/>
          <ac:spMkLst>
            <pc:docMk/>
            <pc:sldMk cId="2580900859" sldId="1011"/>
            <ac:spMk id="16" creationId="{1F22ADAC-F6CE-A377-B4A8-40E3E253C509}"/>
          </ac:spMkLst>
        </pc:spChg>
        <pc:spChg chg="add mod">
          <ac:chgData name="Palit, Tapti" userId="dec6fbcd-7598-406a-8cbf-504d4a3bac15" providerId="ADAL" clId="{ECD42228-5B96-4A72-B268-C46DF994E6B7}" dt="2024-01-29T23:50:41.309" v="83072"/>
          <ac:spMkLst>
            <pc:docMk/>
            <pc:sldMk cId="2580900859" sldId="1011"/>
            <ac:spMk id="17" creationId="{CDCA4CF0-89A7-E1DA-5E0E-AAB3CB470A49}"/>
          </ac:spMkLst>
        </pc:spChg>
        <pc:spChg chg="del">
          <ac:chgData name="Palit, Tapti" userId="dec6fbcd-7598-406a-8cbf-504d4a3bac15" providerId="ADAL" clId="{ECD42228-5B96-4A72-B268-C46DF994E6B7}" dt="2024-01-29T23:50:23.760" v="83069" actId="478"/>
          <ac:spMkLst>
            <pc:docMk/>
            <pc:sldMk cId="2580900859" sldId="1011"/>
            <ac:spMk id="18" creationId="{0BCA0547-F6B6-70BB-5E1F-CC3907292E09}"/>
          </ac:spMkLst>
        </pc:spChg>
        <pc:spChg chg="del">
          <ac:chgData name="Palit, Tapti" userId="dec6fbcd-7598-406a-8cbf-504d4a3bac15" providerId="ADAL" clId="{ECD42228-5B96-4A72-B268-C46DF994E6B7}" dt="2024-01-29T23:50:23.760" v="83069" actId="478"/>
          <ac:spMkLst>
            <pc:docMk/>
            <pc:sldMk cId="2580900859" sldId="1011"/>
            <ac:spMk id="24" creationId="{F5EB6ECF-2B21-E13E-B882-300FC3E908D5}"/>
          </ac:spMkLst>
        </pc:spChg>
        <pc:spChg chg="del">
          <ac:chgData name="Palit, Tapti" userId="dec6fbcd-7598-406a-8cbf-504d4a3bac15" providerId="ADAL" clId="{ECD42228-5B96-4A72-B268-C46DF994E6B7}" dt="2024-01-28T21:19:32.672" v="68961" actId="478"/>
          <ac:spMkLst>
            <pc:docMk/>
            <pc:sldMk cId="2580900859" sldId="1011"/>
            <ac:spMk id="25" creationId="{C08589F2-1AB1-D63A-BC4D-22C85B6593C2}"/>
          </ac:spMkLst>
        </pc:spChg>
        <pc:spChg chg="add mod">
          <ac:chgData name="Palit, Tapti" userId="dec6fbcd-7598-406a-8cbf-504d4a3bac15" providerId="ADAL" clId="{ECD42228-5B96-4A72-B268-C46DF994E6B7}" dt="2024-01-29T23:51:58.798" v="83083" actId="1076"/>
          <ac:spMkLst>
            <pc:docMk/>
            <pc:sldMk cId="2580900859" sldId="1011"/>
            <ac:spMk id="25" creationId="{D2F0CAF5-3413-D226-EA05-554168569B99}"/>
          </ac:spMkLst>
        </pc:spChg>
        <pc:spChg chg="del mod">
          <ac:chgData name="Palit, Tapti" userId="dec6fbcd-7598-406a-8cbf-504d4a3bac15" providerId="ADAL" clId="{ECD42228-5B96-4A72-B268-C46DF994E6B7}" dt="2024-01-30T00:42:33.033" v="83113" actId="478"/>
          <ac:spMkLst>
            <pc:docMk/>
            <pc:sldMk cId="2580900859" sldId="1011"/>
            <ac:spMk id="27" creationId="{A514031C-BE6B-B376-1F8D-A6CBB52D164E}"/>
          </ac:spMkLst>
        </pc:spChg>
        <pc:spChg chg="del">
          <ac:chgData name="Palit, Tapti" userId="dec6fbcd-7598-406a-8cbf-504d4a3bac15" providerId="ADAL" clId="{ECD42228-5B96-4A72-B268-C46DF994E6B7}" dt="2024-01-29T23:50:23.760" v="83069" actId="478"/>
          <ac:spMkLst>
            <pc:docMk/>
            <pc:sldMk cId="2580900859" sldId="1011"/>
            <ac:spMk id="28" creationId="{7E896B00-018F-CCAE-D730-D6F09C757594}"/>
          </ac:spMkLst>
        </pc:spChg>
        <pc:spChg chg="mod">
          <ac:chgData name="Palit, Tapti" userId="dec6fbcd-7598-406a-8cbf-504d4a3bac15" providerId="ADAL" clId="{ECD42228-5B96-4A72-B268-C46DF994E6B7}" dt="2024-01-29T23:50:36.598" v="83071" actId="6549"/>
          <ac:spMkLst>
            <pc:docMk/>
            <pc:sldMk cId="2580900859" sldId="1011"/>
            <ac:spMk id="29" creationId="{B51B138B-CA6E-D442-540A-519FABFF1C4E}"/>
          </ac:spMkLst>
        </pc:spChg>
        <pc:spChg chg="del">
          <ac:chgData name="Palit, Tapti" userId="dec6fbcd-7598-406a-8cbf-504d4a3bac15" providerId="ADAL" clId="{ECD42228-5B96-4A72-B268-C46DF994E6B7}" dt="2024-01-29T23:50:23.760" v="83069" actId="478"/>
          <ac:spMkLst>
            <pc:docMk/>
            <pc:sldMk cId="2580900859" sldId="1011"/>
            <ac:spMk id="30" creationId="{8690D08E-2392-0B78-CD59-63902FDD1BE1}"/>
          </ac:spMkLst>
        </pc:spChg>
        <pc:spChg chg="add mod">
          <ac:chgData name="Palit, Tapti" userId="dec6fbcd-7598-406a-8cbf-504d4a3bac15" providerId="ADAL" clId="{ECD42228-5B96-4A72-B268-C46DF994E6B7}" dt="2024-01-30T00:42:33.572" v="83114"/>
          <ac:spMkLst>
            <pc:docMk/>
            <pc:sldMk cId="2580900859" sldId="1011"/>
            <ac:spMk id="33" creationId="{947D29D2-8F9A-49AA-E1AE-A2B680664442}"/>
          </ac:spMkLst>
        </pc:spChg>
        <pc:cxnChg chg="del">
          <ac:chgData name="Palit, Tapti" userId="dec6fbcd-7598-406a-8cbf-504d4a3bac15" providerId="ADAL" clId="{ECD42228-5B96-4A72-B268-C46DF994E6B7}" dt="2024-01-28T21:20:55.528" v="68988" actId="478"/>
          <ac:cxnSpMkLst>
            <pc:docMk/>
            <pc:sldMk cId="2580900859" sldId="1011"/>
            <ac:cxnSpMk id="7" creationId="{61D65FAB-D08A-1F97-5A56-A0AFDCACE3EE}"/>
          </ac:cxnSpMkLst>
        </pc:cxnChg>
        <pc:cxnChg chg="add mod">
          <ac:chgData name="Palit, Tapti" userId="dec6fbcd-7598-406a-8cbf-504d4a3bac15" providerId="ADAL" clId="{ECD42228-5B96-4A72-B268-C46DF994E6B7}" dt="2024-01-29T23:50:24.320" v="83070"/>
          <ac:cxnSpMkLst>
            <pc:docMk/>
            <pc:sldMk cId="2580900859" sldId="1011"/>
            <ac:cxnSpMk id="7" creationId="{75F51ADE-9BCC-FA0E-E8AE-92108B6F0334}"/>
          </ac:cxnSpMkLst>
        </pc:cxnChg>
        <pc:cxnChg chg="add mod">
          <ac:chgData name="Palit, Tapti" userId="dec6fbcd-7598-406a-8cbf-504d4a3bac15" providerId="ADAL" clId="{ECD42228-5B96-4A72-B268-C46DF994E6B7}" dt="2024-01-28T21:20:53.474" v="68987"/>
          <ac:cxnSpMkLst>
            <pc:docMk/>
            <pc:sldMk cId="2580900859" sldId="1011"/>
            <ac:cxnSpMk id="9" creationId="{EE52514C-AEBA-D309-039F-076E18C0694D}"/>
          </ac:cxnSpMkLst>
        </pc:cxnChg>
        <pc:cxnChg chg="del mod">
          <ac:chgData name="Palit, Tapti" userId="dec6fbcd-7598-406a-8cbf-504d4a3bac15" providerId="ADAL" clId="{ECD42228-5B96-4A72-B268-C46DF994E6B7}" dt="2024-01-29T23:51:15.746" v="83077" actId="478"/>
          <ac:cxnSpMkLst>
            <pc:docMk/>
            <pc:sldMk cId="2580900859" sldId="1011"/>
            <ac:cxnSpMk id="14" creationId="{E3057DF5-1ED5-9116-B096-D42DE1A11886}"/>
          </ac:cxnSpMkLst>
        </pc:cxnChg>
        <pc:cxnChg chg="del mod">
          <ac:chgData name="Palit, Tapti" userId="dec6fbcd-7598-406a-8cbf-504d4a3bac15" providerId="ADAL" clId="{ECD42228-5B96-4A72-B268-C46DF994E6B7}" dt="2024-01-29T23:50:23.760" v="83069" actId="478"/>
          <ac:cxnSpMkLst>
            <pc:docMk/>
            <pc:sldMk cId="2580900859" sldId="1011"/>
            <ac:cxnSpMk id="19" creationId="{8D92BDAF-8408-5E98-485C-93BA575839DD}"/>
          </ac:cxnSpMkLst>
        </pc:cxnChg>
        <pc:cxnChg chg="add mod">
          <ac:chgData name="Palit, Tapti" userId="dec6fbcd-7598-406a-8cbf-504d4a3bac15" providerId="ADAL" clId="{ECD42228-5B96-4A72-B268-C46DF994E6B7}" dt="2024-01-29T23:51:58.798" v="83083" actId="1076"/>
          <ac:cxnSpMkLst>
            <pc:docMk/>
            <pc:sldMk cId="2580900859" sldId="1011"/>
            <ac:cxnSpMk id="23" creationId="{1031B1DE-F250-DE79-81C2-5C1ECEFBFEEA}"/>
          </ac:cxnSpMkLst>
        </pc:cxnChg>
        <pc:cxnChg chg="del">
          <ac:chgData name="Palit, Tapti" userId="dec6fbcd-7598-406a-8cbf-504d4a3bac15" providerId="ADAL" clId="{ECD42228-5B96-4A72-B268-C46DF994E6B7}" dt="2024-01-28T21:26:19.641" v="69060" actId="478"/>
          <ac:cxnSpMkLst>
            <pc:docMk/>
            <pc:sldMk cId="2580900859" sldId="1011"/>
            <ac:cxnSpMk id="23" creationId="{D16509D8-28D2-A44B-77B1-1128B454B009}"/>
          </ac:cxnSpMkLst>
        </pc:cxnChg>
        <pc:cxnChg chg="del">
          <ac:chgData name="Palit, Tapti" userId="dec6fbcd-7598-406a-8cbf-504d4a3bac15" providerId="ADAL" clId="{ECD42228-5B96-4A72-B268-C46DF994E6B7}" dt="2024-01-28T21:26:19.641" v="69060" actId="478"/>
          <ac:cxnSpMkLst>
            <pc:docMk/>
            <pc:sldMk cId="2580900859" sldId="1011"/>
            <ac:cxnSpMk id="26" creationId="{CC017F9E-EDAB-28CE-0FC4-6DC0F6308385}"/>
          </ac:cxnSpMkLst>
        </pc:cxnChg>
      </pc:sldChg>
      <pc:sldChg chg="addSp delSp modSp del mod">
        <pc:chgData name="Palit, Tapti" userId="dec6fbcd-7598-406a-8cbf-504d4a3bac15" providerId="ADAL" clId="{ECD42228-5B96-4A72-B268-C46DF994E6B7}" dt="2024-01-29T23:53:07.511" v="83092" actId="47"/>
        <pc:sldMkLst>
          <pc:docMk/>
          <pc:sldMk cId="1902476853" sldId="1013"/>
        </pc:sldMkLst>
        <pc:spChg chg="add mod">
          <ac:chgData name="Palit, Tapti" userId="dec6fbcd-7598-406a-8cbf-504d4a3bac15" providerId="ADAL" clId="{ECD42228-5B96-4A72-B268-C46DF994E6B7}" dt="2024-01-28T21:19:37.671" v="68964"/>
          <ac:spMkLst>
            <pc:docMk/>
            <pc:sldMk cId="1902476853" sldId="1013"/>
            <ac:spMk id="11" creationId="{934BC510-7EEC-DFDA-B9FD-E51DC7C57D3B}"/>
          </ac:spMkLst>
        </pc:spChg>
        <pc:spChg chg="mod">
          <ac:chgData name="Palit, Tapti" userId="dec6fbcd-7598-406a-8cbf-504d4a3bac15" providerId="ADAL" clId="{ECD42228-5B96-4A72-B268-C46DF994E6B7}" dt="2024-01-28T21:21:42.753" v="68999"/>
          <ac:spMkLst>
            <pc:docMk/>
            <pc:sldMk cId="1902476853" sldId="1013"/>
            <ac:spMk id="15" creationId="{632CDA17-2240-B34F-44F8-5573404E1E94}"/>
          </ac:spMkLst>
        </pc:spChg>
        <pc:spChg chg="mod">
          <ac:chgData name="Palit, Tapti" userId="dec6fbcd-7598-406a-8cbf-504d4a3bac15" providerId="ADAL" clId="{ECD42228-5B96-4A72-B268-C46DF994E6B7}" dt="2024-01-28T21:21:32.244" v="68997" actId="1038"/>
          <ac:spMkLst>
            <pc:docMk/>
            <pc:sldMk cId="1902476853" sldId="1013"/>
            <ac:spMk id="19" creationId="{62A0C4CA-2A0C-7E20-4EEB-512723DBF9F9}"/>
          </ac:spMkLst>
        </pc:spChg>
        <pc:spChg chg="del">
          <ac:chgData name="Palit, Tapti" userId="dec6fbcd-7598-406a-8cbf-504d4a3bac15" providerId="ADAL" clId="{ECD42228-5B96-4A72-B268-C46DF994E6B7}" dt="2024-01-28T21:19:37.301" v="68963" actId="478"/>
          <ac:spMkLst>
            <pc:docMk/>
            <pc:sldMk cId="1902476853" sldId="1013"/>
            <ac:spMk id="21" creationId="{D7179A03-A83C-A828-EB03-DB0E95ED3A9F}"/>
          </ac:spMkLst>
        </pc:spChg>
        <pc:spChg chg="del">
          <ac:chgData name="Palit, Tapti" userId="dec6fbcd-7598-406a-8cbf-504d4a3bac15" providerId="ADAL" clId="{ECD42228-5B96-4A72-B268-C46DF994E6B7}" dt="2024-01-26T14:30:38.737" v="60649" actId="478"/>
          <ac:spMkLst>
            <pc:docMk/>
            <pc:sldMk cId="1902476853" sldId="1013"/>
            <ac:spMk id="24" creationId="{61E1D992-FB9B-AF0E-0524-B1AE2D228029}"/>
          </ac:spMkLst>
        </pc:spChg>
        <pc:spChg chg="mod">
          <ac:chgData name="Palit, Tapti" userId="dec6fbcd-7598-406a-8cbf-504d4a3bac15" providerId="ADAL" clId="{ECD42228-5B96-4A72-B268-C46DF994E6B7}" dt="2024-01-26T14:58:16.257" v="60684" actId="20577"/>
          <ac:spMkLst>
            <pc:docMk/>
            <pc:sldMk cId="1902476853" sldId="1013"/>
            <ac:spMk id="27" creationId="{A514031C-BE6B-B376-1F8D-A6CBB52D164E}"/>
          </ac:spMkLst>
        </pc:spChg>
        <pc:spChg chg="mod">
          <ac:chgData name="Palit, Tapti" userId="dec6fbcd-7598-406a-8cbf-504d4a3bac15" providerId="ADAL" clId="{ECD42228-5B96-4A72-B268-C46DF994E6B7}" dt="2024-01-28T21:26:01.144" v="69057" actId="692"/>
          <ac:spMkLst>
            <pc:docMk/>
            <pc:sldMk cId="1902476853" sldId="1013"/>
            <ac:spMk id="29" creationId="{B51B138B-CA6E-D442-540A-519FABFF1C4E}"/>
          </ac:spMkLst>
        </pc:spChg>
        <pc:cxnChg chg="del">
          <ac:chgData name="Palit, Tapti" userId="dec6fbcd-7598-406a-8cbf-504d4a3bac15" providerId="ADAL" clId="{ECD42228-5B96-4A72-B268-C46DF994E6B7}" dt="2024-01-28T21:21:59.110" v="69001" actId="478"/>
          <ac:cxnSpMkLst>
            <pc:docMk/>
            <pc:sldMk cId="1902476853" sldId="1013"/>
            <ac:cxnSpMk id="7" creationId="{61D65FAB-D08A-1F97-5A56-A0AFDCACE3EE}"/>
          </ac:cxnSpMkLst>
        </pc:cxnChg>
        <pc:cxnChg chg="add mod">
          <ac:chgData name="Palit, Tapti" userId="dec6fbcd-7598-406a-8cbf-504d4a3bac15" providerId="ADAL" clId="{ECD42228-5B96-4A72-B268-C46DF994E6B7}" dt="2024-01-28T21:21:59.527" v="69002"/>
          <ac:cxnSpMkLst>
            <pc:docMk/>
            <pc:sldMk cId="1902476853" sldId="1013"/>
            <ac:cxnSpMk id="13" creationId="{10574F4B-AF2F-1CA2-04FC-138012FD756E}"/>
          </ac:cxnSpMkLst>
        </pc:cxnChg>
        <pc:cxnChg chg="mod">
          <ac:chgData name="Palit, Tapti" userId="dec6fbcd-7598-406a-8cbf-504d4a3bac15" providerId="ADAL" clId="{ECD42228-5B96-4A72-B268-C46DF994E6B7}" dt="2024-01-28T21:25:57.464" v="69055" actId="1076"/>
          <ac:cxnSpMkLst>
            <pc:docMk/>
            <pc:sldMk cId="1902476853" sldId="1013"/>
            <ac:cxnSpMk id="14" creationId="{E3057DF5-1ED5-9116-B096-D42DE1A11886}"/>
          </ac:cxnSpMkLst>
        </pc:cxnChg>
        <pc:cxnChg chg="del">
          <ac:chgData name="Palit, Tapti" userId="dec6fbcd-7598-406a-8cbf-504d4a3bac15" providerId="ADAL" clId="{ECD42228-5B96-4A72-B268-C46DF994E6B7}" dt="2024-01-28T21:25:50.619" v="69054" actId="478"/>
          <ac:cxnSpMkLst>
            <pc:docMk/>
            <pc:sldMk cId="1902476853" sldId="1013"/>
            <ac:cxnSpMk id="23" creationId="{D16509D8-28D2-A44B-77B1-1128B454B009}"/>
          </ac:cxnSpMkLst>
        </pc:cxnChg>
        <pc:cxnChg chg="del">
          <ac:chgData name="Palit, Tapti" userId="dec6fbcd-7598-406a-8cbf-504d4a3bac15" providerId="ADAL" clId="{ECD42228-5B96-4A72-B268-C46DF994E6B7}" dt="2024-01-28T21:25:50.619" v="69054" actId="478"/>
          <ac:cxnSpMkLst>
            <pc:docMk/>
            <pc:sldMk cId="1902476853" sldId="1013"/>
            <ac:cxnSpMk id="26" creationId="{CC017F9E-EDAB-28CE-0FC4-6DC0F6308385}"/>
          </ac:cxnSpMkLst>
        </pc:cxnChg>
      </pc:sldChg>
      <pc:sldChg chg="addSp delSp modSp del mod">
        <pc:chgData name="Palit, Tapti" userId="dec6fbcd-7598-406a-8cbf-504d4a3bac15" providerId="ADAL" clId="{ECD42228-5B96-4A72-B268-C46DF994E6B7}" dt="2024-01-30T02:12:28.699" v="83740" actId="47"/>
        <pc:sldMkLst>
          <pc:docMk/>
          <pc:sldMk cId="339716786" sldId="1014"/>
        </pc:sldMkLst>
        <pc:spChg chg="add mod">
          <ac:chgData name="Palit, Tapti" userId="dec6fbcd-7598-406a-8cbf-504d4a3bac15" providerId="ADAL" clId="{ECD42228-5B96-4A72-B268-C46DF994E6B7}" dt="2024-01-30T00:45:34.184" v="83193"/>
          <ac:spMkLst>
            <pc:docMk/>
            <pc:sldMk cId="339716786" sldId="1014"/>
            <ac:spMk id="7" creationId="{DB0B2318-0A33-91A9-545F-CEA8A5110467}"/>
          </ac:spMkLst>
        </pc:spChg>
        <pc:spChg chg="add mod">
          <ac:chgData name="Palit, Tapti" userId="dec6fbcd-7598-406a-8cbf-504d4a3bac15" providerId="ADAL" clId="{ECD42228-5B96-4A72-B268-C46DF994E6B7}" dt="2024-01-28T21:19:45.233" v="68968"/>
          <ac:spMkLst>
            <pc:docMk/>
            <pc:sldMk cId="339716786" sldId="1014"/>
            <ac:spMk id="13" creationId="{24A7F9D6-B685-B3F2-3C86-D8C5FCD120B2}"/>
          </ac:spMkLst>
        </pc:spChg>
        <pc:spChg chg="mod">
          <ac:chgData name="Palit, Tapti" userId="dec6fbcd-7598-406a-8cbf-504d4a3bac15" providerId="ADAL" clId="{ECD42228-5B96-4A72-B268-C46DF994E6B7}" dt="2024-01-30T00:43:39.730" v="83118" actId="1076"/>
          <ac:spMkLst>
            <pc:docMk/>
            <pc:sldMk cId="339716786" sldId="1014"/>
            <ac:spMk id="15" creationId="{632CDA17-2240-B34F-44F8-5573404E1E94}"/>
          </ac:spMkLst>
        </pc:spChg>
        <pc:spChg chg="del mod">
          <ac:chgData name="Palit, Tapti" userId="dec6fbcd-7598-406a-8cbf-504d4a3bac15" providerId="ADAL" clId="{ECD42228-5B96-4A72-B268-C46DF994E6B7}" dt="2024-01-28T21:29:48.142" v="69099" actId="478"/>
          <ac:spMkLst>
            <pc:docMk/>
            <pc:sldMk cId="339716786" sldId="1014"/>
            <ac:spMk id="19" creationId="{62A0C4CA-2A0C-7E20-4EEB-512723DBF9F9}"/>
          </ac:spMkLst>
        </pc:spChg>
        <pc:spChg chg="del">
          <ac:chgData name="Palit, Tapti" userId="dec6fbcd-7598-406a-8cbf-504d4a3bac15" providerId="ADAL" clId="{ECD42228-5B96-4A72-B268-C46DF994E6B7}" dt="2024-01-28T21:19:44.937" v="68967" actId="478"/>
          <ac:spMkLst>
            <pc:docMk/>
            <pc:sldMk cId="339716786" sldId="1014"/>
            <ac:spMk id="21" creationId="{D7179A03-A83C-A828-EB03-DB0E95ED3A9F}"/>
          </ac:spMkLst>
        </pc:spChg>
        <pc:spChg chg="mod">
          <ac:chgData name="Palit, Tapti" userId="dec6fbcd-7598-406a-8cbf-504d4a3bac15" providerId="ADAL" clId="{ECD42228-5B96-4A72-B268-C46DF994E6B7}" dt="2024-01-26T14:00:18.940" v="60646" actId="5793"/>
          <ac:spMkLst>
            <pc:docMk/>
            <pc:sldMk cId="339716786" sldId="1014"/>
            <ac:spMk id="24" creationId="{61E1D992-FB9B-AF0E-0524-B1AE2D228029}"/>
          </ac:spMkLst>
        </pc:spChg>
        <pc:spChg chg="add mod">
          <ac:chgData name="Palit, Tapti" userId="dec6fbcd-7598-406a-8cbf-504d4a3bac15" providerId="ADAL" clId="{ECD42228-5B96-4A72-B268-C46DF994E6B7}" dt="2024-01-30T00:43:45.510" v="83119" actId="1076"/>
          <ac:spMkLst>
            <pc:docMk/>
            <pc:sldMk cId="339716786" sldId="1014"/>
            <ac:spMk id="25" creationId="{2546B71F-EBBF-68C8-EF81-E22594154AF7}"/>
          </ac:spMkLst>
        </pc:spChg>
        <pc:spChg chg="del">
          <ac:chgData name="Palit, Tapti" userId="dec6fbcd-7598-406a-8cbf-504d4a3bac15" providerId="ADAL" clId="{ECD42228-5B96-4A72-B268-C46DF994E6B7}" dt="2024-01-30T00:45:36.530" v="83194" actId="478"/>
          <ac:spMkLst>
            <pc:docMk/>
            <pc:sldMk cId="339716786" sldId="1014"/>
            <ac:spMk id="27" creationId="{A514031C-BE6B-B376-1F8D-A6CBB52D164E}"/>
          </ac:spMkLst>
        </pc:spChg>
        <pc:spChg chg="mod">
          <ac:chgData name="Palit, Tapti" userId="dec6fbcd-7598-406a-8cbf-504d4a3bac15" providerId="ADAL" clId="{ECD42228-5B96-4A72-B268-C46DF994E6B7}" dt="2024-01-29T03:56:20.417" v="75286" actId="20577"/>
          <ac:spMkLst>
            <pc:docMk/>
            <pc:sldMk cId="339716786" sldId="1014"/>
            <ac:spMk id="29" creationId="{B51B138B-CA6E-D442-540A-519FABFF1C4E}"/>
          </ac:spMkLst>
        </pc:spChg>
        <pc:cxnChg chg="del">
          <ac:chgData name="Palit, Tapti" userId="dec6fbcd-7598-406a-8cbf-504d4a3bac15" providerId="ADAL" clId="{ECD42228-5B96-4A72-B268-C46DF994E6B7}" dt="2024-01-28T21:30:28.990" v="69102" actId="478"/>
          <ac:cxnSpMkLst>
            <pc:docMk/>
            <pc:sldMk cId="339716786" sldId="1014"/>
            <ac:cxnSpMk id="7" creationId="{61D65FAB-D08A-1F97-5A56-A0AFDCACE3EE}"/>
          </ac:cxnSpMkLst>
        </pc:cxnChg>
        <pc:cxnChg chg="mod">
          <ac:chgData name="Palit, Tapti" userId="dec6fbcd-7598-406a-8cbf-504d4a3bac15" providerId="ADAL" clId="{ECD42228-5B96-4A72-B268-C46DF994E6B7}" dt="2024-01-28T21:31:12.447" v="69113" actId="14100"/>
          <ac:cxnSpMkLst>
            <pc:docMk/>
            <pc:sldMk cId="339716786" sldId="1014"/>
            <ac:cxnSpMk id="14" creationId="{E3057DF5-1ED5-9116-B096-D42DE1A11886}"/>
          </ac:cxnSpMkLst>
        </pc:cxnChg>
        <pc:cxnChg chg="del">
          <ac:chgData name="Palit, Tapti" userId="dec6fbcd-7598-406a-8cbf-504d4a3bac15" providerId="ADAL" clId="{ECD42228-5B96-4A72-B268-C46DF994E6B7}" dt="2024-01-28T21:30:35.429" v="69105" actId="478"/>
          <ac:cxnSpMkLst>
            <pc:docMk/>
            <pc:sldMk cId="339716786" sldId="1014"/>
            <ac:cxnSpMk id="23" creationId="{D16509D8-28D2-A44B-77B1-1128B454B009}"/>
          </ac:cxnSpMkLst>
        </pc:cxnChg>
        <pc:cxnChg chg="del">
          <ac:chgData name="Palit, Tapti" userId="dec6fbcd-7598-406a-8cbf-504d4a3bac15" providerId="ADAL" clId="{ECD42228-5B96-4A72-B268-C46DF994E6B7}" dt="2024-01-28T21:30:37.886" v="69106" actId="478"/>
          <ac:cxnSpMkLst>
            <pc:docMk/>
            <pc:sldMk cId="339716786" sldId="1014"/>
            <ac:cxnSpMk id="26" creationId="{CC017F9E-EDAB-28CE-0FC4-6DC0F6308385}"/>
          </ac:cxnSpMkLst>
        </pc:cxnChg>
        <pc:cxnChg chg="add mod">
          <ac:chgData name="Palit, Tapti" userId="dec6fbcd-7598-406a-8cbf-504d4a3bac15" providerId="ADAL" clId="{ECD42228-5B96-4A72-B268-C46DF994E6B7}" dt="2024-01-28T21:30:29.326" v="69103"/>
          <ac:cxnSpMkLst>
            <pc:docMk/>
            <pc:sldMk cId="339716786" sldId="1014"/>
            <ac:cxnSpMk id="28" creationId="{35845EE0-9608-0C0A-7235-A4335188FE0D}"/>
          </ac:cxnSpMkLst>
        </pc:cxnChg>
      </pc:sldChg>
      <pc:sldChg chg="addSp delSp modSp add del mod">
        <pc:chgData name="Palit, Tapti" userId="dec6fbcd-7598-406a-8cbf-504d4a3bac15" providerId="ADAL" clId="{ECD42228-5B96-4A72-B268-C46DF994E6B7}" dt="2024-02-13T16:18:05.638" v="116083" actId="20577"/>
        <pc:sldMkLst>
          <pc:docMk/>
          <pc:sldMk cId="2803374258" sldId="1015"/>
        </pc:sldMkLst>
        <pc:spChg chg="add mod">
          <ac:chgData name="Palit, Tapti" userId="dec6fbcd-7598-406a-8cbf-504d4a3bac15" providerId="ADAL" clId="{ECD42228-5B96-4A72-B268-C46DF994E6B7}" dt="2024-01-30T04:45:43.418" v="86761" actId="1076"/>
          <ac:spMkLst>
            <pc:docMk/>
            <pc:sldMk cId="2803374258" sldId="1015"/>
            <ac:spMk id="2" creationId="{58F9C52F-0AE5-F439-633C-ED37D05782D8}"/>
          </ac:spMkLst>
        </pc:spChg>
        <pc:spChg chg="mod">
          <ac:chgData name="Palit, Tapti" userId="dec6fbcd-7598-406a-8cbf-504d4a3bac15" providerId="ADAL" clId="{ECD42228-5B96-4A72-B268-C46DF994E6B7}" dt="2024-02-13T16:18:05.638" v="116083" actId="20577"/>
          <ac:spMkLst>
            <pc:docMk/>
            <pc:sldMk cId="2803374258" sldId="1015"/>
            <ac:spMk id="8" creationId="{3AD16BBA-9E50-9D23-3A25-A65A60C6AE84}"/>
          </ac:spMkLst>
        </pc:spChg>
        <pc:spChg chg="del mod">
          <ac:chgData name="Palit, Tapti" userId="dec6fbcd-7598-406a-8cbf-504d4a3bac15" providerId="ADAL" clId="{ECD42228-5B96-4A72-B268-C46DF994E6B7}" dt="2024-01-30T00:45:41.423" v="83195" actId="478"/>
          <ac:spMkLst>
            <pc:docMk/>
            <pc:sldMk cId="2803374258" sldId="1015"/>
            <ac:spMk id="9" creationId="{0F07A7A9-30C7-EC2B-A2F6-D9B920E88235}"/>
          </ac:spMkLst>
        </pc:spChg>
        <pc:spChg chg="add mod">
          <ac:chgData name="Palit, Tapti" userId="dec6fbcd-7598-406a-8cbf-504d4a3bac15" providerId="ADAL" clId="{ECD42228-5B96-4A72-B268-C46DF994E6B7}" dt="2024-01-30T04:58:37.808" v="86887" actId="1076"/>
          <ac:spMkLst>
            <pc:docMk/>
            <pc:sldMk cId="2803374258" sldId="1015"/>
            <ac:spMk id="9" creationId="{8512971C-3AA0-0D9A-81F6-776FF61CE3C0}"/>
          </ac:spMkLst>
        </pc:spChg>
        <pc:spChg chg="mod">
          <ac:chgData name="Palit, Tapti" userId="dec6fbcd-7598-406a-8cbf-504d4a3bac15" providerId="ADAL" clId="{ECD42228-5B96-4A72-B268-C46DF994E6B7}" dt="2024-01-30T04:58:37.808" v="86887" actId="1076"/>
          <ac:spMkLst>
            <pc:docMk/>
            <pc:sldMk cId="2803374258" sldId="1015"/>
            <ac:spMk id="10" creationId="{60578343-3247-45B1-F912-EF15944628D4}"/>
          </ac:spMkLst>
        </pc:spChg>
        <pc:spChg chg="add mod">
          <ac:chgData name="Palit, Tapti" userId="dec6fbcd-7598-406a-8cbf-504d4a3bac15" providerId="ADAL" clId="{ECD42228-5B96-4A72-B268-C46DF994E6B7}" dt="2024-01-30T04:58:37.808" v="86887" actId="1076"/>
          <ac:spMkLst>
            <pc:docMk/>
            <pc:sldMk cId="2803374258" sldId="1015"/>
            <ac:spMk id="11" creationId="{A34537B7-437F-0804-F74D-AE5DA61F843C}"/>
          </ac:spMkLst>
        </pc:spChg>
        <pc:spChg chg="add mod">
          <ac:chgData name="Palit, Tapti" userId="dec6fbcd-7598-406a-8cbf-504d4a3bac15" providerId="ADAL" clId="{ECD42228-5B96-4A72-B268-C46DF994E6B7}" dt="2024-01-30T05:08:45.373" v="86982" actId="692"/>
          <ac:spMkLst>
            <pc:docMk/>
            <pc:sldMk cId="2803374258" sldId="1015"/>
            <ac:spMk id="12" creationId="{7744297D-948A-9D8F-3FB1-941C5FF88E08}"/>
          </ac:spMkLst>
        </pc:spChg>
        <pc:spChg chg="mod">
          <ac:chgData name="Palit, Tapti" userId="dec6fbcd-7598-406a-8cbf-504d4a3bac15" providerId="ADAL" clId="{ECD42228-5B96-4A72-B268-C46DF994E6B7}" dt="2024-01-30T04:58:37.808" v="86887" actId="1076"/>
          <ac:spMkLst>
            <pc:docMk/>
            <pc:sldMk cId="2803374258" sldId="1015"/>
            <ac:spMk id="14" creationId="{ACAEF37B-D43E-8312-01C3-22B507D5A0C3}"/>
          </ac:spMkLst>
        </pc:spChg>
        <pc:spChg chg="mod">
          <ac:chgData name="Palit, Tapti" userId="dec6fbcd-7598-406a-8cbf-504d4a3bac15" providerId="ADAL" clId="{ECD42228-5B96-4A72-B268-C46DF994E6B7}" dt="2024-01-30T04:58:37.808" v="86887" actId="1076"/>
          <ac:spMkLst>
            <pc:docMk/>
            <pc:sldMk cId="2803374258" sldId="1015"/>
            <ac:spMk id="15" creationId="{9E603483-9179-2600-1DD8-23DA16760B0E}"/>
          </ac:spMkLst>
        </pc:spChg>
        <pc:spChg chg="add mod">
          <ac:chgData name="Palit, Tapti" userId="dec6fbcd-7598-406a-8cbf-504d4a3bac15" providerId="ADAL" clId="{ECD42228-5B96-4A72-B268-C46DF994E6B7}" dt="2024-01-30T04:58:13.714" v="86883" actId="1037"/>
          <ac:spMkLst>
            <pc:docMk/>
            <pc:sldMk cId="2803374258" sldId="1015"/>
            <ac:spMk id="16" creationId="{F79C6EAE-1B3C-F322-85A6-46E9AA646290}"/>
          </ac:spMkLst>
        </pc:spChg>
        <pc:spChg chg="add mod">
          <ac:chgData name="Palit, Tapti" userId="dec6fbcd-7598-406a-8cbf-504d4a3bac15" providerId="ADAL" clId="{ECD42228-5B96-4A72-B268-C46DF994E6B7}" dt="2024-01-30T04:58:08.952" v="86880" actId="20577"/>
          <ac:spMkLst>
            <pc:docMk/>
            <pc:sldMk cId="2803374258" sldId="1015"/>
            <ac:spMk id="17" creationId="{ADC65659-ED84-4BF6-C4B8-A4A23C1C4FDF}"/>
          </ac:spMkLst>
        </pc:spChg>
        <pc:spChg chg="add mod">
          <ac:chgData name="Palit, Tapti" userId="dec6fbcd-7598-406a-8cbf-504d4a3bac15" providerId="ADAL" clId="{ECD42228-5B96-4A72-B268-C46DF994E6B7}" dt="2024-01-30T05:08:45.373" v="86982" actId="692"/>
          <ac:spMkLst>
            <pc:docMk/>
            <pc:sldMk cId="2803374258" sldId="1015"/>
            <ac:spMk id="20" creationId="{AEBF150A-FCAA-9AC7-9FF4-170FA24F750B}"/>
          </ac:spMkLst>
        </pc:spChg>
        <pc:spChg chg="add mod">
          <ac:chgData name="Palit, Tapti" userId="dec6fbcd-7598-406a-8cbf-504d4a3bac15" providerId="ADAL" clId="{ECD42228-5B96-4A72-B268-C46DF994E6B7}" dt="2024-01-30T04:58:55.147" v="86891" actId="14100"/>
          <ac:spMkLst>
            <pc:docMk/>
            <pc:sldMk cId="2803374258" sldId="1015"/>
            <ac:spMk id="21" creationId="{981255EA-8156-2A0C-8278-BD086229DE28}"/>
          </ac:spMkLst>
        </pc:spChg>
        <pc:spChg chg="mod">
          <ac:chgData name="Palit, Tapti" userId="dec6fbcd-7598-406a-8cbf-504d4a3bac15" providerId="ADAL" clId="{ECD42228-5B96-4A72-B268-C46DF994E6B7}" dt="2024-01-30T04:58:37.808" v="86887" actId="1076"/>
          <ac:spMkLst>
            <pc:docMk/>
            <pc:sldMk cId="2803374258" sldId="1015"/>
            <ac:spMk id="24" creationId="{DC9E6FBF-EDC6-38E0-5ECC-0FC22CD0B37F}"/>
          </ac:spMkLst>
        </pc:spChg>
        <pc:spChg chg="add mod">
          <ac:chgData name="Palit, Tapti" userId="dec6fbcd-7598-406a-8cbf-504d4a3bac15" providerId="ADAL" clId="{ECD42228-5B96-4A72-B268-C46DF994E6B7}" dt="2024-01-30T04:45:43.418" v="86761" actId="1076"/>
          <ac:spMkLst>
            <pc:docMk/>
            <pc:sldMk cId="2803374258" sldId="1015"/>
            <ac:spMk id="25" creationId="{6CB39F25-9659-6F6A-E67F-8D3BD41C2E98}"/>
          </ac:spMkLst>
        </pc:spChg>
        <pc:spChg chg="add del mod">
          <ac:chgData name="Palit, Tapti" userId="dec6fbcd-7598-406a-8cbf-504d4a3bac15" providerId="ADAL" clId="{ECD42228-5B96-4A72-B268-C46DF994E6B7}" dt="2024-01-30T02:20:36.198" v="83861" actId="478"/>
          <ac:spMkLst>
            <pc:docMk/>
            <pc:sldMk cId="2803374258" sldId="1015"/>
            <ac:spMk id="27" creationId="{C374E0D6-4EBF-B299-B9D7-DD3AA9ED15FE}"/>
          </ac:spMkLst>
        </pc:spChg>
        <pc:spChg chg="add mod">
          <ac:chgData name="Palit, Tapti" userId="dec6fbcd-7598-406a-8cbf-504d4a3bac15" providerId="ADAL" clId="{ECD42228-5B96-4A72-B268-C46DF994E6B7}" dt="2024-01-30T04:58:16.733" v="86884" actId="1037"/>
          <ac:spMkLst>
            <pc:docMk/>
            <pc:sldMk cId="2803374258" sldId="1015"/>
            <ac:spMk id="28" creationId="{0727AA0B-7156-FABA-FCF6-CFF7304E9427}"/>
          </ac:spMkLst>
        </pc:spChg>
        <pc:picChg chg="add mod">
          <ac:chgData name="Palit, Tapti" userId="dec6fbcd-7598-406a-8cbf-504d4a3bac15" providerId="ADAL" clId="{ECD42228-5B96-4A72-B268-C46DF994E6B7}" dt="2024-01-30T04:45:43.418" v="86761" actId="1076"/>
          <ac:picMkLst>
            <pc:docMk/>
            <pc:sldMk cId="2803374258" sldId="1015"/>
            <ac:picMk id="13" creationId="{2A0D23A5-6B70-EF75-319D-AD671772919E}"/>
          </ac:picMkLst>
        </pc:picChg>
        <pc:picChg chg="add mod">
          <ac:chgData name="Palit, Tapti" userId="dec6fbcd-7598-406a-8cbf-504d4a3bac15" providerId="ADAL" clId="{ECD42228-5B96-4A72-B268-C46DF994E6B7}" dt="2024-01-30T04:58:55.147" v="86891" actId="14100"/>
          <ac:picMkLst>
            <pc:docMk/>
            <pc:sldMk cId="2803374258" sldId="1015"/>
            <ac:picMk id="18" creationId="{333C0064-47BC-C026-92BA-41EF50709368}"/>
          </ac:picMkLst>
        </pc:picChg>
        <pc:picChg chg="add mod">
          <ac:chgData name="Palit, Tapti" userId="dec6fbcd-7598-406a-8cbf-504d4a3bac15" providerId="ADAL" clId="{ECD42228-5B96-4A72-B268-C46DF994E6B7}" dt="2024-01-30T04:58:29.250" v="86886" actId="1076"/>
          <ac:picMkLst>
            <pc:docMk/>
            <pc:sldMk cId="2803374258" sldId="1015"/>
            <ac:picMk id="26" creationId="{3276DAFB-B2BA-298D-13A6-8FE1C0525C85}"/>
          </ac:picMkLst>
        </pc:picChg>
        <pc:cxnChg chg="mod">
          <ac:chgData name="Palit, Tapti" userId="dec6fbcd-7598-406a-8cbf-504d4a3bac15" providerId="ADAL" clId="{ECD42228-5B96-4A72-B268-C46DF994E6B7}" dt="2024-01-30T04:58:37.808" v="86887" actId="1076"/>
          <ac:cxnSpMkLst>
            <pc:docMk/>
            <pc:sldMk cId="2803374258" sldId="1015"/>
            <ac:cxnSpMk id="6" creationId="{F1CE6DBC-315A-FA73-BE86-076DDA3B98B4}"/>
          </ac:cxnSpMkLst>
        </pc:cxnChg>
        <pc:cxnChg chg="mod">
          <ac:chgData name="Palit, Tapti" userId="dec6fbcd-7598-406a-8cbf-504d4a3bac15" providerId="ADAL" clId="{ECD42228-5B96-4A72-B268-C46DF994E6B7}" dt="2024-01-30T05:27:15.376" v="87566" actId="1037"/>
          <ac:cxnSpMkLst>
            <pc:docMk/>
            <pc:sldMk cId="2803374258" sldId="1015"/>
            <ac:cxnSpMk id="7" creationId="{9859F1F9-8EB8-7EAB-CC74-B05567FB2191}"/>
          </ac:cxnSpMkLst>
        </pc:cxnChg>
        <pc:cxnChg chg="add mod">
          <ac:chgData name="Palit, Tapti" userId="dec6fbcd-7598-406a-8cbf-504d4a3bac15" providerId="ADAL" clId="{ECD42228-5B96-4A72-B268-C46DF994E6B7}" dt="2024-01-30T05:05:23.133" v="86955" actId="692"/>
          <ac:cxnSpMkLst>
            <pc:docMk/>
            <pc:sldMk cId="2803374258" sldId="1015"/>
            <ac:cxnSpMk id="19" creationId="{30266390-1B23-CA74-1DF2-6B4FDB019A44}"/>
          </ac:cxnSpMkLst>
        </pc:cxnChg>
        <pc:cxnChg chg="mod">
          <ac:chgData name="Palit, Tapti" userId="dec6fbcd-7598-406a-8cbf-504d4a3bac15" providerId="ADAL" clId="{ECD42228-5B96-4A72-B268-C46DF994E6B7}" dt="2024-01-30T05:04:56.109" v="86944" actId="692"/>
          <ac:cxnSpMkLst>
            <pc:docMk/>
            <pc:sldMk cId="2803374258" sldId="1015"/>
            <ac:cxnSpMk id="22" creationId="{9998D824-83E1-6A52-866E-EF4B4A183116}"/>
          </ac:cxnSpMkLst>
        </pc:cxnChg>
      </pc:sldChg>
      <pc:sldChg chg="addSp delSp modSp del mod">
        <pc:chgData name="Palit, Tapti" userId="dec6fbcd-7598-406a-8cbf-504d4a3bac15" providerId="ADAL" clId="{ECD42228-5B96-4A72-B268-C46DF994E6B7}" dt="2024-01-30T02:25:57.835" v="84021" actId="47"/>
        <pc:sldMkLst>
          <pc:docMk/>
          <pc:sldMk cId="2719160243" sldId="1016"/>
        </pc:sldMkLst>
        <pc:spChg chg="mod">
          <ac:chgData name="Palit, Tapti" userId="dec6fbcd-7598-406a-8cbf-504d4a3bac15" providerId="ADAL" clId="{ECD42228-5B96-4A72-B268-C46DF994E6B7}" dt="2024-01-30T00:44:02.508" v="83121" actId="1076"/>
          <ac:spMkLst>
            <pc:docMk/>
            <pc:sldMk cId="2719160243" sldId="1016"/>
            <ac:spMk id="8" creationId="{3AD16BBA-9E50-9D23-3A25-A65A60C6AE84}"/>
          </ac:spMkLst>
        </pc:spChg>
        <pc:spChg chg="del mod">
          <ac:chgData name="Palit, Tapti" userId="dec6fbcd-7598-406a-8cbf-504d4a3bac15" providerId="ADAL" clId="{ECD42228-5B96-4A72-B268-C46DF994E6B7}" dt="2024-01-30T00:45:48.880" v="83198" actId="478"/>
          <ac:spMkLst>
            <pc:docMk/>
            <pc:sldMk cId="2719160243" sldId="1016"/>
            <ac:spMk id="9" creationId="{0F07A7A9-30C7-EC2B-A2F6-D9B920E88235}"/>
          </ac:spMkLst>
        </pc:spChg>
        <pc:spChg chg="add mod">
          <ac:chgData name="Palit, Tapti" userId="dec6fbcd-7598-406a-8cbf-504d4a3bac15" providerId="ADAL" clId="{ECD42228-5B96-4A72-B268-C46DF994E6B7}" dt="2024-01-30T00:45:47.078" v="83197"/>
          <ac:spMkLst>
            <pc:docMk/>
            <pc:sldMk cId="2719160243" sldId="1016"/>
            <ac:spMk id="13" creationId="{ECA959BE-947B-5E9F-1ABF-84BEBD152B5C}"/>
          </ac:spMkLst>
        </pc:spChg>
        <pc:spChg chg="mod">
          <ac:chgData name="Palit, Tapti" userId="dec6fbcd-7598-406a-8cbf-504d4a3bac15" providerId="ADAL" clId="{ECD42228-5B96-4A72-B268-C46DF994E6B7}" dt="2024-01-29T03:07:46.650" v="74797" actId="20577"/>
          <ac:spMkLst>
            <pc:docMk/>
            <pc:sldMk cId="2719160243" sldId="1016"/>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3236774336" sldId="1017"/>
        </pc:sldMkLst>
        <pc:spChg chg="mod">
          <ac:chgData name="Palit, Tapti" userId="dec6fbcd-7598-406a-8cbf-504d4a3bac15" providerId="ADAL" clId="{ECD42228-5B96-4A72-B268-C46DF994E6B7}" dt="2024-01-30T00:44:09.608" v="83122" actId="1076"/>
          <ac:spMkLst>
            <pc:docMk/>
            <pc:sldMk cId="3236774336" sldId="1017"/>
            <ac:spMk id="8" creationId="{3AD16BBA-9E50-9D23-3A25-A65A60C6AE84}"/>
          </ac:spMkLst>
        </pc:spChg>
        <pc:spChg chg="del mod">
          <ac:chgData name="Palit, Tapti" userId="dec6fbcd-7598-406a-8cbf-504d4a3bac15" providerId="ADAL" clId="{ECD42228-5B96-4A72-B268-C46DF994E6B7}" dt="2024-01-30T00:45:53.343" v="83199" actId="478"/>
          <ac:spMkLst>
            <pc:docMk/>
            <pc:sldMk cId="3236774336" sldId="1017"/>
            <ac:spMk id="9" creationId="{0F07A7A9-30C7-EC2B-A2F6-D9B920E88235}"/>
          </ac:spMkLst>
        </pc:spChg>
        <pc:spChg chg="add mod">
          <ac:chgData name="Palit, Tapti" userId="dec6fbcd-7598-406a-8cbf-504d4a3bac15" providerId="ADAL" clId="{ECD42228-5B96-4A72-B268-C46DF994E6B7}" dt="2024-01-30T00:45:53.827" v="83200"/>
          <ac:spMkLst>
            <pc:docMk/>
            <pc:sldMk cId="3236774336" sldId="1017"/>
            <ac:spMk id="11" creationId="{C1277439-CC04-7E86-765F-5E26FDCC5282}"/>
          </ac:spMkLst>
        </pc:spChg>
        <pc:spChg chg="mod">
          <ac:chgData name="Palit, Tapti" userId="dec6fbcd-7598-406a-8cbf-504d4a3bac15" providerId="ADAL" clId="{ECD42228-5B96-4A72-B268-C46DF994E6B7}" dt="2024-01-30T00:44:22.559" v="83131" actId="1035"/>
          <ac:spMkLst>
            <pc:docMk/>
            <pc:sldMk cId="3236774336" sldId="1017"/>
            <ac:spMk id="13" creationId="{3A766046-F365-556D-7E61-7E2920DD9BCF}"/>
          </ac:spMkLst>
        </pc:spChg>
        <pc:spChg chg="mod">
          <ac:chgData name="Palit, Tapti" userId="dec6fbcd-7598-406a-8cbf-504d4a3bac15" providerId="ADAL" clId="{ECD42228-5B96-4A72-B268-C46DF994E6B7}" dt="2024-01-29T03:07:52.781" v="74805" actId="20577"/>
          <ac:spMkLst>
            <pc:docMk/>
            <pc:sldMk cId="3236774336" sldId="1017"/>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852812054" sldId="1018"/>
        </pc:sldMkLst>
        <pc:spChg chg="mod">
          <ac:chgData name="Palit, Tapti" userId="dec6fbcd-7598-406a-8cbf-504d4a3bac15" providerId="ADAL" clId="{ECD42228-5B96-4A72-B268-C46DF994E6B7}" dt="2024-01-30T00:44:30.215" v="83132" actId="1076"/>
          <ac:spMkLst>
            <pc:docMk/>
            <pc:sldMk cId="852812054" sldId="1018"/>
            <ac:spMk id="8" creationId="{3AD16BBA-9E50-9D23-3A25-A65A60C6AE84}"/>
          </ac:spMkLst>
        </pc:spChg>
        <pc:spChg chg="del mod">
          <ac:chgData name="Palit, Tapti" userId="dec6fbcd-7598-406a-8cbf-504d4a3bac15" providerId="ADAL" clId="{ECD42228-5B96-4A72-B268-C46DF994E6B7}" dt="2024-01-30T00:45:58.402" v="83201" actId="478"/>
          <ac:spMkLst>
            <pc:docMk/>
            <pc:sldMk cId="852812054" sldId="1018"/>
            <ac:spMk id="9" creationId="{0F07A7A9-30C7-EC2B-A2F6-D9B920E88235}"/>
          </ac:spMkLst>
        </pc:spChg>
        <pc:spChg chg="add mod">
          <ac:chgData name="Palit, Tapti" userId="dec6fbcd-7598-406a-8cbf-504d4a3bac15" providerId="ADAL" clId="{ECD42228-5B96-4A72-B268-C46DF994E6B7}" dt="2024-01-30T00:45:58.737" v="83202"/>
          <ac:spMkLst>
            <pc:docMk/>
            <pc:sldMk cId="852812054" sldId="1018"/>
            <ac:spMk id="12" creationId="{A73B67EA-DF62-E3B2-1EAB-AC5761381ECC}"/>
          </ac:spMkLst>
        </pc:spChg>
        <pc:spChg chg="mod">
          <ac:chgData name="Palit, Tapti" userId="dec6fbcd-7598-406a-8cbf-504d4a3bac15" providerId="ADAL" clId="{ECD42228-5B96-4A72-B268-C46DF994E6B7}" dt="2024-01-30T00:44:34.982" v="83133" actId="14100"/>
          <ac:spMkLst>
            <pc:docMk/>
            <pc:sldMk cId="852812054" sldId="1018"/>
            <ac:spMk id="13" creationId="{3A766046-F365-556D-7E61-7E2920DD9BCF}"/>
          </ac:spMkLst>
        </pc:spChg>
        <pc:spChg chg="mod">
          <ac:chgData name="Palit, Tapti" userId="dec6fbcd-7598-406a-8cbf-504d4a3bac15" providerId="ADAL" clId="{ECD42228-5B96-4A72-B268-C46DF994E6B7}" dt="2024-01-29T04:07:54.805" v="75353" actId="20577"/>
          <ac:spMkLst>
            <pc:docMk/>
            <pc:sldMk cId="852812054" sldId="1018"/>
            <ac:spMk id="18" creationId="{F6909437-D043-2C29-21BC-C06F5DCB2F59}"/>
          </ac:spMkLst>
        </pc:spChg>
      </pc:sldChg>
      <pc:sldChg chg="del">
        <pc:chgData name="Palit, Tapti" userId="dec6fbcd-7598-406a-8cbf-504d4a3bac15" providerId="ADAL" clId="{ECD42228-5B96-4A72-B268-C46DF994E6B7}" dt="2024-02-12T19:21:54.456" v="112479" actId="47"/>
        <pc:sldMkLst>
          <pc:docMk/>
          <pc:sldMk cId="3604206084" sldId="1019"/>
        </pc:sldMkLst>
      </pc:sldChg>
      <pc:sldChg chg="addSp delSp modSp del mod addCm modCm">
        <pc:chgData name="Palit, Tapti" userId="dec6fbcd-7598-406a-8cbf-504d4a3bac15" providerId="ADAL" clId="{ECD42228-5B96-4A72-B268-C46DF994E6B7}" dt="2024-02-12T14:28:38.098" v="112343" actId="2696"/>
        <pc:sldMkLst>
          <pc:docMk/>
          <pc:sldMk cId="73727201" sldId="1020"/>
        </pc:sldMkLst>
        <pc:spChg chg="add mod">
          <ac:chgData name="Palit, Tapti" userId="dec6fbcd-7598-406a-8cbf-504d4a3bac15" providerId="ADAL" clId="{ECD42228-5B96-4A72-B268-C46DF994E6B7}" dt="2024-02-08T21:06:21.269" v="100762" actId="1076"/>
          <ac:spMkLst>
            <pc:docMk/>
            <pc:sldMk cId="73727201" sldId="1020"/>
            <ac:spMk id="4" creationId="{CA3B7B51-7796-5C0A-675F-C143388F5610}"/>
          </ac:spMkLst>
        </pc:spChg>
        <pc:spChg chg="add mod">
          <ac:chgData name="Palit, Tapti" userId="dec6fbcd-7598-406a-8cbf-504d4a3bac15" providerId="ADAL" clId="{ECD42228-5B96-4A72-B268-C46DF994E6B7}" dt="2024-02-09T14:40:49.295" v="105661" actId="14100"/>
          <ac:spMkLst>
            <pc:docMk/>
            <pc:sldMk cId="73727201" sldId="1020"/>
            <ac:spMk id="5" creationId="{005F0D2F-3A86-EFE0-C5AE-D13AC03F6369}"/>
          </ac:spMkLst>
        </pc:spChg>
        <pc:spChg chg="mod">
          <ac:chgData name="Palit, Tapti" userId="dec6fbcd-7598-406a-8cbf-504d4a3bac15" providerId="ADAL" clId="{ECD42228-5B96-4A72-B268-C46DF994E6B7}" dt="2024-01-30T02:31:25.666" v="84103" actId="21"/>
          <ac:spMkLst>
            <pc:docMk/>
            <pc:sldMk cId="73727201" sldId="1020"/>
            <ac:spMk id="9" creationId="{05E5E1A5-9203-86D7-D2D2-6F8449423FB7}"/>
          </ac:spMkLst>
        </pc:spChg>
        <pc:picChg chg="add del mod">
          <ac:chgData name="Palit, Tapti" userId="dec6fbcd-7598-406a-8cbf-504d4a3bac15" providerId="ADAL" clId="{ECD42228-5B96-4A72-B268-C46DF994E6B7}" dt="2024-02-09T01:50:23.835" v="102472" actId="22"/>
          <ac:picMkLst>
            <pc:docMk/>
            <pc:sldMk cId="73727201" sldId="1020"/>
            <ac:picMk id="8" creationId="{53C4B9D6-7CCC-080D-1156-6E9F317217E7}"/>
          </ac:picMkLst>
        </pc:picChg>
        <pc:picChg chg="add del mod">
          <ac:chgData name="Palit, Tapti" userId="dec6fbcd-7598-406a-8cbf-504d4a3bac15" providerId="ADAL" clId="{ECD42228-5B96-4A72-B268-C46DF994E6B7}" dt="2024-02-09T01:51:19.738" v="102482" actId="478"/>
          <ac:picMkLst>
            <pc:docMk/>
            <pc:sldMk cId="73727201" sldId="1020"/>
            <ac:picMk id="11" creationId="{B3DF4E16-F495-3387-541E-23551023B817}"/>
          </ac:picMkLst>
        </pc:picChg>
        <pc:picChg chg="add del mod">
          <ac:chgData name="Palit, Tapti" userId="dec6fbcd-7598-406a-8cbf-504d4a3bac15" providerId="ADAL" clId="{ECD42228-5B96-4A72-B268-C46DF994E6B7}" dt="2024-02-09T01:52:20.712" v="102487" actId="478"/>
          <ac:picMkLst>
            <pc:docMk/>
            <pc:sldMk cId="73727201" sldId="1020"/>
            <ac:picMk id="13" creationId="{D8F1A6DE-FF21-AACE-486E-0D89116ACCA2}"/>
          </ac:picMkLst>
        </pc:picChg>
        <pc:picChg chg="add mod">
          <ac:chgData name="Palit, Tapti" userId="dec6fbcd-7598-406a-8cbf-504d4a3bac15" providerId="ADAL" clId="{ECD42228-5B96-4A72-B268-C46DF994E6B7}" dt="2024-02-09T01:52:26.903" v="102490" actId="1076"/>
          <ac:picMkLst>
            <pc:docMk/>
            <pc:sldMk cId="73727201" sldId="1020"/>
            <ac:picMk id="15" creationId="{B85D0602-410C-6E5E-85C4-12CB8DA296DE}"/>
          </ac:picMkLst>
        </pc:picChg>
        <pc:picChg chg="add del">
          <ac:chgData name="Palit, Tapti" userId="dec6fbcd-7598-406a-8cbf-504d4a3bac15" providerId="ADAL" clId="{ECD42228-5B96-4A72-B268-C46DF994E6B7}" dt="2024-02-09T01:50:37.508" v="102474" actId="478"/>
          <ac:picMkLst>
            <pc:docMk/>
            <pc:sldMk cId="73727201" sldId="1020"/>
            <ac:picMk id="10242" creationId="{55574BE8-49C9-9D58-3C26-6916ED265C76}"/>
          </ac:picMkLst>
        </pc:pic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3:15.284" v="100666"/>
              <pc2:cmMkLst xmlns:pc2="http://schemas.microsoft.com/office/powerpoint/2019/9/main/command">
                <pc:docMk/>
                <pc:sldMk cId="73727201" sldId="1020"/>
                <pc2:cmMk id="{11DA3170-2077-4F0E-8C42-8CEFF570DF50}"/>
              </pc2:cmMkLst>
              <pc226:cmRplyChg chg="add">
                <pc226:chgData name="Palit, Tapti" userId="dec6fbcd-7598-406a-8cbf-504d4a3bac15" providerId="ADAL" clId="{ECD42228-5B96-4A72-B268-C46DF994E6B7}" dt="2024-02-08T20:43:15.284" v="100666"/>
                <pc2:cmRplyMkLst xmlns:pc2="http://schemas.microsoft.com/office/powerpoint/2019/9/main/command">
                  <pc:docMk/>
                  <pc:sldMk cId="73727201" sldId="1020"/>
                  <pc2:cmMk id="{11DA3170-2077-4F0E-8C42-8CEFF570DF50}"/>
                  <pc2:cmRplyMk id="{3EB8790B-1AE0-47E5-BCDC-CCED638BB95D}"/>
                </pc2:cmRplyMkLst>
              </pc226:cmRplyChg>
            </pc226:cmChg>
            <pc226:cmChg xmlns:pc226="http://schemas.microsoft.com/office/powerpoint/2022/06/main/command" chg="add">
              <pc226:chgData name="Palit, Tapti" userId="dec6fbcd-7598-406a-8cbf-504d4a3bac15" providerId="ADAL" clId="{ECD42228-5B96-4A72-B268-C46DF994E6B7}" dt="2024-02-07T04:04:35.499" v="100167"/>
              <pc2:cmMkLst xmlns:pc2="http://schemas.microsoft.com/office/powerpoint/2019/9/main/command">
                <pc:docMk/>
                <pc:sldMk cId="73727201" sldId="1020"/>
                <pc2:cmMk id="{E7EBBEB0-D584-427F-BB1B-4F83A2FDA8AA}"/>
              </pc2:cmMkLst>
            </pc226:cmChg>
          </p:ext>
        </pc:extLst>
      </pc:sldChg>
      <pc:sldChg chg="add del mod modShow">
        <pc:chgData name="Palit, Tapti" userId="dec6fbcd-7598-406a-8cbf-504d4a3bac15" providerId="ADAL" clId="{ECD42228-5B96-4A72-B268-C46DF994E6B7}" dt="2024-02-12T19:22:55.054" v="112489" actId="2696"/>
        <pc:sldMkLst>
          <pc:docMk/>
          <pc:sldMk cId="414179091" sldId="1020"/>
        </pc:sldMkLst>
      </pc:sldChg>
      <pc:sldChg chg="delSp add mod modShow modNotesTx">
        <pc:chgData name="Palit, Tapti" userId="dec6fbcd-7598-406a-8cbf-504d4a3bac15" providerId="ADAL" clId="{ECD42228-5B96-4A72-B268-C46DF994E6B7}" dt="2024-02-13T02:42:29.304" v="113530"/>
        <pc:sldMkLst>
          <pc:docMk/>
          <pc:sldMk cId="1268782865" sldId="1020"/>
        </pc:sldMkLst>
        <pc:spChg chg="del">
          <ac:chgData name="Palit, Tapti" userId="dec6fbcd-7598-406a-8cbf-504d4a3bac15" providerId="ADAL" clId="{ECD42228-5B96-4A72-B268-C46DF994E6B7}" dt="2024-02-12T19:23:08.530" v="112492" actId="478"/>
          <ac:spMkLst>
            <pc:docMk/>
            <pc:sldMk cId="1268782865" sldId="1020"/>
            <ac:spMk id="4" creationId="{523D6B34-C031-A659-8D64-3DCDC1B1DC78}"/>
          </ac:spMkLst>
        </pc:spChg>
        <pc:spChg chg="del">
          <ac:chgData name="Palit, Tapti" userId="dec6fbcd-7598-406a-8cbf-504d4a3bac15" providerId="ADAL" clId="{ECD42228-5B96-4A72-B268-C46DF994E6B7}" dt="2024-02-12T19:23:12.382" v="112493" actId="478"/>
          <ac:spMkLst>
            <pc:docMk/>
            <pc:sldMk cId="1268782865" sldId="1020"/>
            <ac:spMk id="5" creationId="{0D830A60-12D2-526E-1127-1E7A45BB32E1}"/>
          </ac:spMkLst>
        </pc:spChg>
      </pc:sldChg>
      <pc:sldChg chg="modSp del mod modNotesTx">
        <pc:chgData name="Palit, Tapti" userId="dec6fbcd-7598-406a-8cbf-504d4a3bac15" providerId="ADAL" clId="{ECD42228-5B96-4A72-B268-C46DF994E6B7}" dt="2024-01-27T02:02:07.387" v="61980" actId="2696"/>
        <pc:sldMkLst>
          <pc:docMk/>
          <pc:sldMk cId="1011192950" sldId="1021"/>
        </pc:sldMkLst>
        <pc:spChg chg="mod">
          <ac:chgData name="Palit, Tapti" userId="dec6fbcd-7598-406a-8cbf-504d4a3bac15" providerId="ADAL" clId="{ECD42228-5B96-4A72-B268-C46DF994E6B7}" dt="2024-01-26T15:32:31.625" v="61278" actId="5793"/>
          <ac:spMkLst>
            <pc:docMk/>
            <pc:sldMk cId="1011192950" sldId="1021"/>
            <ac:spMk id="3" creationId="{DBF81D88-EE7F-4956-ADB0-DA856615FD00}"/>
          </ac:spMkLst>
        </pc:spChg>
      </pc:sldChg>
      <pc:sldChg chg="addSp delSp modSp add mod addAnim delAnim modAnim modNotesTx">
        <pc:chgData name="Palit, Tapti" userId="dec6fbcd-7598-406a-8cbf-504d4a3bac15" providerId="ADAL" clId="{ECD42228-5B96-4A72-B268-C46DF994E6B7}" dt="2024-02-11T18:00:56.570" v="110961"/>
        <pc:sldMkLst>
          <pc:docMk/>
          <pc:sldMk cId="2364622868" sldId="1021"/>
        </pc:sldMkLst>
        <pc:spChg chg="mod">
          <ac:chgData name="Palit, Tapti" userId="dec6fbcd-7598-406a-8cbf-504d4a3bac15" providerId="ADAL" clId="{ECD42228-5B96-4A72-B268-C46DF994E6B7}" dt="2024-01-29T14:44:46.723" v="78770" actId="20577"/>
          <ac:spMkLst>
            <pc:docMk/>
            <pc:sldMk cId="2364622868" sldId="1021"/>
            <ac:spMk id="3" creationId="{DBF81D88-EE7F-4956-ADB0-DA856615FD00}"/>
          </ac:spMkLst>
        </pc:spChg>
        <pc:spChg chg="add mod">
          <ac:chgData name="Palit, Tapti" userId="dec6fbcd-7598-406a-8cbf-504d4a3bac15" providerId="ADAL" clId="{ECD42228-5B96-4A72-B268-C46DF994E6B7}" dt="2024-02-11T18:00:53.880" v="110960" actId="164"/>
          <ac:spMkLst>
            <pc:docMk/>
            <pc:sldMk cId="2364622868" sldId="1021"/>
            <ac:spMk id="5" creationId="{ED96C230-024C-6A72-3250-54FF1529BAF4}"/>
          </ac:spMkLst>
        </pc:spChg>
        <pc:spChg chg="add mod">
          <ac:chgData name="Palit, Tapti" userId="dec6fbcd-7598-406a-8cbf-504d4a3bac15" providerId="ADAL" clId="{ECD42228-5B96-4A72-B268-C46DF994E6B7}" dt="2024-02-11T18:00:53.880" v="110960" actId="164"/>
          <ac:spMkLst>
            <pc:docMk/>
            <pc:sldMk cId="2364622868" sldId="1021"/>
            <ac:spMk id="6" creationId="{37AD71AE-7F3E-85E8-94B8-698C4851D3DB}"/>
          </ac:spMkLst>
        </pc:spChg>
        <pc:spChg chg="add mod">
          <ac:chgData name="Palit, Tapti" userId="dec6fbcd-7598-406a-8cbf-504d4a3bac15" providerId="ADAL" clId="{ECD42228-5B96-4A72-B268-C46DF994E6B7}" dt="2024-02-11T18:00:53.880" v="110960" actId="164"/>
          <ac:spMkLst>
            <pc:docMk/>
            <pc:sldMk cId="2364622868" sldId="1021"/>
            <ac:spMk id="7" creationId="{E76E5C45-2BED-9F28-56CF-5E949F78037E}"/>
          </ac:spMkLst>
        </pc:spChg>
        <pc:spChg chg="add mod">
          <ac:chgData name="Palit, Tapti" userId="dec6fbcd-7598-406a-8cbf-504d4a3bac15" providerId="ADAL" clId="{ECD42228-5B96-4A72-B268-C46DF994E6B7}" dt="2024-02-11T18:00:53.880" v="110960" actId="164"/>
          <ac:spMkLst>
            <pc:docMk/>
            <pc:sldMk cId="2364622868" sldId="1021"/>
            <ac:spMk id="8" creationId="{7B3A3810-E5E4-3858-FA8C-A3BA07992130}"/>
          </ac:spMkLst>
        </pc:spChg>
        <pc:spChg chg="add mod">
          <ac:chgData name="Palit, Tapti" userId="dec6fbcd-7598-406a-8cbf-504d4a3bac15" providerId="ADAL" clId="{ECD42228-5B96-4A72-B268-C46DF994E6B7}" dt="2024-02-11T18:00:53.880" v="110960" actId="164"/>
          <ac:spMkLst>
            <pc:docMk/>
            <pc:sldMk cId="2364622868" sldId="1021"/>
            <ac:spMk id="9" creationId="{8ABBC10B-95DF-6E59-6504-DDCDBF591FA5}"/>
          </ac:spMkLst>
        </pc:spChg>
        <pc:spChg chg="mod">
          <ac:chgData name="Palit, Tapti" userId="dec6fbcd-7598-406a-8cbf-504d4a3bac15" providerId="ADAL" clId="{ECD42228-5B96-4A72-B268-C46DF994E6B7}" dt="2024-01-30T21:27:39.938" v="94860" actId="20577"/>
          <ac:spMkLst>
            <pc:docMk/>
            <pc:sldMk cId="2364622868" sldId="1021"/>
            <ac:spMk id="31" creationId="{A1AE6AAE-C7D3-E8E2-BBBE-C8BA0B0FDD7B}"/>
          </ac:spMkLst>
        </pc:spChg>
        <pc:grpChg chg="add mod">
          <ac:chgData name="Palit, Tapti" userId="dec6fbcd-7598-406a-8cbf-504d4a3bac15" providerId="ADAL" clId="{ECD42228-5B96-4A72-B268-C46DF994E6B7}" dt="2024-02-11T18:00:53.880" v="110960" actId="164"/>
          <ac:grpSpMkLst>
            <pc:docMk/>
            <pc:sldMk cId="2364622868" sldId="1021"/>
            <ac:grpSpMk id="10" creationId="{C3323663-54D9-58C3-FB03-0CAA90DEAAE1}"/>
          </ac:grpSpMkLst>
        </pc:grpChg>
        <pc:graphicFrameChg chg="add del mod modGraphic">
          <ac:chgData name="Palit, Tapti" userId="dec6fbcd-7598-406a-8cbf-504d4a3bac15" providerId="ADAL" clId="{ECD42228-5B96-4A72-B268-C46DF994E6B7}" dt="2024-01-30T17:10:52.354" v="93768" actId="478"/>
          <ac:graphicFrameMkLst>
            <pc:docMk/>
            <pc:sldMk cId="2364622868" sldId="1021"/>
            <ac:graphicFrameMk id="32" creationId="{662E3E91-EC1F-FAC9-6710-BA112B8C33B9}"/>
          </ac:graphicFrameMkLst>
        </pc:graphicFrameChg>
        <pc:cxnChg chg="add del mod">
          <ac:chgData name="Palit, Tapti" userId="dec6fbcd-7598-406a-8cbf-504d4a3bac15" providerId="ADAL" clId="{ECD42228-5B96-4A72-B268-C46DF994E6B7}" dt="2024-01-30T17:07:59.950" v="93744" actId="478"/>
          <ac:cxnSpMkLst>
            <pc:docMk/>
            <pc:sldMk cId="2364622868" sldId="1021"/>
            <ac:cxnSpMk id="7" creationId="{2D01C04F-B62D-80D3-AEF0-9BC894752CEC}"/>
          </ac:cxnSpMkLst>
        </pc:cxnChg>
      </pc:sldChg>
      <pc:sldChg chg="del">
        <pc:chgData name="Palit, Tapti" userId="dec6fbcd-7598-406a-8cbf-504d4a3bac15" providerId="ADAL" clId="{ECD42228-5B96-4A72-B268-C46DF994E6B7}" dt="2024-01-28T03:44:01.241" v="67437" actId="47"/>
        <pc:sldMkLst>
          <pc:docMk/>
          <pc:sldMk cId="1500167412" sldId="1022"/>
        </pc:sldMkLst>
      </pc:sldChg>
      <pc:sldChg chg="addSp delSp modSp mod chgLayout modNotesTx">
        <pc:chgData name="Palit, Tapti" userId="dec6fbcd-7598-406a-8cbf-504d4a3bac15" providerId="ADAL" clId="{ECD42228-5B96-4A72-B268-C46DF994E6B7}" dt="2024-01-26T15:34:16.556" v="61287" actId="20577"/>
        <pc:sldMkLst>
          <pc:docMk/>
          <pc:sldMk cId="2493544275" sldId="1022"/>
        </pc:sldMkLst>
        <pc:spChg chg="mod ord">
          <ac:chgData name="Palit, Tapti" userId="dec6fbcd-7598-406a-8cbf-504d4a3bac15" providerId="ADAL" clId="{ECD42228-5B96-4A72-B268-C46DF994E6B7}" dt="2024-01-26T15:21:24.859" v="60924" actId="20577"/>
          <ac:spMkLst>
            <pc:docMk/>
            <pc:sldMk cId="2493544275" sldId="1022"/>
            <ac:spMk id="2" creationId="{D7EC638E-4A77-46B8-B32A-298B47F2DEB0}"/>
          </ac:spMkLst>
        </pc:spChg>
        <pc:spChg chg="mod ord">
          <ac:chgData name="Palit, Tapti" userId="dec6fbcd-7598-406a-8cbf-504d4a3bac15" providerId="ADAL" clId="{ECD42228-5B96-4A72-B268-C46DF994E6B7}" dt="2024-01-26T15:21:37.623" v="60961" actId="20577"/>
          <ac:spMkLst>
            <pc:docMk/>
            <pc:sldMk cId="2493544275" sldId="1022"/>
            <ac:spMk id="3" creationId="{DBF81D88-EE7F-4956-ADB0-DA856615FD00}"/>
          </ac:spMkLst>
        </pc:spChg>
        <pc:spChg chg="mod ord">
          <ac:chgData name="Palit, Tapti" userId="dec6fbcd-7598-406a-8cbf-504d4a3bac15" providerId="ADAL" clId="{ECD42228-5B96-4A72-B268-C46DF994E6B7}" dt="2024-01-26T15:21:19.730" v="60918" actId="6264"/>
          <ac:spMkLst>
            <pc:docMk/>
            <pc:sldMk cId="2493544275" sldId="1022"/>
            <ac:spMk id="4" creationId="{51C8A26E-666D-4C70-84CF-ED9A6EADF9F2}"/>
          </ac:spMkLst>
        </pc:spChg>
        <pc:spChg chg="add del mod">
          <ac:chgData name="Palit, Tapti" userId="dec6fbcd-7598-406a-8cbf-504d4a3bac15" providerId="ADAL" clId="{ECD42228-5B96-4A72-B268-C46DF994E6B7}" dt="2024-01-26T15:21:19.730" v="60918" actId="6264"/>
          <ac:spMkLst>
            <pc:docMk/>
            <pc:sldMk cId="2493544275" sldId="1022"/>
            <ac:spMk id="6" creationId="{BB5C30C4-2293-EDEA-FAF5-C0F2510BC8B3}"/>
          </ac:spMkLst>
        </pc:spChg>
        <pc:spChg chg="add del mod">
          <ac:chgData name="Palit, Tapti" userId="dec6fbcd-7598-406a-8cbf-504d4a3bac15" providerId="ADAL" clId="{ECD42228-5B96-4A72-B268-C46DF994E6B7}" dt="2024-01-26T15:21:19.730" v="60918" actId="6264"/>
          <ac:spMkLst>
            <pc:docMk/>
            <pc:sldMk cId="2493544275" sldId="1022"/>
            <ac:spMk id="7" creationId="{FBC1CEB5-18F3-AE03-6732-8911CD738B6F}"/>
          </ac:spMkLst>
        </pc:spChg>
        <pc:spChg chg="add del mod">
          <ac:chgData name="Palit, Tapti" userId="dec6fbcd-7598-406a-8cbf-504d4a3bac15" providerId="ADAL" clId="{ECD42228-5B96-4A72-B268-C46DF994E6B7}" dt="2024-01-26T15:21:19.730" v="60918" actId="6264"/>
          <ac:spMkLst>
            <pc:docMk/>
            <pc:sldMk cId="2493544275" sldId="1022"/>
            <ac:spMk id="8" creationId="{CA111ED3-08D8-79D5-1CFD-CB935764CCF3}"/>
          </ac:spMkLst>
        </pc:spChg>
      </pc:sldChg>
      <pc:sldChg chg="addSp delSp modSp mod chgLayout modNotesTx">
        <pc:chgData name="Palit, Tapti" userId="dec6fbcd-7598-406a-8cbf-504d4a3bac15" providerId="ADAL" clId="{ECD42228-5B96-4A72-B268-C46DF994E6B7}" dt="2024-01-26T15:34:52.684" v="61300" actId="207"/>
        <pc:sldMkLst>
          <pc:docMk/>
          <pc:sldMk cId="2688675452" sldId="1023"/>
        </pc:sldMkLst>
        <pc:spChg chg="mod ord">
          <ac:chgData name="Palit, Tapti" userId="dec6fbcd-7598-406a-8cbf-504d4a3bac15" providerId="ADAL" clId="{ECD42228-5B96-4A72-B268-C46DF994E6B7}" dt="2024-01-26T15:21:46.405" v="60962" actId="6264"/>
          <ac:spMkLst>
            <pc:docMk/>
            <pc:sldMk cId="2688675452" sldId="1023"/>
            <ac:spMk id="2" creationId="{D7EC638E-4A77-46B8-B32A-298B47F2DEB0}"/>
          </ac:spMkLst>
        </pc:spChg>
        <pc:spChg chg="mod ord">
          <ac:chgData name="Palit, Tapti" userId="dec6fbcd-7598-406a-8cbf-504d4a3bac15" providerId="ADAL" clId="{ECD42228-5B96-4A72-B268-C46DF994E6B7}" dt="2024-01-26T15:21:56.566" v="60993" actId="20577"/>
          <ac:spMkLst>
            <pc:docMk/>
            <pc:sldMk cId="2688675452" sldId="1023"/>
            <ac:spMk id="3" creationId="{DBF81D88-EE7F-4956-ADB0-DA856615FD00}"/>
          </ac:spMkLst>
        </pc:spChg>
        <pc:spChg chg="mod ord">
          <ac:chgData name="Palit, Tapti" userId="dec6fbcd-7598-406a-8cbf-504d4a3bac15" providerId="ADAL" clId="{ECD42228-5B96-4A72-B268-C46DF994E6B7}" dt="2024-01-26T15:21:46.405" v="60962" actId="6264"/>
          <ac:spMkLst>
            <pc:docMk/>
            <pc:sldMk cId="2688675452" sldId="1023"/>
            <ac:spMk id="4" creationId="{51C8A26E-666D-4C70-84CF-ED9A6EADF9F2}"/>
          </ac:spMkLst>
        </pc:spChg>
        <pc:spChg chg="add del mod">
          <ac:chgData name="Palit, Tapti" userId="dec6fbcd-7598-406a-8cbf-504d4a3bac15" providerId="ADAL" clId="{ECD42228-5B96-4A72-B268-C46DF994E6B7}" dt="2024-01-26T15:21:46.405" v="60962" actId="6264"/>
          <ac:spMkLst>
            <pc:docMk/>
            <pc:sldMk cId="2688675452" sldId="1023"/>
            <ac:spMk id="6" creationId="{655BA58C-8FDC-4523-8F4A-26D215DD98A3}"/>
          </ac:spMkLst>
        </pc:spChg>
        <pc:spChg chg="add del mod">
          <ac:chgData name="Palit, Tapti" userId="dec6fbcd-7598-406a-8cbf-504d4a3bac15" providerId="ADAL" clId="{ECD42228-5B96-4A72-B268-C46DF994E6B7}" dt="2024-01-26T15:21:46.405" v="60962" actId="6264"/>
          <ac:spMkLst>
            <pc:docMk/>
            <pc:sldMk cId="2688675452" sldId="1023"/>
            <ac:spMk id="7" creationId="{DFB70FA5-879A-2CA5-F76A-43489BED7B5C}"/>
          </ac:spMkLst>
        </pc:spChg>
        <pc:spChg chg="add del mod">
          <ac:chgData name="Palit, Tapti" userId="dec6fbcd-7598-406a-8cbf-504d4a3bac15" providerId="ADAL" clId="{ECD42228-5B96-4A72-B268-C46DF994E6B7}" dt="2024-01-26T15:21:46.405" v="60962" actId="6264"/>
          <ac:spMkLst>
            <pc:docMk/>
            <pc:sldMk cId="2688675452" sldId="1023"/>
            <ac:spMk id="8" creationId="{A1804319-38E1-E2E1-C447-F45D48C4EBF1}"/>
          </ac:spMkLst>
        </pc:spChg>
        <pc:graphicFrameChg chg="modGraphic">
          <ac:chgData name="Palit, Tapti" userId="dec6fbcd-7598-406a-8cbf-504d4a3bac15" providerId="ADAL" clId="{ECD42228-5B96-4A72-B268-C46DF994E6B7}" dt="2024-01-26T15:34:52.684" v="61300" actId="207"/>
          <ac:graphicFrameMkLst>
            <pc:docMk/>
            <pc:sldMk cId="2688675452" sldId="1023"/>
            <ac:graphicFrameMk id="32" creationId="{662E3E91-EC1F-FAC9-6710-BA112B8C33B9}"/>
          </ac:graphicFrameMkLst>
        </pc:graphicFrameChg>
      </pc:sldChg>
      <pc:sldChg chg="addSp delSp modSp mod addCm delCm chgLayout modNotesTx">
        <pc:chgData name="Palit, Tapti" userId="dec6fbcd-7598-406a-8cbf-504d4a3bac15" providerId="ADAL" clId="{ECD42228-5B96-4A72-B268-C46DF994E6B7}" dt="2024-01-30T21:28:01.529" v="94868" actId="20577"/>
        <pc:sldMkLst>
          <pc:docMk/>
          <pc:sldMk cId="3926940956" sldId="1023"/>
        </pc:sldMkLst>
        <pc:spChg chg="mod ord">
          <ac:chgData name="Palit, Tapti" userId="dec6fbcd-7598-406a-8cbf-504d4a3bac15" providerId="ADAL" clId="{ECD42228-5B96-4A72-B268-C46DF994E6B7}" dt="2024-01-29T04:45:14.325" v="75838" actId="20577"/>
          <ac:spMkLst>
            <pc:docMk/>
            <pc:sldMk cId="3926940956" sldId="1023"/>
            <ac:spMk id="2" creationId="{D7EC638E-4A77-46B8-B32A-298B47F2DEB0}"/>
          </ac:spMkLst>
        </pc:spChg>
        <pc:spChg chg="mod ord">
          <ac:chgData name="Palit, Tapti" userId="dec6fbcd-7598-406a-8cbf-504d4a3bac15" providerId="ADAL" clId="{ECD42228-5B96-4A72-B268-C46DF994E6B7}" dt="2024-01-27T18:13:12.388" v="63794" actId="5793"/>
          <ac:spMkLst>
            <pc:docMk/>
            <pc:sldMk cId="3926940956" sldId="1023"/>
            <ac:spMk id="3" creationId="{DBF81D88-EE7F-4956-ADB0-DA856615FD00}"/>
          </ac:spMkLst>
        </pc:spChg>
        <pc:spChg chg="mod ord">
          <ac:chgData name="Palit, Tapti" userId="dec6fbcd-7598-406a-8cbf-504d4a3bac15" providerId="ADAL" clId="{ECD42228-5B96-4A72-B268-C46DF994E6B7}" dt="2024-01-27T03:43:58.003" v="63062" actId="6264"/>
          <ac:spMkLst>
            <pc:docMk/>
            <pc:sldMk cId="3926940956" sldId="1023"/>
            <ac:spMk id="4" creationId="{51C8A26E-666D-4C70-84CF-ED9A6EADF9F2}"/>
          </ac:spMkLst>
        </pc:spChg>
        <pc:spChg chg="del mod">
          <ac:chgData name="Palit, Tapti" userId="dec6fbcd-7598-406a-8cbf-504d4a3bac15" providerId="ADAL" clId="{ECD42228-5B96-4A72-B268-C46DF994E6B7}" dt="2024-01-30T02:57:31.956" v="84836" actId="478"/>
          <ac:spMkLst>
            <pc:docMk/>
            <pc:sldMk cId="3926940956" sldId="1023"/>
            <ac:spMk id="5" creationId="{31DCD2A0-6CAE-119A-2D94-9777B39F7F53}"/>
          </ac:spMkLst>
        </pc:spChg>
        <pc:spChg chg="add mod">
          <ac:chgData name="Palit, Tapti" userId="dec6fbcd-7598-406a-8cbf-504d4a3bac15" providerId="ADAL" clId="{ECD42228-5B96-4A72-B268-C46DF994E6B7}" dt="2024-01-30T17:12:30.700" v="93840"/>
          <ac:spMkLst>
            <pc:docMk/>
            <pc:sldMk cId="3926940956" sldId="1023"/>
            <ac:spMk id="5" creationId="{6D5FFB33-EE71-BB03-B555-D5AC9BD51003}"/>
          </ac:spMkLst>
        </pc:spChg>
        <pc:spChg chg="add mod">
          <ac:chgData name="Palit, Tapti" userId="dec6fbcd-7598-406a-8cbf-504d4a3bac15" providerId="ADAL" clId="{ECD42228-5B96-4A72-B268-C46DF994E6B7}" dt="2024-01-30T17:12:30.700" v="93840"/>
          <ac:spMkLst>
            <pc:docMk/>
            <pc:sldMk cId="3926940956" sldId="1023"/>
            <ac:spMk id="6" creationId="{3E2BC944-AA4D-F445-AAAA-AEDDE94AC755}"/>
          </ac:spMkLst>
        </pc:spChg>
        <pc:spChg chg="add del mod">
          <ac:chgData name="Palit, Tapti" userId="dec6fbcd-7598-406a-8cbf-504d4a3bac15" providerId="ADAL" clId="{ECD42228-5B96-4A72-B268-C46DF994E6B7}" dt="2024-01-27T03:43:58.003" v="63062" actId="6264"/>
          <ac:spMkLst>
            <pc:docMk/>
            <pc:sldMk cId="3926940956" sldId="1023"/>
            <ac:spMk id="6" creationId="{5998B395-C7D9-6A87-1B7A-D05677D55D4D}"/>
          </ac:spMkLst>
        </pc:spChg>
        <pc:spChg chg="add del mod">
          <ac:chgData name="Palit, Tapti" userId="dec6fbcd-7598-406a-8cbf-504d4a3bac15" providerId="ADAL" clId="{ECD42228-5B96-4A72-B268-C46DF994E6B7}" dt="2024-01-27T03:43:58.003" v="63062" actId="6264"/>
          <ac:spMkLst>
            <pc:docMk/>
            <pc:sldMk cId="3926940956" sldId="1023"/>
            <ac:spMk id="7" creationId="{9D853C66-34D4-34A3-2482-6D80DACF4CFA}"/>
          </ac:spMkLst>
        </pc:spChg>
        <pc:spChg chg="add mod">
          <ac:chgData name="Palit, Tapti" userId="dec6fbcd-7598-406a-8cbf-504d4a3bac15" providerId="ADAL" clId="{ECD42228-5B96-4A72-B268-C46DF994E6B7}" dt="2024-01-30T17:12:30.700" v="93840"/>
          <ac:spMkLst>
            <pc:docMk/>
            <pc:sldMk cId="3926940956" sldId="1023"/>
            <ac:spMk id="7" creationId="{C1EBED47-4CFA-42D0-16C1-E3268B3FDBE8}"/>
          </ac:spMkLst>
        </pc:spChg>
        <pc:spChg chg="add mod">
          <ac:chgData name="Palit, Tapti" userId="dec6fbcd-7598-406a-8cbf-504d4a3bac15" providerId="ADAL" clId="{ECD42228-5B96-4A72-B268-C46DF994E6B7}" dt="2024-01-30T17:12:30.700" v="93840"/>
          <ac:spMkLst>
            <pc:docMk/>
            <pc:sldMk cId="3926940956" sldId="1023"/>
            <ac:spMk id="8" creationId="{6C5D866E-BACE-7095-C4F1-06A2D0A43673}"/>
          </ac:spMkLst>
        </pc:spChg>
        <pc:spChg chg="add del mod">
          <ac:chgData name="Palit, Tapti" userId="dec6fbcd-7598-406a-8cbf-504d4a3bac15" providerId="ADAL" clId="{ECD42228-5B96-4A72-B268-C46DF994E6B7}" dt="2024-01-27T03:43:58.003" v="63062" actId="6264"/>
          <ac:spMkLst>
            <pc:docMk/>
            <pc:sldMk cId="3926940956" sldId="1023"/>
            <ac:spMk id="8" creationId="{7ABD2C13-EBC2-9B30-8A4D-6864EE09A62B}"/>
          </ac:spMkLst>
        </pc:spChg>
        <pc:spChg chg="add del">
          <ac:chgData name="Palit, Tapti" userId="dec6fbcd-7598-406a-8cbf-504d4a3bac15" providerId="ADAL" clId="{ECD42228-5B96-4A72-B268-C46DF994E6B7}" dt="2024-01-27T16:08:36.022" v="63709" actId="22"/>
          <ac:spMkLst>
            <pc:docMk/>
            <pc:sldMk cId="3926940956" sldId="1023"/>
            <ac:spMk id="10" creationId="{934F009D-8421-0929-05A5-8160AACB5BBD}"/>
          </ac:spMkLst>
        </pc:spChg>
        <pc:spChg chg="add mod">
          <ac:chgData name="Palit, Tapti" userId="dec6fbcd-7598-406a-8cbf-504d4a3bac15" providerId="ADAL" clId="{ECD42228-5B96-4A72-B268-C46DF994E6B7}" dt="2024-01-30T17:12:30.700" v="93840"/>
          <ac:spMkLst>
            <pc:docMk/>
            <pc:sldMk cId="3926940956" sldId="1023"/>
            <ac:spMk id="11" creationId="{5BBCC3D6-A83C-E672-189D-38F54BF7E759}"/>
          </ac:spMkLst>
        </pc:spChg>
        <pc:spChg chg="mod">
          <ac:chgData name="Palit, Tapti" userId="dec6fbcd-7598-406a-8cbf-504d4a3bac15" providerId="ADAL" clId="{ECD42228-5B96-4A72-B268-C46DF994E6B7}" dt="2024-01-30T21:28:01.529" v="94868" actId="20577"/>
          <ac:spMkLst>
            <pc:docMk/>
            <pc:sldMk cId="3926940956" sldId="1023"/>
            <ac:spMk id="31" creationId="{A1AE6AAE-C7D3-E8E2-BBBE-C8BA0B0FDD7B}"/>
          </ac:spMkLst>
        </pc:spChg>
        <pc:graphicFrameChg chg="del mod modGraphic">
          <ac:chgData name="Palit, Tapti" userId="dec6fbcd-7598-406a-8cbf-504d4a3bac15" providerId="ADAL" clId="{ECD42228-5B96-4A72-B268-C46DF994E6B7}" dt="2024-01-30T17:12:24.047" v="93839" actId="478"/>
          <ac:graphicFrameMkLst>
            <pc:docMk/>
            <pc:sldMk cId="3926940956" sldId="1023"/>
            <ac:graphicFrameMk id="32" creationId="{662E3E91-EC1F-FAC9-6710-BA112B8C33B9}"/>
          </ac:graphicFrameMkLst>
        </pc:graphicFrameChg>
        <pc:cxnChg chg="add mod">
          <ac:chgData name="Palit, Tapti" userId="dec6fbcd-7598-406a-8cbf-504d4a3bac15" providerId="ADAL" clId="{ECD42228-5B96-4A72-B268-C46DF994E6B7}" dt="2024-01-30T17:12:30.700" v="93840"/>
          <ac:cxnSpMkLst>
            <pc:docMk/>
            <pc:sldMk cId="3926940956" sldId="1023"/>
            <ac:cxnSpMk id="9" creationId="{2DB4CB82-A7E4-5AEF-728D-6994BDB42795}"/>
          </ac:cxnSpMkLst>
        </pc:cxnChg>
        <pc:cxnChg chg="add mod">
          <ac:chgData name="Palit, Tapti" userId="dec6fbcd-7598-406a-8cbf-504d4a3bac15" providerId="ADAL" clId="{ECD42228-5B96-4A72-B268-C46DF994E6B7}" dt="2024-01-30T17:12:30.700" v="93840"/>
          <ac:cxnSpMkLst>
            <pc:docMk/>
            <pc:sldMk cId="3926940956" sldId="1023"/>
            <ac:cxnSpMk id="10" creationId="{26476821-BA35-4E51-F736-DEC680942A8D}"/>
          </ac:cxnSpMkLst>
        </pc:cxnChg>
        <pc:cxnChg chg="add mod">
          <ac:chgData name="Palit, Tapti" userId="dec6fbcd-7598-406a-8cbf-504d4a3bac15" providerId="ADAL" clId="{ECD42228-5B96-4A72-B268-C46DF994E6B7}" dt="2024-01-30T17:12:52.473" v="93853" actId="14100"/>
          <ac:cxnSpMkLst>
            <pc:docMk/>
            <pc:sldMk cId="3926940956" sldId="1023"/>
            <ac:cxnSpMk id="13" creationId="{9E372A13-3045-3859-C788-A9422D7BD9CA}"/>
          </ac:cxnSpMkLst>
        </pc:cxnChg>
        <pc:cxnChg chg="add mod">
          <ac:chgData name="Palit, Tapti" userId="dec6fbcd-7598-406a-8cbf-504d4a3bac15" providerId="ADAL" clId="{ECD42228-5B96-4A72-B268-C46DF994E6B7}" dt="2024-01-30T17:12:50.377" v="93852" actId="14100"/>
          <ac:cxnSpMkLst>
            <pc:docMk/>
            <pc:sldMk cId="3926940956" sldId="1023"/>
            <ac:cxnSpMk id="14" creationId="{6B8D200B-A2DB-C016-D2AE-461E33F48259}"/>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9T04:41:21.937" v="75731"/>
              <pc2:cmMkLst xmlns:pc2="http://schemas.microsoft.com/office/powerpoint/2019/9/main/command">
                <pc:docMk/>
                <pc:sldMk cId="3926940956" sldId="1023"/>
                <pc2:cmMk id="{10A918B6-37BF-4F76-A922-C85FBF218E78}"/>
              </pc2:cmMkLst>
            </pc226:cmChg>
          </p:ext>
        </pc:extLst>
      </pc:sldChg>
      <pc:sldChg chg="addSp delSp modSp mod addCm modCm modNotesTx">
        <pc:chgData name="Palit, Tapti" userId="dec6fbcd-7598-406a-8cbf-504d4a3bac15" providerId="ADAL" clId="{ECD42228-5B96-4A72-B268-C46DF994E6B7}" dt="2024-02-13T13:14:06.320" v="115793" actId="20577"/>
        <pc:sldMkLst>
          <pc:docMk/>
          <pc:sldMk cId="271275750" sldId="1024"/>
        </pc:sldMkLst>
        <pc:spChg chg="mod">
          <ac:chgData name="Palit, Tapti" userId="dec6fbcd-7598-406a-8cbf-504d4a3bac15" providerId="ADAL" clId="{ECD42228-5B96-4A72-B268-C46DF994E6B7}" dt="2024-01-27T04:02:18.745" v="63128" actId="20577"/>
          <ac:spMkLst>
            <pc:docMk/>
            <pc:sldMk cId="271275750" sldId="1024"/>
            <ac:spMk id="2" creationId="{E470CC57-6C32-7825-9CCD-F4A192D3119F}"/>
          </ac:spMkLst>
        </pc:spChg>
        <pc:spChg chg="mod">
          <ac:chgData name="Palit, Tapti" userId="dec6fbcd-7598-406a-8cbf-504d4a3bac15" providerId="ADAL" clId="{ECD42228-5B96-4A72-B268-C46DF994E6B7}" dt="2024-01-27T02:02:26.403" v="62011" actId="20577"/>
          <ac:spMkLst>
            <pc:docMk/>
            <pc:sldMk cId="271275750" sldId="1024"/>
            <ac:spMk id="3" creationId="{E4A3937F-3571-5A5D-0101-49651F5C7D3F}"/>
          </ac:spMkLst>
        </pc:spChg>
        <pc:spChg chg="mod">
          <ac:chgData name="Palit, Tapti" userId="dec6fbcd-7598-406a-8cbf-504d4a3bac15" providerId="ADAL" clId="{ECD42228-5B96-4A72-B268-C46DF994E6B7}" dt="2024-01-30T16:54:08.817" v="93112" actId="20577"/>
          <ac:spMkLst>
            <pc:docMk/>
            <pc:sldMk cId="271275750" sldId="1024"/>
            <ac:spMk id="5" creationId="{F5F324E9-714C-1CBF-1CCD-9A6C2AA76298}"/>
          </ac:spMkLst>
        </pc:spChg>
        <pc:spChg chg="mod">
          <ac:chgData name="Palit, Tapti" userId="dec6fbcd-7598-406a-8cbf-504d4a3bac15" providerId="ADAL" clId="{ECD42228-5B96-4A72-B268-C46DF994E6B7}" dt="2024-01-30T16:54:12.701" v="93114" actId="20577"/>
          <ac:spMkLst>
            <pc:docMk/>
            <pc:sldMk cId="271275750" sldId="1024"/>
            <ac:spMk id="6" creationId="{18132DDA-DB08-4137-C62D-F1B586D0284D}"/>
          </ac:spMkLst>
        </pc:spChg>
        <pc:spChg chg="mod">
          <ac:chgData name="Palit, Tapti" userId="dec6fbcd-7598-406a-8cbf-504d4a3bac15" providerId="ADAL" clId="{ECD42228-5B96-4A72-B268-C46DF994E6B7}" dt="2024-01-27T02:04:19.106" v="62128" actId="1076"/>
          <ac:spMkLst>
            <pc:docMk/>
            <pc:sldMk cId="271275750" sldId="1024"/>
            <ac:spMk id="8" creationId="{CD142230-6606-3059-9159-E801862B6AB2}"/>
          </ac:spMkLst>
        </pc:spChg>
        <pc:spChg chg="del mod">
          <ac:chgData name="Palit, Tapti" userId="dec6fbcd-7598-406a-8cbf-504d4a3bac15" providerId="ADAL" clId="{ECD42228-5B96-4A72-B268-C46DF994E6B7}" dt="2024-01-30T03:00:43.887" v="85036" actId="478"/>
          <ac:spMkLst>
            <pc:docMk/>
            <pc:sldMk cId="271275750" sldId="1024"/>
            <ac:spMk id="9" creationId="{A0FEF42B-E7F8-3BFC-B50B-0179F150BFEA}"/>
          </ac:spMkLst>
        </pc:spChg>
        <pc:spChg chg="add mod">
          <ac:chgData name="Palit, Tapti" userId="dec6fbcd-7598-406a-8cbf-504d4a3bac15" providerId="ADAL" clId="{ECD42228-5B96-4A72-B268-C46DF994E6B7}" dt="2024-01-30T19:44:25.604" v="94721" actId="20577"/>
          <ac:spMkLst>
            <pc:docMk/>
            <pc:sldMk cId="271275750" sldId="1024"/>
            <ac:spMk id="9" creationId="{B6EA2D89-810C-AE28-37BF-B9D24992AE20}"/>
          </ac:spMkLst>
        </pc:spChg>
        <pc:spChg chg="add mod">
          <ac:chgData name="Palit, Tapti" userId="dec6fbcd-7598-406a-8cbf-504d4a3bac15" providerId="ADAL" clId="{ECD42228-5B96-4A72-B268-C46DF994E6B7}" dt="2024-01-30T03:05:31.849" v="85091" actId="14100"/>
          <ac:spMkLst>
            <pc:docMk/>
            <pc:sldMk cId="271275750" sldId="1024"/>
            <ac:spMk id="10" creationId="{46849302-1299-6088-3944-A4A5A488C43C}"/>
          </ac:spMkLst>
        </pc:spChg>
        <pc:spChg chg="add mod">
          <ac:chgData name="Palit, Tapti" userId="dec6fbcd-7598-406a-8cbf-504d4a3bac15" providerId="ADAL" clId="{ECD42228-5B96-4A72-B268-C46DF994E6B7}" dt="2024-01-30T19:44:31.764" v="94725" actId="20577"/>
          <ac:spMkLst>
            <pc:docMk/>
            <pc:sldMk cId="271275750" sldId="1024"/>
            <ac:spMk id="12" creationId="{B45C68AF-79FF-97D3-03A3-B6F915DF77AF}"/>
          </ac:spMkLst>
        </pc:spChg>
        <pc:picChg chg="add mod">
          <ac:chgData name="Palit, Tapti" userId="dec6fbcd-7598-406a-8cbf-504d4a3bac15" providerId="ADAL" clId="{ECD42228-5B96-4A72-B268-C46DF994E6B7}" dt="2024-01-30T03:00:52.121" v="85039" actId="14100"/>
          <ac:picMkLst>
            <pc:docMk/>
            <pc:sldMk cId="271275750" sldId="1024"/>
            <ac:picMk id="11" creationId="{923357D2-30CA-B996-1977-2EE94E9B961D}"/>
          </ac:picMkLst>
        </pc:picChg>
        <pc:cxnChg chg="mod">
          <ac:chgData name="Palit, Tapti" userId="dec6fbcd-7598-406a-8cbf-504d4a3bac15" providerId="ADAL" clId="{ECD42228-5B96-4A72-B268-C46DF994E6B7}" dt="2024-01-27T02:04:19.106" v="62128" actId="1076"/>
          <ac:cxnSpMkLst>
            <pc:docMk/>
            <pc:sldMk cId="271275750" sldId="1024"/>
            <ac:cxnSpMk id="7" creationId="{BC8EB2D9-0A72-0953-FC3C-1ECB90465A5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23:44.835" v="112510"/>
              <pc2:cmMkLst xmlns:pc2="http://schemas.microsoft.com/office/powerpoint/2019/9/main/command">
                <pc:docMk/>
                <pc:sldMk cId="271275750" sldId="1024"/>
                <pc2:cmMk id="{C3125093-DDEE-4F4A-9578-6E2304D1A06D}"/>
              </pc2:cmMkLst>
            </pc226:cmChg>
            <pc226:cmChg xmlns:pc226="http://schemas.microsoft.com/office/powerpoint/2022/06/main/command" chg="">
              <pc226:chgData name="Palit, Tapti" userId="dec6fbcd-7598-406a-8cbf-504d4a3bac15" providerId="ADAL" clId="{ECD42228-5B96-4A72-B268-C46DF994E6B7}" dt="2024-02-08T20:41:38.774" v="100662"/>
              <pc2:cmMkLst xmlns:pc2="http://schemas.microsoft.com/office/powerpoint/2019/9/main/command">
                <pc:docMk/>
                <pc:sldMk cId="271275750" sldId="1024"/>
                <pc2:cmMk id="{B2BDA4D2-2882-4B08-B924-A3B27FC51D67}"/>
              </pc2:cmMkLst>
              <pc226:cmRplyChg chg="add">
                <pc226:chgData name="Palit, Tapti" userId="dec6fbcd-7598-406a-8cbf-504d4a3bac15" providerId="ADAL" clId="{ECD42228-5B96-4A72-B268-C46DF994E6B7}" dt="2024-02-08T20:41:38.774" v="100662"/>
                <pc2:cmRplyMkLst xmlns:pc2="http://schemas.microsoft.com/office/powerpoint/2019/9/main/command">
                  <pc:docMk/>
                  <pc:sldMk cId="271275750" sldId="1024"/>
                  <pc2:cmMk id="{B2BDA4D2-2882-4B08-B924-A3B27FC51D67}"/>
                  <pc2:cmRplyMk id="{6D883C5A-4879-46BF-BAC8-B4744EC20BB5}"/>
                </pc2:cmRplyMkLst>
              </pc226:cmRplyChg>
            </pc226:cmChg>
          </p:ext>
        </pc:extLst>
      </pc:sldChg>
      <pc:sldChg chg="addSp delSp modSp mod modClrScheme chgLayout">
        <pc:chgData name="Palit, Tapti" userId="dec6fbcd-7598-406a-8cbf-504d4a3bac15" providerId="ADAL" clId="{ECD42228-5B96-4A72-B268-C46DF994E6B7}" dt="2024-01-30T19:44:42.334" v="94731" actId="20577"/>
        <pc:sldMkLst>
          <pc:docMk/>
          <pc:sldMk cId="395946385" sldId="1025"/>
        </pc:sldMkLst>
        <pc:spChg chg="mod ord">
          <ac:chgData name="Palit, Tapti" userId="dec6fbcd-7598-406a-8cbf-504d4a3bac15" providerId="ADAL" clId="{ECD42228-5B96-4A72-B268-C46DF994E6B7}" dt="2024-01-30T19:22:32.061" v="93981" actId="700"/>
          <ac:spMkLst>
            <pc:docMk/>
            <pc:sldMk cId="395946385" sldId="1025"/>
            <ac:spMk id="2" creationId="{E470CC57-6C32-7825-9CCD-F4A192D3119F}"/>
          </ac:spMkLst>
        </pc:spChg>
        <pc:spChg chg="mod ord">
          <ac:chgData name="Palit, Tapti" userId="dec6fbcd-7598-406a-8cbf-504d4a3bac15" providerId="ADAL" clId="{ECD42228-5B96-4A72-B268-C46DF994E6B7}" dt="2024-01-30T19:22:32.061" v="93981" actId="700"/>
          <ac:spMkLst>
            <pc:docMk/>
            <pc:sldMk cId="395946385" sldId="1025"/>
            <ac:spMk id="3" creationId="{E4A3937F-3571-5A5D-0101-49651F5C7D3F}"/>
          </ac:spMkLst>
        </pc:spChg>
        <pc:spChg chg="mod ord">
          <ac:chgData name="Palit, Tapti" userId="dec6fbcd-7598-406a-8cbf-504d4a3bac15" providerId="ADAL" clId="{ECD42228-5B96-4A72-B268-C46DF994E6B7}" dt="2024-01-30T19:22:32.061" v="93981" actId="700"/>
          <ac:spMkLst>
            <pc:docMk/>
            <pc:sldMk cId="395946385" sldId="1025"/>
            <ac:spMk id="4" creationId="{84E4AC4E-46D8-F107-6CE5-3DD0AA5C64D2}"/>
          </ac:spMkLst>
        </pc:spChg>
        <pc:spChg chg="add mod">
          <ac:chgData name="Palit, Tapti" userId="dec6fbcd-7598-406a-8cbf-504d4a3bac15" providerId="ADAL" clId="{ECD42228-5B96-4A72-B268-C46DF994E6B7}" dt="2024-01-30T03:05:24.985" v="85090" actId="14100"/>
          <ac:spMkLst>
            <pc:docMk/>
            <pc:sldMk cId="395946385" sldId="1025"/>
            <ac:spMk id="5" creationId="{0170A918-B646-3767-DDF3-CCA132463C1F}"/>
          </ac:spMkLst>
        </pc:spChg>
        <pc:spChg chg="del">
          <ac:chgData name="Palit, Tapti" userId="dec6fbcd-7598-406a-8cbf-504d4a3bac15" providerId="ADAL" clId="{ECD42228-5B96-4A72-B268-C46DF994E6B7}" dt="2024-01-27T02:04:45.247" v="62130" actId="478"/>
          <ac:spMkLst>
            <pc:docMk/>
            <pc:sldMk cId="395946385" sldId="1025"/>
            <ac:spMk id="5" creationId="{F5F324E9-714C-1CBF-1CCD-9A6C2AA76298}"/>
          </ac:spMkLst>
        </pc:spChg>
        <pc:spChg chg="del">
          <ac:chgData name="Palit, Tapti" userId="dec6fbcd-7598-406a-8cbf-504d4a3bac15" providerId="ADAL" clId="{ECD42228-5B96-4A72-B268-C46DF994E6B7}" dt="2024-01-27T02:04:45.247" v="62130" actId="478"/>
          <ac:spMkLst>
            <pc:docMk/>
            <pc:sldMk cId="395946385" sldId="1025"/>
            <ac:spMk id="6" creationId="{18132DDA-DB08-4137-C62D-F1B586D0284D}"/>
          </ac:spMkLst>
        </pc:spChg>
        <pc:spChg chg="add mod">
          <ac:chgData name="Palit, Tapti" userId="dec6fbcd-7598-406a-8cbf-504d4a3bac15" providerId="ADAL" clId="{ECD42228-5B96-4A72-B268-C46DF994E6B7}" dt="2024-01-30T19:44:42.334" v="94731" actId="20577"/>
          <ac:spMkLst>
            <pc:docMk/>
            <pc:sldMk cId="395946385" sldId="1025"/>
            <ac:spMk id="7" creationId="{6452CF1B-78A0-4648-919A-8D05EDE36AEA}"/>
          </ac:spMkLst>
        </pc:spChg>
        <pc:spChg chg="add del mod">
          <ac:chgData name="Palit, Tapti" userId="dec6fbcd-7598-406a-8cbf-504d4a3bac15" providerId="ADAL" clId="{ECD42228-5B96-4A72-B268-C46DF994E6B7}" dt="2024-01-30T19:18:00.913" v="93975" actId="478"/>
          <ac:spMkLst>
            <pc:docMk/>
            <pc:sldMk cId="395946385" sldId="1025"/>
            <ac:spMk id="8" creationId="{32D7F35A-CD5B-AE3A-0351-0EA4B4028233}"/>
          </ac:spMkLst>
        </pc:spChg>
        <pc:spChg chg="del">
          <ac:chgData name="Palit, Tapti" userId="dec6fbcd-7598-406a-8cbf-504d4a3bac15" providerId="ADAL" clId="{ECD42228-5B96-4A72-B268-C46DF994E6B7}" dt="2024-01-27T02:04:45.247" v="62130" actId="478"/>
          <ac:spMkLst>
            <pc:docMk/>
            <pc:sldMk cId="395946385" sldId="1025"/>
            <ac:spMk id="8" creationId="{CD142230-6606-3059-9159-E801862B6AB2}"/>
          </ac:spMkLst>
        </pc:spChg>
        <pc:spChg chg="add mod">
          <ac:chgData name="Palit, Tapti" userId="dec6fbcd-7598-406a-8cbf-504d4a3bac15" providerId="ADAL" clId="{ECD42228-5B96-4A72-B268-C46DF994E6B7}" dt="2024-01-30T19:44:36.495" v="94727" actId="20577"/>
          <ac:spMkLst>
            <pc:docMk/>
            <pc:sldMk cId="395946385" sldId="1025"/>
            <ac:spMk id="9" creationId="{548E055E-8202-34EC-F68E-0D55388DC0B5}"/>
          </ac:spMkLst>
        </pc:spChg>
        <pc:spChg chg="del">
          <ac:chgData name="Palit, Tapti" userId="dec6fbcd-7598-406a-8cbf-504d4a3bac15" providerId="ADAL" clId="{ECD42228-5B96-4A72-B268-C46DF994E6B7}" dt="2024-01-27T02:04:45.247" v="62130" actId="478"/>
          <ac:spMkLst>
            <pc:docMk/>
            <pc:sldMk cId="395946385" sldId="1025"/>
            <ac:spMk id="9" creationId="{A0FEF42B-E7F8-3BFC-B50B-0179F150BFEA}"/>
          </ac:spMkLst>
        </pc:spChg>
        <pc:spChg chg="add mod">
          <ac:chgData name="Palit, Tapti" userId="dec6fbcd-7598-406a-8cbf-504d4a3bac15" providerId="ADAL" clId="{ECD42228-5B96-4A72-B268-C46DF994E6B7}" dt="2024-01-30T16:54:16.301" v="93115" actId="20577"/>
          <ac:spMkLst>
            <pc:docMk/>
            <pc:sldMk cId="395946385" sldId="1025"/>
            <ac:spMk id="11" creationId="{29307AF8-12AE-6E55-7E39-F5C536917790}"/>
          </ac:spMkLst>
        </pc:spChg>
        <pc:spChg chg="add mod">
          <ac:chgData name="Palit, Tapti" userId="dec6fbcd-7598-406a-8cbf-504d4a3bac15" providerId="ADAL" clId="{ECD42228-5B96-4A72-B268-C46DF994E6B7}" dt="2024-01-30T16:54:21.971" v="93118" actId="20577"/>
          <ac:spMkLst>
            <pc:docMk/>
            <pc:sldMk cId="395946385" sldId="1025"/>
            <ac:spMk id="12" creationId="{A0852633-8E31-2A62-E860-8DFCA65ACC96}"/>
          </ac:spMkLst>
        </pc:spChg>
        <pc:spChg chg="add mod">
          <ac:chgData name="Palit, Tapti" userId="dec6fbcd-7598-406a-8cbf-504d4a3bac15" providerId="ADAL" clId="{ECD42228-5B96-4A72-B268-C46DF994E6B7}" dt="2024-01-27T03:41:23.663" v="63006" actId="1076"/>
          <ac:spMkLst>
            <pc:docMk/>
            <pc:sldMk cId="395946385" sldId="1025"/>
            <ac:spMk id="14" creationId="{99307434-CDE7-A06A-150C-EAE54C4A357B}"/>
          </ac:spMkLst>
        </pc:spChg>
        <pc:spChg chg="add mod ord">
          <ac:chgData name="Palit, Tapti" userId="dec6fbcd-7598-406a-8cbf-504d4a3bac15" providerId="ADAL" clId="{ECD42228-5B96-4A72-B268-C46DF994E6B7}" dt="2024-01-30T19:23:08.957" v="94024" actId="20577"/>
          <ac:spMkLst>
            <pc:docMk/>
            <pc:sldMk cId="395946385" sldId="1025"/>
            <ac:spMk id="15" creationId="{0888F352-8C5F-6E76-4296-4B2830B4F613}"/>
          </ac:spMkLst>
        </pc:spChg>
        <pc:spChg chg="add del mod">
          <ac:chgData name="Palit, Tapti" userId="dec6fbcd-7598-406a-8cbf-504d4a3bac15" providerId="ADAL" clId="{ECD42228-5B96-4A72-B268-C46DF994E6B7}" dt="2024-01-30T03:00:56.371" v="85040" actId="478"/>
          <ac:spMkLst>
            <pc:docMk/>
            <pc:sldMk cId="395946385" sldId="1025"/>
            <ac:spMk id="15" creationId="{47F17FE7-CC15-A36A-4194-D4565C7062F4}"/>
          </ac:spMkLst>
        </pc:spChg>
        <pc:picChg chg="add mod">
          <ac:chgData name="Palit, Tapti" userId="dec6fbcd-7598-406a-8cbf-504d4a3bac15" providerId="ADAL" clId="{ECD42228-5B96-4A72-B268-C46DF994E6B7}" dt="2024-01-30T03:01:32.111" v="85048" actId="1076"/>
          <ac:picMkLst>
            <pc:docMk/>
            <pc:sldMk cId="395946385" sldId="1025"/>
            <ac:picMk id="6" creationId="{58A45215-2165-9773-A4DA-17EC016BF255}"/>
          </ac:picMkLst>
        </pc:picChg>
        <pc:picChg chg="mod">
          <ac:chgData name="Palit, Tapti" userId="dec6fbcd-7598-406a-8cbf-504d4a3bac15" providerId="ADAL" clId="{ECD42228-5B96-4A72-B268-C46DF994E6B7}" dt="2024-01-30T19:22:34.379" v="93982" actId="1076"/>
          <ac:picMkLst>
            <pc:docMk/>
            <pc:sldMk cId="395946385" sldId="1025"/>
            <ac:picMk id="10" creationId="{613987A6-F187-E522-A11D-DFEAB29D1236}"/>
          </ac:picMkLst>
        </pc:picChg>
        <pc:cxnChg chg="del mod">
          <ac:chgData name="Palit, Tapti" userId="dec6fbcd-7598-406a-8cbf-504d4a3bac15" providerId="ADAL" clId="{ECD42228-5B96-4A72-B268-C46DF994E6B7}" dt="2024-01-27T02:04:45.247" v="62130" actId="478"/>
          <ac:cxnSpMkLst>
            <pc:docMk/>
            <pc:sldMk cId="395946385" sldId="1025"/>
            <ac:cxnSpMk id="7" creationId="{BC8EB2D9-0A72-0953-FC3C-1ECB90465A56}"/>
          </ac:cxnSpMkLst>
        </pc:cxnChg>
        <pc:cxnChg chg="add mod">
          <ac:chgData name="Palit, Tapti" userId="dec6fbcd-7598-406a-8cbf-504d4a3bac15" providerId="ADAL" clId="{ECD42228-5B96-4A72-B268-C46DF994E6B7}" dt="2024-01-27T02:04:53.075" v="62131"/>
          <ac:cxnSpMkLst>
            <pc:docMk/>
            <pc:sldMk cId="395946385" sldId="1025"/>
            <ac:cxnSpMk id="13" creationId="{37C1C6C8-4576-F2D5-D089-08AEDDB464F4}"/>
          </ac:cxnSpMkLst>
        </pc:cxnChg>
      </pc:sldChg>
      <pc:sldChg chg="addSp delSp modSp del mod addCm">
        <pc:chgData name="Palit, Tapti" userId="dec6fbcd-7598-406a-8cbf-504d4a3bac15" providerId="ADAL" clId="{ECD42228-5B96-4A72-B268-C46DF994E6B7}" dt="2024-01-28T03:47:38.566" v="67439" actId="47"/>
        <pc:sldMkLst>
          <pc:docMk/>
          <pc:sldMk cId="1600423913" sldId="1026"/>
        </pc:sldMkLst>
        <pc:spChg chg="del mod">
          <ac:chgData name="Palit, Tapti" userId="dec6fbcd-7598-406a-8cbf-504d4a3bac15" providerId="ADAL" clId="{ECD42228-5B96-4A72-B268-C46DF994E6B7}" dt="2024-01-28T02:27:06.394" v="67396" actId="478"/>
          <ac:spMkLst>
            <pc:docMk/>
            <pc:sldMk cId="1600423913" sldId="1026"/>
            <ac:spMk id="3" creationId="{1DE32838-0EFD-ED43-CD51-D5E95C26D3D4}"/>
          </ac:spMkLst>
        </pc:spChg>
        <pc:spChg chg="add mod">
          <ac:chgData name="Palit, Tapti" userId="dec6fbcd-7598-406a-8cbf-504d4a3bac15" providerId="ADAL" clId="{ECD42228-5B96-4A72-B268-C46DF994E6B7}" dt="2024-01-28T02:27:06.394" v="67396" actId="478"/>
          <ac:spMkLst>
            <pc:docMk/>
            <pc:sldMk cId="1600423913" sldId="1026"/>
            <ac:spMk id="6" creationId="{F2BC335F-E1BC-BAE0-1813-A1C89CF9AAD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01:09.197" v="67394"/>
              <pc2:cmMkLst xmlns:pc2="http://schemas.microsoft.com/office/powerpoint/2019/9/main/command">
                <pc:docMk/>
                <pc:sldMk cId="1600423913" sldId="1026"/>
                <pc2:cmMk id="{90075579-E442-4764-BFCC-C181C808E853}"/>
              </pc2:cmMkLst>
            </pc226:cmChg>
          </p:ext>
        </pc:extLst>
      </pc:sldChg>
      <pc:sldChg chg="modSp del mod">
        <pc:chgData name="Palit, Tapti" userId="dec6fbcd-7598-406a-8cbf-504d4a3bac15" providerId="ADAL" clId="{ECD42228-5B96-4A72-B268-C46DF994E6B7}" dt="2024-01-27T21:30:06.770" v="65329" actId="2696"/>
        <pc:sldMkLst>
          <pc:docMk/>
          <pc:sldMk cId="1072800903" sldId="1027"/>
        </pc:sldMkLst>
        <pc:spChg chg="mod">
          <ac:chgData name="Palit, Tapti" userId="dec6fbcd-7598-406a-8cbf-504d4a3bac15" providerId="ADAL" clId="{ECD42228-5B96-4A72-B268-C46DF994E6B7}" dt="2024-01-27T03:53:34.920" v="63069" actId="20577"/>
          <ac:spMkLst>
            <pc:docMk/>
            <pc:sldMk cId="1072800903" sldId="1027"/>
            <ac:spMk id="3" creationId="{718731F3-A54E-5387-C447-464520FADB53}"/>
          </ac:spMkLst>
        </pc:spChg>
        <pc:spChg chg="mod">
          <ac:chgData name="Palit, Tapti" userId="dec6fbcd-7598-406a-8cbf-504d4a3bac15" providerId="ADAL" clId="{ECD42228-5B96-4A72-B268-C46DF994E6B7}" dt="2024-01-27T02:44:19.036" v="62287" actId="20577"/>
          <ac:spMkLst>
            <pc:docMk/>
            <pc:sldMk cId="1072800903" sldId="1027"/>
            <ac:spMk id="13" creationId="{DC9952A5-D4AA-48DB-2BE7-931A7943F3FA}"/>
          </ac:spMkLst>
        </pc:spChg>
        <pc:spChg chg="mod">
          <ac:chgData name="Palit, Tapti" userId="dec6fbcd-7598-406a-8cbf-504d4a3bac15" providerId="ADAL" clId="{ECD42228-5B96-4A72-B268-C46DF994E6B7}" dt="2024-01-27T02:45:14.589" v="62308" actId="1076"/>
          <ac:spMkLst>
            <pc:docMk/>
            <pc:sldMk cId="1072800903" sldId="1027"/>
            <ac:spMk id="14" creationId="{41691B7A-4D79-9769-AABF-974AD25932B3}"/>
          </ac:spMkLst>
        </pc:spChg>
      </pc:sldChg>
      <pc:sldChg chg="add del mod modShow">
        <pc:chgData name="Palit, Tapti" userId="dec6fbcd-7598-406a-8cbf-504d4a3bac15" providerId="ADAL" clId="{ECD42228-5B96-4A72-B268-C46DF994E6B7}" dt="2024-01-28T03:44:01.241" v="67437" actId="47"/>
        <pc:sldMkLst>
          <pc:docMk/>
          <pc:sldMk cId="2362010012" sldId="1027"/>
        </pc:sldMkLst>
      </pc:sldChg>
      <pc:sldChg chg="add del mod modShow">
        <pc:chgData name="Palit, Tapti" userId="dec6fbcd-7598-406a-8cbf-504d4a3bac15" providerId="ADAL" clId="{ECD42228-5B96-4A72-B268-C46DF994E6B7}" dt="2024-01-28T03:44:01.241" v="67437" actId="47"/>
        <pc:sldMkLst>
          <pc:docMk/>
          <pc:sldMk cId="338300706" sldId="1028"/>
        </pc:sldMkLst>
      </pc:sldChg>
      <pc:sldChg chg="modSp del mod">
        <pc:chgData name="Palit, Tapti" userId="dec6fbcd-7598-406a-8cbf-504d4a3bac15" providerId="ADAL" clId="{ECD42228-5B96-4A72-B268-C46DF994E6B7}" dt="2024-01-27T21:30:06.770" v="65329" actId="2696"/>
        <pc:sldMkLst>
          <pc:docMk/>
          <pc:sldMk cId="2515668265" sldId="1028"/>
        </pc:sldMkLst>
        <pc:spChg chg="mod">
          <ac:chgData name="Palit, Tapti" userId="dec6fbcd-7598-406a-8cbf-504d4a3bac15" providerId="ADAL" clId="{ECD42228-5B96-4A72-B268-C46DF994E6B7}" dt="2024-01-27T03:53:29.471" v="63068" actId="20577"/>
          <ac:spMkLst>
            <pc:docMk/>
            <pc:sldMk cId="2515668265" sldId="1028"/>
            <ac:spMk id="3" creationId="{718731F3-A54E-5387-C447-464520FADB53}"/>
          </ac:spMkLst>
        </pc:spChg>
        <pc:spChg chg="mod">
          <ac:chgData name="Palit, Tapti" userId="dec6fbcd-7598-406a-8cbf-504d4a3bac15" providerId="ADAL" clId="{ECD42228-5B96-4A72-B268-C46DF994E6B7}" dt="2024-01-27T02:44:08.847" v="62251" actId="20577"/>
          <ac:spMkLst>
            <pc:docMk/>
            <pc:sldMk cId="2515668265" sldId="1028"/>
            <ac:spMk id="13" creationId="{DC9952A5-D4AA-48DB-2BE7-931A7943F3FA}"/>
          </ac:spMkLst>
        </pc:spChg>
        <pc:spChg chg="mod">
          <ac:chgData name="Palit, Tapti" userId="dec6fbcd-7598-406a-8cbf-504d4a3bac15" providerId="ADAL" clId="{ECD42228-5B96-4A72-B268-C46DF994E6B7}" dt="2024-01-27T02:45:02.661" v="62307" actId="1076"/>
          <ac:spMkLst>
            <pc:docMk/>
            <pc:sldMk cId="2515668265" sldId="1028"/>
            <ac:spMk id="14" creationId="{41691B7A-4D79-9769-AABF-974AD25932B3}"/>
          </ac:spMkLst>
        </pc:spChg>
      </pc:sldChg>
      <pc:sldChg chg="modSp del mod">
        <pc:chgData name="Palit, Tapti" userId="dec6fbcd-7598-406a-8cbf-504d4a3bac15" providerId="ADAL" clId="{ECD42228-5B96-4A72-B268-C46DF994E6B7}" dt="2024-01-28T22:01:16.961" v="69534" actId="2696"/>
        <pc:sldMkLst>
          <pc:docMk/>
          <pc:sldMk cId="478277902" sldId="1029"/>
        </pc:sldMkLst>
        <pc:spChg chg="mod">
          <ac:chgData name="Palit, Tapti" userId="dec6fbcd-7598-406a-8cbf-504d4a3bac15" providerId="ADAL" clId="{ECD42228-5B96-4A72-B268-C46DF994E6B7}" dt="2024-01-28T01:42:31.982" v="67387" actId="114"/>
          <ac:spMkLst>
            <pc:docMk/>
            <pc:sldMk cId="478277902" sldId="1029"/>
            <ac:spMk id="3" creationId="{1DE32838-0EFD-ED43-CD51-D5E95C26D3D4}"/>
          </ac:spMkLst>
        </pc:spChg>
      </pc:sldChg>
      <pc:sldChg chg="add mod modShow">
        <pc:chgData name="Palit, Tapti" userId="dec6fbcd-7598-406a-8cbf-504d4a3bac15" providerId="ADAL" clId="{ECD42228-5B96-4A72-B268-C46DF994E6B7}" dt="2024-01-28T22:01:46.692" v="69549" actId="729"/>
        <pc:sldMkLst>
          <pc:docMk/>
          <pc:sldMk cId="4012539516" sldId="1029"/>
        </pc:sldMkLst>
      </pc:sldChg>
      <pc:sldChg chg="modSp mod modAnim modNotesTx">
        <pc:chgData name="Palit, Tapti" userId="dec6fbcd-7598-406a-8cbf-504d4a3bac15" providerId="ADAL" clId="{ECD42228-5B96-4A72-B268-C46DF994E6B7}" dt="2024-02-11T18:11:51.457" v="111430"/>
        <pc:sldMkLst>
          <pc:docMk/>
          <pc:sldMk cId="2951242320" sldId="1030"/>
        </pc:sldMkLst>
        <pc:spChg chg="mod">
          <ac:chgData name="Palit, Tapti" userId="dec6fbcd-7598-406a-8cbf-504d4a3bac15" providerId="ADAL" clId="{ECD42228-5B96-4A72-B268-C46DF994E6B7}" dt="2024-01-26T16:26:20.206" v="61858" actId="20577"/>
          <ac:spMkLst>
            <pc:docMk/>
            <pc:sldMk cId="2951242320" sldId="1030"/>
            <ac:spMk id="3" creationId="{2246E50D-C821-CBE0-85B0-00E195167CAF}"/>
          </ac:spMkLst>
        </pc:spChg>
      </pc:sldChg>
      <pc:sldChg chg="add mod modShow">
        <pc:chgData name="Palit, Tapti" userId="dec6fbcd-7598-406a-8cbf-504d4a3bac15" providerId="ADAL" clId="{ECD42228-5B96-4A72-B268-C46DF994E6B7}" dt="2024-01-29T02:35:47.517" v="74599" actId="729"/>
        <pc:sldMkLst>
          <pc:docMk/>
          <pc:sldMk cId="385804854" sldId="1031"/>
        </pc:sldMkLst>
      </pc:sldChg>
      <pc:sldChg chg="modSp del mod modAnim">
        <pc:chgData name="Palit, Tapti" userId="dec6fbcd-7598-406a-8cbf-504d4a3bac15" providerId="ADAL" clId="{ECD42228-5B96-4A72-B268-C46DF994E6B7}" dt="2024-01-29T02:35:41.927" v="74597" actId="2696"/>
        <pc:sldMkLst>
          <pc:docMk/>
          <pc:sldMk cId="3400384913" sldId="1031"/>
        </pc:sldMkLst>
        <pc:spChg chg="mod">
          <ac:chgData name="Palit, Tapti" userId="dec6fbcd-7598-406a-8cbf-504d4a3bac15" providerId="ADAL" clId="{ECD42228-5B96-4A72-B268-C46DF994E6B7}" dt="2024-01-28T00:48:10.638" v="67140" actId="20577"/>
          <ac:spMkLst>
            <pc:docMk/>
            <pc:sldMk cId="3400384913" sldId="1031"/>
            <ac:spMk id="2" creationId="{D7EC638E-4A77-46B8-B32A-298B47F2DEB0}"/>
          </ac:spMkLst>
        </pc:spChg>
        <pc:spChg chg="mod">
          <ac:chgData name="Palit, Tapti" userId="dec6fbcd-7598-406a-8cbf-504d4a3bac15" providerId="ADAL" clId="{ECD42228-5B96-4A72-B268-C46DF994E6B7}" dt="2024-01-27T04:06:56.521" v="63205" actId="20577"/>
          <ac:spMkLst>
            <pc:docMk/>
            <pc:sldMk cId="3400384913" sldId="1031"/>
            <ac:spMk id="3" creationId="{DBF81D88-EE7F-4956-ADB0-DA856615FD00}"/>
          </ac:spMkLst>
        </pc:spChg>
        <pc:spChg chg="mod">
          <ac:chgData name="Palit, Tapti" userId="dec6fbcd-7598-406a-8cbf-504d4a3bac15" providerId="ADAL" clId="{ECD42228-5B96-4A72-B268-C46DF994E6B7}" dt="2024-01-27T03:00:56.774" v="62533" actId="207"/>
          <ac:spMkLst>
            <pc:docMk/>
            <pc:sldMk cId="3400384913" sldId="1031"/>
            <ac:spMk id="31" creationId="{A1AE6AAE-C7D3-E8E2-BBBE-C8BA0B0FDD7B}"/>
          </ac:spMkLst>
        </pc:spChg>
      </pc:sldChg>
      <pc:sldChg chg="del">
        <pc:chgData name="Palit, Tapti" userId="dec6fbcd-7598-406a-8cbf-504d4a3bac15" providerId="ADAL" clId="{ECD42228-5B96-4A72-B268-C46DF994E6B7}" dt="2024-01-26T21:24:07.210" v="61900" actId="2696"/>
        <pc:sldMkLst>
          <pc:docMk/>
          <pc:sldMk cId="3824714029" sldId="1032"/>
        </pc:sldMkLst>
      </pc:sldChg>
      <pc:sldChg chg="add del mod modShow">
        <pc:chgData name="Palit, Tapti" userId="dec6fbcd-7598-406a-8cbf-504d4a3bac15" providerId="ADAL" clId="{ECD42228-5B96-4A72-B268-C46DF994E6B7}" dt="2024-01-28T03:44:01.241" v="67437" actId="47"/>
        <pc:sldMkLst>
          <pc:docMk/>
          <pc:sldMk cId="4105096930" sldId="1032"/>
        </pc:sldMkLst>
      </pc:sldChg>
      <pc:sldChg chg="modSp mod">
        <pc:chgData name="Palit, Tapti" userId="dec6fbcd-7598-406a-8cbf-504d4a3bac15" providerId="ADAL" clId="{ECD42228-5B96-4A72-B268-C46DF994E6B7}" dt="2024-01-29T23:44:33.456" v="83025" actId="20577"/>
        <pc:sldMkLst>
          <pc:docMk/>
          <pc:sldMk cId="1040606210" sldId="1033"/>
        </pc:sldMkLst>
        <pc:spChg chg="mod">
          <ac:chgData name="Palit, Tapti" userId="dec6fbcd-7598-406a-8cbf-504d4a3bac15" providerId="ADAL" clId="{ECD42228-5B96-4A72-B268-C46DF994E6B7}" dt="2024-01-29T23:44:33.456" v="83025" actId="20577"/>
          <ac:spMkLst>
            <pc:docMk/>
            <pc:sldMk cId="1040606210" sldId="1033"/>
            <ac:spMk id="5" creationId="{D2BE94A9-6C37-52C8-1C76-B6946FAE9B43}"/>
          </ac:spMkLst>
        </pc:spChg>
      </pc:sldChg>
      <pc:sldChg chg="addSp delSp modSp mod delCm modCm chgLayout modNotesTx">
        <pc:chgData name="Palit, Tapti" userId="dec6fbcd-7598-406a-8cbf-504d4a3bac15" providerId="ADAL" clId="{ECD42228-5B96-4A72-B268-C46DF994E6B7}" dt="2024-02-15T15:15:16.439" v="116106" actId="20577"/>
        <pc:sldMkLst>
          <pc:docMk/>
          <pc:sldMk cId="3386390439" sldId="1034"/>
        </pc:sldMkLst>
        <pc:spChg chg="add mod">
          <ac:chgData name="Palit, Tapti" userId="dec6fbcd-7598-406a-8cbf-504d4a3bac15" providerId="ADAL" clId="{ECD42228-5B96-4A72-B268-C46DF994E6B7}" dt="2024-02-08T20:21:47.803" v="100572" actId="1076"/>
          <ac:spMkLst>
            <pc:docMk/>
            <pc:sldMk cId="3386390439" sldId="1034"/>
            <ac:spMk id="2" creationId="{B16CB0CC-B28E-E01B-974F-AFF1D9C3B81A}"/>
          </ac:spMkLst>
        </pc:spChg>
        <pc:spChg chg="add del mod">
          <ac:chgData name="Palit, Tapti" userId="dec6fbcd-7598-406a-8cbf-504d4a3bac15" providerId="ADAL" clId="{ECD42228-5B96-4A72-B268-C46DF994E6B7}" dt="2024-01-30T02:12:39.242" v="83741" actId="6264"/>
          <ac:spMkLst>
            <pc:docMk/>
            <pc:sldMk cId="3386390439" sldId="1034"/>
            <ac:spMk id="2" creationId="{B41F5BDF-526D-005A-79EE-1A9ADC5BFF62}"/>
          </ac:spMkLst>
        </pc:spChg>
        <pc:spChg chg="mod ord">
          <ac:chgData name="Palit, Tapti" userId="dec6fbcd-7598-406a-8cbf-504d4a3bac15" providerId="ADAL" clId="{ECD42228-5B96-4A72-B268-C46DF994E6B7}" dt="2024-01-30T02:44:20.648" v="84179" actId="6264"/>
          <ac:spMkLst>
            <pc:docMk/>
            <pc:sldMk cId="3386390439" sldId="1034"/>
            <ac:spMk id="3" creationId="{F41F5800-0C87-D92F-5B6B-52E096B070E2}"/>
          </ac:spMkLst>
        </pc:spChg>
        <pc:spChg chg="mod ord">
          <ac:chgData name="Palit, Tapti" userId="dec6fbcd-7598-406a-8cbf-504d4a3bac15" providerId="ADAL" clId="{ECD42228-5B96-4A72-B268-C46DF994E6B7}" dt="2024-01-30T02:44:20.648" v="84179" actId="6264"/>
          <ac:spMkLst>
            <pc:docMk/>
            <pc:sldMk cId="3386390439" sldId="1034"/>
            <ac:spMk id="4" creationId="{72B504F4-99B0-8DB2-F091-585A12AE0CD7}"/>
          </ac:spMkLst>
        </pc:spChg>
        <pc:spChg chg="add mod">
          <ac:chgData name="Palit, Tapti" userId="dec6fbcd-7598-406a-8cbf-504d4a3bac15" providerId="ADAL" clId="{ECD42228-5B96-4A72-B268-C46DF994E6B7}" dt="2024-02-08T20:23:07.431" v="100578" actId="164"/>
          <ac:spMkLst>
            <pc:docMk/>
            <pc:sldMk cId="3386390439" sldId="1034"/>
            <ac:spMk id="4" creationId="{A977E787-BEAD-576A-35F7-75979D04208F}"/>
          </ac:spMkLst>
        </pc:spChg>
        <pc:spChg chg="add del mod">
          <ac:chgData name="Palit, Tapti" userId="dec6fbcd-7598-406a-8cbf-504d4a3bac15" providerId="ADAL" clId="{ECD42228-5B96-4A72-B268-C46DF994E6B7}" dt="2024-01-30T02:12:39.242" v="83741" actId="6264"/>
          <ac:spMkLst>
            <pc:docMk/>
            <pc:sldMk cId="3386390439" sldId="1034"/>
            <ac:spMk id="5" creationId="{A69DB04A-3901-697A-8A89-CFDA70AA7A5D}"/>
          </ac:spMkLst>
        </pc:spChg>
        <pc:spChg chg="add mod">
          <ac:chgData name="Palit, Tapti" userId="dec6fbcd-7598-406a-8cbf-504d4a3bac15" providerId="ADAL" clId="{ECD42228-5B96-4A72-B268-C46DF994E6B7}" dt="2024-02-08T20:21:47.803" v="100572" actId="1076"/>
          <ac:spMkLst>
            <pc:docMk/>
            <pc:sldMk cId="3386390439" sldId="1034"/>
            <ac:spMk id="5" creationId="{F4B76F6E-31E1-0932-57F4-D19B2CD2163B}"/>
          </ac:spMkLst>
        </pc:spChg>
        <pc:spChg chg="add del mod">
          <ac:chgData name="Palit, Tapti" userId="dec6fbcd-7598-406a-8cbf-504d4a3bac15" providerId="ADAL" clId="{ECD42228-5B96-4A72-B268-C46DF994E6B7}" dt="2024-01-30T02:12:39.242" v="83741" actId="6264"/>
          <ac:spMkLst>
            <pc:docMk/>
            <pc:sldMk cId="3386390439" sldId="1034"/>
            <ac:spMk id="6" creationId="{788904DF-6C6F-FE27-D8B4-1E1D4CF44844}"/>
          </ac:spMkLst>
        </pc:spChg>
        <pc:spChg chg="add mod">
          <ac:chgData name="Palit, Tapti" userId="dec6fbcd-7598-406a-8cbf-504d4a3bac15" providerId="ADAL" clId="{ECD42228-5B96-4A72-B268-C46DF994E6B7}" dt="2024-02-08T20:21:47.803" v="100572" actId="1076"/>
          <ac:spMkLst>
            <pc:docMk/>
            <pc:sldMk cId="3386390439" sldId="1034"/>
            <ac:spMk id="6" creationId="{A797CC12-8105-5D87-A2BD-A3EF76CAFE7C}"/>
          </ac:spMkLst>
        </pc:spChg>
        <pc:spChg chg="add del mod">
          <ac:chgData name="Palit, Tapti" userId="dec6fbcd-7598-406a-8cbf-504d4a3bac15" providerId="ADAL" clId="{ECD42228-5B96-4A72-B268-C46DF994E6B7}" dt="2024-01-30T02:44:20.648" v="84179" actId="6264"/>
          <ac:spMkLst>
            <pc:docMk/>
            <pc:sldMk cId="3386390439" sldId="1034"/>
            <ac:spMk id="7" creationId="{14A028CA-A67C-49E3-7F87-BF235B106205}"/>
          </ac:spMkLst>
        </pc:spChg>
        <pc:spChg chg="add mod">
          <ac:chgData name="Palit, Tapti" userId="dec6fbcd-7598-406a-8cbf-504d4a3bac15" providerId="ADAL" clId="{ECD42228-5B96-4A72-B268-C46DF994E6B7}" dt="2024-02-08T20:23:07.431" v="100578" actId="164"/>
          <ac:spMkLst>
            <pc:docMk/>
            <pc:sldMk cId="3386390439" sldId="1034"/>
            <ac:spMk id="7" creationId="{56AF7747-D031-DA8D-9E13-05822BBD00FC}"/>
          </ac:spMkLst>
        </pc:spChg>
        <pc:spChg chg="add del mod">
          <ac:chgData name="Palit, Tapti" userId="dec6fbcd-7598-406a-8cbf-504d4a3bac15" providerId="ADAL" clId="{ECD42228-5B96-4A72-B268-C46DF994E6B7}" dt="2024-01-30T02:12:39.242" v="83741" actId="6264"/>
          <ac:spMkLst>
            <pc:docMk/>
            <pc:sldMk cId="3386390439" sldId="1034"/>
            <ac:spMk id="7" creationId="{CF0242F4-359F-BA21-4C91-9D9F2B64E8D9}"/>
          </ac:spMkLst>
        </pc:spChg>
        <pc:spChg chg="add del mod">
          <ac:chgData name="Palit, Tapti" userId="dec6fbcd-7598-406a-8cbf-504d4a3bac15" providerId="ADAL" clId="{ECD42228-5B96-4A72-B268-C46DF994E6B7}" dt="2024-01-30T02:44:20.648" v="84179" actId="6264"/>
          <ac:spMkLst>
            <pc:docMk/>
            <pc:sldMk cId="3386390439" sldId="1034"/>
            <ac:spMk id="8" creationId="{78FE7821-70DC-16EB-564C-995EFB95ADF8}"/>
          </ac:spMkLst>
        </pc:spChg>
        <pc:spChg chg="add del mod">
          <ac:chgData name="Palit, Tapti" userId="dec6fbcd-7598-406a-8cbf-504d4a3bac15" providerId="ADAL" clId="{ECD42228-5B96-4A72-B268-C46DF994E6B7}" dt="2024-01-30T02:12:41.836" v="83742" actId="6264"/>
          <ac:spMkLst>
            <pc:docMk/>
            <pc:sldMk cId="3386390439" sldId="1034"/>
            <ac:spMk id="8" creationId="{ED787C76-6FB9-6862-8A3C-97A406559A74}"/>
          </ac:spMkLst>
        </pc:spChg>
        <pc:spChg chg="add del mod">
          <ac:chgData name="Palit, Tapti" userId="dec6fbcd-7598-406a-8cbf-504d4a3bac15" providerId="ADAL" clId="{ECD42228-5B96-4A72-B268-C46DF994E6B7}" dt="2024-01-30T02:12:41.836" v="83742" actId="6264"/>
          <ac:spMkLst>
            <pc:docMk/>
            <pc:sldMk cId="3386390439" sldId="1034"/>
            <ac:spMk id="9" creationId="{5E31596A-4E7F-6331-A97F-D32646EA8977}"/>
          </ac:spMkLst>
        </pc:spChg>
        <pc:spChg chg="add del mod">
          <ac:chgData name="Palit, Tapti" userId="dec6fbcd-7598-406a-8cbf-504d4a3bac15" providerId="ADAL" clId="{ECD42228-5B96-4A72-B268-C46DF994E6B7}" dt="2024-01-30T02:44:20.648" v="84179" actId="6264"/>
          <ac:spMkLst>
            <pc:docMk/>
            <pc:sldMk cId="3386390439" sldId="1034"/>
            <ac:spMk id="9" creationId="{96859225-A70A-34A7-A190-B1B7914B11A3}"/>
          </ac:spMkLst>
        </pc:spChg>
        <pc:spChg chg="add del mod">
          <ac:chgData name="Palit, Tapti" userId="dec6fbcd-7598-406a-8cbf-504d4a3bac15" providerId="ADAL" clId="{ECD42228-5B96-4A72-B268-C46DF994E6B7}" dt="2024-01-30T02:44:20.648" v="84179" actId="6264"/>
          <ac:spMkLst>
            <pc:docMk/>
            <pc:sldMk cId="3386390439" sldId="1034"/>
            <ac:spMk id="10" creationId="{91EA2B50-98CA-1606-7BA2-43120D0BB733}"/>
          </ac:spMkLst>
        </pc:spChg>
        <pc:spChg chg="add del mod">
          <ac:chgData name="Palit, Tapti" userId="dec6fbcd-7598-406a-8cbf-504d4a3bac15" providerId="ADAL" clId="{ECD42228-5B96-4A72-B268-C46DF994E6B7}" dt="2024-01-30T02:12:41.836" v="83742" actId="6264"/>
          <ac:spMkLst>
            <pc:docMk/>
            <pc:sldMk cId="3386390439" sldId="1034"/>
            <ac:spMk id="10" creationId="{A11F5571-F8FB-69C6-8C5D-20E069B3AD76}"/>
          </ac:spMkLst>
        </pc:spChg>
        <pc:spChg chg="add del mod">
          <ac:chgData name="Palit, Tapti" userId="dec6fbcd-7598-406a-8cbf-504d4a3bac15" providerId="ADAL" clId="{ECD42228-5B96-4A72-B268-C46DF994E6B7}" dt="2024-01-30T02:12:41.836" v="83742" actId="6264"/>
          <ac:spMkLst>
            <pc:docMk/>
            <pc:sldMk cId="3386390439" sldId="1034"/>
            <ac:spMk id="11" creationId="{5E7E55A1-7AEB-3947-7B24-5D9B19B3BDD3}"/>
          </ac:spMkLst>
        </pc:spChg>
        <pc:spChg chg="add mod">
          <ac:chgData name="Palit, Tapti" userId="dec6fbcd-7598-406a-8cbf-504d4a3bac15" providerId="ADAL" clId="{ECD42228-5B96-4A72-B268-C46DF994E6B7}" dt="2024-02-08T20:21:47.803" v="100572" actId="1076"/>
          <ac:spMkLst>
            <pc:docMk/>
            <pc:sldMk cId="3386390439" sldId="1034"/>
            <ac:spMk id="13" creationId="{AE168849-B940-1A51-E35A-20BE57C63333}"/>
          </ac:spMkLst>
        </pc:spChg>
        <pc:spChg chg="mod ord">
          <ac:chgData name="Palit, Tapti" userId="dec6fbcd-7598-406a-8cbf-504d4a3bac15" providerId="ADAL" clId="{ECD42228-5B96-4A72-B268-C46DF994E6B7}" dt="2024-02-15T15:15:16.439" v="116106" actId="20577"/>
          <ac:spMkLst>
            <pc:docMk/>
            <pc:sldMk cId="3386390439" sldId="1034"/>
            <ac:spMk id="24" creationId="{61E1D992-FB9B-AF0E-0524-B1AE2D228029}"/>
          </ac:spMkLst>
        </pc:spChg>
        <pc:spChg chg="mod ord">
          <ac:chgData name="Palit, Tapti" userId="dec6fbcd-7598-406a-8cbf-504d4a3bac15" providerId="ADAL" clId="{ECD42228-5B96-4A72-B268-C46DF994E6B7}" dt="2024-01-30T02:44:20.648" v="84179" actId="6264"/>
          <ac:spMkLst>
            <pc:docMk/>
            <pc:sldMk cId="3386390439" sldId="1034"/>
            <ac:spMk id="31" creationId="{8066DF09-0DDE-0E4A-743E-1BD29398BBC7}"/>
          </ac:spMkLst>
        </pc:spChg>
        <pc:grpChg chg="add mod">
          <ac:chgData name="Palit, Tapti" userId="dec6fbcd-7598-406a-8cbf-504d4a3bac15" providerId="ADAL" clId="{ECD42228-5B96-4A72-B268-C46DF994E6B7}" dt="2024-02-08T20:21:47.803" v="100572" actId="1076"/>
          <ac:grpSpMkLst>
            <pc:docMk/>
            <pc:sldMk cId="3386390439" sldId="1034"/>
            <ac:grpSpMk id="19" creationId="{099290DC-AE40-AA6D-8B1A-2492CB39186E}"/>
          </ac:grpSpMkLst>
        </pc:grpChg>
        <pc:grpChg chg="add mod">
          <ac:chgData name="Palit, Tapti" userId="dec6fbcd-7598-406a-8cbf-504d4a3bac15" providerId="ADAL" clId="{ECD42228-5B96-4A72-B268-C46DF994E6B7}" dt="2024-01-30T02:45:10.965" v="84296" actId="571"/>
          <ac:grpSpMkLst>
            <pc:docMk/>
            <pc:sldMk cId="3386390439" sldId="1034"/>
            <ac:grpSpMk id="21" creationId="{CF0E4CD7-998C-F696-DA31-E14A9FCEB8D4}"/>
          </ac:grpSpMkLst>
        </pc:grpChg>
        <pc:grpChg chg="add mod">
          <ac:chgData name="Palit, Tapti" userId="dec6fbcd-7598-406a-8cbf-504d4a3bac15" providerId="ADAL" clId="{ECD42228-5B96-4A72-B268-C46DF994E6B7}" dt="2024-02-08T20:23:07.431" v="100578" actId="164"/>
          <ac:grpSpMkLst>
            <pc:docMk/>
            <pc:sldMk cId="3386390439" sldId="1034"/>
            <ac:grpSpMk id="25" creationId="{0E5054DB-054A-0656-9B20-8F4BEC812235}"/>
          </ac:grpSpMkLst>
        </pc:grpChg>
        <pc:grpChg chg="add mod">
          <ac:chgData name="Palit, Tapti" userId="dec6fbcd-7598-406a-8cbf-504d4a3bac15" providerId="ADAL" clId="{ECD42228-5B96-4A72-B268-C46DF994E6B7}" dt="2024-02-08T20:23:07.431" v="100578" actId="164"/>
          <ac:grpSpMkLst>
            <pc:docMk/>
            <pc:sldMk cId="3386390439" sldId="1034"/>
            <ac:grpSpMk id="29" creationId="{04936173-5E06-854D-BFBF-7F6397791948}"/>
          </ac:grpSpMkLst>
        </pc:grpChg>
        <pc:picChg chg="add mod">
          <ac:chgData name="Palit, Tapti" userId="dec6fbcd-7598-406a-8cbf-504d4a3bac15" providerId="ADAL" clId="{ECD42228-5B96-4A72-B268-C46DF994E6B7}" dt="2024-01-30T02:45:10.965" v="84296" actId="571"/>
          <ac:picMkLst>
            <pc:docMk/>
            <pc:sldMk cId="3386390439" sldId="1034"/>
            <ac:picMk id="11" creationId="{AEAA44F1-D5D8-0824-A2D2-816BD500B49E}"/>
          </ac:picMkLst>
        </pc:picChg>
        <pc:picChg chg="add mod">
          <ac:chgData name="Palit, Tapti" userId="dec6fbcd-7598-406a-8cbf-504d4a3bac15" providerId="ADAL" clId="{ECD42228-5B96-4A72-B268-C46DF994E6B7}" dt="2024-02-08T20:21:47.803" v="100572" actId="1076"/>
          <ac:picMkLst>
            <pc:docMk/>
            <pc:sldMk cId="3386390439" sldId="1034"/>
            <ac:picMk id="12" creationId="{A2035D66-1516-65C3-80F3-3DE04C92C321}"/>
          </ac:picMkLst>
        </pc:picChg>
        <pc:picChg chg="add mod">
          <ac:chgData name="Palit, Tapti" userId="dec6fbcd-7598-406a-8cbf-504d4a3bac15" providerId="ADAL" clId="{ECD42228-5B96-4A72-B268-C46DF994E6B7}" dt="2024-01-30T02:45:10.965" v="84296" actId="571"/>
          <ac:picMkLst>
            <pc:docMk/>
            <pc:sldMk cId="3386390439" sldId="1034"/>
            <ac:picMk id="15" creationId="{6E080A41-810C-0F48-B5A6-6A63DE226645}"/>
          </ac:picMkLst>
        </pc:picChg>
        <pc:picChg chg="add mod">
          <ac:chgData name="Palit, Tapti" userId="dec6fbcd-7598-406a-8cbf-504d4a3bac15" providerId="ADAL" clId="{ECD42228-5B96-4A72-B268-C46DF994E6B7}" dt="2024-02-08T20:21:47.803" v="100572" actId="1076"/>
          <ac:picMkLst>
            <pc:docMk/>
            <pc:sldMk cId="3386390439" sldId="1034"/>
            <ac:picMk id="18" creationId="{0017E71C-70EB-F990-C623-43C624096DCD}"/>
          </ac:picMkLst>
        </pc:picChg>
        <pc:picChg chg="mod">
          <ac:chgData name="Palit, Tapti" userId="dec6fbcd-7598-406a-8cbf-504d4a3bac15" providerId="ADAL" clId="{ECD42228-5B96-4A72-B268-C46DF994E6B7}" dt="2024-01-30T02:45:10.965" v="84296" actId="571"/>
          <ac:picMkLst>
            <pc:docMk/>
            <pc:sldMk cId="3386390439" sldId="1034"/>
            <ac:picMk id="22" creationId="{D619C0DB-FF6A-B960-EE43-692EDFF49A47}"/>
          </ac:picMkLst>
        </pc:picChg>
        <pc:picChg chg="mod">
          <ac:chgData name="Palit, Tapti" userId="dec6fbcd-7598-406a-8cbf-504d4a3bac15" providerId="ADAL" clId="{ECD42228-5B96-4A72-B268-C46DF994E6B7}" dt="2024-01-30T02:45:10.965" v="84296" actId="571"/>
          <ac:picMkLst>
            <pc:docMk/>
            <pc:sldMk cId="3386390439" sldId="1034"/>
            <ac:picMk id="23" creationId="{3DB653FA-8C67-57D4-63D5-5B36F85168C4}"/>
          </ac:picMkLst>
        </pc:picChg>
        <pc:picChg chg="del mod">
          <ac:chgData name="Palit, Tapti" userId="dec6fbcd-7598-406a-8cbf-504d4a3bac15" providerId="ADAL" clId="{ECD42228-5B96-4A72-B268-C46DF994E6B7}" dt="2024-01-30T02:14:57.980" v="83785" actId="478"/>
          <ac:picMkLst>
            <pc:docMk/>
            <pc:sldMk cId="3386390439" sldId="1034"/>
            <ac:picMk id="30" creationId="{C4A9D9C3-B220-ECBA-34F5-F32FE43D70F1}"/>
          </ac:picMkLst>
        </pc:picChg>
        <pc:picChg chg="del">
          <ac:chgData name="Palit, Tapti" userId="dec6fbcd-7598-406a-8cbf-504d4a3bac15" providerId="ADAL" clId="{ECD42228-5B96-4A72-B268-C46DF994E6B7}" dt="2024-01-27T15:07:31.835" v="63249" actId="478"/>
          <ac:picMkLst>
            <pc:docMk/>
            <pc:sldMk cId="3386390439" sldId="1034"/>
            <ac:picMk id="1026" creationId="{85D56089-2BE5-60FF-6DAA-7CE90B5C9556}"/>
          </ac:picMkLst>
        </pc:picChg>
        <pc:picChg chg="add mod">
          <ac:chgData name="Palit, Tapti" userId="dec6fbcd-7598-406a-8cbf-504d4a3bac15" providerId="ADAL" clId="{ECD42228-5B96-4A72-B268-C46DF994E6B7}" dt="2024-02-08T20:21:47.803" v="100572" actId="1076"/>
          <ac:picMkLst>
            <pc:docMk/>
            <pc:sldMk cId="3386390439" sldId="1034"/>
            <ac:picMk id="2050" creationId="{FA8C3CEE-6285-3249-BFE3-25D2D4931571}"/>
          </ac:picMkLst>
        </pc:picChg>
        <pc:picChg chg="add mod">
          <ac:chgData name="Palit, Tapti" userId="dec6fbcd-7598-406a-8cbf-504d4a3bac15" providerId="ADAL" clId="{ECD42228-5B96-4A72-B268-C46DF994E6B7}" dt="2024-02-08T20:21:47.803" v="100572" actId="1076"/>
          <ac:picMkLst>
            <pc:docMk/>
            <pc:sldMk cId="3386390439" sldId="1034"/>
            <ac:picMk id="6146" creationId="{B3D1F34D-1130-5633-E5C0-2FACCAEC2AF4}"/>
          </ac:picMkLst>
        </pc:picChg>
        <pc:cxnChg chg="add mod">
          <ac:chgData name="Palit, Tapti" userId="dec6fbcd-7598-406a-8cbf-504d4a3bac15" providerId="ADAL" clId="{ECD42228-5B96-4A72-B268-C46DF994E6B7}" dt="2024-02-08T20:21:47.803" v="100572" actId="1076"/>
          <ac:cxnSpMkLst>
            <pc:docMk/>
            <pc:sldMk cId="3386390439" sldId="1034"/>
            <ac:cxnSpMk id="14" creationId="{7348B360-C6B8-384A-1C7D-0F89F02A9729}"/>
          </ac:cxnSpMkLst>
        </pc:cxnChg>
        <pc:cxnChg chg="add mod">
          <ac:chgData name="Palit, Tapti" userId="dec6fbcd-7598-406a-8cbf-504d4a3bac15" providerId="ADAL" clId="{ECD42228-5B96-4A72-B268-C46DF994E6B7}" dt="2024-01-30T02:45:10.965" v="84296" actId="571"/>
          <ac:cxnSpMkLst>
            <pc:docMk/>
            <pc:sldMk cId="3386390439" sldId="1034"/>
            <ac:cxnSpMk id="16" creationId="{F2EE4DEA-E227-0E5B-7AD1-D2927C3938D7}"/>
          </ac:cxnSpMkLst>
        </pc:cxnChg>
        <pc:cxnChg chg="add mod">
          <ac:chgData name="Palit, Tapti" userId="dec6fbcd-7598-406a-8cbf-504d4a3bac15" providerId="ADAL" clId="{ECD42228-5B96-4A72-B268-C46DF994E6B7}" dt="2024-02-08T20:21:58.628" v="100576" actId="1076"/>
          <ac:cxnSpMkLst>
            <pc:docMk/>
            <pc:sldMk cId="3386390439" sldId="1034"/>
            <ac:cxnSpMk id="17" creationId="{FCE46454-1F32-F9AA-F85B-A413189B7C18}"/>
          </ac:cxnSpMkLst>
        </pc:cxnChg>
        <pc:cxnChg chg="add mod">
          <ac:chgData name="Palit, Tapti" userId="dec6fbcd-7598-406a-8cbf-504d4a3bac15" providerId="ADAL" clId="{ECD42228-5B96-4A72-B268-C46DF994E6B7}" dt="2024-01-30T02:45:10.965" v="84296" actId="571"/>
          <ac:cxnSpMkLst>
            <pc:docMk/>
            <pc:sldMk cId="3386390439" sldId="1034"/>
            <ac:cxnSpMk id="20" creationId="{818DF6AB-A6EF-8AAF-5B48-7C485D44CA0C}"/>
          </ac:cxnSpMkLst>
        </pc:cxnChg>
        <pc:cxnChg chg="add mod">
          <ac:chgData name="Palit, Tapti" userId="dec6fbcd-7598-406a-8cbf-504d4a3bac15" providerId="ADAL" clId="{ECD42228-5B96-4A72-B268-C46DF994E6B7}" dt="2024-02-08T20:23:07.431" v="100578" actId="164"/>
          <ac:cxnSpMkLst>
            <pc:docMk/>
            <pc:sldMk cId="3386390439" sldId="1034"/>
            <ac:cxnSpMk id="22" creationId="{289E6E4D-5238-B97F-7E3C-D62CB738863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48.787" v="100665"/>
              <pc2:cmMkLst xmlns:pc2="http://schemas.microsoft.com/office/powerpoint/2019/9/main/command">
                <pc:docMk/>
                <pc:sldMk cId="3386390439" sldId="1034"/>
                <pc2:cmMk id="{2BB0CF21-460F-4B92-936F-A824753710C8}"/>
              </pc2:cmMkLst>
              <pc226:cmRplyChg chg="add">
                <pc226:chgData name="Palit, Tapti" userId="dec6fbcd-7598-406a-8cbf-504d4a3bac15" providerId="ADAL" clId="{ECD42228-5B96-4A72-B268-C46DF994E6B7}" dt="2024-02-08T20:42:48.787" v="100665"/>
                <pc2:cmRplyMkLst xmlns:pc2="http://schemas.microsoft.com/office/powerpoint/2019/9/main/command">
                  <pc:docMk/>
                  <pc:sldMk cId="3386390439" sldId="1034"/>
                  <pc2:cmMk id="{2BB0CF21-460F-4B92-936F-A824753710C8}"/>
                  <pc2:cmRplyMk id="{C0B92BF1-A04A-4B06-BC25-5ADB5393CB88}"/>
                </pc2:cmRplyMkLst>
              </pc226:cmRplyChg>
            </pc226:cmChg>
            <pc226:cmChg xmlns:pc226="http://schemas.microsoft.com/office/powerpoint/2022/06/main/command" chg="del">
              <pc226:chgData name="Palit, Tapti" userId="dec6fbcd-7598-406a-8cbf-504d4a3bac15" providerId="ADAL" clId="{ECD42228-5B96-4A72-B268-C46DF994E6B7}" dt="2024-02-08T20:22:09.316" v="100577"/>
              <pc2:cmMkLst xmlns:pc2="http://schemas.microsoft.com/office/powerpoint/2019/9/main/command">
                <pc:docMk/>
                <pc:sldMk cId="3386390439" sldId="1034"/>
                <pc2:cmMk id="{409A4FB5-0779-4C44-B1ED-07A27718C28E}"/>
              </pc2:cmMkLst>
            </pc226:cmChg>
          </p:ext>
        </pc:extLst>
      </pc:sldChg>
      <pc:sldChg chg="modSp del mod">
        <pc:chgData name="Palit, Tapti" userId="dec6fbcd-7598-406a-8cbf-504d4a3bac15" providerId="ADAL" clId="{ECD42228-5B96-4A72-B268-C46DF994E6B7}" dt="2024-01-30T05:10:16.623" v="86987" actId="47"/>
        <pc:sldMkLst>
          <pc:docMk/>
          <pc:sldMk cId="2254985898" sldId="1035"/>
        </pc:sldMkLst>
        <pc:spChg chg="mod">
          <ac:chgData name="Palit, Tapti" userId="dec6fbcd-7598-406a-8cbf-504d4a3bac15" providerId="ADAL" clId="{ECD42228-5B96-4A72-B268-C46DF994E6B7}" dt="2024-01-28T04:45:02.964" v="68476" actId="20577"/>
          <ac:spMkLst>
            <pc:docMk/>
            <pc:sldMk cId="2254985898" sldId="1035"/>
            <ac:spMk id="9" creationId="{0F07A7A9-30C7-EC2B-A2F6-D9B920E88235}"/>
          </ac:spMkLst>
        </pc:spChg>
      </pc:sldChg>
      <pc:sldChg chg="del">
        <pc:chgData name="Palit, Tapti" userId="dec6fbcd-7598-406a-8cbf-504d4a3bac15" providerId="ADAL" clId="{ECD42228-5B96-4A72-B268-C46DF994E6B7}" dt="2024-01-28T03:44:01.241" v="67437" actId="47"/>
        <pc:sldMkLst>
          <pc:docMk/>
          <pc:sldMk cId="2068681319" sldId="1036"/>
        </pc:sldMkLst>
      </pc:sldChg>
      <pc:sldChg chg="addSp delSp modSp add del mod modClrScheme addCm chgLayout modNotesTx">
        <pc:chgData name="Palit, Tapti" userId="dec6fbcd-7598-406a-8cbf-504d4a3bac15" providerId="ADAL" clId="{ECD42228-5B96-4A72-B268-C46DF994E6B7}" dt="2024-01-29T04:30:48.887" v="75442" actId="2696"/>
        <pc:sldMkLst>
          <pc:docMk/>
          <pc:sldMk cId="1424143934" sldId="1037"/>
        </pc:sldMkLst>
        <pc:spChg chg="add del mod ord">
          <ac:chgData name="Palit, Tapti" userId="dec6fbcd-7598-406a-8cbf-504d4a3bac15" providerId="ADAL" clId="{ECD42228-5B96-4A72-B268-C46DF994E6B7}" dt="2024-01-26T15:58:27.936" v="61507" actId="700"/>
          <ac:spMkLst>
            <pc:docMk/>
            <pc:sldMk cId="1424143934" sldId="1037"/>
            <ac:spMk id="2" creationId="{75A2ABBC-A449-01D7-0FDD-4CE9D0B76F6B}"/>
          </ac:spMkLst>
        </pc:spChg>
        <pc:spChg chg="mod">
          <ac:chgData name="Palit, Tapti" userId="dec6fbcd-7598-406a-8cbf-504d4a3bac15" providerId="ADAL" clId="{ECD42228-5B96-4A72-B268-C46DF994E6B7}" dt="2024-01-28T19:49:22.113" v="68602" actId="20577"/>
          <ac:spMkLst>
            <pc:docMk/>
            <pc:sldMk cId="1424143934" sldId="1037"/>
            <ac:spMk id="2" creationId="{9DACA139-6BE7-72A7-42F6-952EC2B3A3DC}"/>
          </ac:spMkLst>
        </pc:spChg>
        <pc:spChg chg="mod ord">
          <ac:chgData name="Palit, Tapti" userId="dec6fbcd-7598-406a-8cbf-504d4a3bac15" providerId="ADAL" clId="{ECD42228-5B96-4A72-B268-C46DF994E6B7}" dt="2024-01-26T15:58:27.936" v="61507" actId="700"/>
          <ac:spMkLst>
            <pc:docMk/>
            <pc:sldMk cId="1424143934" sldId="1037"/>
            <ac:spMk id="4" creationId="{98D80283-D8DA-71D9-5393-C040601DD2E7}"/>
          </ac:spMkLst>
        </pc:spChg>
        <pc:spChg chg="mod">
          <ac:chgData name="Palit, Tapti" userId="dec6fbcd-7598-406a-8cbf-504d4a3bac15" providerId="ADAL" clId="{ECD42228-5B96-4A72-B268-C46DF994E6B7}" dt="2024-01-27T21:08:24.416" v="64765" actId="20577"/>
          <ac:spMkLst>
            <pc:docMk/>
            <pc:sldMk cId="1424143934" sldId="1037"/>
            <ac:spMk id="5" creationId="{266BC853-2E85-D496-9042-967B14123CA6}"/>
          </ac:spMkLst>
        </pc:spChg>
        <pc:spChg chg="mod ord">
          <ac:chgData name="Palit, Tapti" userId="dec6fbcd-7598-406a-8cbf-504d4a3bac15" providerId="ADAL" clId="{ECD42228-5B96-4A72-B268-C46DF994E6B7}" dt="2024-01-27T21:08:20.373" v="64754" actId="20577"/>
          <ac:spMkLst>
            <pc:docMk/>
            <pc:sldMk cId="1424143934" sldId="1037"/>
            <ac:spMk id="6" creationId="{C83B4F0D-9E97-1F40-2BE7-29B171E0C65F}"/>
          </ac:spMkLst>
        </pc:spChg>
        <pc:spChg chg="add mod">
          <ac:chgData name="Palit, Tapti" userId="dec6fbcd-7598-406a-8cbf-504d4a3bac15" providerId="ADAL" clId="{ECD42228-5B96-4A72-B268-C46DF994E6B7}" dt="2024-01-26T15:51:36.176" v="61499"/>
          <ac:spMkLst>
            <pc:docMk/>
            <pc:sldMk cId="1424143934" sldId="1037"/>
            <ac:spMk id="8" creationId="{E57A6D7C-83DE-1543-DC61-1C8C07AE809F}"/>
          </ac:spMkLst>
        </pc:spChg>
        <pc:spChg chg="add mod">
          <ac:chgData name="Palit, Tapti" userId="dec6fbcd-7598-406a-8cbf-504d4a3bac15" providerId="ADAL" clId="{ECD42228-5B96-4A72-B268-C46DF994E6B7}" dt="2024-01-26T15:51:36.176" v="61499"/>
          <ac:spMkLst>
            <pc:docMk/>
            <pc:sldMk cId="1424143934" sldId="1037"/>
            <ac:spMk id="9" creationId="{C5B8CD42-94C9-4AE1-330C-08B3AA666835}"/>
          </ac:spMkLst>
        </pc:spChg>
        <pc:grpChg chg="add mod">
          <ac:chgData name="Palit, Tapti" userId="dec6fbcd-7598-406a-8cbf-504d4a3bac15" providerId="ADAL" clId="{ECD42228-5B96-4A72-B268-C46DF994E6B7}" dt="2024-01-26T15:51:36.176" v="61499"/>
          <ac:grpSpMkLst>
            <pc:docMk/>
            <pc:sldMk cId="1424143934" sldId="1037"/>
            <ac:grpSpMk id="3" creationId="{40A84796-A729-8B71-19E0-7BACB21148A3}"/>
          </ac:grpSpMkLst>
        </pc:grpChg>
        <pc:picChg chg="mod">
          <ac:chgData name="Palit, Tapti" userId="dec6fbcd-7598-406a-8cbf-504d4a3bac15" providerId="ADAL" clId="{ECD42228-5B96-4A72-B268-C46DF994E6B7}" dt="2024-01-26T15:51:36.176" v="61499"/>
          <ac:picMkLst>
            <pc:docMk/>
            <pc:sldMk cId="1424143934" sldId="1037"/>
            <ac:picMk id="5" creationId="{0FD0D8F9-2017-47FC-EB65-3E3641F4B32A}"/>
          </ac:picMkLst>
        </pc:picChg>
        <pc:picChg chg="mod">
          <ac:chgData name="Palit, Tapti" userId="dec6fbcd-7598-406a-8cbf-504d4a3bac15" providerId="ADAL" clId="{ECD42228-5B96-4A72-B268-C46DF994E6B7}" dt="2024-01-26T15:51:36.176" v="61499"/>
          <ac:picMkLst>
            <pc:docMk/>
            <pc:sldMk cId="1424143934" sldId="1037"/>
            <ac:picMk id="7" creationId="{ECB93B8F-2115-0F2A-DA8F-DF44D0DB760E}"/>
          </ac:picMkLst>
        </pc:picChg>
        <pc:picChg chg="mod">
          <ac:chgData name="Palit, Tapti" userId="dec6fbcd-7598-406a-8cbf-504d4a3bac15" providerId="ADAL" clId="{ECD42228-5B96-4A72-B268-C46DF994E6B7}" dt="2024-01-28T04:25:55.867" v="67829" actId="1076"/>
          <ac:picMkLst>
            <pc:docMk/>
            <pc:sldMk cId="1424143934" sldId="1037"/>
            <ac:picMk id="2052" creationId="{E801F39D-0E03-5226-EA64-06BC0B2511E1}"/>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2:48:37.955" v="62372"/>
              <pc2:cmMkLst xmlns:pc2="http://schemas.microsoft.com/office/powerpoint/2019/9/main/command">
                <pc:docMk/>
                <pc:sldMk cId="1424143934" sldId="1037"/>
                <pc2:cmMk id="{7560EDA1-51AC-423E-838A-0BA178D8B598}"/>
              </pc2:cmMkLst>
            </pc226:cmChg>
          </p:ext>
        </pc:extLst>
      </pc:sldChg>
      <pc:sldChg chg="addSp delSp modSp add del mod modClrScheme chgLayout modNotesTx">
        <pc:chgData name="Palit, Tapti" userId="dec6fbcd-7598-406a-8cbf-504d4a3bac15" providerId="ADAL" clId="{ECD42228-5B96-4A72-B268-C46DF994E6B7}" dt="2024-01-30T15:37:32.727" v="91646" actId="2696"/>
        <pc:sldMkLst>
          <pc:docMk/>
          <pc:sldMk cId="1453779046" sldId="1037"/>
        </pc:sldMkLst>
        <pc:spChg chg="mod ord">
          <ac:chgData name="Palit, Tapti" userId="dec6fbcd-7598-406a-8cbf-504d4a3bac15" providerId="ADAL" clId="{ECD42228-5B96-4A72-B268-C46DF994E6B7}" dt="2024-01-29T15:40:26.135" v="79521" actId="20577"/>
          <ac:spMkLst>
            <pc:docMk/>
            <pc:sldMk cId="1453779046" sldId="1037"/>
            <ac:spMk id="2" creationId="{9DACA139-6BE7-72A7-42F6-952EC2B3A3DC}"/>
          </ac:spMkLst>
        </pc:spChg>
        <pc:spChg chg="mod">
          <ac:chgData name="Palit, Tapti" userId="dec6fbcd-7598-406a-8cbf-504d4a3bac15" providerId="ADAL" clId="{ECD42228-5B96-4A72-B268-C46DF994E6B7}" dt="2024-01-29T05:01:56.981" v="77031" actId="1076"/>
          <ac:spMkLst>
            <pc:docMk/>
            <pc:sldMk cId="1453779046" sldId="1037"/>
            <ac:spMk id="3" creationId="{E470BD9D-EFD5-3C86-9E4F-CDA368536399}"/>
          </ac:spMkLst>
        </pc:spChg>
        <pc:spChg chg="mod ord">
          <ac:chgData name="Palit, Tapti" userId="dec6fbcd-7598-406a-8cbf-504d4a3bac15" providerId="ADAL" clId="{ECD42228-5B96-4A72-B268-C46DF994E6B7}" dt="2024-01-29T05:00:15.729" v="76822" actId="6264"/>
          <ac:spMkLst>
            <pc:docMk/>
            <pc:sldMk cId="1453779046" sldId="1037"/>
            <ac:spMk id="4" creationId="{98D80283-D8DA-71D9-5393-C040601DD2E7}"/>
          </ac:spMkLst>
        </pc:spChg>
        <pc:spChg chg="mod">
          <ac:chgData name="Palit, Tapti" userId="dec6fbcd-7598-406a-8cbf-504d4a3bac15" providerId="ADAL" clId="{ECD42228-5B96-4A72-B268-C46DF994E6B7}" dt="2024-01-29T05:02:03.213" v="77032" actId="1076"/>
          <ac:spMkLst>
            <pc:docMk/>
            <pc:sldMk cId="1453779046" sldId="1037"/>
            <ac:spMk id="5" creationId="{266BC853-2E85-D496-9042-967B14123CA6}"/>
          </ac:spMkLst>
        </pc:spChg>
        <pc:spChg chg="mod ord">
          <ac:chgData name="Palit, Tapti" userId="dec6fbcd-7598-406a-8cbf-504d4a3bac15" providerId="ADAL" clId="{ECD42228-5B96-4A72-B268-C46DF994E6B7}" dt="2024-01-30T03:04:10.431" v="85083" actId="20577"/>
          <ac:spMkLst>
            <pc:docMk/>
            <pc:sldMk cId="1453779046" sldId="1037"/>
            <ac:spMk id="6" creationId="{C83B4F0D-9E97-1F40-2BE7-29B171E0C65F}"/>
          </ac:spMkLst>
        </pc:spChg>
        <pc:spChg chg="add del mod ord">
          <ac:chgData name="Palit, Tapti" userId="dec6fbcd-7598-406a-8cbf-504d4a3bac15" providerId="ADAL" clId="{ECD42228-5B96-4A72-B268-C46DF994E6B7}" dt="2024-01-29T04:55:42.371" v="76580" actId="478"/>
          <ac:spMkLst>
            <pc:docMk/>
            <pc:sldMk cId="1453779046" sldId="1037"/>
            <ac:spMk id="7" creationId="{2BB1B334-0F5F-1900-5CCE-76E91AB572FA}"/>
          </ac:spMkLst>
        </pc:spChg>
        <pc:spChg chg="add mod ord">
          <ac:chgData name="Palit, Tapti" userId="dec6fbcd-7598-406a-8cbf-504d4a3bac15" providerId="ADAL" clId="{ECD42228-5B96-4A72-B268-C46DF994E6B7}" dt="2024-01-29T05:02:05.683" v="77033" actId="20577"/>
          <ac:spMkLst>
            <pc:docMk/>
            <pc:sldMk cId="1453779046" sldId="1037"/>
            <ac:spMk id="8" creationId="{9E98A3E0-82A5-FED5-A9A8-EE775C523FB8}"/>
          </ac:spMkLst>
        </pc:spChg>
        <pc:spChg chg="add del mod">
          <ac:chgData name="Palit, Tapti" userId="dec6fbcd-7598-406a-8cbf-504d4a3bac15" providerId="ADAL" clId="{ECD42228-5B96-4A72-B268-C46DF994E6B7}" dt="2024-01-29T05:00:15.729" v="76822" actId="6264"/>
          <ac:spMkLst>
            <pc:docMk/>
            <pc:sldMk cId="1453779046" sldId="1037"/>
            <ac:spMk id="9" creationId="{29469BD4-7A0E-853F-C924-FFD868BCF3B2}"/>
          </ac:spMkLst>
        </pc:spChg>
        <pc:spChg chg="add del mod">
          <ac:chgData name="Palit, Tapti" userId="dec6fbcd-7598-406a-8cbf-504d4a3bac15" providerId="ADAL" clId="{ECD42228-5B96-4A72-B268-C46DF994E6B7}" dt="2024-01-29T05:00:15.729" v="76822" actId="6264"/>
          <ac:spMkLst>
            <pc:docMk/>
            <pc:sldMk cId="1453779046" sldId="1037"/>
            <ac:spMk id="10" creationId="{26C28CED-5F82-C8B0-FB46-097B5DD1713F}"/>
          </ac:spMkLst>
        </pc:spChg>
        <pc:spChg chg="add del mod">
          <ac:chgData name="Palit, Tapti" userId="dec6fbcd-7598-406a-8cbf-504d4a3bac15" providerId="ADAL" clId="{ECD42228-5B96-4A72-B268-C46DF994E6B7}" dt="2024-01-29T05:00:15.729" v="76822" actId="6264"/>
          <ac:spMkLst>
            <pc:docMk/>
            <pc:sldMk cId="1453779046" sldId="1037"/>
            <ac:spMk id="11" creationId="{2482B4DF-3BBC-055A-991A-86792210EDEF}"/>
          </ac:spMkLst>
        </pc:spChg>
        <pc:spChg chg="add del mod">
          <ac:chgData name="Palit, Tapti" userId="dec6fbcd-7598-406a-8cbf-504d4a3bac15" providerId="ADAL" clId="{ECD42228-5B96-4A72-B268-C46DF994E6B7}" dt="2024-01-29T05:00:15.729" v="76822" actId="6264"/>
          <ac:spMkLst>
            <pc:docMk/>
            <pc:sldMk cId="1453779046" sldId="1037"/>
            <ac:spMk id="12" creationId="{C8A10444-A7E1-065D-A6EB-E446F3613B90}"/>
          </ac:spMkLst>
        </pc:spChg>
        <pc:picChg chg="mod">
          <ac:chgData name="Palit, Tapti" userId="dec6fbcd-7598-406a-8cbf-504d4a3bac15" providerId="ADAL" clId="{ECD42228-5B96-4A72-B268-C46DF994E6B7}" dt="2024-01-29T05:01:51.236" v="77029" actId="1076"/>
          <ac:picMkLst>
            <pc:docMk/>
            <pc:sldMk cId="1453779046" sldId="1037"/>
            <ac:picMk id="2052" creationId="{E801F39D-0E03-5226-EA64-06BC0B2511E1}"/>
          </ac:picMkLst>
        </pc:picChg>
        <pc:picChg chg="mod">
          <ac:chgData name="Palit, Tapti" userId="dec6fbcd-7598-406a-8cbf-504d4a3bac15" providerId="ADAL" clId="{ECD42228-5B96-4A72-B268-C46DF994E6B7}" dt="2024-01-29T05:01:54.091" v="77030" actId="1076"/>
          <ac:picMkLst>
            <pc:docMk/>
            <pc:sldMk cId="1453779046" sldId="1037"/>
            <ac:picMk id="2054" creationId="{ECBCF509-6FCC-3CF6-E3A2-3CB61E2601C3}"/>
          </ac:picMkLst>
        </pc:picChg>
      </pc:sldChg>
      <pc:sldChg chg="add mod modShow">
        <pc:chgData name="Palit, Tapti" userId="dec6fbcd-7598-406a-8cbf-504d4a3bac15" providerId="ADAL" clId="{ECD42228-5B96-4A72-B268-C46DF994E6B7}" dt="2024-01-30T15:37:38.647" v="91648" actId="729"/>
        <pc:sldMkLst>
          <pc:docMk/>
          <pc:sldMk cId="2861725771" sldId="1037"/>
        </pc:sldMkLst>
      </pc:sldChg>
      <pc:sldChg chg="modSp del mod">
        <pc:chgData name="Palit, Tapti" userId="dec6fbcd-7598-406a-8cbf-504d4a3bac15" providerId="ADAL" clId="{ECD42228-5B96-4A72-B268-C46DF994E6B7}" dt="2024-01-27T18:18:03.543" v="64124" actId="47"/>
        <pc:sldMkLst>
          <pc:docMk/>
          <pc:sldMk cId="665262604" sldId="1038"/>
        </pc:sldMkLst>
        <pc:spChg chg="mod">
          <ac:chgData name="Palit, Tapti" userId="dec6fbcd-7598-406a-8cbf-504d4a3bac15" providerId="ADAL" clId="{ECD42228-5B96-4A72-B268-C46DF994E6B7}" dt="2024-01-27T16:07:48.160" v="63707" actId="20577"/>
          <ac:spMkLst>
            <pc:docMk/>
            <pc:sldMk cId="665262604" sldId="1038"/>
            <ac:spMk id="3" creationId="{C2AC3463-E898-8385-593F-593DA4125E40}"/>
          </ac:spMkLst>
        </pc:spChg>
        <pc:spChg chg="mod">
          <ac:chgData name="Palit, Tapti" userId="dec6fbcd-7598-406a-8cbf-504d4a3bac15" providerId="ADAL" clId="{ECD42228-5B96-4A72-B268-C46DF994E6B7}" dt="2024-01-27T18:14:36.511" v="63801"/>
          <ac:spMkLst>
            <pc:docMk/>
            <pc:sldMk cId="665262604" sldId="1038"/>
            <ac:spMk id="10" creationId="{EEA573DB-F656-4DB1-2FEF-7880B86E2669}"/>
          </ac:spMkLst>
        </pc:spChg>
        <pc:spChg chg="mod">
          <ac:chgData name="Palit, Tapti" userId="dec6fbcd-7598-406a-8cbf-504d4a3bac15" providerId="ADAL" clId="{ECD42228-5B96-4A72-B268-C46DF994E6B7}" dt="2024-01-27T02:26:14.978" v="62189" actId="21"/>
          <ac:spMkLst>
            <pc:docMk/>
            <pc:sldMk cId="665262604" sldId="1038"/>
            <ac:spMk id="33" creationId="{0FF329FA-AD80-3EF8-2E40-78DBA07B6413}"/>
          </ac:spMkLst>
        </pc:spChg>
      </pc:sldChg>
      <pc:sldChg chg="modSp mod ord">
        <pc:chgData name="Palit, Tapti" userId="dec6fbcd-7598-406a-8cbf-504d4a3bac15" providerId="ADAL" clId="{ECD42228-5B96-4A72-B268-C46DF994E6B7}" dt="2024-01-26T15:25:35.042" v="61059" actId="20577"/>
        <pc:sldMkLst>
          <pc:docMk/>
          <pc:sldMk cId="1055822117" sldId="1038"/>
        </pc:sldMkLst>
        <pc:spChg chg="mod">
          <ac:chgData name="Palit, Tapti" userId="dec6fbcd-7598-406a-8cbf-504d4a3bac15" providerId="ADAL" clId="{ECD42228-5B96-4A72-B268-C46DF994E6B7}" dt="2024-01-26T15:25:35.042" v="61059" actId="20577"/>
          <ac:spMkLst>
            <pc:docMk/>
            <pc:sldMk cId="1055822117" sldId="1038"/>
            <ac:spMk id="3" creationId="{C2AC3463-E898-8385-593F-593DA4125E40}"/>
          </ac:spMkLst>
        </pc:spChg>
      </pc:sldChg>
      <pc:sldChg chg="modSp del mod">
        <pc:chgData name="Palit, Tapti" userId="dec6fbcd-7598-406a-8cbf-504d4a3bac15" providerId="ADAL" clId="{ECD42228-5B96-4A72-B268-C46DF994E6B7}" dt="2024-01-27T18:18:03.543" v="64124" actId="47"/>
        <pc:sldMkLst>
          <pc:docMk/>
          <pc:sldMk cId="1642077207" sldId="1039"/>
        </pc:sldMkLst>
        <pc:spChg chg="mod">
          <ac:chgData name="Palit, Tapti" userId="dec6fbcd-7598-406a-8cbf-504d4a3bac15" providerId="ADAL" clId="{ECD42228-5B96-4A72-B268-C46DF994E6B7}" dt="2024-01-27T02:26:19.294" v="62191"/>
          <ac:spMkLst>
            <pc:docMk/>
            <pc:sldMk cId="1642077207" sldId="1039"/>
            <ac:spMk id="3" creationId="{C2AC3463-E898-8385-593F-593DA4125E40}"/>
          </ac:spMkLst>
        </pc:spChg>
        <pc:spChg chg="mod">
          <ac:chgData name="Palit, Tapti" userId="dec6fbcd-7598-406a-8cbf-504d4a3bac15" providerId="ADAL" clId="{ECD42228-5B96-4A72-B268-C46DF994E6B7}" dt="2024-01-27T15:08:36.703" v="63293" actId="20577"/>
          <ac:spMkLst>
            <pc:docMk/>
            <pc:sldMk cId="1642077207" sldId="1039"/>
            <ac:spMk id="34" creationId="{337688A2-C1F0-0967-CEF4-B0179A62746A}"/>
          </ac:spMkLst>
        </pc:spChg>
      </pc:sldChg>
      <pc:sldChg chg="modSp mod ord">
        <pc:chgData name="Palit, Tapti" userId="dec6fbcd-7598-406a-8cbf-504d4a3bac15" providerId="ADAL" clId="{ECD42228-5B96-4A72-B268-C46DF994E6B7}" dt="2024-01-26T15:29:34.424" v="61277" actId="1036"/>
        <pc:sldMkLst>
          <pc:docMk/>
          <pc:sldMk cId="4270396083" sldId="1039"/>
        </pc:sldMkLst>
        <pc:spChg chg="mod">
          <ac:chgData name="Palit, Tapti" userId="dec6fbcd-7598-406a-8cbf-504d4a3bac15" providerId="ADAL" clId="{ECD42228-5B96-4A72-B268-C46DF994E6B7}" dt="2024-01-26T15:29:34.424" v="61277" actId="1036"/>
          <ac:spMkLst>
            <pc:docMk/>
            <pc:sldMk cId="4270396083" sldId="1039"/>
            <ac:spMk id="2" creationId="{73CD119E-45E4-D4D8-E56F-3DC82B055878}"/>
          </ac:spMkLst>
        </pc:spChg>
        <pc:spChg chg="mod">
          <ac:chgData name="Palit, Tapti" userId="dec6fbcd-7598-406a-8cbf-504d4a3bac15" providerId="ADAL" clId="{ECD42228-5B96-4A72-B268-C46DF994E6B7}" dt="2024-01-26T15:25:41.997" v="61078" actId="20577"/>
          <ac:spMkLst>
            <pc:docMk/>
            <pc:sldMk cId="4270396083" sldId="1039"/>
            <ac:spMk id="3" creationId="{C2AC3463-E898-8385-593F-593DA4125E40}"/>
          </ac:spMkLst>
        </pc:spChg>
        <pc:spChg chg="mod">
          <ac:chgData name="Palit, Tapti" userId="dec6fbcd-7598-406a-8cbf-504d4a3bac15" providerId="ADAL" clId="{ECD42228-5B96-4A72-B268-C46DF994E6B7}" dt="2024-01-26T15:25:56.911" v="61107" actId="20577"/>
          <ac:spMkLst>
            <pc:docMk/>
            <pc:sldMk cId="4270396083" sldId="1039"/>
            <ac:spMk id="34" creationId="{337688A2-C1F0-0967-CEF4-B0179A62746A}"/>
          </ac:spMkLst>
        </pc:spChg>
      </pc:sldChg>
      <pc:sldChg chg="add mod modShow">
        <pc:chgData name="Palit, Tapti" userId="dec6fbcd-7598-406a-8cbf-504d4a3bac15" providerId="ADAL" clId="{ECD42228-5B96-4A72-B268-C46DF994E6B7}" dt="2024-01-29T04:32:12.363" v="75448" actId="729"/>
        <pc:sldMkLst>
          <pc:docMk/>
          <pc:sldMk cId="1690036250" sldId="1040"/>
        </pc:sldMkLst>
      </pc:sldChg>
      <pc:sldChg chg="modSp del mod ord addCm">
        <pc:chgData name="Palit, Tapti" userId="dec6fbcd-7598-406a-8cbf-504d4a3bac15" providerId="ADAL" clId="{ECD42228-5B96-4A72-B268-C46DF994E6B7}" dt="2024-01-29T04:32:05.518" v="75446" actId="2696"/>
        <pc:sldMkLst>
          <pc:docMk/>
          <pc:sldMk cId="2504136269" sldId="1040"/>
        </pc:sldMkLst>
        <pc:spChg chg="mod">
          <ac:chgData name="Palit, Tapti" userId="dec6fbcd-7598-406a-8cbf-504d4a3bac15" providerId="ADAL" clId="{ECD42228-5B96-4A72-B268-C46DF994E6B7}" dt="2024-01-29T04:02:30.930" v="75352" actId="20577"/>
          <ac:spMkLst>
            <pc:docMk/>
            <pc:sldMk cId="2504136269" sldId="1040"/>
            <ac:spMk id="6" creationId="{E821C609-F920-0F4B-CA3D-7BC4E0A8FDBA}"/>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55:07.876" v="63233"/>
              <pc2:cmMkLst xmlns:pc2="http://schemas.microsoft.com/office/powerpoint/2019/9/main/command">
                <pc:docMk/>
                <pc:sldMk cId="2504136269" sldId="1040"/>
                <pc2:cmMk id="{0F3F5EC7-DDFD-478F-B84F-6571348AD585}"/>
              </pc2:cmMkLst>
            </pc226:cmChg>
          </p:ext>
        </pc:extLst>
      </pc:sldChg>
      <pc:sldChg chg="modSp add del mod ord">
        <pc:chgData name="Palit, Tapti" userId="dec6fbcd-7598-406a-8cbf-504d4a3bac15" providerId="ADAL" clId="{ECD42228-5B96-4A72-B268-C46DF994E6B7}" dt="2024-01-30T05:14:58.434" v="87316" actId="47"/>
        <pc:sldMkLst>
          <pc:docMk/>
          <pc:sldMk cId="10976018" sldId="1041"/>
        </pc:sldMkLst>
        <pc:spChg chg="mod">
          <ac:chgData name="Palit, Tapti" userId="dec6fbcd-7598-406a-8cbf-504d4a3bac15" providerId="ADAL" clId="{ECD42228-5B96-4A72-B268-C46DF994E6B7}" dt="2024-01-30T05:14:52.578" v="87312" actId="21"/>
          <ac:spMkLst>
            <pc:docMk/>
            <pc:sldMk cId="10976018" sldId="1041"/>
            <ac:spMk id="6" creationId="{FDC74DA8-C237-A341-3E03-E5F1314CC573}"/>
          </ac:spMkLst>
        </pc:spChg>
      </pc:sldChg>
      <pc:sldChg chg="addSp modSp new mod">
        <pc:chgData name="Palit, Tapti" userId="dec6fbcd-7598-406a-8cbf-504d4a3bac15" providerId="ADAL" clId="{ECD42228-5B96-4A72-B268-C46DF994E6B7}" dt="2024-01-26T17:25:05.591" v="61895" actId="207"/>
        <pc:sldMkLst>
          <pc:docMk/>
          <pc:sldMk cId="90702374" sldId="1042"/>
        </pc:sldMkLst>
        <pc:spChg chg="mod">
          <ac:chgData name="Palit, Tapti" userId="dec6fbcd-7598-406a-8cbf-504d4a3bac15" providerId="ADAL" clId="{ECD42228-5B96-4A72-B268-C46DF994E6B7}" dt="2024-01-26T15:28:22.528" v="61265" actId="20577"/>
          <ac:spMkLst>
            <pc:docMk/>
            <pc:sldMk cId="90702374" sldId="1042"/>
            <ac:spMk id="2" creationId="{B14E3A00-F9F1-0F7F-FC31-B79896477F22}"/>
          </ac:spMkLst>
        </pc:spChg>
        <pc:spChg chg="mod">
          <ac:chgData name="Palit, Tapti" userId="dec6fbcd-7598-406a-8cbf-504d4a3bac15" providerId="ADAL" clId="{ECD42228-5B96-4A72-B268-C46DF994E6B7}" dt="2024-01-26T15:28:23.382" v="61266" actId="20577"/>
          <ac:spMkLst>
            <pc:docMk/>
            <pc:sldMk cId="90702374" sldId="1042"/>
            <ac:spMk id="3" creationId="{C343FF30-3F93-C0B0-EE77-861CE789DCD4}"/>
          </ac:spMkLst>
        </pc:spChg>
        <pc:spChg chg="add mod">
          <ac:chgData name="Palit, Tapti" userId="dec6fbcd-7598-406a-8cbf-504d4a3bac15" providerId="ADAL" clId="{ECD42228-5B96-4A72-B268-C46DF994E6B7}" dt="2024-01-26T15:27:32.657" v="61222" actId="20577"/>
          <ac:spMkLst>
            <pc:docMk/>
            <pc:sldMk cId="90702374" sldId="1042"/>
            <ac:spMk id="5" creationId="{0678F1A9-B663-6DE9-2E6E-F826E641E103}"/>
          </ac:spMkLst>
        </pc:spChg>
        <pc:spChg chg="add mod">
          <ac:chgData name="Palit, Tapti" userId="dec6fbcd-7598-406a-8cbf-504d4a3bac15" providerId="ADAL" clId="{ECD42228-5B96-4A72-B268-C46DF994E6B7}" dt="2024-01-26T17:23:43.687" v="61886" actId="14100"/>
          <ac:spMkLst>
            <pc:docMk/>
            <pc:sldMk cId="90702374" sldId="1042"/>
            <ac:spMk id="6" creationId="{055AEA24-7981-894A-12F1-23185A3472D6}"/>
          </ac:spMkLst>
        </pc:spChg>
        <pc:graphicFrameChg chg="add mod modGraphic">
          <ac:chgData name="Palit, Tapti" userId="dec6fbcd-7598-406a-8cbf-504d4a3bac15" providerId="ADAL" clId="{ECD42228-5B96-4A72-B268-C46DF994E6B7}" dt="2024-01-26T17:25:05.591" v="61895" actId="207"/>
          <ac:graphicFrameMkLst>
            <pc:docMk/>
            <pc:sldMk cId="90702374" sldId="1042"/>
            <ac:graphicFrameMk id="7" creationId="{7FB95747-6BF9-2F56-5051-E05960A8385D}"/>
          </ac:graphicFrameMkLst>
        </pc:graphicFrameChg>
      </pc:sldChg>
      <pc:sldChg chg="addSp modSp add del mod">
        <pc:chgData name="Palit, Tapti" userId="dec6fbcd-7598-406a-8cbf-504d4a3bac15" providerId="ADAL" clId="{ECD42228-5B96-4A72-B268-C46DF994E6B7}" dt="2024-01-27T15:44:12.469" v="63685" actId="2696"/>
        <pc:sldMkLst>
          <pc:docMk/>
          <pc:sldMk cId="325945214" sldId="1042"/>
        </pc:sldMkLst>
        <pc:spChg chg="mod">
          <ac:chgData name="Palit, Tapti" userId="dec6fbcd-7598-406a-8cbf-504d4a3bac15" providerId="ADAL" clId="{ECD42228-5B96-4A72-B268-C46DF994E6B7}" dt="2024-01-27T15:43:40.687" v="63682" actId="20577"/>
          <ac:spMkLst>
            <pc:docMk/>
            <pc:sldMk cId="325945214" sldId="1042"/>
            <ac:spMk id="5" creationId="{0678F1A9-B663-6DE9-2E6E-F826E641E103}"/>
          </ac:spMkLst>
        </pc:spChg>
        <pc:spChg chg="add mod">
          <ac:chgData name="Palit, Tapti" userId="dec6fbcd-7598-406a-8cbf-504d4a3bac15" providerId="ADAL" clId="{ECD42228-5B96-4A72-B268-C46DF994E6B7}" dt="2024-01-27T04:03:40.201" v="63133" actId="1076"/>
          <ac:spMkLst>
            <pc:docMk/>
            <pc:sldMk cId="325945214" sldId="1042"/>
            <ac:spMk id="8" creationId="{CF17E449-5B55-6AA3-DCAD-2BAA2D7BF9F4}"/>
          </ac:spMkLst>
        </pc:spChg>
        <pc:graphicFrameChg chg="modGraphic">
          <ac:chgData name="Palit, Tapti" userId="dec6fbcd-7598-406a-8cbf-504d4a3bac15" providerId="ADAL" clId="{ECD42228-5B96-4A72-B268-C46DF994E6B7}" dt="2024-01-27T03:44:28.537" v="63063" actId="2165"/>
          <ac:graphicFrameMkLst>
            <pc:docMk/>
            <pc:sldMk cId="325945214" sldId="1042"/>
            <ac:graphicFrameMk id="7" creationId="{7FB95747-6BF9-2F56-5051-E05960A8385D}"/>
          </ac:graphicFrameMkLst>
        </pc:graphicFrameChg>
      </pc:sldChg>
      <pc:sldChg chg="new del">
        <pc:chgData name="Palit, Tapti" userId="dec6fbcd-7598-406a-8cbf-504d4a3bac15" providerId="ADAL" clId="{ECD42228-5B96-4A72-B268-C46DF994E6B7}" dt="2024-01-26T15:28:51.975" v="61268" actId="47"/>
        <pc:sldMkLst>
          <pc:docMk/>
          <pc:sldMk cId="130043795" sldId="1043"/>
        </pc:sldMkLst>
      </pc:sldChg>
      <pc:sldChg chg="addSp delSp modSp new del mod ord">
        <pc:chgData name="Palit, Tapti" userId="dec6fbcd-7598-406a-8cbf-504d4a3bac15" providerId="ADAL" clId="{ECD42228-5B96-4A72-B268-C46DF994E6B7}" dt="2024-01-26T16:24:18.112" v="61844" actId="47"/>
        <pc:sldMkLst>
          <pc:docMk/>
          <pc:sldMk cId="435093919" sldId="1043"/>
        </pc:sldMkLst>
        <pc:spChg chg="add del mod">
          <ac:chgData name="Palit, Tapti" userId="dec6fbcd-7598-406a-8cbf-504d4a3bac15" providerId="ADAL" clId="{ECD42228-5B96-4A72-B268-C46DF994E6B7}" dt="2024-01-26T16:24:16.330" v="61843" actId="478"/>
          <ac:spMkLst>
            <pc:docMk/>
            <pc:sldMk cId="435093919" sldId="1043"/>
            <ac:spMk id="5" creationId="{29EDA7A5-14F4-1782-50AF-EAE6AD1B85C3}"/>
          </ac:spMkLst>
        </pc:spChg>
      </pc:sldChg>
      <pc:sldChg chg="modSp new add del mod addCm">
        <pc:chgData name="Palit, Tapti" userId="dec6fbcd-7598-406a-8cbf-504d4a3bac15" providerId="ADAL" clId="{ECD42228-5B96-4A72-B268-C46DF994E6B7}" dt="2024-01-26T15:58:30.637" v="61508" actId="47"/>
        <pc:sldMkLst>
          <pc:docMk/>
          <pc:sldMk cId="856166444" sldId="1043"/>
        </pc:sldMkLst>
        <pc:spChg chg="mod">
          <ac:chgData name="Palit, Tapti" userId="dec6fbcd-7598-406a-8cbf-504d4a3bac15" providerId="ADAL" clId="{ECD42228-5B96-4A72-B268-C46DF994E6B7}" dt="2024-01-26T15:40:45.086" v="61459" actId="20577"/>
          <ac:spMkLst>
            <pc:docMk/>
            <pc:sldMk cId="856166444" sldId="1043"/>
            <ac:spMk id="2" creationId="{828EDB0C-C503-0842-AB0C-6C86DCB8A6B4}"/>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6T15:40:56.045" v="61460"/>
              <pc2:cmMkLst xmlns:pc2="http://schemas.microsoft.com/office/powerpoint/2019/9/main/command">
                <pc:docMk/>
                <pc:sldMk cId="856166444" sldId="1043"/>
                <pc2:cmMk id="{C98D65ED-9E03-4061-AC47-1AD616D4D30D}"/>
              </pc2:cmMkLst>
            </pc226:cmChg>
          </p:ext>
        </pc:extLst>
      </pc:sldChg>
      <pc:sldChg chg="modSp new add del mod">
        <pc:chgData name="Palit, Tapti" userId="dec6fbcd-7598-406a-8cbf-504d4a3bac15" providerId="ADAL" clId="{ECD42228-5B96-4A72-B268-C46DF994E6B7}" dt="2024-01-26T16:10:54.094" v="61593" actId="680"/>
        <pc:sldMkLst>
          <pc:docMk/>
          <pc:sldMk cId="3186179104" sldId="1043"/>
        </pc:sldMkLst>
        <pc:spChg chg="mod">
          <ac:chgData name="Palit, Tapti" userId="dec6fbcd-7598-406a-8cbf-504d4a3bac15" providerId="ADAL" clId="{ECD42228-5B96-4A72-B268-C46DF994E6B7}" dt="2024-01-26T16:10:52.868" v="61591" actId="20577"/>
          <ac:spMkLst>
            <pc:docMk/>
            <pc:sldMk cId="3186179104" sldId="1043"/>
            <ac:spMk id="2" creationId="{9F1297D9-9F61-0F38-5837-0D704B40274E}"/>
          </ac:spMkLst>
        </pc:spChg>
        <pc:spChg chg="mod">
          <ac:chgData name="Palit, Tapti" userId="dec6fbcd-7598-406a-8cbf-504d4a3bac15" providerId="ADAL" clId="{ECD42228-5B96-4A72-B268-C46DF994E6B7}" dt="2024-01-26T16:10:53.359" v="61592" actId="20577"/>
          <ac:spMkLst>
            <pc:docMk/>
            <pc:sldMk cId="3186179104" sldId="1043"/>
            <ac:spMk id="3" creationId="{6E17DF26-6B1D-AE9C-1FB5-A1FFE97438C4}"/>
          </ac:spMkLst>
        </pc:spChg>
      </pc:sldChg>
      <pc:sldChg chg="add">
        <pc:chgData name="Palit, Tapti" userId="dec6fbcd-7598-406a-8cbf-504d4a3bac15" providerId="ADAL" clId="{ECD42228-5B96-4A72-B268-C46DF994E6B7}" dt="2024-01-26T17:23:23.456" v="61879" actId="2890"/>
        <pc:sldMkLst>
          <pc:docMk/>
          <pc:sldMk cId="3205366510" sldId="1043"/>
        </pc:sldMkLst>
      </pc:sldChg>
      <pc:sldChg chg="modSp add del mod ord">
        <pc:chgData name="Palit, Tapti" userId="dec6fbcd-7598-406a-8cbf-504d4a3bac15" providerId="ADAL" clId="{ECD42228-5B96-4A72-B268-C46DF994E6B7}" dt="2024-01-26T16:21:01.871" v="61814" actId="47"/>
        <pc:sldMkLst>
          <pc:docMk/>
          <pc:sldMk cId="4282209541" sldId="1043"/>
        </pc:sldMkLst>
        <pc:spChg chg="mod">
          <ac:chgData name="Palit, Tapti" userId="dec6fbcd-7598-406a-8cbf-504d4a3bac15" providerId="ADAL" clId="{ECD42228-5B96-4A72-B268-C46DF994E6B7}" dt="2024-01-26T16:20:59.130" v="61813" actId="20577"/>
          <ac:spMkLst>
            <pc:docMk/>
            <pc:sldMk cId="4282209541" sldId="1043"/>
            <ac:spMk id="3" creationId="{1DE32838-0EFD-ED43-CD51-D5E95C26D3D4}"/>
          </ac:spMkLst>
        </pc:spChg>
      </pc:sldChg>
      <pc:sldChg chg="add">
        <pc:chgData name="Palit, Tapti" userId="dec6fbcd-7598-406a-8cbf-504d4a3bac15" providerId="ADAL" clId="{ECD42228-5B96-4A72-B268-C46DF994E6B7}" dt="2024-01-26T17:23:25.341" v="61880" actId="2890"/>
        <pc:sldMkLst>
          <pc:docMk/>
          <pc:sldMk cId="4202352494" sldId="1044"/>
        </pc:sldMkLst>
      </pc:sldChg>
      <pc:sldChg chg="addSp delSp modSp add del mod">
        <pc:chgData name="Palit, Tapti" userId="dec6fbcd-7598-406a-8cbf-504d4a3bac15" providerId="ADAL" clId="{ECD42228-5B96-4A72-B268-C46DF994E6B7}" dt="2024-01-27T15:44:12.469" v="63685" actId="2696"/>
        <pc:sldMkLst>
          <pc:docMk/>
          <pc:sldMk cId="1025534057" sldId="1045"/>
        </pc:sldMkLst>
        <pc:spChg chg="del">
          <ac:chgData name="Palit, Tapti" userId="dec6fbcd-7598-406a-8cbf-504d4a3bac15" providerId="ADAL" clId="{ECD42228-5B96-4A72-B268-C46DF994E6B7}" dt="2024-01-27T04:03:25.401" v="63129" actId="21"/>
          <ac:spMkLst>
            <pc:docMk/>
            <pc:sldMk cId="1025534057" sldId="1045"/>
            <ac:spMk id="6" creationId="{055AEA24-7981-894A-12F1-23185A3472D6}"/>
          </ac:spMkLst>
        </pc:spChg>
        <pc:spChg chg="add mod">
          <ac:chgData name="Palit, Tapti" userId="dec6fbcd-7598-406a-8cbf-504d4a3bac15" providerId="ADAL" clId="{ECD42228-5B96-4A72-B268-C46DF994E6B7}" dt="2024-01-27T04:03:30.275" v="63131" actId="1076"/>
          <ac:spMkLst>
            <pc:docMk/>
            <pc:sldMk cId="1025534057" sldId="1045"/>
            <ac:spMk id="8" creationId="{055AEA24-7981-894A-12F1-23185A3472D6}"/>
          </ac:spMkLst>
        </pc:spChg>
        <pc:graphicFrameChg chg="modGraphic">
          <ac:chgData name="Palit, Tapti" userId="dec6fbcd-7598-406a-8cbf-504d4a3bac15" providerId="ADAL" clId="{ECD42228-5B96-4A72-B268-C46DF994E6B7}" dt="2024-01-27T03:44:38.652" v="63064" actId="2165"/>
          <ac:graphicFrameMkLst>
            <pc:docMk/>
            <pc:sldMk cId="1025534057" sldId="1045"/>
            <ac:graphicFrameMk id="7" creationId="{7FB95747-6BF9-2F56-5051-E05960A8385D}"/>
          </ac:graphicFrameMkLst>
        </pc:graphicFrameChg>
      </pc:sldChg>
      <pc:sldChg chg="modSp add mod">
        <pc:chgData name="Palit, Tapti" userId="dec6fbcd-7598-406a-8cbf-504d4a3bac15" providerId="ADAL" clId="{ECD42228-5B96-4A72-B268-C46DF994E6B7}" dt="2024-01-26T17:24:51.758" v="61891" actId="1076"/>
        <pc:sldMkLst>
          <pc:docMk/>
          <pc:sldMk cId="2524436785" sldId="1045"/>
        </pc:sldMkLst>
        <pc:spChg chg="mod">
          <ac:chgData name="Palit, Tapti" userId="dec6fbcd-7598-406a-8cbf-504d4a3bac15" providerId="ADAL" clId="{ECD42228-5B96-4A72-B268-C46DF994E6B7}" dt="2024-01-26T17:24:51.758" v="61891" actId="1076"/>
          <ac:spMkLst>
            <pc:docMk/>
            <pc:sldMk cId="2524436785" sldId="1045"/>
            <ac:spMk id="6" creationId="{055AEA24-7981-894A-12F1-23185A3472D6}"/>
          </ac:spMkLst>
        </pc:spChg>
      </pc:sldChg>
      <pc:sldChg chg="addSp delSp modSp del mod modNotesTx">
        <pc:chgData name="Palit, Tapti" userId="dec6fbcd-7598-406a-8cbf-504d4a3bac15" providerId="ADAL" clId="{ECD42228-5B96-4A72-B268-C46DF994E6B7}" dt="2024-01-29T03:50:29.932" v="75284" actId="47"/>
        <pc:sldMkLst>
          <pc:docMk/>
          <pc:sldMk cId="461927356" sldId="1047"/>
        </pc:sldMkLst>
        <pc:spChg chg="mod">
          <ac:chgData name="Palit, Tapti" userId="dec6fbcd-7598-406a-8cbf-504d4a3bac15" providerId="ADAL" clId="{ECD42228-5B96-4A72-B268-C46DF994E6B7}" dt="2024-01-28T04:29:01.162" v="67985" actId="20577"/>
          <ac:spMkLst>
            <pc:docMk/>
            <pc:sldMk cId="461927356" sldId="1047"/>
            <ac:spMk id="2" creationId="{85BB36D4-0D34-594A-B8AD-6FD2FD35DD7E}"/>
          </ac:spMkLst>
        </pc:spChg>
        <pc:spChg chg="mod">
          <ac:chgData name="Palit, Tapti" userId="dec6fbcd-7598-406a-8cbf-504d4a3bac15" providerId="ADAL" clId="{ECD42228-5B96-4A72-B268-C46DF994E6B7}" dt="2024-01-27T21:08:34.726" v="64776" actId="20577"/>
          <ac:spMkLst>
            <pc:docMk/>
            <pc:sldMk cId="461927356" sldId="1047"/>
            <ac:spMk id="3" creationId="{E8DCE5B1-F4A6-5476-8A4E-2E2E78733BA8}"/>
          </ac:spMkLst>
        </pc:spChg>
        <pc:spChg chg="add del mod">
          <ac:chgData name="Palit, Tapti" userId="dec6fbcd-7598-406a-8cbf-504d4a3bac15" providerId="ADAL" clId="{ECD42228-5B96-4A72-B268-C46DF994E6B7}" dt="2024-01-27T21:11:37.735" v="64834" actId="478"/>
          <ac:spMkLst>
            <pc:docMk/>
            <pc:sldMk cId="461927356" sldId="1047"/>
            <ac:spMk id="10" creationId="{D90FE0FB-9DF3-880E-9A32-CEFD9115E033}"/>
          </ac:spMkLst>
        </pc:spChg>
        <pc:spChg chg="add del mod">
          <ac:chgData name="Palit, Tapti" userId="dec6fbcd-7598-406a-8cbf-504d4a3bac15" providerId="ADAL" clId="{ECD42228-5B96-4A72-B268-C46DF994E6B7}" dt="2024-01-27T21:11:37.735" v="64834" actId="478"/>
          <ac:spMkLst>
            <pc:docMk/>
            <pc:sldMk cId="461927356" sldId="1047"/>
            <ac:spMk id="11" creationId="{849223D1-9D6E-7B27-5A36-2E13FD48F731}"/>
          </ac:spMkLst>
        </pc:spChg>
        <pc:picChg chg="add del mod">
          <ac:chgData name="Palit, Tapti" userId="dec6fbcd-7598-406a-8cbf-504d4a3bac15" providerId="ADAL" clId="{ECD42228-5B96-4A72-B268-C46DF994E6B7}" dt="2024-01-27T15:06:49.558" v="63239" actId="478"/>
          <ac:picMkLst>
            <pc:docMk/>
            <pc:sldMk cId="461927356" sldId="1047"/>
            <ac:picMk id="5" creationId="{7AAEFED3-6869-AA04-11FB-A5D5698054F8}"/>
          </ac:picMkLst>
        </pc:picChg>
        <pc:picChg chg="add del mod">
          <ac:chgData name="Palit, Tapti" userId="dec6fbcd-7598-406a-8cbf-504d4a3bac15" providerId="ADAL" clId="{ECD42228-5B96-4A72-B268-C46DF994E6B7}" dt="2024-01-27T21:11:41.051" v="64835" actId="478"/>
          <ac:picMkLst>
            <pc:docMk/>
            <pc:sldMk cId="461927356" sldId="1047"/>
            <ac:picMk id="6" creationId="{C11430F6-2646-240E-BA12-D35D4D4BCE1C}"/>
          </ac:picMkLst>
        </pc:picChg>
        <pc:picChg chg="add del mod">
          <ac:chgData name="Palit, Tapti" userId="dec6fbcd-7598-406a-8cbf-504d4a3bac15" providerId="ADAL" clId="{ECD42228-5B96-4A72-B268-C46DF994E6B7}" dt="2024-01-27T15:07:22.476" v="63246" actId="478"/>
          <ac:picMkLst>
            <pc:docMk/>
            <pc:sldMk cId="461927356" sldId="1047"/>
            <ac:picMk id="7" creationId="{95B1E95F-2700-0134-756C-A39352566095}"/>
          </ac:picMkLst>
        </pc:picChg>
        <pc:picChg chg="add mod">
          <ac:chgData name="Palit, Tapti" userId="dec6fbcd-7598-406a-8cbf-504d4a3bac15" providerId="ADAL" clId="{ECD42228-5B96-4A72-B268-C46DF994E6B7}" dt="2024-01-28T04:29:45.763" v="67991" actId="1076"/>
          <ac:picMkLst>
            <pc:docMk/>
            <pc:sldMk cId="461927356" sldId="1047"/>
            <ac:picMk id="8" creationId="{366EC38B-CD37-A8CD-97A5-D043DFBCED5F}"/>
          </ac:picMkLst>
        </pc:picChg>
        <pc:picChg chg="add mod">
          <ac:chgData name="Palit, Tapti" userId="dec6fbcd-7598-406a-8cbf-504d4a3bac15" providerId="ADAL" clId="{ECD42228-5B96-4A72-B268-C46DF994E6B7}" dt="2024-01-28T04:29:45.763" v="67991" actId="1076"/>
          <ac:picMkLst>
            <pc:docMk/>
            <pc:sldMk cId="461927356" sldId="1047"/>
            <ac:picMk id="9" creationId="{1E14B468-0131-AC3A-56B4-322FAFFF67D8}"/>
          </ac:picMkLst>
        </pc:picChg>
        <pc:picChg chg="add mod">
          <ac:chgData name="Palit, Tapti" userId="dec6fbcd-7598-406a-8cbf-504d4a3bac15" providerId="ADAL" clId="{ECD42228-5B96-4A72-B268-C46DF994E6B7}" dt="2024-01-28T21:05:40.734" v="68627" actId="14100"/>
          <ac:picMkLst>
            <pc:docMk/>
            <pc:sldMk cId="461927356" sldId="1047"/>
            <ac:picMk id="13" creationId="{4453C35E-4085-EF04-85C5-275F73910F2F}"/>
          </ac:picMkLst>
        </pc:picChg>
        <pc:picChg chg="del mod">
          <ac:chgData name="Palit, Tapti" userId="dec6fbcd-7598-406a-8cbf-504d4a3bac15" providerId="ADAL" clId="{ECD42228-5B96-4A72-B268-C46DF994E6B7}" dt="2024-01-28T21:05:28.260" v="68621" actId="478"/>
          <ac:picMkLst>
            <pc:docMk/>
            <pc:sldMk cId="461927356" sldId="1047"/>
            <ac:picMk id="1026" creationId="{2741BB2C-9BB8-CB63-35AE-0EDCAF4019B2}"/>
          </ac:picMkLst>
        </pc:picChg>
        <pc:picChg chg="add del mod">
          <ac:chgData name="Palit, Tapti" userId="dec6fbcd-7598-406a-8cbf-504d4a3bac15" providerId="ADAL" clId="{ECD42228-5B96-4A72-B268-C46DF994E6B7}" dt="2024-01-27T21:11:37.735" v="64834" actId="478"/>
          <ac:picMkLst>
            <pc:docMk/>
            <pc:sldMk cId="461927356" sldId="1047"/>
            <ac:picMk id="1028" creationId="{1741705E-DA8B-1AEC-6BF6-D4A5135A8EC8}"/>
          </ac:picMkLst>
        </pc:picChg>
        <pc:picChg chg="add del mod">
          <ac:chgData name="Palit, Tapti" userId="dec6fbcd-7598-406a-8cbf-504d4a3bac15" providerId="ADAL" clId="{ECD42228-5B96-4A72-B268-C46DF994E6B7}" dt="2024-01-27T21:11:37.735" v="64834" actId="478"/>
          <ac:picMkLst>
            <pc:docMk/>
            <pc:sldMk cId="461927356" sldId="1047"/>
            <ac:picMk id="1030" creationId="{8D78B493-7ED8-F252-68E5-27303818D863}"/>
          </ac:picMkLst>
        </pc:picChg>
      </pc:sldChg>
      <pc:sldChg chg="del">
        <pc:chgData name="Palit, Tapti" userId="dec6fbcd-7598-406a-8cbf-504d4a3bac15" providerId="ADAL" clId="{ECD42228-5B96-4A72-B268-C46DF994E6B7}" dt="2024-01-27T02:02:07.387" v="61980" actId="2696"/>
        <pc:sldMkLst>
          <pc:docMk/>
          <pc:sldMk cId="317721606" sldId="1048"/>
        </pc:sldMkLst>
      </pc:sldChg>
      <pc:sldChg chg="add del">
        <pc:chgData name="Palit, Tapti" userId="dec6fbcd-7598-406a-8cbf-504d4a3bac15" providerId="ADAL" clId="{ECD42228-5B96-4A72-B268-C46DF994E6B7}" dt="2024-01-27T02:08:14.919" v="62170" actId="47"/>
        <pc:sldMkLst>
          <pc:docMk/>
          <pc:sldMk cId="1439626712" sldId="1048"/>
        </pc:sldMkLst>
      </pc:sldChg>
      <pc:sldChg chg="modSp del mod">
        <pc:chgData name="Palit, Tapti" userId="dec6fbcd-7598-406a-8cbf-504d4a3bac15" providerId="ADAL" clId="{ECD42228-5B96-4A72-B268-C46DF994E6B7}" dt="2024-01-27T02:06:22.372" v="62169" actId="47"/>
        <pc:sldMkLst>
          <pc:docMk/>
          <pc:sldMk cId="636879538" sldId="1049"/>
        </pc:sldMkLst>
        <pc:spChg chg="mod">
          <ac:chgData name="Palit, Tapti" userId="dec6fbcd-7598-406a-8cbf-504d4a3bac15" providerId="ADAL" clId="{ECD42228-5B96-4A72-B268-C46DF994E6B7}" dt="2024-01-27T00:09:44.274" v="61965" actId="20577"/>
          <ac:spMkLst>
            <pc:docMk/>
            <pc:sldMk cId="636879538" sldId="1049"/>
            <ac:spMk id="3" creationId="{E8DCE5B1-F4A6-5476-8A4E-2E2E78733BA8}"/>
          </ac:spMkLst>
        </pc:spChg>
      </pc:sldChg>
      <pc:sldChg chg="modSp mod modCm modNotesTx">
        <pc:chgData name="Palit, Tapti" userId="dec6fbcd-7598-406a-8cbf-504d4a3bac15" providerId="ADAL" clId="{ECD42228-5B96-4A72-B268-C46DF994E6B7}" dt="2024-02-08T20:44:22.988" v="100668"/>
        <pc:sldMkLst>
          <pc:docMk/>
          <pc:sldMk cId="2934567446" sldId="1050"/>
        </pc:sldMkLst>
        <pc:spChg chg="mod">
          <ac:chgData name="Palit, Tapti" userId="dec6fbcd-7598-406a-8cbf-504d4a3bac15" providerId="ADAL" clId="{ECD42228-5B96-4A72-B268-C46DF994E6B7}" dt="2024-01-28T19:48:20.607" v="68568" actId="20577"/>
          <ac:spMkLst>
            <pc:docMk/>
            <pc:sldMk cId="2934567446" sldId="1050"/>
            <ac:spMk id="7" creationId="{E498D4B2-BB20-4B40-B85D-554C40BE6DB1}"/>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4:22.988" v="100668"/>
              <pc2:cmMkLst xmlns:pc2="http://schemas.microsoft.com/office/powerpoint/2019/9/main/command">
                <pc:docMk/>
                <pc:sldMk cId="2934567446" sldId="1050"/>
                <pc2:cmMk id="{F5469A51-AE60-4412-9F0F-BBB496E58B16}"/>
              </pc2:cmMkLst>
              <pc226:cmRplyChg chg="add">
                <pc226:chgData name="Palit, Tapti" userId="dec6fbcd-7598-406a-8cbf-504d4a3bac15" providerId="ADAL" clId="{ECD42228-5B96-4A72-B268-C46DF994E6B7}" dt="2024-02-08T20:44:22.988" v="100668"/>
                <pc2:cmRplyMkLst xmlns:pc2="http://schemas.microsoft.com/office/powerpoint/2019/9/main/command">
                  <pc:docMk/>
                  <pc:sldMk cId="2934567446" sldId="1050"/>
                  <pc2:cmMk id="{F5469A51-AE60-4412-9F0F-BBB496E58B16}"/>
                  <pc2:cmRplyMk id="{E7D914CC-7AA5-4874-8B5B-2E5C52247D79}"/>
                </pc2:cmRplyMkLst>
              </pc226:cmRplyChg>
            </pc226:cmChg>
          </p:ext>
        </pc:extLst>
      </pc:sldChg>
      <pc:sldChg chg="add del">
        <pc:chgData name="Palit, Tapti" userId="dec6fbcd-7598-406a-8cbf-504d4a3bac15" providerId="ADAL" clId="{ECD42228-5B96-4A72-B268-C46DF994E6B7}" dt="2024-01-27T02:08:14.919" v="62170" actId="47"/>
        <pc:sldMkLst>
          <pc:docMk/>
          <pc:sldMk cId="2026540579" sldId="1053"/>
        </pc:sldMkLst>
      </pc:sldChg>
      <pc:sldChg chg="del">
        <pc:chgData name="Palit, Tapti" userId="dec6fbcd-7598-406a-8cbf-504d4a3bac15" providerId="ADAL" clId="{ECD42228-5B96-4A72-B268-C46DF994E6B7}" dt="2024-01-27T02:02:07.387" v="61980" actId="2696"/>
        <pc:sldMkLst>
          <pc:docMk/>
          <pc:sldMk cId="2131034263" sldId="1053"/>
        </pc:sldMkLst>
      </pc:sldChg>
      <pc:sldChg chg="add mod modShow">
        <pc:chgData name="Palit, Tapti" userId="dec6fbcd-7598-406a-8cbf-504d4a3bac15" providerId="ADAL" clId="{ECD42228-5B96-4A72-B268-C46DF994E6B7}" dt="2024-01-28T19:50:02.989" v="68605" actId="729"/>
        <pc:sldMkLst>
          <pc:docMk/>
          <pc:sldMk cId="2333820600" sldId="1055"/>
        </pc:sldMkLst>
      </pc:sldChg>
      <pc:sldChg chg="addSp delSp modSp del mod">
        <pc:chgData name="Palit, Tapti" userId="dec6fbcd-7598-406a-8cbf-504d4a3bac15" providerId="ADAL" clId="{ECD42228-5B96-4A72-B268-C46DF994E6B7}" dt="2024-01-28T19:49:55.813" v="68603" actId="2696"/>
        <pc:sldMkLst>
          <pc:docMk/>
          <pc:sldMk cId="2862058683" sldId="1055"/>
        </pc:sldMkLst>
        <pc:spChg chg="mod">
          <ac:chgData name="Palit, Tapti" userId="dec6fbcd-7598-406a-8cbf-504d4a3bac15" providerId="ADAL" clId="{ECD42228-5B96-4A72-B268-C46DF994E6B7}" dt="2024-01-27T02:26:00.342" v="62188" actId="20577"/>
          <ac:spMkLst>
            <pc:docMk/>
            <pc:sldMk cId="2862058683" sldId="1055"/>
            <ac:spMk id="3" creationId="{F41F5800-0C87-D92F-5B6B-52E096B070E2}"/>
          </ac:spMkLst>
        </pc:spChg>
        <pc:spChg chg="add mod">
          <ac:chgData name="Palit, Tapti" userId="dec6fbcd-7598-406a-8cbf-504d4a3bac15" providerId="ADAL" clId="{ECD42228-5B96-4A72-B268-C46DF994E6B7}" dt="2024-01-26T21:27:25.443" v="61922" actId="478"/>
          <ac:spMkLst>
            <pc:docMk/>
            <pc:sldMk cId="2862058683" sldId="1055"/>
            <ac:spMk id="6" creationId="{8EC7C01F-5E55-E3C8-0257-291075C3A2AD}"/>
          </ac:spMkLst>
        </pc:spChg>
        <pc:spChg chg="del">
          <ac:chgData name="Palit, Tapti" userId="dec6fbcd-7598-406a-8cbf-504d4a3bac15" providerId="ADAL" clId="{ECD42228-5B96-4A72-B268-C46DF994E6B7}" dt="2024-01-26T21:27:25.443" v="61922" actId="478"/>
          <ac:spMkLst>
            <pc:docMk/>
            <pc:sldMk cId="2862058683" sldId="1055"/>
            <ac:spMk id="31" creationId="{8066DF09-0DDE-0E4A-743E-1BD29398BBC7}"/>
          </ac:spMkLst>
        </pc:spChg>
      </pc:sldChg>
      <pc:sldChg chg="del">
        <pc:chgData name="Palit, Tapti" userId="dec6fbcd-7598-406a-8cbf-504d4a3bac15" providerId="ADAL" clId="{ECD42228-5B96-4A72-B268-C46DF994E6B7}" dt="2024-01-26T21:27:21.405" v="61921" actId="47"/>
        <pc:sldMkLst>
          <pc:docMk/>
          <pc:sldMk cId="3149305771" sldId="1056"/>
        </pc:sldMkLst>
      </pc:sldChg>
      <pc:sldChg chg="add del">
        <pc:chgData name="Palit, Tapti" userId="dec6fbcd-7598-406a-8cbf-504d4a3bac15" providerId="ADAL" clId="{ECD42228-5B96-4A72-B268-C46DF994E6B7}" dt="2024-01-27T02:05:36.825" v="62158" actId="47"/>
        <pc:sldMkLst>
          <pc:docMk/>
          <pc:sldMk cId="3389630931" sldId="1056"/>
        </pc:sldMkLst>
      </pc:sldChg>
      <pc:sldChg chg="addSp delSp modSp new mod modClrScheme delCm chgLayout modNotesTx">
        <pc:chgData name="Palit, Tapti" userId="dec6fbcd-7598-406a-8cbf-504d4a3bac15" providerId="ADAL" clId="{ECD42228-5B96-4A72-B268-C46DF994E6B7}" dt="2024-02-12T19:31:29.651" v="112664" actId="14100"/>
        <pc:sldMkLst>
          <pc:docMk/>
          <pc:sldMk cId="3931205847" sldId="1056"/>
        </pc:sldMkLst>
        <pc:spChg chg="del">
          <ac:chgData name="Palit, Tapti" userId="dec6fbcd-7598-406a-8cbf-504d4a3bac15" providerId="ADAL" clId="{ECD42228-5B96-4A72-B268-C46DF994E6B7}" dt="2024-01-27T02:47:36.332" v="62310" actId="700"/>
          <ac:spMkLst>
            <pc:docMk/>
            <pc:sldMk cId="3931205847" sldId="1056"/>
            <ac:spMk id="2" creationId="{F2E12F0C-29AE-5AE2-1C3D-0BE1427F62C4}"/>
          </ac:spMkLst>
        </pc:spChg>
        <pc:spChg chg="del mod ord">
          <ac:chgData name="Palit, Tapti" userId="dec6fbcd-7598-406a-8cbf-504d4a3bac15" providerId="ADAL" clId="{ECD42228-5B96-4A72-B268-C46DF994E6B7}" dt="2024-01-27T02:47:36.332" v="62310" actId="700"/>
          <ac:spMkLst>
            <pc:docMk/>
            <pc:sldMk cId="3931205847" sldId="1056"/>
            <ac:spMk id="3" creationId="{AC2CB383-C8CE-A552-B4A2-735AFD1D1F50}"/>
          </ac:spMkLst>
        </pc:spChg>
        <pc:spChg chg="mod ord">
          <ac:chgData name="Palit, Tapti" userId="dec6fbcd-7598-406a-8cbf-504d4a3bac15" providerId="ADAL" clId="{ECD42228-5B96-4A72-B268-C46DF994E6B7}" dt="2024-01-27T02:47:36.332" v="62310" actId="700"/>
          <ac:spMkLst>
            <pc:docMk/>
            <pc:sldMk cId="3931205847" sldId="1056"/>
            <ac:spMk id="4" creationId="{3E6E53FA-03B9-1180-8414-812F60F9EC54}"/>
          </ac:spMkLst>
        </pc:spChg>
        <pc:spChg chg="del">
          <ac:chgData name="Palit, Tapti" userId="dec6fbcd-7598-406a-8cbf-504d4a3bac15" providerId="ADAL" clId="{ECD42228-5B96-4A72-B268-C46DF994E6B7}" dt="2024-01-27T02:47:36.332" v="62310" actId="700"/>
          <ac:spMkLst>
            <pc:docMk/>
            <pc:sldMk cId="3931205847" sldId="1056"/>
            <ac:spMk id="5" creationId="{DE413BA0-E0E9-7124-E2A6-3494A0090679}"/>
          </ac:spMkLst>
        </pc:spChg>
        <pc:spChg chg="add mod ord">
          <ac:chgData name="Palit, Tapti" userId="dec6fbcd-7598-406a-8cbf-504d4a3bac15" providerId="ADAL" clId="{ECD42228-5B96-4A72-B268-C46DF994E6B7}" dt="2024-02-12T19:31:29.651" v="112664" actId="14100"/>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8T20:42:10.806" v="100663"/>
              <pc2:cmMkLst xmlns:pc2="http://schemas.microsoft.com/office/powerpoint/2019/9/main/command">
                <pc:docMk/>
                <pc:sldMk cId="3931205847" sldId="1056"/>
                <pc2:cmMk id="{E9D4E47C-80E9-49E7-B237-6D083D4C5808}"/>
              </pc2:cmMkLst>
            </pc226:cmChg>
          </p:ext>
        </pc:extLst>
      </pc:sldChg>
      <pc:sldChg chg="add del">
        <pc:chgData name="Palit, Tapti" userId="dec6fbcd-7598-406a-8cbf-504d4a3bac15" providerId="ADAL" clId="{ECD42228-5B96-4A72-B268-C46DF994E6B7}" dt="2024-01-27T00:07:57.664" v="61923" actId="47"/>
        <pc:sldMkLst>
          <pc:docMk/>
          <pc:sldMk cId="1269888319" sldId="1057"/>
        </pc:sldMkLst>
      </pc:sldChg>
      <pc:sldChg chg="modSp add del mod">
        <pc:chgData name="Palit, Tapti" userId="dec6fbcd-7598-406a-8cbf-504d4a3bac15" providerId="ADAL" clId="{ECD42228-5B96-4A72-B268-C46DF994E6B7}" dt="2024-01-27T03:18:15.715" v="62939" actId="47"/>
        <pc:sldMkLst>
          <pc:docMk/>
          <pc:sldMk cId="3444416838" sldId="1057"/>
        </pc:sldMkLst>
        <pc:spChg chg="mod">
          <ac:chgData name="Palit, Tapti" userId="dec6fbcd-7598-406a-8cbf-504d4a3bac15" providerId="ADAL" clId="{ECD42228-5B96-4A72-B268-C46DF994E6B7}" dt="2024-01-27T03:13:17.536" v="62677" actId="108"/>
          <ac:spMkLst>
            <pc:docMk/>
            <pc:sldMk cId="3444416838" sldId="1057"/>
            <ac:spMk id="3" creationId="{C6F7F3C5-AB15-8F2A-0991-A0F1851DA81A}"/>
          </ac:spMkLst>
        </pc:spChg>
      </pc:sldChg>
      <pc:sldChg chg="addSp delSp modSp new del mod modClrScheme chgLayout">
        <pc:chgData name="Palit, Tapti" userId="dec6fbcd-7598-406a-8cbf-504d4a3bac15" providerId="ADAL" clId="{ECD42228-5B96-4A72-B268-C46DF994E6B7}" dt="2024-01-27T02:49:59.841" v="62377" actId="47"/>
        <pc:sldMkLst>
          <pc:docMk/>
          <pc:sldMk cId="3722216264" sldId="1057"/>
        </pc:sldMkLst>
        <pc:spChg chg="del">
          <ac:chgData name="Palit, Tapti" userId="dec6fbcd-7598-406a-8cbf-504d4a3bac15" providerId="ADAL" clId="{ECD42228-5B96-4A72-B268-C46DF994E6B7}" dt="2024-01-27T02:49:37.429" v="62376" actId="700"/>
          <ac:spMkLst>
            <pc:docMk/>
            <pc:sldMk cId="3722216264" sldId="1057"/>
            <ac:spMk id="2" creationId="{6F92EE04-CA64-38BA-66E6-0DA3AA35415F}"/>
          </ac:spMkLst>
        </pc:spChg>
        <pc:spChg chg="del mod ord">
          <ac:chgData name="Palit, Tapti" userId="dec6fbcd-7598-406a-8cbf-504d4a3bac15" providerId="ADAL" clId="{ECD42228-5B96-4A72-B268-C46DF994E6B7}" dt="2024-01-27T02:49:37.429" v="62376" actId="700"/>
          <ac:spMkLst>
            <pc:docMk/>
            <pc:sldMk cId="3722216264" sldId="1057"/>
            <ac:spMk id="3" creationId="{33CC0E76-3538-CD7F-EE53-A682B9B9CB36}"/>
          </ac:spMkLst>
        </pc:spChg>
        <pc:spChg chg="mod ord">
          <ac:chgData name="Palit, Tapti" userId="dec6fbcd-7598-406a-8cbf-504d4a3bac15" providerId="ADAL" clId="{ECD42228-5B96-4A72-B268-C46DF994E6B7}" dt="2024-01-27T02:49:37.429" v="62376" actId="700"/>
          <ac:spMkLst>
            <pc:docMk/>
            <pc:sldMk cId="3722216264" sldId="1057"/>
            <ac:spMk id="4" creationId="{0A3B0741-3E14-F8D1-172C-00E2F6BD1F43}"/>
          </ac:spMkLst>
        </pc:spChg>
        <pc:spChg chg="del">
          <ac:chgData name="Palit, Tapti" userId="dec6fbcd-7598-406a-8cbf-504d4a3bac15" providerId="ADAL" clId="{ECD42228-5B96-4A72-B268-C46DF994E6B7}" dt="2024-01-27T02:49:37.429" v="62376" actId="700"/>
          <ac:spMkLst>
            <pc:docMk/>
            <pc:sldMk cId="3722216264" sldId="1057"/>
            <ac:spMk id="5" creationId="{9AE5C180-E0DE-1E1F-45FF-5FA847767995}"/>
          </ac:spMkLst>
        </pc:spChg>
        <pc:spChg chg="add mod ord">
          <ac:chgData name="Palit, Tapti" userId="dec6fbcd-7598-406a-8cbf-504d4a3bac15" providerId="ADAL" clId="{ECD42228-5B96-4A72-B268-C46DF994E6B7}" dt="2024-01-27T02:49:37.429" v="62376" actId="700"/>
          <ac:spMkLst>
            <pc:docMk/>
            <pc:sldMk cId="3722216264" sldId="1057"/>
            <ac:spMk id="6" creationId="{564E1D22-185A-3772-3C6F-9E090EDEF38A}"/>
          </ac:spMkLst>
        </pc:spChg>
      </pc:sldChg>
      <pc:sldChg chg="addSp delSp modSp add mod modNotesTx">
        <pc:chgData name="Palit, Tapti" userId="dec6fbcd-7598-406a-8cbf-504d4a3bac15" providerId="ADAL" clId="{ECD42228-5B96-4A72-B268-C46DF994E6B7}" dt="2024-02-12T20:00:58.240" v="113038" actId="6549"/>
        <pc:sldMkLst>
          <pc:docMk/>
          <pc:sldMk cId="3578698306" sldId="1058"/>
        </pc:sldMkLst>
        <pc:spChg chg="mod">
          <ac:chgData name="Palit, Tapti" userId="dec6fbcd-7598-406a-8cbf-504d4a3bac15" providerId="ADAL" clId="{ECD42228-5B96-4A72-B268-C46DF994E6B7}" dt="2024-02-12T20:00:58.240" v="113038" actId="6549"/>
          <ac:spMkLst>
            <pc:docMk/>
            <pc:sldMk cId="3578698306" sldId="1058"/>
            <ac:spMk id="2" creationId="{C3C46814-2A6F-41B6-904E-8EDDD855207C}"/>
          </ac:spMkLst>
        </pc:spChg>
        <pc:spChg chg="add mod">
          <ac:chgData name="Palit, Tapti" userId="dec6fbcd-7598-406a-8cbf-504d4a3bac15" providerId="ADAL" clId="{ECD42228-5B96-4A72-B268-C46DF994E6B7}" dt="2024-01-30T15:46:39.755" v="91914"/>
          <ac:spMkLst>
            <pc:docMk/>
            <pc:sldMk cId="3578698306" sldId="1058"/>
            <ac:spMk id="3" creationId="{5EF3E37A-7B2A-6060-7CBF-7CC0F9D03027}"/>
          </ac:spMkLst>
        </pc:spChg>
        <pc:spChg chg="del mod">
          <ac:chgData name="Palit, Tapti" userId="dec6fbcd-7598-406a-8cbf-504d4a3bac15" providerId="ADAL" clId="{ECD42228-5B96-4A72-B268-C46DF994E6B7}" dt="2024-01-29T16:35:41.008" v="80806" actId="478"/>
          <ac:spMkLst>
            <pc:docMk/>
            <pc:sldMk cId="3578698306" sldId="1058"/>
            <ac:spMk id="3" creationId="{C6F7F3C5-AB15-8F2A-0991-A0F1851DA81A}"/>
          </ac:spMkLst>
        </pc:spChg>
        <pc:spChg chg="add del mod ord">
          <ac:chgData name="Palit, Tapti" userId="dec6fbcd-7598-406a-8cbf-504d4a3bac15" providerId="ADAL" clId="{ECD42228-5B96-4A72-B268-C46DF994E6B7}" dt="2024-01-30T15:46:39.400" v="91913" actId="478"/>
          <ac:spMkLst>
            <pc:docMk/>
            <pc:sldMk cId="3578698306" sldId="1058"/>
            <ac:spMk id="5" creationId="{C265635E-A358-D68F-85CE-F13ED997E94D}"/>
          </ac:spMkLst>
        </pc:spChg>
        <pc:spChg chg="add del mod ord">
          <ac:chgData name="Palit, Tapti" userId="dec6fbcd-7598-406a-8cbf-504d4a3bac15" providerId="ADAL" clId="{ECD42228-5B96-4A72-B268-C46DF994E6B7}" dt="2024-01-30T15:46:48.160" v="91916" actId="478"/>
          <ac:spMkLst>
            <pc:docMk/>
            <pc:sldMk cId="3578698306" sldId="1058"/>
            <ac:spMk id="6" creationId="{3D25321B-C25D-9CB0-EADC-7219DDAD505D}"/>
          </ac:spMkLst>
        </pc:spChg>
        <pc:spChg chg="add mod">
          <ac:chgData name="Palit, Tapti" userId="dec6fbcd-7598-406a-8cbf-504d4a3bac15" providerId="ADAL" clId="{ECD42228-5B96-4A72-B268-C46DF994E6B7}" dt="2024-01-29T16:35:46.452" v="80807"/>
          <ac:spMkLst>
            <pc:docMk/>
            <pc:sldMk cId="3578698306" sldId="1058"/>
            <ac:spMk id="7" creationId="{44DA1501-834F-F117-678C-547002392480}"/>
          </ac:spMkLst>
        </pc:spChg>
        <pc:spChg chg="add mod">
          <ac:chgData name="Palit, Tapti" userId="dec6fbcd-7598-406a-8cbf-504d4a3bac15" providerId="ADAL" clId="{ECD42228-5B96-4A72-B268-C46DF994E6B7}" dt="2024-01-30T15:46:59.871" v="91919" actId="207"/>
          <ac:spMkLst>
            <pc:docMk/>
            <pc:sldMk cId="3578698306" sldId="1058"/>
            <ac:spMk id="9" creationId="{102DCD12-7BCA-9412-91DD-88B2C053F109}"/>
          </ac:spMkLst>
        </pc:spChg>
        <pc:spChg chg="add mod">
          <ac:chgData name="Palit, Tapti" userId="dec6fbcd-7598-406a-8cbf-504d4a3bac15" providerId="ADAL" clId="{ECD42228-5B96-4A72-B268-C46DF994E6B7}" dt="2024-01-29T16:41:04.022" v="80923"/>
          <ac:spMkLst>
            <pc:docMk/>
            <pc:sldMk cId="3578698306" sldId="1058"/>
            <ac:spMk id="10" creationId="{6C5A8A56-B5B8-A74E-8600-72944FB98C0E}"/>
          </ac:spMkLst>
        </pc:spChg>
        <pc:spChg chg="del">
          <ac:chgData name="Palit, Tapti" userId="dec6fbcd-7598-406a-8cbf-504d4a3bac15" providerId="ADAL" clId="{ECD42228-5B96-4A72-B268-C46DF994E6B7}" dt="2024-01-27T03:13:36.188" v="62680" actId="478"/>
          <ac:spMkLst>
            <pc:docMk/>
            <pc:sldMk cId="3578698306" sldId="1058"/>
            <ac:spMk id="10" creationId="{EFBC459A-B22D-05D7-3691-868DBB088467}"/>
          </ac:spMkLst>
        </pc:spChg>
        <pc:spChg chg="del">
          <ac:chgData name="Palit, Tapti" userId="dec6fbcd-7598-406a-8cbf-504d4a3bac15" providerId="ADAL" clId="{ECD42228-5B96-4A72-B268-C46DF994E6B7}" dt="2024-01-27T03:13:38.105" v="62681" actId="478"/>
          <ac:spMkLst>
            <pc:docMk/>
            <pc:sldMk cId="3578698306" sldId="1058"/>
            <ac:spMk id="11" creationId="{1253BCD1-133E-B204-5090-B866DF8C97AC}"/>
          </ac:spMkLst>
        </pc:spChg>
        <pc:spChg chg="mod">
          <ac:chgData name="Palit, Tapti" userId="dec6fbcd-7598-406a-8cbf-504d4a3bac15" providerId="ADAL" clId="{ECD42228-5B96-4A72-B268-C46DF994E6B7}" dt="2024-02-07T03:03:46.274" v="100004" actId="20577"/>
          <ac:spMkLst>
            <pc:docMk/>
            <pc:sldMk cId="3578698306" sldId="1058"/>
            <ac:spMk id="14" creationId="{A19E8EDF-6681-42C8-AB61-DCACB7B7EEB5}"/>
          </ac:spMkLst>
        </pc:spChg>
        <pc:spChg chg="add mod">
          <ac:chgData name="Palit, Tapti" userId="dec6fbcd-7598-406a-8cbf-504d4a3bac15" providerId="ADAL" clId="{ECD42228-5B96-4A72-B268-C46DF994E6B7}" dt="2024-01-29T16:41:04.022" v="80923"/>
          <ac:spMkLst>
            <pc:docMk/>
            <pc:sldMk cId="3578698306" sldId="1058"/>
            <ac:spMk id="17" creationId="{DFDFC5E1-6CAA-A5FF-B382-54C8E96F9248}"/>
          </ac:spMkLst>
        </pc:spChg>
        <pc:spChg chg="add mod">
          <ac:chgData name="Palit, Tapti" userId="dec6fbcd-7598-406a-8cbf-504d4a3bac15" providerId="ADAL" clId="{ECD42228-5B96-4A72-B268-C46DF994E6B7}" dt="2024-01-29T16:41:04.022" v="80923"/>
          <ac:spMkLst>
            <pc:docMk/>
            <pc:sldMk cId="3578698306" sldId="1058"/>
            <ac:spMk id="18" creationId="{21AA8286-6A90-968E-075B-16B95CB0255C}"/>
          </ac:spMkLst>
        </pc:spChg>
        <pc:spChg chg="add mod">
          <ac:chgData name="Palit, Tapti" userId="dec6fbcd-7598-406a-8cbf-504d4a3bac15" providerId="ADAL" clId="{ECD42228-5B96-4A72-B268-C46DF994E6B7}" dt="2024-01-29T16:41:04.022" v="80923"/>
          <ac:spMkLst>
            <pc:docMk/>
            <pc:sldMk cId="3578698306" sldId="1058"/>
            <ac:spMk id="19" creationId="{7F9715A6-A7EA-205B-A127-4BF0503FB72E}"/>
          </ac:spMkLst>
        </pc:spChg>
        <pc:spChg chg="add mod">
          <ac:chgData name="Palit, Tapti" userId="dec6fbcd-7598-406a-8cbf-504d4a3bac15" providerId="ADAL" clId="{ECD42228-5B96-4A72-B268-C46DF994E6B7}" dt="2024-01-29T16:41:04.022" v="80923"/>
          <ac:spMkLst>
            <pc:docMk/>
            <pc:sldMk cId="3578698306" sldId="1058"/>
            <ac:spMk id="20" creationId="{AB4DFFA4-605E-CF1D-6EDC-4A3B4254D6B5}"/>
          </ac:spMkLst>
        </pc:spChg>
        <pc:spChg chg="add mod">
          <ac:chgData name="Palit, Tapti" userId="dec6fbcd-7598-406a-8cbf-504d4a3bac15" providerId="ADAL" clId="{ECD42228-5B96-4A72-B268-C46DF994E6B7}" dt="2024-01-29T16:41:04.022" v="80923"/>
          <ac:spMkLst>
            <pc:docMk/>
            <pc:sldMk cId="3578698306" sldId="1058"/>
            <ac:spMk id="21" creationId="{28769A1D-388F-CFF8-983F-64C4D9CB6C98}"/>
          </ac:spMkLst>
        </pc:spChg>
        <pc:spChg chg="add mod">
          <ac:chgData name="Palit, Tapti" userId="dec6fbcd-7598-406a-8cbf-504d4a3bac15" providerId="ADAL" clId="{ECD42228-5B96-4A72-B268-C46DF994E6B7}" dt="2024-01-29T16:41:04.022" v="80923"/>
          <ac:spMkLst>
            <pc:docMk/>
            <pc:sldMk cId="3578698306" sldId="1058"/>
            <ac:spMk id="22" creationId="{54F7AFA5-7BDA-F0A2-CCDF-DE293BD3781A}"/>
          </ac:spMkLst>
        </pc:spChg>
        <pc:spChg chg="add mod">
          <ac:chgData name="Palit, Tapti" userId="dec6fbcd-7598-406a-8cbf-504d4a3bac15" providerId="ADAL" clId="{ECD42228-5B96-4A72-B268-C46DF994E6B7}" dt="2024-01-29T16:41:04.022" v="80923"/>
          <ac:spMkLst>
            <pc:docMk/>
            <pc:sldMk cId="3578698306" sldId="1058"/>
            <ac:spMk id="23" creationId="{CDEA4157-7B5B-4175-BB86-20D8D63A958A}"/>
          </ac:spMkLst>
        </pc:spChg>
        <pc:spChg chg="add mod">
          <ac:chgData name="Palit, Tapti" userId="dec6fbcd-7598-406a-8cbf-504d4a3bac15" providerId="ADAL" clId="{ECD42228-5B96-4A72-B268-C46DF994E6B7}" dt="2024-01-29T16:41:04.022" v="80923"/>
          <ac:spMkLst>
            <pc:docMk/>
            <pc:sldMk cId="3578698306" sldId="1058"/>
            <ac:spMk id="24" creationId="{D4681BEE-44A1-B835-9102-69E33B3866E0}"/>
          </ac:spMkLst>
        </pc:spChg>
        <pc:spChg chg="add mod">
          <ac:chgData name="Palit, Tapti" userId="dec6fbcd-7598-406a-8cbf-504d4a3bac15" providerId="ADAL" clId="{ECD42228-5B96-4A72-B268-C46DF994E6B7}" dt="2024-01-29T16:41:04.022" v="80923"/>
          <ac:spMkLst>
            <pc:docMk/>
            <pc:sldMk cId="3578698306" sldId="1058"/>
            <ac:spMk id="25" creationId="{46AB7EFA-857D-CCD1-1D9A-7101163F7668}"/>
          </ac:spMkLst>
        </pc:spChg>
        <pc:spChg chg="add mod">
          <ac:chgData name="Palit, Tapti" userId="dec6fbcd-7598-406a-8cbf-504d4a3bac15" providerId="ADAL" clId="{ECD42228-5B96-4A72-B268-C46DF994E6B7}" dt="2024-01-29T16:41:04.022" v="80923"/>
          <ac:spMkLst>
            <pc:docMk/>
            <pc:sldMk cId="3578698306" sldId="1058"/>
            <ac:spMk id="26" creationId="{122507C9-22CD-A17B-0336-6FCFC58EE37E}"/>
          </ac:spMkLst>
        </pc:spChg>
        <pc:spChg chg="add mod">
          <ac:chgData name="Palit, Tapti" userId="dec6fbcd-7598-406a-8cbf-504d4a3bac15" providerId="ADAL" clId="{ECD42228-5B96-4A72-B268-C46DF994E6B7}" dt="2024-01-29T16:41:04.022" v="80923"/>
          <ac:spMkLst>
            <pc:docMk/>
            <pc:sldMk cId="3578698306" sldId="1058"/>
            <ac:spMk id="27" creationId="{C82DAB6C-1843-C1C4-9C19-C16B0DD9E5A3}"/>
          </ac:spMkLst>
        </pc:spChg>
        <pc:spChg chg="add mod">
          <ac:chgData name="Palit, Tapti" userId="dec6fbcd-7598-406a-8cbf-504d4a3bac15" providerId="ADAL" clId="{ECD42228-5B96-4A72-B268-C46DF994E6B7}" dt="2024-01-29T16:41:04.022" v="80923"/>
          <ac:spMkLst>
            <pc:docMk/>
            <pc:sldMk cId="3578698306" sldId="1058"/>
            <ac:spMk id="28" creationId="{94C7847C-3071-534A-B698-559F6B907F86}"/>
          </ac:spMkLst>
        </pc:spChg>
        <pc:spChg chg="add mod">
          <ac:chgData name="Palit, Tapti" userId="dec6fbcd-7598-406a-8cbf-504d4a3bac15" providerId="ADAL" clId="{ECD42228-5B96-4A72-B268-C46DF994E6B7}" dt="2024-01-29T16:41:04.022" v="80923"/>
          <ac:spMkLst>
            <pc:docMk/>
            <pc:sldMk cId="3578698306" sldId="1058"/>
            <ac:spMk id="29" creationId="{A0D06D8E-8649-3036-B9A4-5564B297DF90}"/>
          </ac:spMkLst>
        </pc:spChg>
        <pc:spChg chg="add mod">
          <ac:chgData name="Palit, Tapti" userId="dec6fbcd-7598-406a-8cbf-504d4a3bac15" providerId="ADAL" clId="{ECD42228-5B96-4A72-B268-C46DF994E6B7}" dt="2024-01-29T16:41:04.022" v="80923"/>
          <ac:spMkLst>
            <pc:docMk/>
            <pc:sldMk cId="3578698306" sldId="1058"/>
            <ac:spMk id="30" creationId="{C486651C-75E6-F042-D7F6-88A7669EDCC5}"/>
          </ac:spMkLst>
        </pc:spChg>
        <pc:spChg chg="add mod">
          <ac:chgData name="Palit, Tapti" userId="dec6fbcd-7598-406a-8cbf-504d4a3bac15" providerId="ADAL" clId="{ECD42228-5B96-4A72-B268-C46DF994E6B7}" dt="2024-01-29T16:41:04.022" v="80923"/>
          <ac:spMkLst>
            <pc:docMk/>
            <pc:sldMk cId="3578698306" sldId="1058"/>
            <ac:spMk id="31" creationId="{FFCC67EA-393B-888D-6327-5FC917DCA57D}"/>
          </ac:spMkLst>
        </pc:spChg>
        <pc:spChg chg="add mod">
          <ac:chgData name="Palit, Tapti" userId="dec6fbcd-7598-406a-8cbf-504d4a3bac15" providerId="ADAL" clId="{ECD42228-5B96-4A72-B268-C46DF994E6B7}" dt="2024-01-29T16:41:04.022" v="80923"/>
          <ac:spMkLst>
            <pc:docMk/>
            <pc:sldMk cId="3578698306" sldId="1058"/>
            <ac:spMk id="33" creationId="{3107A53D-BD69-E4CF-E6A8-D96C5B657EA2}"/>
          </ac:spMkLst>
        </pc:spChg>
        <pc:spChg chg="add mod">
          <ac:chgData name="Palit, Tapti" userId="dec6fbcd-7598-406a-8cbf-504d4a3bac15" providerId="ADAL" clId="{ECD42228-5B96-4A72-B268-C46DF994E6B7}" dt="2024-01-29T16:41:04.022" v="80923"/>
          <ac:spMkLst>
            <pc:docMk/>
            <pc:sldMk cId="3578698306" sldId="1058"/>
            <ac:spMk id="35" creationId="{B062F4BF-C698-7A36-06A4-E9355611BD83}"/>
          </ac:spMkLst>
        </pc:spChg>
        <pc:spChg chg="add mod">
          <ac:chgData name="Palit, Tapti" userId="dec6fbcd-7598-406a-8cbf-504d4a3bac15" providerId="ADAL" clId="{ECD42228-5B96-4A72-B268-C46DF994E6B7}" dt="2024-01-29T16:41:04.022" v="80923"/>
          <ac:spMkLst>
            <pc:docMk/>
            <pc:sldMk cId="3578698306" sldId="1058"/>
            <ac:spMk id="36" creationId="{1026725F-B56A-9492-D86C-73E27192033B}"/>
          </ac:spMkLst>
        </pc:spChg>
        <pc:spChg chg="add mod">
          <ac:chgData name="Palit, Tapti" userId="dec6fbcd-7598-406a-8cbf-504d4a3bac15" providerId="ADAL" clId="{ECD42228-5B96-4A72-B268-C46DF994E6B7}" dt="2024-01-30T15:46:48.553" v="91917"/>
          <ac:spMkLst>
            <pc:docMk/>
            <pc:sldMk cId="3578698306" sldId="1058"/>
            <ac:spMk id="37" creationId="{62F312AB-EF08-02CA-4F8C-BE19541F2B74}"/>
          </ac:spMkLst>
        </pc:spChg>
        <pc:spChg chg="add mod">
          <ac:chgData name="Palit, Tapti" userId="dec6fbcd-7598-406a-8cbf-504d4a3bac15" providerId="ADAL" clId="{ECD42228-5B96-4A72-B268-C46DF994E6B7}" dt="2024-01-30T15:46:56.156" v="91918"/>
          <ac:spMkLst>
            <pc:docMk/>
            <pc:sldMk cId="3578698306" sldId="1058"/>
            <ac:spMk id="39" creationId="{39B74DF5-8697-B515-6EB2-18377728A187}"/>
          </ac:spMkLst>
        </pc:spChg>
        <pc:picChg chg="add mod">
          <ac:chgData name="Palit, Tapti" userId="dec6fbcd-7598-406a-8cbf-504d4a3bac15" providerId="ADAL" clId="{ECD42228-5B96-4A72-B268-C46DF994E6B7}" dt="2024-01-30T15:46:39.755" v="91914"/>
          <ac:picMkLst>
            <pc:docMk/>
            <pc:sldMk cId="3578698306" sldId="1058"/>
            <ac:picMk id="7" creationId="{BC91343D-10E8-A067-2E54-0E6039EDF2FB}"/>
          </ac:picMkLst>
        </pc:picChg>
        <pc:picChg chg="add mod">
          <ac:chgData name="Palit, Tapti" userId="dec6fbcd-7598-406a-8cbf-504d4a3bac15" providerId="ADAL" clId="{ECD42228-5B96-4A72-B268-C46DF994E6B7}" dt="2024-01-30T15:46:48.553" v="91917"/>
          <ac:picMkLst>
            <pc:docMk/>
            <pc:sldMk cId="3578698306" sldId="1058"/>
            <ac:picMk id="38" creationId="{02EE64D8-EBB2-2FA9-BD6E-E12FFF6BAD6A}"/>
          </ac:picMkLst>
        </pc:picChg>
        <pc:picChg chg="add mod">
          <ac:chgData name="Palit, Tapti" userId="dec6fbcd-7598-406a-8cbf-504d4a3bac15" providerId="ADAL" clId="{ECD42228-5B96-4A72-B268-C46DF994E6B7}" dt="2024-01-30T15:46:56.156" v="91918"/>
          <ac:picMkLst>
            <pc:docMk/>
            <pc:sldMk cId="3578698306" sldId="1058"/>
            <ac:picMk id="40" creationId="{CF3ED8F5-C405-5187-77A5-091113490915}"/>
          </ac:picMkLst>
        </pc:picChg>
        <pc:cxnChg chg="add mod">
          <ac:chgData name="Palit, Tapti" userId="dec6fbcd-7598-406a-8cbf-504d4a3bac15" providerId="ADAL" clId="{ECD42228-5B96-4A72-B268-C46DF994E6B7}" dt="2024-01-29T16:41:04.022" v="80923"/>
          <ac:cxnSpMkLst>
            <pc:docMk/>
            <pc:sldMk cId="3578698306" sldId="1058"/>
            <ac:cxnSpMk id="11" creationId="{69C3F00C-F57F-444F-CB4A-79DBF38510A1}"/>
          </ac:cxnSpMkLst>
        </pc:cxnChg>
        <pc:cxnChg chg="add mod">
          <ac:chgData name="Palit, Tapti" userId="dec6fbcd-7598-406a-8cbf-504d4a3bac15" providerId="ADAL" clId="{ECD42228-5B96-4A72-B268-C46DF994E6B7}" dt="2024-01-29T16:41:04.022" v="80923"/>
          <ac:cxnSpMkLst>
            <pc:docMk/>
            <pc:sldMk cId="3578698306" sldId="1058"/>
            <ac:cxnSpMk id="12" creationId="{377D5622-D74B-A134-D306-A5C95B01833D}"/>
          </ac:cxnSpMkLst>
        </pc:cxnChg>
        <pc:cxnChg chg="add mod">
          <ac:chgData name="Palit, Tapti" userId="dec6fbcd-7598-406a-8cbf-504d4a3bac15" providerId="ADAL" clId="{ECD42228-5B96-4A72-B268-C46DF994E6B7}" dt="2024-01-29T16:41:04.022" v="80923"/>
          <ac:cxnSpMkLst>
            <pc:docMk/>
            <pc:sldMk cId="3578698306" sldId="1058"/>
            <ac:cxnSpMk id="13" creationId="{2774753D-F606-6BA2-8EA0-8149AC88E71A}"/>
          </ac:cxnSpMkLst>
        </pc:cxnChg>
        <pc:cxnChg chg="add mod">
          <ac:chgData name="Palit, Tapti" userId="dec6fbcd-7598-406a-8cbf-504d4a3bac15" providerId="ADAL" clId="{ECD42228-5B96-4A72-B268-C46DF994E6B7}" dt="2024-01-29T16:41:04.022" v="80923"/>
          <ac:cxnSpMkLst>
            <pc:docMk/>
            <pc:sldMk cId="3578698306" sldId="1058"/>
            <ac:cxnSpMk id="15" creationId="{D92423DE-1332-3775-B3D9-FC44ABDFCD67}"/>
          </ac:cxnSpMkLst>
        </pc:cxnChg>
        <pc:cxnChg chg="add mod">
          <ac:chgData name="Palit, Tapti" userId="dec6fbcd-7598-406a-8cbf-504d4a3bac15" providerId="ADAL" clId="{ECD42228-5B96-4A72-B268-C46DF994E6B7}" dt="2024-01-29T16:41:04.022" v="80923"/>
          <ac:cxnSpMkLst>
            <pc:docMk/>
            <pc:sldMk cId="3578698306" sldId="1058"/>
            <ac:cxnSpMk id="16" creationId="{8297D5EB-761D-DAFF-AA10-BB442347CB5B}"/>
          </ac:cxnSpMkLst>
        </pc:cxnChg>
        <pc:cxnChg chg="add mod">
          <ac:chgData name="Palit, Tapti" userId="dec6fbcd-7598-406a-8cbf-504d4a3bac15" providerId="ADAL" clId="{ECD42228-5B96-4A72-B268-C46DF994E6B7}" dt="2024-01-29T16:41:04.022" v="80923"/>
          <ac:cxnSpMkLst>
            <pc:docMk/>
            <pc:sldMk cId="3578698306" sldId="1058"/>
            <ac:cxnSpMk id="32" creationId="{49AAABCC-82A1-5B09-6170-DC88DCCB9379}"/>
          </ac:cxnSpMkLst>
        </pc:cxnChg>
        <pc:cxnChg chg="add mod">
          <ac:chgData name="Palit, Tapti" userId="dec6fbcd-7598-406a-8cbf-504d4a3bac15" providerId="ADAL" clId="{ECD42228-5B96-4A72-B268-C46DF994E6B7}" dt="2024-01-29T16:41:04.022" v="80923"/>
          <ac:cxnSpMkLst>
            <pc:docMk/>
            <pc:sldMk cId="3578698306" sldId="1058"/>
            <ac:cxnSpMk id="34" creationId="{5CCB1BCC-6DEC-EF70-4E05-DE92EB1B65D7}"/>
          </ac:cxnSpMkLst>
        </pc:cxnChg>
      </pc:sldChg>
      <pc:sldChg chg="delSp modSp add del mod addCm modNotesTx">
        <pc:chgData name="Palit, Tapti" userId="dec6fbcd-7598-406a-8cbf-504d4a3bac15" providerId="ADAL" clId="{ECD42228-5B96-4A72-B268-C46DF994E6B7}" dt="2024-01-29T16:42:14.111" v="80934" actId="47"/>
        <pc:sldMkLst>
          <pc:docMk/>
          <pc:sldMk cId="3336573834" sldId="1059"/>
        </pc:sldMkLst>
        <pc:spChg chg="mod">
          <ac:chgData name="Palit, Tapti" userId="dec6fbcd-7598-406a-8cbf-504d4a3bac15" providerId="ADAL" clId="{ECD42228-5B96-4A72-B268-C46DF994E6B7}" dt="2024-01-28T22:48:41.576" v="70217" actId="1076"/>
          <ac:spMkLst>
            <pc:docMk/>
            <pc:sldMk cId="3336573834" sldId="1059"/>
            <ac:spMk id="3" creationId="{C6F7F3C5-AB15-8F2A-0991-A0F1851DA81A}"/>
          </ac:spMkLst>
        </pc:spChg>
        <pc:spChg chg="del">
          <ac:chgData name="Palit, Tapti" userId="dec6fbcd-7598-406a-8cbf-504d4a3bac15" providerId="ADAL" clId="{ECD42228-5B96-4A72-B268-C46DF994E6B7}" dt="2024-01-27T03:17:37.494" v="62932" actId="478"/>
          <ac:spMkLst>
            <pc:docMk/>
            <pc:sldMk cId="3336573834" sldId="1059"/>
            <ac:spMk id="5" creationId="{C265635E-A358-D68F-85CE-F13ED997E94D}"/>
          </ac:spMkLst>
        </pc:spChg>
        <pc:spChg chg="del">
          <ac:chgData name="Palit, Tapti" userId="dec6fbcd-7598-406a-8cbf-504d4a3bac15" providerId="ADAL" clId="{ECD42228-5B96-4A72-B268-C46DF994E6B7}" dt="2024-01-27T03:17:39.927" v="62933" actId="478"/>
          <ac:spMkLst>
            <pc:docMk/>
            <pc:sldMk cId="3336573834" sldId="1059"/>
            <ac:spMk id="6" creationId="{3D25321B-C25D-9CB0-EADC-7219DDAD505D}"/>
          </ac:spMkLst>
        </pc:spChg>
        <pc:spChg chg="mod">
          <ac:chgData name="Palit, Tapti" userId="dec6fbcd-7598-406a-8cbf-504d4a3bac15" providerId="ADAL" clId="{ECD42228-5B96-4A72-B268-C46DF994E6B7}" dt="2024-01-27T03:17:34.141" v="62931" actId="20577"/>
          <ac:spMkLst>
            <pc:docMk/>
            <pc:sldMk cId="3336573834" sldId="1059"/>
            <ac:spMk id="8" creationId="{44EDCAB2-9584-52B6-E584-745069BDD66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18:35.817" v="62941"/>
              <pc2:cmMkLst xmlns:pc2="http://schemas.microsoft.com/office/powerpoint/2019/9/main/command">
                <pc:docMk/>
                <pc:sldMk cId="3336573834" sldId="1059"/>
                <pc2:cmMk id="{7EC4EAE0-0304-4D76-B1FF-0E871510C341}"/>
              </pc2:cmMkLst>
            </pc226:cmChg>
          </p:ext>
        </pc:extLst>
      </pc:sldChg>
      <pc:sldChg chg="modSp add del mod modAnim addCm">
        <pc:chgData name="Palit, Tapti" userId="dec6fbcd-7598-406a-8cbf-504d4a3bac15" providerId="ADAL" clId="{ECD42228-5B96-4A72-B268-C46DF994E6B7}" dt="2024-01-28T00:38:49.882" v="67001" actId="2696"/>
        <pc:sldMkLst>
          <pc:docMk/>
          <pc:sldMk cId="963365186" sldId="1060"/>
        </pc:sldMkLst>
        <pc:spChg chg="mod">
          <ac:chgData name="Palit, Tapti" userId="dec6fbcd-7598-406a-8cbf-504d4a3bac15" providerId="ADAL" clId="{ECD42228-5B96-4A72-B268-C46DF994E6B7}" dt="2024-01-27T03:29:55.292" v="62959" actId="20577"/>
          <ac:spMkLst>
            <pc:docMk/>
            <pc:sldMk cId="963365186" sldId="1060"/>
            <ac:spMk id="2" creationId="{D7EC638E-4A77-46B8-B32A-298B47F2DEB0}"/>
          </ac:spMkLst>
        </pc:spChg>
        <pc:spChg chg="mod">
          <ac:chgData name="Palit, Tapti" userId="dec6fbcd-7598-406a-8cbf-504d4a3bac15" providerId="ADAL" clId="{ECD42228-5B96-4A72-B268-C46DF994E6B7}" dt="2024-01-27T03:30:04.273" v="62997" actId="20577"/>
          <ac:spMkLst>
            <pc:docMk/>
            <pc:sldMk cId="963365186" sldId="1060"/>
            <ac:spMk id="3" creationId="{DBF81D88-EE7F-4956-ADB0-DA856615FD00}"/>
          </ac:spMkLst>
        </pc:spChg>
        <pc:spChg chg="mod">
          <ac:chgData name="Palit, Tapti" userId="dec6fbcd-7598-406a-8cbf-504d4a3bac15" providerId="ADAL" clId="{ECD42228-5B96-4A72-B268-C46DF994E6B7}" dt="2024-01-27T03:30:16.639" v="63001" actId="207"/>
          <ac:spMkLst>
            <pc:docMk/>
            <pc:sldMk cId="963365186" sldId="1060"/>
            <ac:spMk id="31" creationId="{A1AE6AAE-C7D3-E8E2-BBBE-C8BA0B0FDD7B}"/>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12:21.299" v="63209"/>
              <pc2:cmMkLst xmlns:pc2="http://schemas.microsoft.com/office/powerpoint/2019/9/main/command">
                <pc:docMk/>
                <pc:sldMk cId="963365186" sldId="1060"/>
                <pc2:cmMk id="{8501D33E-3106-4519-B3C5-4AB96D6D7A44}"/>
              </pc2:cmMkLst>
            </pc226:cmChg>
          </p:ext>
        </pc:extLst>
      </pc:sldChg>
      <pc:sldChg chg="add del mod modShow">
        <pc:chgData name="Palit, Tapti" userId="dec6fbcd-7598-406a-8cbf-504d4a3bac15" providerId="ADAL" clId="{ECD42228-5B96-4A72-B268-C46DF994E6B7}" dt="2024-01-28T03:44:01.241" v="67437" actId="47"/>
        <pc:sldMkLst>
          <pc:docMk/>
          <pc:sldMk cId="3415435656" sldId="1060"/>
        </pc:sldMkLst>
      </pc:sldChg>
      <pc:sldChg chg="addSp delSp modSp add mod modShow modNotesTx">
        <pc:chgData name="Palit, Tapti" userId="dec6fbcd-7598-406a-8cbf-504d4a3bac15" providerId="ADAL" clId="{ECD42228-5B96-4A72-B268-C46DF994E6B7}" dt="2024-02-11T18:01:38.902" v="110964" actId="20577"/>
        <pc:sldMkLst>
          <pc:docMk/>
          <pc:sldMk cId="1309478449" sldId="1061"/>
        </pc:sldMkLst>
        <pc:spChg chg="mod">
          <ac:chgData name="Palit, Tapti" userId="dec6fbcd-7598-406a-8cbf-504d4a3bac15" providerId="ADAL" clId="{ECD42228-5B96-4A72-B268-C46DF994E6B7}" dt="2024-01-29T04:45:07.228" v="75809" actId="20577"/>
          <ac:spMkLst>
            <pc:docMk/>
            <pc:sldMk cId="1309478449" sldId="1061"/>
            <ac:spMk id="2" creationId="{D7EC638E-4A77-46B8-B32A-298B47F2DEB0}"/>
          </ac:spMkLst>
        </pc:spChg>
        <pc:spChg chg="mod">
          <ac:chgData name="Palit, Tapti" userId="dec6fbcd-7598-406a-8cbf-504d4a3bac15" providerId="ADAL" clId="{ECD42228-5B96-4A72-B268-C46DF994E6B7}" dt="2024-01-29T14:43:11.947" v="78755" actId="20577"/>
          <ac:spMkLst>
            <pc:docMk/>
            <pc:sldMk cId="1309478449" sldId="1061"/>
            <ac:spMk id="3" creationId="{DBF81D88-EE7F-4956-ADB0-DA856615FD00}"/>
          </ac:spMkLst>
        </pc:spChg>
        <pc:spChg chg="del">
          <ac:chgData name="Palit, Tapti" userId="dec6fbcd-7598-406a-8cbf-504d4a3bac15" providerId="ADAL" clId="{ECD42228-5B96-4A72-B268-C46DF994E6B7}" dt="2024-01-30T02:57:28.175" v="84835" actId="478"/>
          <ac:spMkLst>
            <pc:docMk/>
            <pc:sldMk cId="1309478449" sldId="1061"/>
            <ac:spMk id="5" creationId="{31DCD2A0-6CAE-119A-2D94-9777B39F7F53}"/>
          </ac:spMkLst>
        </pc:spChg>
        <pc:spChg chg="add mod">
          <ac:chgData name="Palit, Tapti" userId="dec6fbcd-7598-406a-8cbf-504d4a3bac15" providerId="ADAL" clId="{ECD42228-5B96-4A72-B268-C46DF994E6B7}" dt="2024-01-30T17:11:29.889" v="93809"/>
          <ac:spMkLst>
            <pc:docMk/>
            <pc:sldMk cId="1309478449" sldId="1061"/>
            <ac:spMk id="5" creationId="{4A1174FA-0606-FA68-32B5-4A8D9623B740}"/>
          </ac:spMkLst>
        </pc:spChg>
        <pc:spChg chg="add mod">
          <ac:chgData name="Palit, Tapti" userId="dec6fbcd-7598-406a-8cbf-504d4a3bac15" providerId="ADAL" clId="{ECD42228-5B96-4A72-B268-C46DF994E6B7}" dt="2024-01-30T17:11:29.889" v="93809"/>
          <ac:spMkLst>
            <pc:docMk/>
            <pc:sldMk cId="1309478449" sldId="1061"/>
            <ac:spMk id="6" creationId="{746F818A-B914-4A2C-9ED3-C02650E2C1C9}"/>
          </ac:spMkLst>
        </pc:spChg>
        <pc:spChg chg="add mod">
          <ac:chgData name="Palit, Tapti" userId="dec6fbcd-7598-406a-8cbf-504d4a3bac15" providerId="ADAL" clId="{ECD42228-5B96-4A72-B268-C46DF994E6B7}" dt="2024-01-30T17:11:56.353" v="93819" actId="1076"/>
          <ac:spMkLst>
            <pc:docMk/>
            <pc:sldMk cId="1309478449" sldId="1061"/>
            <ac:spMk id="7" creationId="{592FD328-0EEA-6C1D-E490-D8494DDEBC8D}"/>
          </ac:spMkLst>
        </pc:spChg>
        <pc:spChg chg="add mod">
          <ac:chgData name="Palit, Tapti" userId="dec6fbcd-7598-406a-8cbf-504d4a3bac15" providerId="ADAL" clId="{ECD42228-5B96-4A72-B268-C46DF994E6B7}" dt="2024-01-30T17:11:29.889" v="93809"/>
          <ac:spMkLst>
            <pc:docMk/>
            <pc:sldMk cId="1309478449" sldId="1061"/>
            <ac:spMk id="8" creationId="{A01FE536-54B3-0BA0-9323-F8CBCEDA1406}"/>
          </ac:spMkLst>
        </pc:spChg>
        <pc:spChg chg="add mod">
          <ac:chgData name="Palit, Tapti" userId="dec6fbcd-7598-406a-8cbf-504d4a3bac15" providerId="ADAL" clId="{ECD42228-5B96-4A72-B268-C46DF994E6B7}" dt="2024-01-30T17:12:16.960" v="93838"/>
          <ac:spMkLst>
            <pc:docMk/>
            <pc:sldMk cId="1309478449" sldId="1061"/>
            <ac:spMk id="15" creationId="{D56244BB-28E2-402B-2049-BA0E9861946A}"/>
          </ac:spMkLst>
        </pc:spChg>
        <pc:spChg chg="mod">
          <ac:chgData name="Palit, Tapti" userId="dec6fbcd-7598-406a-8cbf-504d4a3bac15" providerId="ADAL" clId="{ECD42228-5B96-4A72-B268-C46DF994E6B7}" dt="2024-01-30T21:27:56.823" v="94866" actId="20577"/>
          <ac:spMkLst>
            <pc:docMk/>
            <pc:sldMk cId="1309478449" sldId="1061"/>
            <ac:spMk id="31" creationId="{A1AE6AAE-C7D3-E8E2-BBBE-C8BA0B0FDD7B}"/>
          </ac:spMkLst>
        </pc:spChg>
        <pc:graphicFrameChg chg="del mod modGraphic">
          <ac:chgData name="Palit, Tapti" userId="dec6fbcd-7598-406a-8cbf-504d4a3bac15" providerId="ADAL" clId="{ECD42228-5B96-4A72-B268-C46DF994E6B7}" dt="2024-01-30T17:11:29.480" v="93808" actId="478"/>
          <ac:graphicFrameMkLst>
            <pc:docMk/>
            <pc:sldMk cId="1309478449" sldId="1061"/>
            <ac:graphicFrameMk id="32" creationId="{662E3E91-EC1F-FAC9-6710-BA112B8C33B9}"/>
          </ac:graphicFrameMkLst>
        </pc:graphicFrameChg>
        <pc:cxnChg chg="add mod">
          <ac:chgData name="Palit, Tapti" userId="dec6fbcd-7598-406a-8cbf-504d4a3bac15" providerId="ADAL" clId="{ECD42228-5B96-4A72-B268-C46DF994E6B7}" dt="2024-01-30T17:11:45.750" v="93815" actId="692"/>
          <ac:cxnSpMkLst>
            <pc:docMk/>
            <pc:sldMk cId="1309478449" sldId="1061"/>
            <ac:cxnSpMk id="10" creationId="{2695A27E-5420-9DB0-2566-0A4FF3F0964F}"/>
          </ac:cxnSpMkLst>
        </pc:cxnChg>
        <pc:cxnChg chg="add mod">
          <ac:chgData name="Palit, Tapti" userId="dec6fbcd-7598-406a-8cbf-504d4a3bac15" providerId="ADAL" clId="{ECD42228-5B96-4A72-B268-C46DF994E6B7}" dt="2024-01-30T17:11:56.353" v="93819" actId="1076"/>
          <ac:cxnSpMkLst>
            <pc:docMk/>
            <pc:sldMk cId="1309478449" sldId="1061"/>
            <ac:cxnSpMk id="11" creationId="{8D652C41-A744-5D1A-A789-31AFCF57818E}"/>
          </ac:cxnSpMkLst>
        </pc:cxnChg>
      </pc:sldChg>
      <pc:sldChg chg="add del">
        <pc:chgData name="Palit, Tapti" userId="dec6fbcd-7598-406a-8cbf-504d4a3bac15" providerId="ADAL" clId="{ECD42228-5B96-4A72-B268-C46DF994E6B7}" dt="2024-01-27T18:18:03.543" v="64124" actId="47"/>
        <pc:sldMkLst>
          <pc:docMk/>
          <pc:sldMk cId="3458951938" sldId="1062"/>
        </pc:sldMkLst>
      </pc:sldChg>
      <pc:sldChg chg="add mod modShow">
        <pc:chgData name="Palit, Tapti" userId="dec6fbcd-7598-406a-8cbf-504d4a3bac15" providerId="ADAL" clId="{ECD42228-5B96-4A72-B268-C46DF994E6B7}" dt="2024-01-30T16:45:49.955" v="92722" actId="729"/>
        <pc:sldMkLst>
          <pc:docMk/>
          <pc:sldMk cId="1942745651" sldId="1063"/>
        </pc:sldMkLst>
      </pc:sldChg>
      <pc:sldChg chg="addSp delSp modSp add del mod chgLayout modNotesTx">
        <pc:chgData name="Palit, Tapti" userId="dec6fbcd-7598-406a-8cbf-504d4a3bac15" providerId="ADAL" clId="{ECD42228-5B96-4A72-B268-C46DF994E6B7}" dt="2024-01-30T16:45:43.815" v="92720" actId="2696"/>
        <pc:sldMkLst>
          <pc:docMk/>
          <pc:sldMk cId="3760959893" sldId="1063"/>
        </pc:sldMkLst>
        <pc:spChg chg="mod ord">
          <ac:chgData name="Palit, Tapti" userId="dec6fbcd-7598-406a-8cbf-504d4a3bac15" providerId="ADAL" clId="{ECD42228-5B96-4A72-B268-C46DF994E6B7}" dt="2024-01-30T02:58:53.020" v="84984"/>
          <ac:spMkLst>
            <pc:docMk/>
            <pc:sldMk cId="3760959893" sldId="1063"/>
            <ac:spMk id="2" creationId="{D7EC638E-4A77-46B8-B32A-298B47F2DEB0}"/>
          </ac:spMkLst>
        </pc:spChg>
        <pc:spChg chg="mod ord">
          <ac:chgData name="Palit, Tapti" userId="dec6fbcd-7598-406a-8cbf-504d4a3bac15" providerId="ADAL" clId="{ECD42228-5B96-4A72-B268-C46DF994E6B7}" dt="2024-01-29T14:29:09.255" v="78243" actId="20577"/>
          <ac:spMkLst>
            <pc:docMk/>
            <pc:sldMk cId="3760959893" sldId="1063"/>
            <ac:spMk id="3" creationId="{DBF81D88-EE7F-4956-ADB0-DA856615FD00}"/>
          </ac:spMkLst>
        </pc:spChg>
        <pc:spChg chg="mod ord">
          <ac:chgData name="Palit, Tapti" userId="dec6fbcd-7598-406a-8cbf-504d4a3bac15" providerId="ADAL" clId="{ECD42228-5B96-4A72-B268-C46DF994E6B7}" dt="2024-01-27T18:14:58.325" v="63812" actId="6264"/>
          <ac:spMkLst>
            <pc:docMk/>
            <pc:sldMk cId="3760959893" sldId="1063"/>
            <ac:spMk id="4" creationId="{51C8A26E-666D-4C70-84CF-ED9A6EADF9F2}"/>
          </ac:spMkLst>
        </pc:spChg>
        <pc:spChg chg="del">
          <ac:chgData name="Palit, Tapti" userId="dec6fbcd-7598-406a-8cbf-504d4a3bac15" providerId="ADAL" clId="{ECD42228-5B96-4A72-B268-C46DF994E6B7}" dt="2024-01-27T18:17:34.782" v="64098" actId="478"/>
          <ac:spMkLst>
            <pc:docMk/>
            <pc:sldMk cId="3760959893" sldId="1063"/>
            <ac:spMk id="5" creationId="{31DCD2A0-6CAE-119A-2D94-9777B39F7F53}"/>
          </ac:spMkLst>
        </pc:spChg>
        <pc:spChg chg="add mod">
          <ac:chgData name="Palit, Tapti" userId="dec6fbcd-7598-406a-8cbf-504d4a3bac15" providerId="ADAL" clId="{ECD42228-5B96-4A72-B268-C46DF994E6B7}" dt="2024-01-29T04:38:26.654" v="75586" actId="1076"/>
          <ac:spMkLst>
            <pc:docMk/>
            <pc:sldMk cId="3760959893" sldId="1063"/>
            <ac:spMk id="5" creationId="{8D8C4F1D-2AFD-F2D6-77B9-0C10F0B76BB6}"/>
          </ac:spMkLst>
        </pc:spChg>
        <pc:spChg chg="add del mod">
          <ac:chgData name="Palit, Tapti" userId="dec6fbcd-7598-406a-8cbf-504d4a3bac15" providerId="ADAL" clId="{ECD42228-5B96-4A72-B268-C46DF994E6B7}" dt="2024-01-27T18:14:58.325" v="63812" actId="6264"/>
          <ac:spMkLst>
            <pc:docMk/>
            <pc:sldMk cId="3760959893" sldId="1063"/>
            <ac:spMk id="6" creationId="{A32CC2AD-31F7-D179-EB43-65BF6EBDB296}"/>
          </ac:spMkLst>
        </pc:spChg>
        <pc:spChg chg="add del mod">
          <ac:chgData name="Palit, Tapti" userId="dec6fbcd-7598-406a-8cbf-504d4a3bac15" providerId="ADAL" clId="{ECD42228-5B96-4A72-B268-C46DF994E6B7}" dt="2024-01-27T18:14:58.325" v="63812" actId="6264"/>
          <ac:spMkLst>
            <pc:docMk/>
            <pc:sldMk cId="3760959893" sldId="1063"/>
            <ac:spMk id="7" creationId="{816420C5-2989-5F6D-B936-18C99C5130AD}"/>
          </ac:spMkLst>
        </pc:spChg>
        <pc:spChg chg="add del mod">
          <ac:chgData name="Palit, Tapti" userId="dec6fbcd-7598-406a-8cbf-504d4a3bac15" providerId="ADAL" clId="{ECD42228-5B96-4A72-B268-C46DF994E6B7}" dt="2024-01-27T18:14:58.325" v="63812" actId="6264"/>
          <ac:spMkLst>
            <pc:docMk/>
            <pc:sldMk cId="3760959893" sldId="1063"/>
            <ac:spMk id="8" creationId="{8BB1AA56-2173-89CB-817A-46DE7A181573}"/>
          </ac:spMkLst>
        </pc:spChg>
        <pc:spChg chg="mod">
          <ac:chgData name="Palit, Tapti" userId="dec6fbcd-7598-406a-8cbf-504d4a3bac15" providerId="ADAL" clId="{ECD42228-5B96-4A72-B268-C46DF994E6B7}" dt="2024-01-29T14:29:02.985" v="78225" actId="1076"/>
          <ac:spMkLst>
            <pc:docMk/>
            <pc:sldMk cId="3760959893" sldId="1063"/>
            <ac:spMk id="31" creationId="{A1AE6AAE-C7D3-E8E2-BBBE-C8BA0B0FDD7B}"/>
          </ac:spMkLst>
        </pc:spChg>
        <pc:graphicFrameChg chg="modGraphic">
          <ac:chgData name="Palit, Tapti" userId="dec6fbcd-7598-406a-8cbf-504d4a3bac15" providerId="ADAL" clId="{ECD42228-5B96-4A72-B268-C46DF994E6B7}" dt="2024-01-29T04:38:35.842" v="75615" actId="20577"/>
          <ac:graphicFrameMkLst>
            <pc:docMk/>
            <pc:sldMk cId="3760959893" sldId="1063"/>
            <ac:graphicFrameMk id="32" creationId="{662E3E91-EC1F-FAC9-6710-BA112B8C33B9}"/>
          </ac:graphicFrameMkLst>
        </pc:graphicFrameChg>
      </pc:sldChg>
      <pc:sldChg chg="addSp delSp modSp add del mod">
        <pc:chgData name="Palit, Tapti" userId="dec6fbcd-7598-406a-8cbf-504d4a3bac15" providerId="ADAL" clId="{ECD42228-5B96-4A72-B268-C46DF994E6B7}" dt="2024-01-29T04:40:00.598" v="75681" actId="2696"/>
        <pc:sldMkLst>
          <pc:docMk/>
          <pc:sldMk cId="1472748267" sldId="1064"/>
        </pc:sldMkLst>
        <pc:spChg chg="mod">
          <ac:chgData name="Palit, Tapti" userId="dec6fbcd-7598-406a-8cbf-504d4a3bac15" providerId="ADAL" clId="{ECD42228-5B96-4A72-B268-C46DF994E6B7}" dt="2024-01-27T18:22:33.937" v="64337" actId="20577"/>
          <ac:spMkLst>
            <pc:docMk/>
            <pc:sldMk cId="1472748267" sldId="1064"/>
            <ac:spMk id="2" creationId="{D7EC638E-4A77-46B8-B32A-298B47F2DEB0}"/>
          </ac:spMkLst>
        </pc:spChg>
        <pc:spChg chg="mod">
          <ac:chgData name="Palit, Tapti" userId="dec6fbcd-7598-406a-8cbf-504d4a3bac15" providerId="ADAL" clId="{ECD42228-5B96-4A72-B268-C46DF994E6B7}" dt="2024-01-28T04:19:41.258" v="67739" actId="20577"/>
          <ac:spMkLst>
            <pc:docMk/>
            <pc:sldMk cId="1472748267" sldId="1064"/>
            <ac:spMk id="3" creationId="{DBF81D88-EE7F-4956-ADB0-DA856615FD00}"/>
          </ac:spMkLst>
        </pc:spChg>
        <pc:spChg chg="add del mod">
          <ac:chgData name="Palit, Tapti" userId="dec6fbcd-7598-406a-8cbf-504d4a3bac15" providerId="ADAL" clId="{ECD42228-5B96-4A72-B268-C46DF994E6B7}" dt="2024-01-28T04:21:28.511" v="67752" actId="1036"/>
          <ac:spMkLst>
            <pc:docMk/>
            <pc:sldMk cId="1472748267" sldId="1064"/>
            <ac:spMk id="5" creationId="{32ACED2C-3EE0-D442-8341-768F7D1F295F}"/>
          </ac:spMkLst>
        </pc:spChg>
        <pc:spChg chg="mod">
          <ac:chgData name="Palit, Tapti" userId="dec6fbcd-7598-406a-8cbf-504d4a3bac15" providerId="ADAL" clId="{ECD42228-5B96-4A72-B268-C46DF994E6B7}" dt="2024-01-29T04:25:50.741" v="75367"/>
          <ac:spMkLst>
            <pc:docMk/>
            <pc:sldMk cId="1472748267" sldId="1064"/>
            <ac:spMk id="31" creationId="{A1AE6AAE-C7D3-E8E2-BBBE-C8BA0B0FDD7B}"/>
          </ac:spMkLst>
        </pc:spChg>
        <pc:graphicFrameChg chg="mod modGraphic">
          <ac:chgData name="Palit, Tapti" userId="dec6fbcd-7598-406a-8cbf-504d4a3bac15" providerId="ADAL" clId="{ECD42228-5B96-4A72-B268-C46DF994E6B7}" dt="2024-01-27T18:19:32.241" v="64167" actId="20577"/>
          <ac:graphicFrameMkLst>
            <pc:docMk/>
            <pc:sldMk cId="1472748267" sldId="1064"/>
            <ac:graphicFrameMk id="32" creationId="{662E3E91-EC1F-FAC9-6710-BA112B8C33B9}"/>
          </ac:graphicFrameMkLst>
        </pc:graphicFrameChg>
      </pc:sldChg>
      <pc:sldChg chg="add mod modShow">
        <pc:chgData name="Palit, Tapti" userId="dec6fbcd-7598-406a-8cbf-504d4a3bac15" providerId="ADAL" clId="{ECD42228-5B96-4A72-B268-C46DF994E6B7}" dt="2024-01-29T04:40:09.927" v="75683" actId="729"/>
        <pc:sldMkLst>
          <pc:docMk/>
          <pc:sldMk cId="3665353474" sldId="1064"/>
        </pc:sldMkLst>
      </pc:sldChg>
      <pc:sldChg chg="add mod modShow">
        <pc:chgData name="Palit, Tapti" userId="dec6fbcd-7598-406a-8cbf-504d4a3bac15" providerId="ADAL" clId="{ECD42228-5B96-4A72-B268-C46DF994E6B7}" dt="2024-01-29T04:40:09.927" v="75683" actId="729"/>
        <pc:sldMkLst>
          <pc:docMk/>
          <pc:sldMk cId="957445417" sldId="1065"/>
        </pc:sldMkLst>
      </pc:sldChg>
      <pc:sldChg chg="addSp modSp add del mod">
        <pc:chgData name="Palit, Tapti" userId="dec6fbcd-7598-406a-8cbf-504d4a3bac15" providerId="ADAL" clId="{ECD42228-5B96-4A72-B268-C46DF994E6B7}" dt="2024-01-29T04:40:00.598" v="75681" actId="2696"/>
        <pc:sldMkLst>
          <pc:docMk/>
          <pc:sldMk cId="1237778443" sldId="1065"/>
        </pc:sldMkLst>
        <pc:spChg chg="mod">
          <ac:chgData name="Palit, Tapti" userId="dec6fbcd-7598-406a-8cbf-504d4a3bac15" providerId="ADAL" clId="{ECD42228-5B96-4A72-B268-C46DF994E6B7}" dt="2024-01-27T18:23:38.916" v="64359" actId="20577"/>
          <ac:spMkLst>
            <pc:docMk/>
            <pc:sldMk cId="1237778443" sldId="1065"/>
            <ac:spMk id="2" creationId="{D7EC638E-4A77-46B8-B32A-298B47F2DEB0}"/>
          </ac:spMkLst>
        </pc:spChg>
        <pc:spChg chg="mod">
          <ac:chgData name="Palit, Tapti" userId="dec6fbcd-7598-406a-8cbf-504d4a3bac15" providerId="ADAL" clId="{ECD42228-5B96-4A72-B268-C46DF994E6B7}" dt="2024-01-27T18:21:06.025" v="64253" actId="20577"/>
          <ac:spMkLst>
            <pc:docMk/>
            <pc:sldMk cId="1237778443" sldId="1065"/>
            <ac:spMk id="3" creationId="{DBF81D88-EE7F-4956-ADB0-DA856615FD00}"/>
          </ac:spMkLst>
        </pc:spChg>
        <pc:spChg chg="mod">
          <ac:chgData name="Palit, Tapti" userId="dec6fbcd-7598-406a-8cbf-504d4a3bac15" providerId="ADAL" clId="{ECD42228-5B96-4A72-B268-C46DF994E6B7}" dt="2024-01-28T04:20:46.478" v="67745" actId="1076"/>
          <ac:spMkLst>
            <pc:docMk/>
            <pc:sldMk cId="1237778443" sldId="1065"/>
            <ac:spMk id="5" creationId="{32ACED2C-3EE0-D442-8341-768F7D1F295F}"/>
          </ac:spMkLst>
        </pc:spChg>
        <pc:spChg chg="add mod">
          <ac:chgData name="Palit, Tapti" userId="dec6fbcd-7598-406a-8cbf-504d4a3bac15" providerId="ADAL" clId="{ECD42228-5B96-4A72-B268-C46DF994E6B7}" dt="2024-01-28T20:52:41.559" v="68618" actId="1035"/>
          <ac:spMkLst>
            <pc:docMk/>
            <pc:sldMk cId="1237778443" sldId="1065"/>
            <ac:spMk id="6" creationId="{C79A4D8B-C9F3-2062-8D2B-0772D053E921}"/>
          </ac:spMkLst>
        </pc:spChg>
        <pc:spChg chg="mod">
          <ac:chgData name="Palit, Tapti" userId="dec6fbcd-7598-406a-8cbf-504d4a3bac15" providerId="ADAL" clId="{ECD42228-5B96-4A72-B268-C46DF994E6B7}" dt="2024-01-29T04:25:55.080" v="75368"/>
          <ac:spMkLst>
            <pc:docMk/>
            <pc:sldMk cId="1237778443" sldId="1065"/>
            <ac:spMk id="31" creationId="{A1AE6AAE-C7D3-E8E2-BBBE-C8BA0B0FDD7B}"/>
          </ac:spMkLst>
        </pc:spChg>
        <pc:graphicFrameChg chg="modGraphic">
          <ac:chgData name="Palit, Tapti" userId="dec6fbcd-7598-406a-8cbf-504d4a3bac15" providerId="ADAL" clId="{ECD42228-5B96-4A72-B268-C46DF994E6B7}" dt="2024-01-27T18:20:54.294" v="64216" actId="207"/>
          <ac:graphicFrameMkLst>
            <pc:docMk/>
            <pc:sldMk cId="1237778443" sldId="1065"/>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29T04:41:00.131" v="75728" actId="2696"/>
        <pc:sldMkLst>
          <pc:docMk/>
          <pc:sldMk cId="1879442720" sldId="1066"/>
        </pc:sldMkLst>
        <pc:spChg chg="mod ord">
          <ac:chgData name="Palit, Tapti" userId="dec6fbcd-7598-406a-8cbf-504d4a3bac15" providerId="ADAL" clId="{ECD42228-5B96-4A72-B268-C46DF994E6B7}" dt="2024-01-28T04:12:13.855" v="67670" actId="700"/>
          <ac:spMkLst>
            <pc:docMk/>
            <pc:sldMk cId="1879442720" sldId="1066"/>
            <ac:spMk id="2" creationId="{D7EC638E-4A77-46B8-B32A-298B47F2DEB0}"/>
          </ac:spMkLst>
        </pc:spChg>
        <pc:spChg chg="mod ord">
          <ac:chgData name="Palit, Tapti" userId="dec6fbcd-7598-406a-8cbf-504d4a3bac15" providerId="ADAL" clId="{ECD42228-5B96-4A72-B268-C46DF994E6B7}" dt="2024-01-28T04:12:13.855" v="67670" actId="700"/>
          <ac:spMkLst>
            <pc:docMk/>
            <pc:sldMk cId="1879442720" sldId="1066"/>
            <ac:spMk id="3" creationId="{DBF81D88-EE7F-4956-ADB0-DA856615FD00}"/>
          </ac:spMkLst>
        </pc:spChg>
        <pc:spChg chg="mod ord">
          <ac:chgData name="Palit, Tapti" userId="dec6fbcd-7598-406a-8cbf-504d4a3bac15" providerId="ADAL" clId="{ECD42228-5B96-4A72-B268-C46DF994E6B7}" dt="2024-01-28T04:12:13.855" v="67670" actId="700"/>
          <ac:spMkLst>
            <pc:docMk/>
            <pc:sldMk cId="1879442720" sldId="1066"/>
            <ac:spMk id="4" creationId="{51C8A26E-666D-4C70-84CF-ED9A6EADF9F2}"/>
          </ac:spMkLst>
        </pc:spChg>
        <pc:spChg chg="mod">
          <ac:chgData name="Palit, Tapti" userId="dec6fbcd-7598-406a-8cbf-504d4a3bac15" providerId="ADAL" clId="{ECD42228-5B96-4A72-B268-C46DF994E6B7}" dt="2024-01-28T04:21:48.782" v="67756" actId="1036"/>
          <ac:spMkLst>
            <pc:docMk/>
            <pc:sldMk cId="1879442720" sldId="1066"/>
            <ac:spMk id="5" creationId="{32ACED2C-3EE0-D442-8341-768F7D1F295F}"/>
          </ac:spMkLst>
        </pc:spChg>
        <pc:spChg chg="del mod">
          <ac:chgData name="Palit, Tapti" userId="dec6fbcd-7598-406a-8cbf-504d4a3bac15" providerId="ADAL" clId="{ECD42228-5B96-4A72-B268-C46DF994E6B7}" dt="2024-01-28T20:52:46.940" v="68619" actId="478"/>
          <ac:spMkLst>
            <pc:docMk/>
            <pc:sldMk cId="1879442720" sldId="1066"/>
            <ac:spMk id="6" creationId="{C79A4D8B-C9F3-2062-8D2B-0772D053E921}"/>
          </ac:spMkLst>
        </pc:spChg>
        <pc:spChg chg="add mod ord">
          <ac:chgData name="Palit, Tapti" userId="dec6fbcd-7598-406a-8cbf-504d4a3bac15" providerId="ADAL" clId="{ECD42228-5B96-4A72-B268-C46DF994E6B7}" dt="2024-01-28T23:40:31.934" v="70984" actId="20577"/>
          <ac:spMkLst>
            <pc:docMk/>
            <pc:sldMk cId="1879442720" sldId="1066"/>
            <ac:spMk id="7" creationId="{8D7F00D2-220D-B93F-07DC-D4ABA4803FE8}"/>
          </ac:spMkLst>
        </pc:spChg>
        <pc:spChg chg="add mod">
          <ac:chgData name="Palit, Tapti" userId="dec6fbcd-7598-406a-8cbf-504d4a3bac15" providerId="ADAL" clId="{ECD42228-5B96-4A72-B268-C46DF994E6B7}" dt="2024-01-28T20:52:47.501" v="68620"/>
          <ac:spMkLst>
            <pc:docMk/>
            <pc:sldMk cId="1879442720" sldId="1066"/>
            <ac:spMk id="8" creationId="{C0F56F47-E238-2F03-3186-3DC585684328}"/>
          </ac:spMkLst>
        </pc:spChg>
        <pc:spChg chg="mod">
          <ac:chgData name="Palit, Tapti" userId="dec6fbcd-7598-406a-8cbf-504d4a3bac15" providerId="ADAL" clId="{ECD42228-5B96-4A72-B268-C46DF994E6B7}" dt="2024-01-29T04:25:59.753" v="75369"/>
          <ac:spMkLst>
            <pc:docMk/>
            <pc:sldMk cId="1879442720" sldId="1066"/>
            <ac:spMk id="31" creationId="{A1AE6AAE-C7D3-E8E2-BBBE-C8BA0B0FDD7B}"/>
          </ac:spMkLst>
        </pc:spChg>
        <pc:graphicFrameChg chg="modGraphic">
          <ac:chgData name="Palit, Tapti" userId="dec6fbcd-7598-406a-8cbf-504d4a3bac15" providerId="ADAL" clId="{ECD42228-5B96-4A72-B268-C46DF994E6B7}" dt="2024-01-27T18:23:20.180" v="64351" actId="207"/>
          <ac:graphicFrameMkLst>
            <pc:docMk/>
            <pc:sldMk cId="1879442720" sldId="1066"/>
            <ac:graphicFrameMk id="32" creationId="{662E3E91-EC1F-FAC9-6710-BA112B8C33B9}"/>
          </ac:graphicFrameMkLst>
        </pc:graphicFrameChg>
      </pc:sldChg>
      <pc:sldChg chg="add mod modShow">
        <pc:chgData name="Palit, Tapti" userId="dec6fbcd-7598-406a-8cbf-504d4a3bac15" providerId="ADAL" clId="{ECD42228-5B96-4A72-B268-C46DF994E6B7}" dt="2024-01-29T04:41:05.516" v="75730" actId="729"/>
        <pc:sldMkLst>
          <pc:docMk/>
          <pc:sldMk cId="3694772529" sldId="1066"/>
        </pc:sldMkLst>
      </pc:sldChg>
      <pc:sldChg chg="add del">
        <pc:chgData name="Palit, Tapti" userId="dec6fbcd-7598-406a-8cbf-504d4a3bac15" providerId="ADAL" clId="{ECD42228-5B96-4A72-B268-C46DF994E6B7}" dt="2024-01-27T21:30:06.770" v="65329" actId="2696"/>
        <pc:sldMkLst>
          <pc:docMk/>
          <pc:sldMk cId="1703398428" sldId="1067"/>
        </pc:sldMkLst>
      </pc:sldChg>
      <pc:sldChg chg="add del mod modShow">
        <pc:chgData name="Palit, Tapti" userId="dec6fbcd-7598-406a-8cbf-504d4a3bac15" providerId="ADAL" clId="{ECD42228-5B96-4A72-B268-C46DF994E6B7}" dt="2024-01-28T03:44:01.241" v="67437" actId="47"/>
        <pc:sldMkLst>
          <pc:docMk/>
          <pc:sldMk cId="3590641457" sldId="1067"/>
        </pc:sldMkLst>
      </pc:sldChg>
      <pc:sldChg chg="modSp add del mod">
        <pc:chgData name="Palit, Tapti" userId="dec6fbcd-7598-406a-8cbf-504d4a3bac15" providerId="ADAL" clId="{ECD42228-5B96-4A72-B268-C46DF994E6B7}" dt="2024-01-27T21:06:25.070" v="64690" actId="47"/>
        <pc:sldMkLst>
          <pc:docMk/>
          <pc:sldMk cId="1124419745" sldId="1068"/>
        </pc:sldMkLst>
        <pc:spChg chg="mod">
          <ac:chgData name="Palit, Tapti" userId="dec6fbcd-7598-406a-8cbf-504d4a3bac15" providerId="ADAL" clId="{ECD42228-5B96-4A72-B268-C46DF994E6B7}" dt="2024-01-27T20:52:00.181" v="64604" actId="20577"/>
          <ac:spMkLst>
            <pc:docMk/>
            <pc:sldMk cId="1124419745" sldId="1068"/>
            <ac:spMk id="3" creationId="{718731F3-A54E-5387-C447-464520FADB53}"/>
          </ac:spMkLst>
        </pc:spChg>
      </pc:sldChg>
      <pc:sldChg chg="add del">
        <pc:chgData name="Palit, Tapti" userId="dec6fbcd-7598-406a-8cbf-504d4a3bac15" providerId="ADAL" clId="{ECD42228-5B96-4A72-B268-C46DF994E6B7}" dt="2024-01-27T20:45:22.863" v="64385"/>
        <pc:sldMkLst>
          <pc:docMk/>
          <pc:sldMk cId="3015766879" sldId="1068"/>
        </pc:sldMkLst>
      </pc:sldChg>
      <pc:sldChg chg="addSp delSp modSp add del mod delAnim">
        <pc:chgData name="Palit, Tapti" userId="dec6fbcd-7598-406a-8cbf-504d4a3bac15" providerId="ADAL" clId="{ECD42228-5B96-4A72-B268-C46DF994E6B7}" dt="2024-01-27T21:20:25.535" v="64967" actId="2696"/>
        <pc:sldMkLst>
          <pc:docMk/>
          <pc:sldMk cId="3495745839" sldId="1068"/>
        </pc:sldMkLst>
        <pc:spChg chg="mod">
          <ac:chgData name="Palit, Tapti" userId="dec6fbcd-7598-406a-8cbf-504d4a3bac15" providerId="ADAL" clId="{ECD42228-5B96-4A72-B268-C46DF994E6B7}" dt="2024-01-27T21:20:13.715" v="64964"/>
          <ac:spMkLst>
            <pc:docMk/>
            <pc:sldMk cId="3495745839" sldId="1068"/>
            <ac:spMk id="6" creationId="{CDF54C75-8E57-C212-0645-30E19DBAEFC3}"/>
          </ac:spMkLst>
        </pc:spChg>
        <pc:spChg chg="add del mod">
          <ac:chgData name="Palit, Tapti" userId="dec6fbcd-7598-406a-8cbf-504d4a3bac15" providerId="ADAL" clId="{ECD42228-5B96-4A72-B268-C46DF994E6B7}" dt="2024-01-27T21:20:19.465" v="64965" actId="478"/>
          <ac:spMkLst>
            <pc:docMk/>
            <pc:sldMk cId="3495745839" sldId="1068"/>
            <ac:spMk id="7" creationId="{E77235BE-CD6B-0F6B-2458-13C2A583FE4C}"/>
          </ac:spMkLst>
        </pc:spChg>
        <pc:spChg chg="add mod">
          <ac:chgData name="Palit, Tapti" userId="dec6fbcd-7598-406a-8cbf-504d4a3bac15" providerId="ADAL" clId="{ECD42228-5B96-4A72-B268-C46DF994E6B7}" dt="2024-01-27T21:15:25.022" v="64870" actId="767"/>
          <ac:spMkLst>
            <pc:docMk/>
            <pc:sldMk cId="3495745839" sldId="1068"/>
            <ac:spMk id="8" creationId="{1A4A53E8-38F0-4BA7-E5B4-F75FB4C3D0CC}"/>
          </ac:spMkLst>
        </pc:spChg>
        <pc:cxnChg chg="del mod">
          <ac:chgData name="Palit, Tapti" userId="dec6fbcd-7598-406a-8cbf-504d4a3bac15" providerId="ADAL" clId="{ECD42228-5B96-4A72-B268-C46DF994E6B7}" dt="2024-01-27T21:14:29.802" v="64839" actId="478"/>
          <ac:cxnSpMkLst>
            <pc:docMk/>
            <pc:sldMk cId="3495745839" sldId="1068"/>
            <ac:cxnSpMk id="10" creationId="{9E94C896-B232-9692-30F5-7EADDBA316F1}"/>
          </ac:cxnSpMkLst>
        </pc:cxnChg>
        <pc:cxnChg chg="add del mod">
          <ac:chgData name="Palit, Tapti" userId="dec6fbcd-7598-406a-8cbf-504d4a3bac15" providerId="ADAL" clId="{ECD42228-5B96-4A72-B268-C46DF994E6B7}" dt="2024-01-27T21:15:34.574" v="64872" actId="478"/>
          <ac:cxnSpMkLst>
            <pc:docMk/>
            <pc:sldMk cId="3495745839" sldId="1068"/>
            <ac:cxnSpMk id="11" creationId="{0FD38483-B50A-96F4-7E00-49092C0795FB}"/>
          </ac:cxnSpMkLst>
        </pc:cxnChg>
        <pc:cxnChg chg="del mod">
          <ac:chgData name="Palit, Tapti" userId="dec6fbcd-7598-406a-8cbf-504d4a3bac15" providerId="ADAL" clId="{ECD42228-5B96-4A72-B268-C46DF994E6B7}" dt="2024-01-27T21:14:29.802" v="64839" actId="478"/>
          <ac:cxnSpMkLst>
            <pc:docMk/>
            <pc:sldMk cId="3495745839" sldId="1068"/>
            <ac:cxnSpMk id="12" creationId="{B7D84180-1A4B-8131-B469-70328178D2E9}"/>
          </ac:cxnSpMkLst>
        </pc:cxnChg>
        <pc:cxnChg chg="add del mod">
          <ac:chgData name="Palit, Tapti" userId="dec6fbcd-7598-406a-8cbf-504d4a3bac15" providerId="ADAL" clId="{ECD42228-5B96-4A72-B268-C46DF994E6B7}" dt="2024-01-27T21:20:22.680" v="64966" actId="478"/>
          <ac:cxnSpMkLst>
            <pc:docMk/>
            <pc:sldMk cId="3495745839" sldId="1068"/>
            <ac:cxnSpMk id="14" creationId="{330A7519-B4E4-F34C-9409-84E8473BD612}"/>
          </ac:cxnSpMkLst>
        </pc:cxnChg>
      </pc:sldChg>
      <pc:sldChg chg="addSp delSp modSp add del mod">
        <pc:chgData name="Palit, Tapti" userId="dec6fbcd-7598-406a-8cbf-504d4a3bac15" providerId="ADAL" clId="{ECD42228-5B96-4A72-B268-C46DF994E6B7}" dt="2024-01-29T03:50:29.932" v="75284" actId="47"/>
        <pc:sldMkLst>
          <pc:docMk/>
          <pc:sldMk cId="3431256432" sldId="1069"/>
        </pc:sldMkLst>
        <pc:spChg chg="mod">
          <ac:chgData name="Palit, Tapti" userId="dec6fbcd-7598-406a-8cbf-504d4a3bac15" providerId="ADAL" clId="{ECD42228-5B96-4A72-B268-C46DF994E6B7}" dt="2024-01-28T04:29:09.653" v="67987"/>
          <ac:spMkLst>
            <pc:docMk/>
            <pc:sldMk cId="3431256432" sldId="1069"/>
            <ac:spMk id="2" creationId="{85BB36D4-0D34-594A-B8AD-6FD2FD35DD7E}"/>
          </ac:spMkLst>
        </pc:spChg>
        <pc:spChg chg="mod">
          <ac:chgData name="Palit, Tapti" userId="dec6fbcd-7598-406a-8cbf-504d4a3bac15" providerId="ADAL" clId="{ECD42228-5B96-4A72-B268-C46DF994E6B7}" dt="2024-01-28T04:30:00.579" v="67994" actId="1076"/>
          <ac:spMkLst>
            <pc:docMk/>
            <pc:sldMk cId="3431256432" sldId="1069"/>
            <ac:spMk id="10" creationId="{D90FE0FB-9DF3-880E-9A32-CEFD9115E033}"/>
          </ac:spMkLst>
        </pc:spChg>
        <pc:spChg chg="mod">
          <ac:chgData name="Palit, Tapti" userId="dec6fbcd-7598-406a-8cbf-504d4a3bac15" providerId="ADAL" clId="{ECD42228-5B96-4A72-B268-C46DF994E6B7}" dt="2024-01-28T04:30:00.579" v="67994" actId="1076"/>
          <ac:spMkLst>
            <pc:docMk/>
            <pc:sldMk cId="3431256432" sldId="1069"/>
            <ac:spMk id="11" creationId="{849223D1-9D6E-7B27-5A36-2E13FD48F731}"/>
          </ac:spMkLst>
        </pc:spChg>
        <pc:picChg chg="add del mod">
          <ac:chgData name="Palit, Tapti" userId="dec6fbcd-7598-406a-8cbf-504d4a3bac15" providerId="ADAL" clId="{ECD42228-5B96-4A72-B268-C46DF994E6B7}" dt="2024-01-28T04:29:49.388" v="67992" actId="478"/>
          <ac:picMkLst>
            <pc:docMk/>
            <pc:sldMk cId="3431256432" sldId="1069"/>
            <ac:picMk id="5" creationId="{956BA883-1B26-3312-79B6-E7A39B2B5792}"/>
          </ac:picMkLst>
        </pc:picChg>
        <pc:picChg chg="del">
          <ac:chgData name="Palit, Tapti" userId="dec6fbcd-7598-406a-8cbf-504d4a3bac15" providerId="ADAL" clId="{ECD42228-5B96-4A72-B268-C46DF994E6B7}" dt="2024-01-27T21:11:50.629" v="64837" actId="478"/>
          <ac:picMkLst>
            <pc:docMk/>
            <pc:sldMk cId="3431256432" sldId="1069"/>
            <ac:picMk id="6" creationId="{C11430F6-2646-240E-BA12-D35D4D4BCE1C}"/>
          </ac:picMkLst>
        </pc:picChg>
        <pc:picChg chg="add del mod">
          <ac:chgData name="Palit, Tapti" userId="dec6fbcd-7598-406a-8cbf-504d4a3bac15" providerId="ADAL" clId="{ECD42228-5B96-4A72-B268-C46DF994E6B7}" dt="2024-01-28T04:29:49.388" v="67992" actId="478"/>
          <ac:picMkLst>
            <pc:docMk/>
            <pc:sldMk cId="3431256432" sldId="1069"/>
            <ac:picMk id="7" creationId="{B8B269D6-876E-7117-3F1F-5D4114A5C416}"/>
          </ac:picMkLst>
        </pc:picChg>
        <pc:picChg chg="del">
          <ac:chgData name="Palit, Tapti" userId="dec6fbcd-7598-406a-8cbf-504d4a3bac15" providerId="ADAL" clId="{ECD42228-5B96-4A72-B268-C46DF994E6B7}" dt="2024-01-28T04:29:20.216" v="67988" actId="478"/>
          <ac:picMkLst>
            <pc:docMk/>
            <pc:sldMk cId="3431256432" sldId="1069"/>
            <ac:picMk id="8" creationId="{366EC38B-CD37-A8CD-97A5-D043DFBCED5F}"/>
          </ac:picMkLst>
        </pc:picChg>
        <pc:picChg chg="del">
          <ac:chgData name="Palit, Tapti" userId="dec6fbcd-7598-406a-8cbf-504d4a3bac15" providerId="ADAL" clId="{ECD42228-5B96-4A72-B268-C46DF994E6B7}" dt="2024-01-28T04:29:20.216" v="67988" actId="478"/>
          <ac:picMkLst>
            <pc:docMk/>
            <pc:sldMk cId="3431256432" sldId="1069"/>
            <ac:picMk id="9" creationId="{1E14B468-0131-AC3A-56B4-322FAFFF67D8}"/>
          </ac:picMkLst>
        </pc:picChg>
        <pc:picChg chg="add del mod">
          <ac:chgData name="Palit, Tapti" userId="dec6fbcd-7598-406a-8cbf-504d4a3bac15" providerId="ADAL" clId="{ECD42228-5B96-4A72-B268-C46DF994E6B7}" dt="2024-01-28T04:29:49.388" v="67992" actId="478"/>
          <ac:picMkLst>
            <pc:docMk/>
            <pc:sldMk cId="3431256432" sldId="1069"/>
            <ac:picMk id="12" creationId="{CF0DF0DC-50F0-0340-A950-9D56316708F5}"/>
          </ac:picMkLst>
        </pc:picChg>
        <pc:picChg chg="add del mod">
          <ac:chgData name="Palit, Tapti" userId="dec6fbcd-7598-406a-8cbf-504d4a3bac15" providerId="ADAL" clId="{ECD42228-5B96-4A72-B268-C46DF994E6B7}" dt="2024-01-28T21:05:52.067" v="68628" actId="478"/>
          <ac:picMkLst>
            <pc:docMk/>
            <pc:sldMk cId="3431256432" sldId="1069"/>
            <ac:picMk id="13" creationId="{D6F8F45B-F07F-0BEA-03B7-5040EDE14947}"/>
          </ac:picMkLst>
        </pc:picChg>
        <pc:picChg chg="add mod">
          <ac:chgData name="Palit, Tapti" userId="dec6fbcd-7598-406a-8cbf-504d4a3bac15" providerId="ADAL" clId="{ECD42228-5B96-4A72-B268-C46DF994E6B7}" dt="2024-01-28T04:29:54.058" v="67993"/>
          <ac:picMkLst>
            <pc:docMk/>
            <pc:sldMk cId="3431256432" sldId="1069"/>
            <ac:picMk id="14" creationId="{A123DA6A-8928-8DFF-1B45-3444C1D65859}"/>
          </ac:picMkLst>
        </pc:picChg>
        <pc:picChg chg="add mod">
          <ac:chgData name="Palit, Tapti" userId="dec6fbcd-7598-406a-8cbf-504d4a3bac15" providerId="ADAL" clId="{ECD42228-5B96-4A72-B268-C46DF994E6B7}" dt="2024-01-28T04:29:54.058" v="67993"/>
          <ac:picMkLst>
            <pc:docMk/>
            <pc:sldMk cId="3431256432" sldId="1069"/>
            <ac:picMk id="15" creationId="{F99A1A1E-2467-81B9-E04D-C4A4F089A7B8}"/>
          </ac:picMkLst>
        </pc:picChg>
        <pc:picChg chg="add mod">
          <ac:chgData name="Palit, Tapti" userId="dec6fbcd-7598-406a-8cbf-504d4a3bac15" providerId="ADAL" clId="{ECD42228-5B96-4A72-B268-C46DF994E6B7}" dt="2024-01-28T21:05:56.419" v="68629"/>
          <ac:picMkLst>
            <pc:docMk/>
            <pc:sldMk cId="3431256432" sldId="1069"/>
            <ac:picMk id="16" creationId="{588632CF-A5D3-2ECF-22E9-6365F547D165}"/>
          </ac:picMkLst>
        </pc:picChg>
        <pc:picChg chg="del">
          <ac:chgData name="Palit, Tapti" userId="dec6fbcd-7598-406a-8cbf-504d4a3bac15" providerId="ADAL" clId="{ECD42228-5B96-4A72-B268-C46DF994E6B7}" dt="2024-01-28T04:29:20.216" v="67988" actId="478"/>
          <ac:picMkLst>
            <pc:docMk/>
            <pc:sldMk cId="3431256432" sldId="1069"/>
            <ac:picMk id="1026" creationId="{2741BB2C-9BB8-CB63-35AE-0EDCAF4019B2}"/>
          </ac:picMkLst>
        </pc:picChg>
        <pc:picChg chg="mod">
          <ac:chgData name="Palit, Tapti" userId="dec6fbcd-7598-406a-8cbf-504d4a3bac15" providerId="ADAL" clId="{ECD42228-5B96-4A72-B268-C46DF994E6B7}" dt="2024-01-28T04:30:00.579" v="67994" actId="1076"/>
          <ac:picMkLst>
            <pc:docMk/>
            <pc:sldMk cId="3431256432" sldId="1069"/>
            <ac:picMk id="1028" creationId="{1741705E-DA8B-1AEC-6BF6-D4A5135A8EC8}"/>
          </ac:picMkLst>
        </pc:picChg>
        <pc:picChg chg="mod">
          <ac:chgData name="Palit, Tapti" userId="dec6fbcd-7598-406a-8cbf-504d4a3bac15" providerId="ADAL" clId="{ECD42228-5B96-4A72-B268-C46DF994E6B7}" dt="2024-01-28T04:30:00.579" v="67994" actId="1076"/>
          <ac:picMkLst>
            <pc:docMk/>
            <pc:sldMk cId="3431256432" sldId="1069"/>
            <ac:picMk id="1030" creationId="{8D78B493-7ED8-F252-68E5-27303818D863}"/>
          </ac:picMkLst>
        </pc:picChg>
      </pc:sldChg>
      <pc:sldChg chg="add del">
        <pc:chgData name="Palit, Tapti" userId="dec6fbcd-7598-406a-8cbf-504d4a3bac15" providerId="ADAL" clId="{ECD42228-5B96-4A72-B268-C46DF994E6B7}" dt="2024-01-27T21:06:25.070" v="64690" actId="47"/>
        <pc:sldMkLst>
          <pc:docMk/>
          <pc:sldMk cId="3925407820" sldId="1069"/>
        </pc:sldMkLst>
      </pc:sldChg>
      <pc:sldChg chg="delSp add del">
        <pc:chgData name="Palit, Tapti" userId="dec6fbcd-7598-406a-8cbf-504d4a3bac15" providerId="ADAL" clId="{ECD42228-5B96-4A72-B268-C46DF994E6B7}" dt="2024-01-28T04:30:18.531" v="67999" actId="47"/>
        <pc:sldMkLst>
          <pc:docMk/>
          <pc:sldMk cId="197948664" sldId="1070"/>
        </pc:sldMkLst>
        <pc:spChg chg="del">
          <ac:chgData name="Palit, Tapti" userId="dec6fbcd-7598-406a-8cbf-504d4a3bac15" providerId="ADAL" clId="{ECD42228-5B96-4A72-B268-C46DF994E6B7}" dt="2024-01-28T04:30:08.460" v="67995" actId="478"/>
          <ac:spMkLst>
            <pc:docMk/>
            <pc:sldMk cId="197948664" sldId="1070"/>
            <ac:spMk id="10" creationId="{D90FE0FB-9DF3-880E-9A32-CEFD9115E033}"/>
          </ac:spMkLst>
        </pc:spChg>
        <pc:spChg chg="del">
          <ac:chgData name="Palit, Tapti" userId="dec6fbcd-7598-406a-8cbf-504d4a3bac15" providerId="ADAL" clId="{ECD42228-5B96-4A72-B268-C46DF994E6B7}" dt="2024-01-28T04:30:08.460" v="67995" actId="478"/>
          <ac:spMkLst>
            <pc:docMk/>
            <pc:sldMk cId="197948664" sldId="1070"/>
            <ac:spMk id="11" creationId="{849223D1-9D6E-7B27-5A36-2E13FD48F731}"/>
          </ac:spMkLst>
        </pc:spChg>
        <pc:picChg chg="del">
          <ac:chgData name="Palit, Tapti" userId="dec6fbcd-7598-406a-8cbf-504d4a3bac15" providerId="ADAL" clId="{ECD42228-5B96-4A72-B268-C46DF994E6B7}" dt="2024-01-28T04:30:15.685" v="67997" actId="21"/>
          <ac:picMkLst>
            <pc:docMk/>
            <pc:sldMk cId="197948664" sldId="1070"/>
            <ac:picMk id="6" creationId="{C11430F6-2646-240E-BA12-D35D4D4BCE1C}"/>
          </ac:picMkLst>
        </pc:picChg>
        <pc:picChg chg="del">
          <ac:chgData name="Palit, Tapti" userId="dec6fbcd-7598-406a-8cbf-504d4a3bac15" providerId="ADAL" clId="{ECD42228-5B96-4A72-B268-C46DF994E6B7}" dt="2024-01-28T04:30:08.460" v="67995" actId="478"/>
          <ac:picMkLst>
            <pc:docMk/>
            <pc:sldMk cId="197948664" sldId="1070"/>
            <ac:picMk id="8" creationId="{366EC38B-CD37-A8CD-97A5-D043DFBCED5F}"/>
          </ac:picMkLst>
        </pc:picChg>
        <pc:picChg chg="del">
          <ac:chgData name="Palit, Tapti" userId="dec6fbcd-7598-406a-8cbf-504d4a3bac15" providerId="ADAL" clId="{ECD42228-5B96-4A72-B268-C46DF994E6B7}" dt="2024-01-28T04:30:08.460" v="67995" actId="478"/>
          <ac:picMkLst>
            <pc:docMk/>
            <pc:sldMk cId="197948664" sldId="1070"/>
            <ac:picMk id="9" creationId="{1E14B468-0131-AC3A-56B4-322FAFFF67D8}"/>
          </ac:picMkLst>
        </pc:picChg>
        <pc:picChg chg="del">
          <ac:chgData name="Palit, Tapti" userId="dec6fbcd-7598-406a-8cbf-504d4a3bac15" providerId="ADAL" clId="{ECD42228-5B96-4A72-B268-C46DF994E6B7}" dt="2024-01-28T04:30:08.460" v="67995" actId="478"/>
          <ac:picMkLst>
            <pc:docMk/>
            <pc:sldMk cId="197948664" sldId="1070"/>
            <ac:picMk id="1026" creationId="{2741BB2C-9BB8-CB63-35AE-0EDCAF4019B2}"/>
          </ac:picMkLst>
        </pc:picChg>
        <pc:picChg chg="del">
          <ac:chgData name="Palit, Tapti" userId="dec6fbcd-7598-406a-8cbf-504d4a3bac15" providerId="ADAL" clId="{ECD42228-5B96-4A72-B268-C46DF994E6B7}" dt="2024-01-28T04:30:08.460" v="67995" actId="478"/>
          <ac:picMkLst>
            <pc:docMk/>
            <pc:sldMk cId="197948664" sldId="1070"/>
            <ac:picMk id="1028" creationId="{1741705E-DA8B-1AEC-6BF6-D4A5135A8EC8}"/>
          </ac:picMkLst>
        </pc:picChg>
        <pc:picChg chg="del">
          <ac:chgData name="Palit, Tapti" userId="dec6fbcd-7598-406a-8cbf-504d4a3bac15" providerId="ADAL" clId="{ECD42228-5B96-4A72-B268-C46DF994E6B7}" dt="2024-01-28T04:30:08.460" v="67995" actId="478"/>
          <ac:picMkLst>
            <pc:docMk/>
            <pc:sldMk cId="197948664" sldId="1070"/>
            <ac:picMk id="1030" creationId="{8D78B493-7ED8-F252-68E5-27303818D863}"/>
          </ac:picMkLst>
        </pc:picChg>
      </pc:sldChg>
      <pc:sldChg chg="add del mod modShow">
        <pc:chgData name="Palit, Tapti" userId="dec6fbcd-7598-406a-8cbf-504d4a3bac15" providerId="ADAL" clId="{ECD42228-5B96-4A72-B268-C46DF994E6B7}" dt="2024-01-28T03:44:01.241" v="67437" actId="47"/>
        <pc:sldMkLst>
          <pc:docMk/>
          <pc:sldMk cId="313556067" sldId="1071"/>
        </pc:sldMkLst>
      </pc:sldChg>
      <pc:sldChg chg="modSp add del modAnim">
        <pc:chgData name="Palit, Tapti" userId="dec6fbcd-7598-406a-8cbf-504d4a3bac15" providerId="ADAL" clId="{ECD42228-5B96-4A72-B268-C46DF994E6B7}" dt="2024-01-27T21:30:06.770" v="65329" actId="2696"/>
        <pc:sldMkLst>
          <pc:docMk/>
          <pc:sldMk cId="1815959302" sldId="1071"/>
        </pc:sldMkLst>
        <pc:spChg chg="mod">
          <ac:chgData name="Palit, Tapti" userId="dec6fbcd-7598-406a-8cbf-504d4a3bac15" providerId="ADAL" clId="{ECD42228-5B96-4A72-B268-C46DF994E6B7}" dt="2024-01-27T21:28:21.496" v="65328" actId="20577"/>
          <ac:spMkLst>
            <pc:docMk/>
            <pc:sldMk cId="1815959302" sldId="1071"/>
            <ac:spMk id="3" creationId="{718731F3-A54E-5387-C447-464520FADB53}"/>
          </ac:spMkLst>
        </pc:spChg>
      </pc:sldChg>
      <pc:sldChg chg="addSp delSp modSp add mod ord delAnim modAnim">
        <pc:chgData name="Palit, Tapti" userId="dec6fbcd-7598-406a-8cbf-504d4a3bac15" providerId="ADAL" clId="{ECD42228-5B96-4A72-B268-C46DF994E6B7}" dt="2024-02-09T04:45:15.833" v="104506" actId="478"/>
        <pc:sldMkLst>
          <pc:docMk/>
          <pc:sldMk cId="968843865" sldId="1072"/>
        </pc:sldMkLst>
        <pc:spChg chg="add mod">
          <ac:chgData name="Palit, Tapti" userId="dec6fbcd-7598-406a-8cbf-504d4a3bac15" providerId="ADAL" clId="{ECD42228-5B96-4A72-B268-C46DF994E6B7}" dt="2024-01-30T07:09:40.049" v="90851"/>
          <ac:spMkLst>
            <pc:docMk/>
            <pc:sldMk cId="968843865" sldId="1072"/>
            <ac:spMk id="2" creationId="{857E6696-25E8-97FA-0FCE-292CBE3B8898}"/>
          </ac:spMkLst>
        </pc:spChg>
        <pc:spChg chg="mod">
          <ac:chgData name="Palit, Tapti" userId="dec6fbcd-7598-406a-8cbf-504d4a3bac15" providerId="ADAL" clId="{ECD42228-5B96-4A72-B268-C46DF994E6B7}" dt="2024-01-28T04:41:21.413" v="68352"/>
          <ac:spMkLst>
            <pc:docMk/>
            <pc:sldMk cId="968843865" sldId="1072"/>
            <ac:spMk id="3" creationId="{718731F3-A54E-5387-C447-464520FADB53}"/>
          </ac:spMkLst>
        </pc:spChg>
        <pc:spChg chg="mod">
          <ac:chgData name="Palit, Tapti" userId="dec6fbcd-7598-406a-8cbf-504d4a3bac15" providerId="ADAL" clId="{ECD42228-5B96-4A72-B268-C46DF994E6B7}" dt="2024-01-30T04:12:23.719" v="86118" actId="20577"/>
          <ac:spMkLst>
            <pc:docMk/>
            <pc:sldMk cId="968843865" sldId="1072"/>
            <ac:spMk id="6" creationId="{CDF54C75-8E57-C212-0645-30E19DBAEFC3}"/>
          </ac:spMkLst>
        </pc:spChg>
        <pc:spChg chg="add del mod">
          <ac:chgData name="Palit, Tapti" userId="dec6fbcd-7598-406a-8cbf-504d4a3bac15" providerId="ADAL" clId="{ECD42228-5B96-4A72-B268-C46DF994E6B7}" dt="2024-02-09T04:45:15.833" v="104506" actId="478"/>
          <ac:spMkLst>
            <pc:docMk/>
            <pc:sldMk cId="968843865" sldId="1072"/>
            <ac:spMk id="7" creationId="{E23782BC-B64B-36C9-9B4B-FFFA16767478}"/>
          </ac:spMkLst>
        </pc:spChg>
        <pc:spChg chg="add mod">
          <ac:chgData name="Palit, Tapti" userId="dec6fbcd-7598-406a-8cbf-504d4a3bac15" providerId="ADAL" clId="{ECD42228-5B96-4A72-B268-C46DF994E6B7}" dt="2024-01-30T04:22:16.017" v="86207"/>
          <ac:spMkLst>
            <pc:docMk/>
            <pc:sldMk cId="968843865" sldId="1072"/>
            <ac:spMk id="8" creationId="{CEC2E400-5475-EDB2-B2CA-A3D577904B20}"/>
          </ac:spMkLst>
        </pc:spChg>
        <pc:spChg chg="mod">
          <ac:chgData name="Palit, Tapti" userId="dec6fbcd-7598-406a-8cbf-504d4a3bac15" providerId="ADAL" clId="{ECD42228-5B96-4A72-B268-C46DF994E6B7}" dt="2024-01-30T04:27:25.066" v="86313"/>
          <ac:spMkLst>
            <pc:docMk/>
            <pc:sldMk cId="968843865" sldId="1072"/>
            <ac:spMk id="11" creationId="{4641E877-7D99-1B68-6DA1-60090BABE691}"/>
          </ac:spMkLst>
        </pc:spChg>
        <pc:spChg chg="mod">
          <ac:chgData name="Palit, Tapti" userId="dec6fbcd-7598-406a-8cbf-504d4a3bac15" providerId="ADAL" clId="{ECD42228-5B96-4A72-B268-C46DF994E6B7}" dt="2024-01-30T04:27:25.066" v="86313"/>
          <ac:spMkLst>
            <pc:docMk/>
            <pc:sldMk cId="968843865" sldId="1072"/>
            <ac:spMk id="12" creationId="{D54E4580-5A20-6E3F-BD1B-56066E0C4FB2}"/>
          </ac:spMkLst>
        </pc:spChg>
        <pc:spChg chg="mod">
          <ac:chgData name="Palit, Tapti" userId="dec6fbcd-7598-406a-8cbf-504d4a3bac15" providerId="ADAL" clId="{ECD42228-5B96-4A72-B268-C46DF994E6B7}" dt="2024-01-30T04:27:25.066" v="86313"/>
          <ac:spMkLst>
            <pc:docMk/>
            <pc:sldMk cId="968843865" sldId="1072"/>
            <ac:spMk id="13" creationId="{35DB97C5-C8FF-3D09-F22C-E088898BB137}"/>
          </ac:spMkLst>
        </pc:spChg>
        <pc:spChg chg="mod">
          <ac:chgData name="Palit, Tapti" userId="dec6fbcd-7598-406a-8cbf-504d4a3bac15" providerId="ADAL" clId="{ECD42228-5B96-4A72-B268-C46DF994E6B7}" dt="2024-01-30T04:33:06.512" v="86360" actId="207"/>
          <ac:spMkLst>
            <pc:docMk/>
            <pc:sldMk cId="968843865" sldId="1072"/>
            <ac:spMk id="15" creationId="{A8E8CBCA-85E4-8786-7829-22ED5E726868}"/>
          </ac:spMkLst>
        </pc:spChg>
        <pc:spChg chg="del">
          <ac:chgData name="Palit, Tapti" userId="dec6fbcd-7598-406a-8cbf-504d4a3bac15" providerId="ADAL" clId="{ECD42228-5B96-4A72-B268-C46DF994E6B7}" dt="2024-01-30T04:27:24.701" v="86312" actId="478"/>
          <ac:spMkLst>
            <pc:docMk/>
            <pc:sldMk cId="968843865" sldId="1072"/>
            <ac:spMk id="30" creationId="{11D4ADC7-21B9-08B4-25A4-8EEFFD3ACAF2}"/>
          </ac:spMkLst>
        </pc:spChg>
        <pc:spChg chg="del">
          <ac:chgData name="Palit, Tapti" userId="dec6fbcd-7598-406a-8cbf-504d4a3bac15" providerId="ADAL" clId="{ECD42228-5B96-4A72-B268-C46DF994E6B7}" dt="2024-01-27T21:18:19.703" v="64931" actId="478"/>
          <ac:spMkLst>
            <pc:docMk/>
            <pc:sldMk cId="968843865" sldId="1072"/>
            <ac:spMk id="33" creationId="{6F8DDCDB-2BC0-4664-5DDC-E0969FF063B5}"/>
          </ac:spMkLst>
        </pc:spChg>
        <pc:spChg chg="mod">
          <ac:chgData name="Palit, Tapti" userId="dec6fbcd-7598-406a-8cbf-504d4a3bac15" providerId="ADAL" clId="{ECD42228-5B96-4A72-B268-C46DF994E6B7}" dt="2024-01-27T21:24:00.175" v="65069" actId="1076"/>
          <ac:spMkLst>
            <pc:docMk/>
            <pc:sldMk cId="968843865" sldId="1072"/>
            <ac:spMk id="45" creationId="{182D6F96-B93F-75AB-32DF-9492EF38914C}"/>
          </ac:spMkLst>
        </pc:spChg>
        <pc:spChg chg="del">
          <ac:chgData name="Palit, Tapti" userId="dec6fbcd-7598-406a-8cbf-504d4a3bac15" providerId="ADAL" clId="{ECD42228-5B96-4A72-B268-C46DF994E6B7}" dt="2024-01-27T21:18:16.988" v="64930" actId="478"/>
          <ac:spMkLst>
            <pc:docMk/>
            <pc:sldMk cId="968843865" sldId="1072"/>
            <ac:spMk id="46" creationId="{9715DB38-9550-104E-AAEA-4D661B3F9D39}"/>
          </ac:spMkLst>
        </pc:spChg>
        <pc:grpChg chg="add mod">
          <ac:chgData name="Palit, Tapti" userId="dec6fbcd-7598-406a-8cbf-504d4a3bac15" providerId="ADAL" clId="{ECD42228-5B96-4A72-B268-C46DF994E6B7}" dt="2024-01-30T04:27:25.066" v="86313"/>
          <ac:grpSpMkLst>
            <pc:docMk/>
            <pc:sldMk cId="968843865" sldId="1072"/>
            <ac:grpSpMk id="9" creationId="{70465515-173A-04E3-CC57-57FA31B6A982}"/>
          </ac:grpSpMkLst>
        </pc:grpChg>
        <pc:graphicFrameChg chg="del modGraphic">
          <ac:chgData name="Palit, Tapti" userId="dec6fbcd-7598-406a-8cbf-504d4a3bac15" providerId="ADAL" clId="{ECD42228-5B96-4A72-B268-C46DF994E6B7}" dt="2024-01-30T04:27:20.683" v="86311" actId="478"/>
          <ac:graphicFrameMkLst>
            <pc:docMk/>
            <pc:sldMk cId="968843865" sldId="1072"/>
            <ac:graphicFrameMk id="2" creationId="{4498D35B-E7A5-4947-5802-D6A575F62626}"/>
          </ac:graphicFrameMkLst>
        </pc:graphicFrameChg>
        <pc:graphicFrameChg chg="del">
          <ac:chgData name="Palit, Tapti" userId="dec6fbcd-7598-406a-8cbf-504d4a3bac15" providerId="ADAL" clId="{ECD42228-5B96-4A72-B268-C46DF994E6B7}" dt="2024-01-27T21:18:16.988" v="64930" actId="478"/>
          <ac:graphicFrameMkLst>
            <pc:docMk/>
            <pc:sldMk cId="968843865" sldId="1072"/>
            <ac:graphicFrameMk id="28" creationId="{7A06F78A-A30D-EA99-2E4E-624D76067CB7}"/>
          </ac:graphicFrameMkLst>
        </pc:graphicFrameChg>
        <pc:cxnChg chg="mod">
          <ac:chgData name="Palit, Tapti" userId="dec6fbcd-7598-406a-8cbf-504d4a3bac15" providerId="ADAL" clId="{ECD42228-5B96-4A72-B268-C46DF994E6B7}" dt="2024-01-30T04:27:32.595" v="86314" actId="14100"/>
          <ac:cxnSpMkLst>
            <pc:docMk/>
            <pc:sldMk cId="968843865" sldId="1072"/>
            <ac:cxnSpMk id="10" creationId="{9E94C896-B232-9692-30F5-7EADDBA316F1}"/>
          </ac:cxnSpMkLst>
        </pc:cxnChg>
        <pc:cxnChg chg="del mod">
          <ac:chgData name="Palit, Tapti" userId="dec6fbcd-7598-406a-8cbf-504d4a3bac15" providerId="ADAL" clId="{ECD42228-5B96-4A72-B268-C46DF994E6B7}" dt="2024-01-27T21:18:16.988" v="64930" actId="478"/>
          <ac:cxnSpMkLst>
            <pc:docMk/>
            <pc:sldMk cId="968843865" sldId="1072"/>
            <ac:cxnSpMk id="12" creationId="{B7D84180-1A4B-8131-B469-70328178D2E9}"/>
          </ac:cxnSpMkLst>
        </pc:cxnChg>
        <pc:cxnChg chg="mod">
          <ac:chgData name="Palit, Tapti" userId="dec6fbcd-7598-406a-8cbf-504d4a3bac15" providerId="ADAL" clId="{ECD42228-5B96-4A72-B268-C46DF994E6B7}" dt="2024-01-30T04:27:25.066" v="86313"/>
          <ac:cxnSpMkLst>
            <pc:docMk/>
            <pc:sldMk cId="968843865" sldId="1072"/>
            <ac:cxnSpMk id="14" creationId="{73DF7893-716D-C805-96EF-032B6481DE4B}"/>
          </ac:cxnSpMkLst>
        </pc:cxnChg>
      </pc:sldChg>
      <pc:sldChg chg="addSp delSp modSp add mod ord delAnim modAnim addCm delCm">
        <pc:chgData name="Palit, Tapti" userId="dec6fbcd-7598-406a-8cbf-504d4a3bac15" providerId="ADAL" clId="{ECD42228-5B96-4A72-B268-C46DF994E6B7}" dt="2024-02-11T18:09:44.788" v="111224"/>
        <pc:sldMkLst>
          <pc:docMk/>
          <pc:sldMk cId="2966847284" sldId="1073"/>
        </pc:sldMkLst>
        <pc:spChg chg="add mod">
          <ac:chgData name="Palit, Tapti" userId="dec6fbcd-7598-406a-8cbf-504d4a3bac15" providerId="ADAL" clId="{ECD42228-5B96-4A72-B268-C46DF994E6B7}" dt="2024-01-30T04:22:11.966" v="86206" actId="20577"/>
          <ac:spMkLst>
            <pc:docMk/>
            <pc:sldMk cId="2966847284" sldId="1073"/>
            <ac:spMk id="2" creationId="{3548C24C-1FFF-6A53-CEBA-319A68CB8437}"/>
          </ac:spMkLst>
        </pc:spChg>
        <pc:spChg chg="mod">
          <ac:chgData name="Palit, Tapti" userId="dec6fbcd-7598-406a-8cbf-504d4a3bac15" providerId="ADAL" clId="{ECD42228-5B96-4A72-B268-C46DF994E6B7}" dt="2024-01-28T04:41:16.189" v="68349" actId="20577"/>
          <ac:spMkLst>
            <pc:docMk/>
            <pc:sldMk cId="2966847284" sldId="1073"/>
            <ac:spMk id="3" creationId="{718731F3-A54E-5387-C447-464520FADB53}"/>
          </ac:spMkLst>
        </pc:spChg>
        <pc:spChg chg="mod">
          <ac:chgData name="Palit, Tapti" userId="dec6fbcd-7598-406a-8cbf-504d4a3bac15" providerId="ADAL" clId="{ECD42228-5B96-4A72-B268-C46DF994E6B7}" dt="2024-01-30T04:12:15.358" v="86116" actId="20577"/>
          <ac:spMkLst>
            <pc:docMk/>
            <pc:sldMk cId="2966847284" sldId="1073"/>
            <ac:spMk id="6" creationId="{CDF54C75-8E57-C212-0645-30E19DBAEFC3}"/>
          </ac:spMkLst>
        </pc:spChg>
        <pc:spChg chg="del mod">
          <ac:chgData name="Palit, Tapti" userId="dec6fbcd-7598-406a-8cbf-504d4a3bac15" providerId="ADAL" clId="{ECD42228-5B96-4A72-B268-C46DF994E6B7}" dt="2024-02-09T04:44:10.215" v="104500" actId="478"/>
          <ac:spMkLst>
            <pc:docMk/>
            <pc:sldMk cId="2966847284" sldId="1073"/>
            <ac:spMk id="7" creationId="{E23782BC-B64B-36C9-9B4B-FFFA16767478}"/>
          </ac:spMkLst>
        </pc:spChg>
        <pc:spChg chg="del">
          <ac:chgData name="Palit, Tapti" userId="dec6fbcd-7598-406a-8cbf-504d4a3bac15" providerId="ADAL" clId="{ECD42228-5B96-4A72-B268-C46DF994E6B7}" dt="2024-01-27T21:19:11.583" v="64947" actId="478"/>
          <ac:spMkLst>
            <pc:docMk/>
            <pc:sldMk cId="2966847284" sldId="1073"/>
            <ac:spMk id="30" creationId="{11D4ADC7-21B9-08B4-25A4-8EEFFD3ACAF2}"/>
          </ac:spMkLst>
        </pc:spChg>
        <pc:spChg chg="mod">
          <ac:chgData name="Palit, Tapti" userId="dec6fbcd-7598-406a-8cbf-504d4a3bac15" providerId="ADAL" clId="{ECD42228-5B96-4A72-B268-C46DF994E6B7}" dt="2024-01-29T15:36:34.605" v="79146" actId="1076"/>
          <ac:spMkLst>
            <pc:docMk/>
            <pc:sldMk cId="2966847284" sldId="1073"/>
            <ac:spMk id="45" creationId="{182D6F96-B93F-75AB-32DF-9492EF38914C}"/>
          </ac:spMkLst>
        </pc:spChg>
        <pc:graphicFrameChg chg="del">
          <ac:chgData name="Palit, Tapti" userId="dec6fbcd-7598-406a-8cbf-504d4a3bac15" providerId="ADAL" clId="{ECD42228-5B96-4A72-B268-C46DF994E6B7}" dt="2024-01-27T21:19:11.583" v="64947" actId="478"/>
          <ac:graphicFrameMkLst>
            <pc:docMk/>
            <pc:sldMk cId="2966847284" sldId="1073"/>
            <ac:graphicFrameMk id="2" creationId="{4498D35B-E7A5-4947-5802-D6A575F62626}"/>
          </ac:graphicFrameMkLst>
        </pc:graphicFrameChg>
        <pc:cxnChg chg="del mod">
          <ac:chgData name="Palit, Tapti" userId="dec6fbcd-7598-406a-8cbf-504d4a3bac15" providerId="ADAL" clId="{ECD42228-5B96-4A72-B268-C46DF994E6B7}" dt="2024-01-27T21:19:11.583" v="64947" actId="478"/>
          <ac:cxnSpMkLst>
            <pc:docMk/>
            <pc:sldMk cId="2966847284" sldId="1073"/>
            <ac:cxnSpMk id="10" creationId="{9E94C896-B232-9692-30F5-7EADDBA316F1}"/>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09:44.788" v="111224"/>
              <pc2:cmMkLst xmlns:pc2="http://schemas.microsoft.com/office/powerpoint/2019/9/main/command">
                <pc:docMk/>
                <pc:sldMk cId="2966847284" sldId="1073"/>
                <pc2:cmMk id="{449EF6B7-F298-4773-A84E-D3F173C66E92}"/>
              </pc2:cmMkLst>
            </pc226:cmChg>
            <pc226:cmChg xmlns:pc226="http://schemas.microsoft.com/office/powerpoint/2022/06/main/command" chg="add del">
              <pc226:chgData name="Palit, Tapti" userId="dec6fbcd-7598-406a-8cbf-504d4a3bac15" providerId="ADAL" clId="{ECD42228-5B96-4A72-B268-C46DF994E6B7}" dt="2024-02-07T12:38:58.899" v="100416"/>
              <pc2:cmMkLst xmlns:pc2="http://schemas.microsoft.com/office/powerpoint/2019/9/main/command">
                <pc:docMk/>
                <pc:sldMk cId="2966847284" sldId="1073"/>
                <pc2:cmMk id="{07682AE0-6E94-4230-9D56-10E8DCD74A49}"/>
              </pc2:cmMkLst>
            </pc226:cmChg>
          </p:ext>
        </pc:extLst>
      </pc:sldChg>
      <pc:sldChg chg="addSp delSp modSp add mod modAnim modNotesTx">
        <pc:chgData name="Palit, Tapti" userId="dec6fbcd-7598-406a-8cbf-504d4a3bac15" providerId="ADAL" clId="{ECD42228-5B96-4A72-B268-C46DF994E6B7}" dt="2024-02-11T18:10:27.694" v="111402" actId="20577"/>
        <pc:sldMkLst>
          <pc:docMk/>
          <pc:sldMk cId="1203570601" sldId="1074"/>
        </pc:sldMkLst>
        <pc:spChg chg="add mod">
          <ac:chgData name="Palit, Tapti" userId="dec6fbcd-7598-406a-8cbf-504d4a3bac15" providerId="ADAL" clId="{ECD42228-5B96-4A72-B268-C46DF994E6B7}" dt="2024-02-09T04:08:52.083" v="104299"/>
          <ac:spMkLst>
            <pc:docMk/>
            <pc:sldMk cId="1203570601" sldId="1074"/>
            <ac:spMk id="2" creationId="{936F3FB9-4C01-B253-65C3-959377959BE9}"/>
          </ac:spMkLst>
        </pc:spChg>
        <pc:spChg chg="mod">
          <ac:chgData name="Palit, Tapti" userId="dec6fbcd-7598-406a-8cbf-504d4a3bac15" providerId="ADAL" clId="{ECD42228-5B96-4A72-B268-C46DF994E6B7}" dt="2024-01-28T04:41:31.304" v="68363" actId="20577"/>
          <ac:spMkLst>
            <pc:docMk/>
            <pc:sldMk cId="1203570601" sldId="1074"/>
            <ac:spMk id="3" creationId="{718731F3-A54E-5387-C447-464520FADB53}"/>
          </ac:spMkLst>
        </pc:spChg>
        <pc:spChg chg="mod">
          <ac:chgData name="Palit, Tapti" userId="dec6fbcd-7598-406a-8cbf-504d4a3bac15" providerId="ADAL" clId="{ECD42228-5B96-4A72-B268-C46DF994E6B7}" dt="2024-01-30T16:57:03.723" v="93296" actId="20577"/>
          <ac:spMkLst>
            <pc:docMk/>
            <pc:sldMk cId="1203570601" sldId="1074"/>
            <ac:spMk id="5" creationId="{1BC53F30-C203-72B8-3A38-941DF8B40443}"/>
          </ac:spMkLst>
        </pc:spChg>
        <pc:spChg chg="mod">
          <ac:chgData name="Palit, Tapti" userId="dec6fbcd-7598-406a-8cbf-504d4a3bac15" providerId="ADAL" clId="{ECD42228-5B96-4A72-B268-C46DF994E6B7}" dt="2024-01-30T04:13:48.777" v="86132" actId="207"/>
          <ac:spMkLst>
            <pc:docMk/>
            <pc:sldMk cId="1203570601" sldId="1074"/>
            <ac:spMk id="6" creationId="{CDF54C75-8E57-C212-0645-30E19DBAEFC3}"/>
          </ac:spMkLst>
        </pc:spChg>
        <pc:spChg chg="add del mod">
          <ac:chgData name="Palit, Tapti" userId="dec6fbcd-7598-406a-8cbf-504d4a3bac15" providerId="ADAL" clId="{ECD42228-5B96-4A72-B268-C46DF994E6B7}" dt="2024-01-30T15:44:12.075" v="91832" actId="478"/>
          <ac:spMkLst>
            <pc:docMk/>
            <pc:sldMk cId="1203570601" sldId="1074"/>
            <ac:spMk id="7" creationId="{CAFFEAC9-FDAA-3225-F86B-AFDF3979D6AF}"/>
          </ac:spMkLst>
        </pc:spChg>
        <pc:spChg chg="add mod">
          <ac:chgData name="Palit, Tapti" userId="dec6fbcd-7598-406a-8cbf-504d4a3bac15" providerId="ADAL" clId="{ECD42228-5B96-4A72-B268-C46DF994E6B7}" dt="2024-02-09T16:34:49.169" v="105663" actId="1076"/>
          <ac:spMkLst>
            <pc:docMk/>
            <pc:sldMk cId="1203570601" sldId="1074"/>
            <ac:spMk id="7" creationId="{CB3E8DF3-2390-C949-9861-D26DC8AA33EF}"/>
          </ac:spMkLst>
        </pc:spChg>
        <pc:spChg chg="add mod">
          <ac:chgData name="Palit, Tapti" userId="dec6fbcd-7598-406a-8cbf-504d4a3bac15" providerId="ADAL" clId="{ECD42228-5B96-4A72-B268-C46DF994E6B7}" dt="2024-01-30T04:13:33.130" v="86128" actId="14100"/>
          <ac:spMkLst>
            <pc:docMk/>
            <pc:sldMk cId="1203570601" sldId="1074"/>
            <ac:spMk id="8" creationId="{61043ABA-BFAE-5505-11F7-63B5E300C029}"/>
          </ac:spMkLst>
        </pc:spChg>
        <pc:spChg chg="add mod">
          <ac:chgData name="Palit, Tapti" userId="dec6fbcd-7598-406a-8cbf-504d4a3bac15" providerId="ADAL" clId="{ECD42228-5B96-4A72-B268-C46DF994E6B7}" dt="2024-01-30T04:22:22.041" v="86211"/>
          <ac:spMkLst>
            <pc:docMk/>
            <pc:sldMk cId="1203570601" sldId="1074"/>
            <ac:spMk id="11" creationId="{CC6231A1-5F1E-D834-1AD1-1F21575EBA53}"/>
          </ac:spMkLst>
        </pc:spChg>
        <pc:spChg chg="add del mod">
          <ac:chgData name="Palit, Tapti" userId="dec6fbcd-7598-406a-8cbf-504d4a3bac15" providerId="ADAL" clId="{ECD42228-5B96-4A72-B268-C46DF994E6B7}" dt="2024-01-30T04:12:55.110" v="86124" actId="478"/>
          <ac:spMkLst>
            <pc:docMk/>
            <pc:sldMk cId="1203570601" sldId="1074"/>
            <ac:spMk id="13" creationId="{3DA41AF3-A5B5-D6F7-2BD1-F5D561B29C93}"/>
          </ac:spMkLst>
        </pc:spChg>
        <pc:spChg chg="add mod">
          <ac:chgData name="Palit, Tapti" userId="dec6fbcd-7598-406a-8cbf-504d4a3bac15" providerId="ADAL" clId="{ECD42228-5B96-4A72-B268-C46DF994E6B7}" dt="2024-01-30T04:29:42.192" v="86336"/>
          <ac:spMkLst>
            <pc:docMk/>
            <pc:sldMk cId="1203570601" sldId="1074"/>
            <ac:spMk id="14" creationId="{14ECDB66-6F32-35FF-123F-DEEF585214F7}"/>
          </ac:spMkLst>
        </pc:spChg>
        <pc:spChg chg="add mod">
          <ac:chgData name="Palit, Tapti" userId="dec6fbcd-7598-406a-8cbf-504d4a3bac15" providerId="ADAL" clId="{ECD42228-5B96-4A72-B268-C46DF994E6B7}" dt="2024-01-30T04:29:42.192" v="86336"/>
          <ac:spMkLst>
            <pc:docMk/>
            <pc:sldMk cId="1203570601" sldId="1074"/>
            <ac:spMk id="15" creationId="{98052916-6668-91AE-9D92-AC6C40E9BA29}"/>
          </ac:spMkLst>
        </pc:spChg>
        <pc:spChg chg="mod">
          <ac:chgData name="Palit, Tapti" userId="dec6fbcd-7598-406a-8cbf-504d4a3bac15" providerId="ADAL" clId="{ECD42228-5B96-4A72-B268-C46DF994E6B7}" dt="2024-01-30T04:29:42.192" v="86336"/>
          <ac:spMkLst>
            <pc:docMk/>
            <pc:sldMk cId="1203570601" sldId="1074"/>
            <ac:spMk id="17" creationId="{23CC134D-0844-CFB2-0E14-94F812BE3445}"/>
          </ac:spMkLst>
        </pc:spChg>
        <pc:spChg chg="mod">
          <ac:chgData name="Palit, Tapti" userId="dec6fbcd-7598-406a-8cbf-504d4a3bac15" providerId="ADAL" clId="{ECD42228-5B96-4A72-B268-C46DF994E6B7}" dt="2024-01-30T04:29:42.192" v="86336"/>
          <ac:spMkLst>
            <pc:docMk/>
            <pc:sldMk cId="1203570601" sldId="1074"/>
            <ac:spMk id="18" creationId="{C07E8D38-2F8A-86FD-4991-351ED9C3A1C9}"/>
          </ac:spMkLst>
        </pc:spChg>
        <pc:spChg chg="mod">
          <ac:chgData name="Palit, Tapti" userId="dec6fbcd-7598-406a-8cbf-504d4a3bac15" providerId="ADAL" clId="{ECD42228-5B96-4A72-B268-C46DF994E6B7}" dt="2024-01-30T04:29:42.192" v="86336"/>
          <ac:spMkLst>
            <pc:docMk/>
            <pc:sldMk cId="1203570601" sldId="1074"/>
            <ac:spMk id="19" creationId="{4EA0E967-C894-9C99-0C8F-1A2009E5C055}"/>
          </ac:spMkLst>
        </pc:spChg>
        <pc:spChg chg="mod">
          <ac:chgData name="Palit, Tapti" userId="dec6fbcd-7598-406a-8cbf-504d4a3bac15" providerId="ADAL" clId="{ECD42228-5B96-4A72-B268-C46DF994E6B7}" dt="2024-01-30T04:33:16.958" v="86363" actId="207"/>
          <ac:spMkLst>
            <pc:docMk/>
            <pc:sldMk cId="1203570601" sldId="1074"/>
            <ac:spMk id="21" creationId="{4CA46975-8E96-17F9-DAAD-DF5C2D73AE5F}"/>
          </ac:spMkLst>
        </pc:spChg>
        <pc:spChg chg="add del mod">
          <ac:chgData name="Palit, Tapti" userId="dec6fbcd-7598-406a-8cbf-504d4a3bac15" providerId="ADAL" clId="{ECD42228-5B96-4A72-B268-C46DF994E6B7}" dt="2024-02-09T04:09:15.116" v="104301" actId="478"/>
          <ac:spMkLst>
            <pc:docMk/>
            <pc:sldMk cId="1203570601" sldId="1074"/>
            <ac:spMk id="22" creationId="{5A43CD09-1372-53F1-538F-6960FBB066D4}"/>
          </ac:spMkLst>
        </pc:spChg>
        <pc:spChg chg="mod">
          <ac:chgData name="Palit, Tapti" userId="dec6fbcd-7598-406a-8cbf-504d4a3bac15" providerId="ADAL" clId="{ECD42228-5B96-4A72-B268-C46DF994E6B7}" dt="2024-01-30T04:29:42.192" v="86336"/>
          <ac:spMkLst>
            <pc:docMk/>
            <pc:sldMk cId="1203570601" sldId="1074"/>
            <ac:spMk id="25" creationId="{3AE8EED3-F7CF-7C4B-469D-FE5176030589}"/>
          </ac:spMkLst>
        </pc:spChg>
        <pc:spChg chg="mod">
          <ac:chgData name="Palit, Tapti" userId="dec6fbcd-7598-406a-8cbf-504d4a3bac15" providerId="ADAL" clId="{ECD42228-5B96-4A72-B268-C46DF994E6B7}" dt="2024-01-30T04:29:42.192" v="86336"/>
          <ac:spMkLst>
            <pc:docMk/>
            <pc:sldMk cId="1203570601" sldId="1074"/>
            <ac:spMk id="27" creationId="{643D003F-D88A-706E-965E-F6801A869BCA}"/>
          </ac:spMkLst>
        </pc:spChg>
        <pc:spChg chg="mod">
          <ac:chgData name="Palit, Tapti" userId="dec6fbcd-7598-406a-8cbf-504d4a3bac15" providerId="ADAL" clId="{ECD42228-5B96-4A72-B268-C46DF994E6B7}" dt="2024-01-30T04:29:42.192" v="86336"/>
          <ac:spMkLst>
            <pc:docMk/>
            <pc:sldMk cId="1203570601" sldId="1074"/>
            <ac:spMk id="29" creationId="{2C33F616-1A0F-0218-D83F-D756A8F99343}"/>
          </ac:spMkLst>
        </pc:spChg>
        <pc:spChg chg="del">
          <ac:chgData name="Palit, Tapti" userId="dec6fbcd-7598-406a-8cbf-504d4a3bac15" providerId="ADAL" clId="{ECD42228-5B96-4A72-B268-C46DF994E6B7}" dt="2024-01-30T04:29:28.052" v="86333" actId="478"/>
          <ac:spMkLst>
            <pc:docMk/>
            <pc:sldMk cId="1203570601" sldId="1074"/>
            <ac:spMk id="30" creationId="{11D4ADC7-21B9-08B4-25A4-8EEFFD3ACAF2}"/>
          </ac:spMkLst>
        </pc:spChg>
        <pc:spChg chg="mod">
          <ac:chgData name="Palit, Tapti" userId="dec6fbcd-7598-406a-8cbf-504d4a3bac15" providerId="ADAL" clId="{ECD42228-5B96-4A72-B268-C46DF994E6B7}" dt="2024-01-30T04:29:42.192" v="86336"/>
          <ac:spMkLst>
            <pc:docMk/>
            <pc:sldMk cId="1203570601" sldId="1074"/>
            <ac:spMk id="31" creationId="{55330609-34FF-FF43-4D63-1AEA6C310DED}"/>
          </ac:spMkLst>
        </pc:spChg>
        <pc:spChg chg="del">
          <ac:chgData name="Palit, Tapti" userId="dec6fbcd-7598-406a-8cbf-504d4a3bac15" providerId="ADAL" clId="{ECD42228-5B96-4A72-B268-C46DF994E6B7}" dt="2024-01-30T04:29:32.667" v="86335" actId="478"/>
          <ac:spMkLst>
            <pc:docMk/>
            <pc:sldMk cId="1203570601" sldId="1074"/>
            <ac:spMk id="33" creationId="{6F8DDCDB-2BC0-4664-5DDC-E0969FF063B5}"/>
          </ac:spMkLst>
        </pc:spChg>
        <pc:spChg chg="add del">
          <ac:chgData name="Palit, Tapti" userId="dec6fbcd-7598-406a-8cbf-504d4a3bac15" providerId="ADAL" clId="{ECD42228-5B96-4A72-B268-C46DF994E6B7}" dt="2024-02-09T04:09:15.116" v="104301" actId="478"/>
          <ac:spMkLst>
            <pc:docMk/>
            <pc:sldMk cId="1203570601" sldId="1074"/>
            <ac:spMk id="45" creationId="{182D6F96-B93F-75AB-32DF-9492EF38914C}"/>
          </ac:spMkLst>
        </pc:spChg>
        <pc:spChg chg="del">
          <ac:chgData name="Palit, Tapti" userId="dec6fbcd-7598-406a-8cbf-504d4a3bac15" providerId="ADAL" clId="{ECD42228-5B96-4A72-B268-C46DF994E6B7}" dt="2024-01-30T04:29:44.695" v="86337" actId="478"/>
          <ac:spMkLst>
            <pc:docMk/>
            <pc:sldMk cId="1203570601" sldId="1074"/>
            <ac:spMk id="46" creationId="{9715DB38-9550-104E-AAEA-4D661B3F9D39}"/>
          </ac:spMkLst>
        </pc:spChg>
        <pc:grpChg chg="add mod">
          <ac:chgData name="Palit, Tapti" userId="dec6fbcd-7598-406a-8cbf-504d4a3bac15" providerId="ADAL" clId="{ECD42228-5B96-4A72-B268-C46DF994E6B7}" dt="2024-01-30T04:29:42.192" v="86336"/>
          <ac:grpSpMkLst>
            <pc:docMk/>
            <pc:sldMk cId="1203570601" sldId="1074"/>
            <ac:grpSpMk id="16" creationId="{4C14669B-BE32-88C0-31B7-B9496F4D9628}"/>
          </ac:grpSpMkLst>
        </pc:grpChg>
        <pc:grpChg chg="add mod">
          <ac:chgData name="Palit, Tapti" userId="dec6fbcd-7598-406a-8cbf-504d4a3bac15" providerId="ADAL" clId="{ECD42228-5B96-4A72-B268-C46DF994E6B7}" dt="2024-01-30T04:29:42.192" v="86336"/>
          <ac:grpSpMkLst>
            <pc:docMk/>
            <pc:sldMk cId="1203570601" sldId="1074"/>
            <ac:grpSpMk id="23" creationId="{0767341D-65A9-3DF3-DF1D-484D76144DFE}"/>
          </ac:grpSpMkLst>
        </pc:grpChg>
        <pc:grpChg chg="mod">
          <ac:chgData name="Palit, Tapti" userId="dec6fbcd-7598-406a-8cbf-504d4a3bac15" providerId="ADAL" clId="{ECD42228-5B96-4A72-B268-C46DF994E6B7}" dt="2024-01-30T04:29:42.192" v="86336"/>
          <ac:grpSpMkLst>
            <pc:docMk/>
            <pc:sldMk cId="1203570601" sldId="1074"/>
            <ac:grpSpMk id="24" creationId="{111AC374-6695-A801-19E5-D7E8144A9406}"/>
          </ac:grpSpMkLst>
        </pc:grpChg>
        <pc:graphicFrameChg chg="del modGraphic">
          <ac:chgData name="Palit, Tapti" userId="dec6fbcd-7598-406a-8cbf-504d4a3bac15" providerId="ADAL" clId="{ECD42228-5B96-4A72-B268-C46DF994E6B7}" dt="2024-01-30T04:29:22.395" v="86332" actId="478"/>
          <ac:graphicFrameMkLst>
            <pc:docMk/>
            <pc:sldMk cId="1203570601" sldId="1074"/>
            <ac:graphicFrameMk id="2" creationId="{4498D35B-E7A5-4947-5802-D6A575F62626}"/>
          </ac:graphicFrameMkLst>
        </pc:graphicFrameChg>
        <pc:graphicFrameChg chg="del mod modGraphic">
          <ac:chgData name="Palit, Tapti" userId="dec6fbcd-7598-406a-8cbf-504d4a3bac15" providerId="ADAL" clId="{ECD42228-5B96-4A72-B268-C46DF994E6B7}" dt="2024-01-30T04:29:30.632" v="86334" actId="478"/>
          <ac:graphicFrameMkLst>
            <pc:docMk/>
            <pc:sldMk cId="1203570601" sldId="1074"/>
            <ac:graphicFrameMk id="28" creationId="{7A06F78A-A30D-EA99-2E4E-624D76067CB7}"/>
          </ac:graphicFrameMkLst>
        </pc:graphicFrameChg>
        <pc:picChg chg="add mod">
          <ac:chgData name="Palit, Tapti" userId="dec6fbcd-7598-406a-8cbf-504d4a3bac15" providerId="ADAL" clId="{ECD42228-5B96-4A72-B268-C46DF994E6B7}" dt="2024-01-30T04:13:41.529" v="86131" actId="1076"/>
          <ac:picMkLst>
            <pc:docMk/>
            <pc:sldMk cId="1203570601" sldId="1074"/>
            <ac:picMk id="9" creationId="{3619E278-48A0-6E71-88CF-0525634C3BE3}"/>
          </ac:picMkLst>
        </pc:picChg>
        <pc:cxnChg chg="add mod">
          <ac:chgData name="Palit, Tapti" userId="dec6fbcd-7598-406a-8cbf-504d4a3bac15" providerId="ADAL" clId="{ECD42228-5B96-4A72-B268-C46DF994E6B7}" dt="2024-02-09T04:08:52.083" v="104299"/>
          <ac:cxnSpMkLst>
            <pc:docMk/>
            <pc:sldMk cId="1203570601" sldId="1074"/>
            <ac:cxnSpMk id="4" creationId="{56B020EB-FBB0-02C3-786B-BD4CC15B427A}"/>
          </ac:cxnSpMkLst>
        </pc:cxnChg>
        <pc:cxnChg chg="add del mod">
          <ac:chgData name="Palit, Tapti" userId="dec6fbcd-7598-406a-8cbf-504d4a3bac15" providerId="ADAL" clId="{ECD42228-5B96-4A72-B268-C46DF994E6B7}" dt="2024-02-09T04:09:15.116" v="104301" actId="478"/>
          <ac:cxnSpMkLst>
            <pc:docMk/>
            <pc:sldMk cId="1203570601" sldId="1074"/>
            <ac:cxnSpMk id="10" creationId="{9E94C896-B232-9692-30F5-7EADDBA316F1}"/>
          </ac:cxnSpMkLst>
        </pc:cxnChg>
        <pc:cxnChg chg="add del mod">
          <ac:chgData name="Palit, Tapti" userId="dec6fbcd-7598-406a-8cbf-504d4a3bac15" providerId="ADAL" clId="{ECD42228-5B96-4A72-B268-C46DF994E6B7}" dt="2024-02-09T04:09:15.116" v="104301" actId="478"/>
          <ac:cxnSpMkLst>
            <pc:docMk/>
            <pc:sldMk cId="1203570601" sldId="1074"/>
            <ac:cxnSpMk id="12" creationId="{B7D84180-1A4B-8131-B469-70328178D2E9}"/>
          </ac:cxnSpMkLst>
        </pc:cxnChg>
        <pc:cxnChg chg="mod">
          <ac:chgData name="Palit, Tapti" userId="dec6fbcd-7598-406a-8cbf-504d4a3bac15" providerId="ADAL" clId="{ECD42228-5B96-4A72-B268-C46DF994E6B7}" dt="2024-01-30T04:29:42.192" v="86336"/>
          <ac:cxnSpMkLst>
            <pc:docMk/>
            <pc:sldMk cId="1203570601" sldId="1074"/>
            <ac:cxnSpMk id="20" creationId="{9FC0F10A-D470-2CF0-BA12-F44809FDAE8C}"/>
          </ac:cxnSpMkLst>
        </pc:cxnChg>
        <pc:cxnChg chg="mod">
          <ac:chgData name="Palit, Tapti" userId="dec6fbcd-7598-406a-8cbf-504d4a3bac15" providerId="ADAL" clId="{ECD42228-5B96-4A72-B268-C46DF994E6B7}" dt="2024-01-30T04:29:42.192" v="86336"/>
          <ac:cxnSpMkLst>
            <pc:docMk/>
            <pc:sldMk cId="1203570601" sldId="1074"/>
            <ac:cxnSpMk id="26" creationId="{6406F442-3404-35AA-490C-5F4A8D7C11EF}"/>
          </ac:cxnSpMkLst>
        </pc:cxnChg>
        <pc:cxnChg chg="mod">
          <ac:chgData name="Palit, Tapti" userId="dec6fbcd-7598-406a-8cbf-504d4a3bac15" providerId="ADAL" clId="{ECD42228-5B96-4A72-B268-C46DF994E6B7}" dt="2024-01-30T04:29:42.192" v="86336"/>
          <ac:cxnSpMkLst>
            <pc:docMk/>
            <pc:sldMk cId="1203570601" sldId="1074"/>
            <ac:cxnSpMk id="32" creationId="{2789B596-33F5-6430-0A75-4BBA8DEA970A}"/>
          </ac:cxnSpMkLst>
        </pc:cxnChg>
      </pc:sldChg>
      <pc:sldChg chg="add del">
        <pc:chgData name="Palit, Tapti" userId="dec6fbcd-7598-406a-8cbf-504d4a3bac15" providerId="ADAL" clId="{ECD42228-5B96-4A72-B268-C46DF994E6B7}" dt="2024-01-27T21:22:17.895" v="65066" actId="2890"/>
        <pc:sldMkLst>
          <pc:docMk/>
          <pc:sldMk cId="400970447" sldId="1075"/>
        </pc:sldMkLst>
      </pc:sldChg>
      <pc:sldChg chg="addSp delSp modSp add mod ord modNotesTx">
        <pc:chgData name="Palit, Tapti" userId="dec6fbcd-7598-406a-8cbf-504d4a3bac15" providerId="ADAL" clId="{ECD42228-5B96-4A72-B268-C46DF994E6B7}" dt="2024-02-09T05:09:28.506" v="104918"/>
        <pc:sldMkLst>
          <pc:docMk/>
          <pc:sldMk cId="3356062350" sldId="1075"/>
        </pc:sldMkLst>
        <pc:spChg chg="add mod">
          <ac:chgData name="Palit, Tapti" userId="dec6fbcd-7598-406a-8cbf-504d4a3bac15" providerId="ADAL" clId="{ECD42228-5B96-4A72-B268-C46DF994E6B7}" dt="2024-02-09T04:09:44.924" v="104307"/>
          <ac:spMkLst>
            <pc:docMk/>
            <pc:sldMk cId="3356062350" sldId="1075"/>
            <ac:spMk id="2" creationId="{9A9BAA4C-2FC7-AECC-8B52-B0CAC4E6A062}"/>
          </ac:spMkLst>
        </pc:spChg>
        <pc:spChg chg="mod">
          <ac:chgData name="Palit, Tapti" userId="dec6fbcd-7598-406a-8cbf-504d4a3bac15" providerId="ADAL" clId="{ECD42228-5B96-4A72-B268-C46DF994E6B7}" dt="2024-02-09T05:00:00.115" v="104561" actId="20577"/>
          <ac:spMkLst>
            <pc:docMk/>
            <pc:sldMk cId="3356062350" sldId="1075"/>
            <ac:spMk id="3" creationId="{718731F3-A54E-5387-C447-464520FADB53}"/>
          </ac:spMkLst>
        </pc:spChg>
        <pc:spChg chg="add del mod">
          <ac:chgData name="Palit, Tapti" userId="dec6fbcd-7598-406a-8cbf-504d4a3bac15" providerId="ADAL" clId="{ECD42228-5B96-4A72-B268-C46DF994E6B7}" dt="2024-02-09T04:45:21.248" v="104508" actId="478"/>
          <ac:spMkLst>
            <pc:docMk/>
            <pc:sldMk cId="3356062350" sldId="1075"/>
            <ac:spMk id="4" creationId="{6CE210EB-1D02-7135-3823-A32708393DBB}"/>
          </ac:spMkLst>
        </pc:spChg>
        <pc:spChg chg="add mod">
          <ac:chgData name="Palit, Tapti" userId="dec6fbcd-7598-406a-8cbf-504d4a3bac15" providerId="ADAL" clId="{ECD42228-5B96-4A72-B268-C46DF994E6B7}" dt="2024-02-09T05:09:28.506" v="104918"/>
          <ac:spMkLst>
            <pc:docMk/>
            <pc:sldMk cId="3356062350" sldId="1075"/>
            <ac:spMk id="6" creationId="{58120419-F44E-6F02-812E-94828AA972E5}"/>
          </ac:spMkLst>
        </pc:spChg>
        <pc:spChg chg="del mod">
          <ac:chgData name="Palit, Tapti" userId="dec6fbcd-7598-406a-8cbf-504d4a3bac15" providerId="ADAL" clId="{ECD42228-5B96-4A72-B268-C46DF994E6B7}" dt="2024-02-09T04:09:38.641" v="104306" actId="478"/>
          <ac:spMkLst>
            <pc:docMk/>
            <pc:sldMk cId="3356062350" sldId="1075"/>
            <ac:spMk id="6" creationId="{CDF54C75-8E57-C212-0645-30E19DBAEFC3}"/>
          </ac:spMkLst>
        </pc:spChg>
        <pc:spChg chg="add del mod">
          <ac:chgData name="Palit, Tapti" userId="dec6fbcd-7598-406a-8cbf-504d4a3bac15" providerId="ADAL" clId="{ECD42228-5B96-4A72-B268-C46DF994E6B7}" dt="2024-01-30T04:15:05.204" v="86139" actId="478"/>
          <ac:spMkLst>
            <pc:docMk/>
            <pc:sldMk cId="3356062350" sldId="1075"/>
            <ac:spMk id="7" creationId="{7DC66EAE-9146-21A3-8D0F-7FB944771934}"/>
          </ac:spMkLst>
        </pc:spChg>
        <pc:spChg chg="add del mod">
          <ac:chgData name="Palit, Tapti" userId="dec6fbcd-7598-406a-8cbf-504d4a3bac15" providerId="ADAL" clId="{ECD42228-5B96-4A72-B268-C46DF994E6B7}" dt="2024-02-09T04:09:30.484" v="104302" actId="478"/>
          <ac:spMkLst>
            <pc:docMk/>
            <pc:sldMk cId="3356062350" sldId="1075"/>
            <ac:spMk id="8" creationId="{0709F34A-D2CD-5048-442B-D90F8E321379}"/>
          </ac:spMkLst>
        </pc:spChg>
        <pc:spChg chg="add del mod">
          <ac:chgData name="Palit, Tapti" userId="dec6fbcd-7598-406a-8cbf-504d4a3bac15" providerId="ADAL" clId="{ECD42228-5B96-4A72-B268-C46DF994E6B7}" dt="2024-01-30T07:10:37.909" v="90853" actId="478"/>
          <ac:spMkLst>
            <pc:docMk/>
            <pc:sldMk cId="3356062350" sldId="1075"/>
            <ac:spMk id="10" creationId="{E047553F-3A04-81C7-EDA0-3CF4F9BC01D5}"/>
          </ac:spMkLst>
        </pc:spChg>
        <pc:spChg chg="add del mod">
          <ac:chgData name="Palit, Tapti" userId="dec6fbcd-7598-406a-8cbf-504d4a3bac15" providerId="ADAL" clId="{ECD42228-5B96-4A72-B268-C46DF994E6B7}" dt="2024-02-09T05:09:28.043" v="104917" actId="478"/>
          <ac:spMkLst>
            <pc:docMk/>
            <pc:sldMk cId="3356062350" sldId="1075"/>
            <ac:spMk id="12" creationId="{97B4176B-BDF1-64B9-66E1-2F5FB3113460}"/>
          </ac:spMkLst>
        </pc:spChg>
        <pc:spChg chg="del">
          <ac:chgData name="Palit, Tapti" userId="dec6fbcd-7598-406a-8cbf-504d4a3bac15" providerId="ADAL" clId="{ECD42228-5B96-4A72-B268-C46DF994E6B7}" dt="2024-01-27T21:31:31.780" v="65356" actId="478"/>
          <ac:spMkLst>
            <pc:docMk/>
            <pc:sldMk cId="3356062350" sldId="1075"/>
            <ac:spMk id="13" creationId="{3DA41AF3-A5B5-D6F7-2BD1-F5D561B29C93}"/>
          </ac:spMkLst>
        </pc:spChg>
        <pc:spChg chg="add mod">
          <ac:chgData name="Palit, Tapti" userId="dec6fbcd-7598-406a-8cbf-504d4a3bac15" providerId="ADAL" clId="{ECD42228-5B96-4A72-B268-C46DF994E6B7}" dt="2024-01-30T04:30:18.328" v="86341"/>
          <ac:spMkLst>
            <pc:docMk/>
            <pc:sldMk cId="3356062350" sldId="1075"/>
            <ac:spMk id="13" creationId="{C61DB847-819A-3975-5D8F-6C4B0AAC0D8B}"/>
          </ac:spMkLst>
        </pc:spChg>
        <pc:spChg chg="add mod">
          <ac:chgData name="Palit, Tapti" userId="dec6fbcd-7598-406a-8cbf-504d4a3bac15" providerId="ADAL" clId="{ECD42228-5B96-4A72-B268-C46DF994E6B7}" dt="2024-01-27T21:34:17.018" v="65408" actId="6549"/>
          <ac:spMkLst>
            <pc:docMk/>
            <pc:sldMk cId="3356062350" sldId="1075"/>
            <ac:spMk id="14" creationId="{D63CAF18-C89B-4793-DC47-E94A27CF8E2D}"/>
          </ac:spMkLst>
        </pc:spChg>
        <pc:spChg chg="mod">
          <ac:chgData name="Palit, Tapti" userId="dec6fbcd-7598-406a-8cbf-504d4a3bac15" providerId="ADAL" clId="{ECD42228-5B96-4A72-B268-C46DF994E6B7}" dt="2024-01-30T04:30:18.328" v="86341"/>
          <ac:spMkLst>
            <pc:docMk/>
            <pc:sldMk cId="3356062350" sldId="1075"/>
            <ac:spMk id="17" creationId="{882F2CCF-F2EE-BD5E-4836-C026C38BF69A}"/>
          </ac:spMkLst>
        </pc:spChg>
        <pc:spChg chg="mod">
          <ac:chgData name="Palit, Tapti" userId="dec6fbcd-7598-406a-8cbf-504d4a3bac15" providerId="ADAL" clId="{ECD42228-5B96-4A72-B268-C46DF994E6B7}" dt="2024-01-30T04:30:18.328" v="86341"/>
          <ac:spMkLst>
            <pc:docMk/>
            <pc:sldMk cId="3356062350" sldId="1075"/>
            <ac:spMk id="18" creationId="{9102CB47-2684-DD37-9D32-791D82A261C3}"/>
          </ac:spMkLst>
        </pc:spChg>
        <pc:spChg chg="add del mod">
          <ac:chgData name="Palit, Tapti" userId="dec6fbcd-7598-406a-8cbf-504d4a3bac15" providerId="ADAL" clId="{ECD42228-5B96-4A72-B268-C46DF994E6B7}" dt="2024-01-27T21:36:42.391" v="65477" actId="478"/>
          <ac:spMkLst>
            <pc:docMk/>
            <pc:sldMk cId="3356062350" sldId="1075"/>
            <ac:spMk id="19" creationId="{AF8BC813-4AA6-6C0B-2982-7B4A8BE02812}"/>
          </ac:spMkLst>
        </pc:spChg>
        <pc:spChg chg="mod">
          <ac:chgData name="Palit, Tapti" userId="dec6fbcd-7598-406a-8cbf-504d4a3bac15" providerId="ADAL" clId="{ECD42228-5B96-4A72-B268-C46DF994E6B7}" dt="2024-01-30T04:30:18.328" v="86341"/>
          <ac:spMkLst>
            <pc:docMk/>
            <pc:sldMk cId="3356062350" sldId="1075"/>
            <ac:spMk id="19" creationId="{D9ABB38A-C82A-F21C-5638-2D3C1AE774FB}"/>
          </ac:spMkLst>
        </pc:spChg>
        <pc:spChg chg="mod">
          <ac:chgData name="Palit, Tapti" userId="dec6fbcd-7598-406a-8cbf-504d4a3bac15" providerId="ADAL" clId="{ECD42228-5B96-4A72-B268-C46DF994E6B7}" dt="2024-01-30T04:33:20.214" v="86364" actId="207"/>
          <ac:spMkLst>
            <pc:docMk/>
            <pc:sldMk cId="3356062350" sldId="1075"/>
            <ac:spMk id="21" creationId="{5788594C-D754-A1BE-0B76-FFDD45B9208D}"/>
          </ac:spMkLst>
        </pc:spChg>
        <pc:spChg chg="add mod">
          <ac:chgData name="Palit, Tapti" userId="dec6fbcd-7598-406a-8cbf-504d4a3bac15" providerId="ADAL" clId="{ECD42228-5B96-4A72-B268-C46DF994E6B7}" dt="2024-01-30T04:30:36.010" v="86345"/>
          <ac:spMkLst>
            <pc:docMk/>
            <pc:sldMk cId="3356062350" sldId="1075"/>
            <ac:spMk id="24" creationId="{AAC36CFE-3F6D-3E7C-2549-088936EADEFD}"/>
          </ac:spMkLst>
        </pc:spChg>
        <pc:spChg chg="mod">
          <ac:chgData name="Palit, Tapti" userId="dec6fbcd-7598-406a-8cbf-504d4a3bac15" providerId="ADAL" clId="{ECD42228-5B96-4A72-B268-C46DF994E6B7}" dt="2024-01-30T04:30:36.010" v="86345"/>
          <ac:spMkLst>
            <pc:docMk/>
            <pc:sldMk cId="3356062350" sldId="1075"/>
            <ac:spMk id="27" creationId="{A439CEE5-8984-5ECF-9B20-566B269F3A04}"/>
          </ac:spMkLst>
        </pc:spChg>
        <pc:spChg chg="del">
          <ac:chgData name="Palit, Tapti" userId="dec6fbcd-7598-406a-8cbf-504d4a3bac15" providerId="ADAL" clId="{ECD42228-5B96-4A72-B268-C46DF994E6B7}" dt="2024-01-30T04:30:09.484" v="86340" actId="478"/>
          <ac:spMkLst>
            <pc:docMk/>
            <pc:sldMk cId="3356062350" sldId="1075"/>
            <ac:spMk id="30" creationId="{11D4ADC7-21B9-08B4-25A4-8EEFFD3ACAF2}"/>
          </ac:spMkLst>
        </pc:spChg>
        <pc:spChg chg="mod">
          <ac:chgData name="Palit, Tapti" userId="dec6fbcd-7598-406a-8cbf-504d4a3bac15" providerId="ADAL" clId="{ECD42228-5B96-4A72-B268-C46DF994E6B7}" dt="2024-01-30T04:30:36.010" v="86345"/>
          <ac:spMkLst>
            <pc:docMk/>
            <pc:sldMk cId="3356062350" sldId="1075"/>
            <ac:spMk id="31" creationId="{DECD7067-D239-6683-3EF7-AAE11BC729E7}"/>
          </ac:spMkLst>
        </pc:spChg>
        <pc:spChg chg="mod">
          <ac:chgData name="Palit, Tapti" userId="dec6fbcd-7598-406a-8cbf-504d4a3bac15" providerId="ADAL" clId="{ECD42228-5B96-4A72-B268-C46DF994E6B7}" dt="2024-01-30T04:30:36.010" v="86345"/>
          <ac:spMkLst>
            <pc:docMk/>
            <pc:sldMk cId="3356062350" sldId="1075"/>
            <ac:spMk id="32" creationId="{25447565-8E5C-DE5D-1D54-A5BFD13B9D51}"/>
          </ac:spMkLst>
        </pc:spChg>
        <pc:spChg chg="del">
          <ac:chgData name="Palit, Tapti" userId="dec6fbcd-7598-406a-8cbf-504d4a3bac15" providerId="ADAL" clId="{ECD42228-5B96-4A72-B268-C46DF994E6B7}" dt="2024-01-30T04:30:09.484" v="86340" actId="478"/>
          <ac:spMkLst>
            <pc:docMk/>
            <pc:sldMk cId="3356062350" sldId="1075"/>
            <ac:spMk id="33" creationId="{6F8DDCDB-2BC0-4664-5DDC-E0969FF063B5}"/>
          </ac:spMkLst>
        </pc:spChg>
        <pc:spChg chg="mod">
          <ac:chgData name="Palit, Tapti" userId="dec6fbcd-7598-406a-8cbf-504d4a3bac15" providerId="ADAL" clId="{ECD42228-5B96-4A72-B268-C46DF994E6B7}" dt="2024-01-30T04:30:36.010" v="86345"/>
          <ac:spMkLst>
            <pc:docMk/>
            <pc:sldMk cId="3356062350" sldId="1075"/>
            <ac:spMk id="34" creationId="{F6BF3D0E-E021-8EDD-5A4F-64C47C58BA78}"/>
          </ac:spMkLst>
        </pc:spChg>
        <pc:spChg chg="del">
          <ac:chgData name="Palit, Tapti" userId="dec6fbcd-7598-406a-8cbf-504d4a3bac15" providerId="ADAL" clId="{ECD42228-5B96-4A72-B268-C46DF994E6B7}" dt="2024-01-27T21:31:15.733" v="65333" actId="478"/>
          <ac:spMkLst>
            <pc:docMk/>
            <pc:sldMk cId="3356062350" sldId="1075"/>
            <ac:spMk id="45" creationId="{182D6F96-B93F-75AB-32DF-9492EF38914C}"/>
          </ac:spMkLst>
        </pc:spChg>
        <pc:spChg chg="del">
          <ac:chgData name="Palit, Tapti" userId="dec6fbcd-7598-406a-8cbf-504d4a3bac15" providerId="ADAL" clId="{ECD42228-5B96-4A72-B268-C46DF994E6B7}" dt="2024-01-27T21:31:15.733" v="65333" actId="478"/>
          <ac:spMkLst>
            <pc:docMk/>
            <pc:sldMk cId="3356062350" sldId="1075"/>
            <ac:spMk id="46" creationId="{9715DB38-9550-104E-AAEA-4D661B3F9D39}"/>
          </ac:spMkLst>
        </pc:spChg>
        <pc:grpChg chg="add mod">
          <ac:chgData name="Palit, Tapti" userId="dec6fbcd-7598-406a-8cbf-504d4a3bac15" providerId="ADAL" clId="{ECD42228-5B96-4A72-B268-C46DF994E6B7}" dt="2024-01-30T04:30:18.328" v="86341"/>
          <ac:grpSpMkLst>
            <pc:docMk/>
            <pc:sldMk cId="3356062350" sldId="1075"/>
            <ac:grpSpMk id="15" creationId="{388F6B64-A19E-7941-D944-1B101998493A}"/>
          </ac:grpSpMkLst>
        </pc:grpChg>
        <pc:grpChg chg="add mod">
          <ac:chgData name="Palit, Tapti" userId="dec6fbcd-7598-406a-8cbf-504d4a3bac15" providerId="ADAL" clId="{ECD42228-5B96-4A72-B268-C46DF994E6B7}" dt="2024-01-30T04:30:36.010" v="86345"/>
          <ac:grpSpMkLst>
            <pc:docMk/>
            <pc:sldMk cId="3356062350" sldId="1075"/>
            <ac:grpSpMk id="25" creationId="{D01D21DF-6BEC-5344-E939-FAA40DCADBD9}"/>
          </ac:grpSpMkLst>
        </pc:grpChg>
        <pc:grpChg chg="mod">
          <ac:chgData name="Palit, Tapti" userId="dec6fbcd-7598-406a-8cbf-504d4a3bac15" providerId="ADAL" clId="{ECD42228-5B96-4A72-B268-C46DF994E6B7}" dt="2024-01-30T04:30:36.010" v="86345"/>
          <ac:grpSpMkLst>
            <pc:docMk/>
            <pc:sldMk cId="3356062350" sldId="1075"/>
            <ac:grpSpMk id="26" creationId="{4A02641F-4553-5809-433F-5F49B1946380}"/>
          </ac:grpSpMkLst>
        </pc:grpChg>
        <pc:graphicFrameChg chg="del modGraphic">
          <ac:chgData name="Palit, Tapti" userId="dec6fbcd-7598-406a-8cbf-504d4a3bac15" providerId="ADAL" clId="{ECD42228-5B96-4A72-B268-C46DF994E6B7}" dt="2024-01-30T04:30:09.484" v="86340" actId="478"/>
          <ac:graphicFrameMkLst>
            <pc:docMk/>
            <pc:sldMk cId="3356062350" sldId="1075"/>
            <ac:graphicFrameMk id="2" creationId="{4498D35B-E7A5-4947-5802-D6A575F62626}"/>
          </ac:graphicFrameMkLst>
        </pc:graphicFrameChg>
        <pc:graphicFrameChg chg="del modGraphic">
          <ac:chgData name="Palit, Tapti" userId="dec6fbcd-7598-406a-8cbf-504d4a3bac15" providerId="ADAL" clId="{ECD42228-5B96-4A72-B268-C46DF994E6B7}" dt="2024-01-30T04:30:09.484" v="86340" actId="478"/>
          <ac:graphicFrameMkLst>
            <pc:docMk/>
            <pc:sldMk cId="3356062350" sldId="1075"/>
            <ac:graphicFrameMk id="28" creationId="{7A06F78A-A30D-EA99-2E4E-624D76067CB7}"/>
          </ac:graphicFrameMkLst>
        </pc:graphicFrameChg>
        <pc:picChg chg="add del mod">
          <ac:chgData name="Palit, Tapti" userId="dec6fbcd-7598-406a-8cbf-504d4a3bac15" providerId="ADAL" clId="{ECD42228-5B96-4A72-B268-C46DF994E6B7}" dt="2024-02-09T04:09:30.484" v="104302" actId="478"/>
          <ac:picMkLst>
            <pc:docMk/>
            <pc:sldMk cId="3356062350" sldId="1075"/>
            <ac:picMk id="9" creationId="{7D12CE32-796B-E79F-3202-0902172FC76E}"/>
          </ac:picMkLst>
        </pc:picChg>
        <pc:picChg chg="add del mod">
          <ac:chgData name="Palit, Tapti" userId="dec6fbcd-7598-406a-8cbf-504d4a3bac15" providerId="ADAL" clId="{ECD42228-5B96-4A72-B268-C46DF994E6B7}" dt="2024-01-30T07:10:35.059" v="90852" actId="478"/>
          <ac:picMkLst>
            <pc:docMk/>
            <pc:sldMk cId="3356062350" sldId="1075"/>
            <ac:picMk id="11" creationId="{DCDD4A0C-E4BB-E478-352D-52B8C1AD67BB}"/>
          </ac:picMkLst>
        </pc:picChg>
        <pc:cxnChg chg="add del mod">
          <ac:chgData name="Palit, Tapti" userId="dec6fbcd-7598-406a-8cbf-504d4a3bac15" providerId="ADAL" clId="{ECD42228-5B96-4A72-B268-C46DF994E6B7}" dt="2024-01-27T21:36:44.473" v="65478" actId="478"/>
          <ac:cxnSpMkLst>
            <pc:docMk/>
            <pc:sldMk cId="3356062350" sldId="1075"/>
            <ac:cxnSpMk id="8" creationId="{13E01A7B-97BB-6EF5-078A-4AB9389F7883}"/>
          </ac:cxnSpMkLst>
        </pc:cxnChg>
        <pc:cxnChg chg="del mod">
          <ac:chgData name="Palit, Tapti" userId="dec6fbcd-7598-406a-8cbf-504d4a3bac15" providerId="ADAL" clId="{ECD42228-5B96-4A72-B268-C46DF994E6B7}" dt="2024-01-27T21:31:15.733" v="65333" actId="478"/>
          <ac:cxnSpMkLst>
            <pc:docMk/>
            <pc:sldMk cId="3356062350" sldId="1075"/>
            <ac:cxnSpMk id="10" creationId="{9E94C896-B232-9692-30F5-7EADDBA316F1}"/>
          </ac:cxnSpMkLst>
        </pc:cxnChg>
        <pc:cxnChg chg="del mod">
          <ac:chgData name="Palit, Tapti" userId="dec6fbcd-7598-406a-8cbf-504d4a3bac15" providerId="ADAL" clId="{ECD42228-5B96-4A72-B268-C46DF994E6B7}" dt="2024-01-27T21:31:15.733" v="65333" actId="478"/>
          <ac:cxnSpMkLst>
            <pc:docMk/>
            <pc:sldMk cId="3356062350" sldId="1075"/>
            <ac:cxnSpMk id="12" creationId="{B7D84180-1A4B-8131-B469-70328178D2E9}"/>
          </ac:cxnSpMkLst>
        </pc:cxnChg>
        <pc:cxnChg chg="add mod">
          <ac:chgData name="Palit, Tapti" userId="dec6fbcd-7598-406a-8cbf-504d4a3bac15" providerId="ADAL" clId="{ECD42228-5B96-4A72-B268-C46DF994E6B7}" dt="2024-01-30T04:30:26.330" v="86344" actId="14100"/>
          <ac:cxnSpMkLst>
            <pc:docMk/>
            <pc:sldMk cId="3356062350" sldId="1075"/>
            <ac:cxnSpMk id="16" creationId="{A8382162-7596-D715-7552-7B1A7214FB3D}"/>
          </ac:cxnSpMkLst>
        </pc:cxnChg>
        <pc:cxnChg chg="mod">
          <ac:chgData name="Palit, Tapti" userId="dec6fbcd-7598-406a-8cbf-504d4a3bac15" providerId="ADAL" clId="{ECD42228-5B96-4A72-B268-C46DF994E6B7}" dt="2024-01-30T04:30:18.328" v="86341"/>
          <ac:cxnSpMkLst>
            <pc:docMk/>
            <pc:sldMk cId="3356062350" sldId="1075"/>
            <ac:cxnSpMk id="20" creationId="{0223E18A-D1AE-166E-80BA-A26BBB2E7092}"/>
          </ac:cxnSpMkLst>
        </pc:cxnChg>
        <pc:cxnChg chg="mod">
          <ac:chgData name="Palit, Tapti" userId="dec6fbcd-7598-406a-8cbf-504d4a3bac15" providerId="ADAL" clId="{ECD42228-5B96-4A72-B268-C46DF994E6B7}" dt="2024-01-30T04:30:36.010" v="86345"/>
          <ac:cxnSpMkLst>
            <pc:docMk/>
            <pc:sldMk cId="3356062350" sldId="1075"/>
            <ac:cxnSpMk id="29" creationId="{E5AF99DC-5AD8-0A0A-43B4-6AF0BDD61D92}"/>
          </ac:cxnSpMkLst>
        </pc:cxnChg>
        <pc:cxnChg chg="mod">
          <ac:chgData name="Palit, Tapti" userId="dec6fbcd-7598-406a-8cbf-504d4a3bac15" providerId="ADAL" clId="{ECD42228-5B96-4A72-B268-C46DF994E6B7}" dt="2024-01-30T04:30:36.010" v="86345"/>
          <ac:cxnSpMkLst>
            <pc:docMk/>
            <pc:sldMk cId="3356062350" sldId="1075"/>
            <ac:cxnSpMk id="35" creationId="{AC22338B-5ECB-8EEB-A535-D6204315E591}"/>
          </ac:cxnSpMkLst>
        </pc:cxnChg>
      </pc:sldChg>
      <pc:sldChg chg="add del">
        <pc:chgData name="Palit, Tapti" userId="dec6fbcd-7598-406a-8cbf-504d4a3bac15" providerId="ADAL" clId="{ECD42228-5B96-4A72-B268-C46DF994E6B7}" dt="2024-01-27T21:31:53.994" v="65362"/>
        <pc:sldMkLst>
          <pc:docMk/>
          <pc:sldMk cId="2732891288" sldId="1076"/>
        </pc:sldMkLst>
      </pc:sldChg>
      <pc:sldChg chg="addSp delSp modSp add del mod">
        <pc:chgData name="Palit, Tapti" userId="dec6fbcd-7598-406a-8cbf-504d4a3bac15" providerId="ADAL" clId="{ECD42228-5B96-4A72-B268-C46DF994E6B7}" dt="2024-01-30T04:19:22.030" v="86171" actId="47"/>
        <pc:sldMkLst>
          <pc:docMk/>
          <pc:sldMk cId="3284359703" sldId="1076"/>
        </pc:sldMkLst>
        <pc:spChg chg="mod">
          <ac:chgData name="Palit, Tapti" userId="dec6fbcd-7598-406a-8cbf-504d4a3bac15" providerId="ADAL" clId="{ECD42228-5B96-4A72-B268-C46DF994E6B7}" dt="2024-01-28T04:42:03.281" v="68398" actId="20577"/>
          <ac:spMkLst>
            <pc:docMk/>
            <pc:sldMk cId="3284359703" sldId="1076"/>
            <ac:spMk id="3" creationId="{718731F3-A54E-5387-C447-464520FADB53}"/>
          </ac:spMkLst>
        </pc:spChg>
        <pc:spChg chg="mod">
          <ac:chgData name="Palit, Tapti" userId="dec6fbcd-7598-406a-8cbf-504d4a3bac15" providerId="ADAL" clId="{ECD42228-5B96-4A72-B268-C46DF994E6B7}" dt="2024-01-30T03:55:05.869" v="85856" actId="20577"/>
          <ac:spMkLst>
            <pc:docMk/>
            <pc:sldMk cId="3284359703" sldId="1076"/>
            <ac:spMk id="6" creationId="{CDF54C75-8E57-C212-0645-30E19DBAEFC3}"/>
          </ac:spMkLst>
        </pc:spChg>
        <pc:spChg chg="del">
          <ac:chgData name="Palit, Tapti" userId="dec6fbcd-7598-406a-8cbf-504d4a3bac15" providerId="ADAL" clId="{ECD42228-5B96-4A72-B268-C46DF994E6B7}" dt="2024-01-27T21:34:45.435" v="65428" actId="478"/>
          <ac:spMkLst>
            <pc:docMk/>
            <pc:sldMk cId="3284359703" sldId="1076"/>
            <ac:spMk id="7" creationId="{7DC66EAE-9146-21A3-8D0F-7FB944771934}"/>
          </ac:spMkLst>
        </pc:spChg>
        <pc:spChg chg="add del mod">
          <ac:chgData name="Palit, Tapti" userId="dec6fbcd-7598-406a-8cbf-504d4a3bac15" providerId="ADAL" clId="{ECD42228-5B96-4A72-B268-C46DF994E6B7}" dt="2024-01-27T21:35:24.293" v="65464" actId="478"/>
          <ac:spMkLst>
            <pc:docMk/>
            <pc:sldMk cId="3284359703" sldId="1076"/>
            <ac:spMk id="9" creationId="{8E6F9B1D-E84C-C715-8DCC-BA0724B6BA5E}"/>
          </ac:spMkLst>
        </pc:spChg>
        <pc:spChg chg="add mod">
          <ac:chgData name="Palit, Tapti" userId="dec6fbcd-7598-406a-8cbf-504d4a3bac15" providerId="ADAL" clId="{ECD42228-5B96-4A72-B268-C46DF994E6B7}" dt="2024-01-29T15:54:31.889" v="79646" actId="1076"/>
          <ac:spMkLst>
            <pc:docMk/>
            <pc:sldMk cId="3284359703" sldId="1076"/>
            <ac:spMk id="10" creationId="{5FFBCE17-2E8F-514E-9EDF-96C428BD1084}"/>
          </ac:spMkLst>
        </pc:spChg>
        <pc:spChg chg="add mod">
          <ac:chgData name="Palit, Tapti" userId="dec6fbcd-7598-406a-8cbf-504d4a3bac15" providerId="ADAL" clId="{ECD42228-5B96-4A72-B268-C46DF994E6B7}" dt="2024-01-29T15:13:31.624" v="79100" actId="20577"/>
          <ac:spMkLst>
            <pc:docMk/>
            <pc:sldMk cId="3284359703" sldId="1076"/>
            <ac:spMk id="12" creationId="{94829231-AF77-8E6C-9F3C-E2B5310F056A}"/>
          </ac:spMkLst>
        </pc:spChg>
        <pc:spChg chg="del mod">
          <ac:chgData name="Palit, Tapti" userId="dec6fbcd-7598-406a-8cbf-504d4a3bac15" providerId="ADAL" clId="{ECD42228-5B96-4A72-B268-C46DF994E6B7}" dt="2024-01-27T21:36:30.749" v="65474" actId="478"/>
          <ac:spMkLst>
            <pc:docMk/>
            <pc:sldMk cId="3284359703" sldId="1076"/>
            <ac:spMk id="19" creationId="{AF8BC813-4AA6-6C0B-2982-7B4A8BE02812}"/>
          </ac:spMkLst>
        </pc:spChg>
        <pc:graphicFrameChg chg="modGraphic">
          <ac:chgData name="Palit, Tapti" userId="dec6fbcd-7598-406a-8cbf-504d4a3bac15" providerId="ADAL" clId="{ECD42228-5B96-4A72-B268-C46DF994E6B7}" dt="2024-01-28T04:33:05.839" v="68022" actId="6549"/>
          <ac:graphicFrameMkLst>
            <pc:docMk/>
            <pc:sldMk cId="3284359703" sldId="1076"/>
            <ac:graphicFrameMk id="2" creationId="{4498D35B-E7A5-4947-5802-D6A575F62626}"/>
          </ac:graphicFrameMkLst>
        </pc:graphicFrameChg>
        <pc:graphicFrameChg chg="modGraphic">
          <ac:chgData name="Palit, Tapti" userId="dec6fbcd-7598-406a-8cbf-504d4a3bac15" providerId="ADAL" clId="{ECD42228-5B96-4A72-B268-C46DF994E6B7}" dt="2024-01-28T04:33:08.340" v="68023" actId="6549"/>
          <ac:graphicFrameMkLst>
            <pc:docMk/>
            <pc:sldMk cId="3284359703" sldId="1076"/>
            <ac:graphicFrameMk id="28" creationId="{7A06F78A-A30D-EA99-2E4E-624D76067CB7}"/>
          </ac:graphicFrameMkLst>
        </pc:graphicFrameChg>
        <pc:cxnChg chg="del mod">
          <ac:chgData name="Palit, Tapti" userId="dec6fbcd-7598-406a-8cbf-504d4a3bac15" providerId="ADAL" clId="{ECD42228-5B96-4A72-B268-C46DF994E6B7}" dt="2024-01-27T21:36:33.123" v="65475" actId="478"/>
          <ac:cxnSpMkLst>
            <pc:docMk/>
            <pc:sldMk cId="3284359703" sldId="1076"/>
            <ac:cxnSpMk id="8" creationId="{13E01A7B-97BB-6EF5-078A-4AB9389F7883}"/>
          </ac:cxnSpMkLst>
        </pc:cxnChg>
        <pc:cxnChg chg="mod">
          <ac:chgData name="Palit, Tapti" userId="dec6fbcd-7598-406a-8cbf-504d4a3bac15" providerId="ADAL" clId="{ECD42228-5B96-4A72-B268-C46DF994E6B7}" dt="2024-01-27T23:52:31.423" v="66181" actId="692"/>
          <ac:cxnSpMkLst>
            <pc:docMk/>
            <pc:sldMk cId="3284359703" sldId="1076"/>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99350840" sldId="1077"/>
        </pc:sldMkLst>
      </pc:sldChg>
      <pc:sldChg chg="modSp add del mod modNotesTx">
        <pc:chgData name="Palit, Tapti" userId="dec6fbcd-7598-406a-8cbf-504d4a3bac15" providerId="ADAL" clId="{ECD42228-5B96-4A72-B268-C46DF994E6B7}" dt="2024-01-30T04:16:19.364" v="86152" actId="47"/>
        <pc:sldMkLst>
          <pc:docMk/>
          <pc:sldMk cId="1175467105" sldId="1077"/>
        </pc:sldMkLst>
        <pc:spChg chg="mod">
          <ac:chgData name="Palit, Tapti" userId="dec6fbcd-7598-406a-8cbf-504d4a3bac15" providerId="ADAL" clId="{ECD42228-5B96-4A72-B268-C46DF994E6B7}" dt="2024-01-28T04:41:45.828" v="68377" actId="20577"/>
          <ac:spMkLst>
            <pc:docMk/>
            <pc:sldMk cId="1175467105" sldId="1077"/>
            <ac:spMk id="3" creationId="{718731F3-A54E-5387-C447-464520FADB53}"/>
          </ac:spMkLst>
        </pc:spChg>
        <pc:spChg chg="mod">
          <ac:chgData name="Palit, Tapti" userId="dec6fbcd-7598-406a-8cbf-504d4a3bac15" providerId="ADAL" clId="{ECD42228-5B96-4A72-B268-C46DF994E6B7}" dt="2024-01-30T03:55:02.118" v="85854" actId="20577"/>
          <ac:spMkLst>
            <pc:docMk/>
            <pc:sldMk cId="1175467105" sldId="1077"/>
            <ac:spMk id="6" creationId="{CDF54C75-8E57-C212-0645-30E19DBAEFC3}"/>
          </ac:spMkLst>
        </pc:spChg>
        <pc:spChg chg="mod">
          <ac:chgData name="Palit, Tapti" userId="dec6fbcd-7598-406a-8cbf-504d4a3bac15" providerId="ADAL" clId="{ECD42228-5B96-4A72-B268-C46DF994E6B7}" dt="2024-01-29T15:53:20.956" v="79632" actId="1076"/>
          <ac:spMkLst>
            <pc:docMk/>
            <pc:sldMk cId="1175467105" sldId="1077"/>
            <ac:spMk id="7" creationId="{7DC66EAE-9146-21A3-8D0F-7FB944771934}"/>
          </ac:spMkLst>
        </pc:spChg>
        <pc:graphicFrameChg chg="modGraphic">
          <ac:chgData name="Palit, Tapti" userId="dec6fbcd-7598-406a-8cbf-504d4a3bac15" providerId="ADAL" clId="{ECD42228-5B96-4A72-B268-C46DF994E6B7}" dt="2024-01-28T04:32:58.928" v="68020" actId="6549"/>
          <ac:graphicFrameMkLst>
            <pc:docMk/>
            <pc:sldMk cId="1175467105" sldId="1077"/>
            <ac:graphicFrameMk id="2" creationId="{4498D35B-E7A5-4947-5802-D6A575F62626}"/>
          </ac:graphicFrameMkLst>
        </pc:graphicFrameChg>
        <pc:graphicFrameChg chg="mod modGraphic">
          <ac:chgData name="Palit, Tapti" userId="dec6fbcd-7598-406a-8cbf-504d4a3bac15" providerId="ADAL" clId="{ECD42228-5B96-4A72-B268-C46DF994E6B7}" dt="2024-01-28T04:33:01.727" v="68021" actId="6549"/>
          <ac:graphicFrameMkLst>
            <pc:docMk/>
            <pc:sldMk cId="1175467105" sldId="1077"/>
            <ac:graphicFrameMk id="28" creationId="{7A06F78A-A30D-EA99-2E4E-624D76067CB7}"/>
          </ac:graphicFrameMkLst>
        </pc:graphicFrameChg>
        <pc:cxnChg chg="mod">
          <ac:chgData name="Palit, Tapti" userId="dec6fbcd-7598-406a-8cbf-504d4a3bac15" providerId="ADAL" clId="{ECD42228-5B96-4A72-B268-C46DF994E6B7}" dt="2024-01-29T15:53:24.730" v="79633" actId="14100"/>
          <ac:cxnSpMkLst>
            <pc:docMk/>
            <pc:sldMk cId="1175467105" sldId="1077"/>
            <ac:cxnSpMk id="8" creationId="{13E01A7B-97BB-6EF5-078A-4AB9389F7883}"/>
          </ac:cxnSpMkLst>
        </pc:cxnChg>
        <pc:cxnChg chg="mod">
          <ac:chgData name="Palit, Tapti" userId="dec6fbcd-7598-406a-8cbf-504d4a3bac15" providerId="ADAL" clId="{ECD42228-5B96-4A72-B268-C46DF994E6B7}" dt="2024-01-27T23:52:24.033" v="66172" actId="692"/>
          <ac:cxnSpMkLst>
            <pc:docMk/>
            <pc:sldMk cId="1175467105" sldId="1077"/>
            <ac:cxnSpMk id="16" creationId="{A8382162-7596-D715-7552-7B1A7214FB3D}"/>
          </ac:cxnSpMkLst>
        </pc:cxnChg>
      </pc:sldChg>
      <pc:sldChg chg="modSp add del mod">
        <pc:chgData name="Palit, Tapti" userId="dec6fbcd-7598-406a-8cbf-504d4a3bac15" providerId="ADAL" clId="{ECD42228-5B96-4A72-B268-C46DF994E6B7}" dt="2024-01-30T04:19:22.030" v="86171" actId="47"/>
        <pc:sldMkLst>
          <pc:docMk/>
          <pc:sldMk cId="2704095549" sldId="1078"/>
        </pc:sldMkLst>
        <pc:spChg chg="mod">
          <ac:chgData name="Palit, Tapti" userId="dec6fbcd-7598-406a-8cbf-504d4a3bac15" providerId="ADAL" clId="{ECD42228-5B96-4A72-B268-C46DF994E6B7}" dt="2024-01-28T04:42:11.093" v="68416" actId="20577"/>
          <ac:spMkLst>
            <pc:docMk/>
            <pc:sldMk cId="2704095549" sldId="1078"/>
            <ac:spMk id="3" creationId="{718731F3-A54E-5387-C447-464520FADB53}"/>
          </ac:spMkLst>
        </pc:spChg>
        <pc:spChg chg="mod">
          <ac:chgData name="Palit, Tapti" userId="dec6fbcd-7598-406a-8cbf-504d4a3bac15" providerId="ADAL" clId="{ECD42228-5B96-4A72-B268-C46DF994E6B7}" dt="2024-01-30T03:55:09.885" v="85858" actId="20577"/>
          <ac:spMkLst>
            <pc:docMk/>
            <pc:sldMk cId="2704095549" sldId="1078"/>
            <ac:spMk id="6" creationId="{CDF54C75-8E57-C212-0645-30E19DBAEFC3}"/>
          </ac:spMkLst>
        </pc:spChg>
        <pc:spChg chg="mod">
          <ac:chgData name="Palit, Tapti" userId="dec6fbcd-7598-406a-8cbf-504d4a3bac15" providerId="ADAL" clId="{ECD42228-5B96-4A72-B268-C46DF994E6B7}" dt="2024-01-29T15:54:40.211" v="79651" actId="1076"/>
          <ac:spMkLst>
            <pc:docMk/>
            <pc:sldMk cId="2704095549" sldId="1078"/>
            <ac:spMk id="10" creationId="{5FFBCE17-2E8F-514E-9EDF-96C428BD1084}"/>
          </ac:spMkLst>
        </pc:spChg>
        <pc:spChg chg="mod">
          <ac:chgData name="Palit, Tapti" userId="dec6fbcd-7598-406a-8cbf-504d4a3bac15" providerId="ADAL" clId="{ECD42228-5B96-4A72-B268-C46DF994E6B7}" dt="2024-01-29T15:13:41.951" v="79101"/>
          <ac:spMkLst>
            <pc:docMk/>
            <pc:sldMk cId="2704095549" sldId="1078"/>
            <ac:spMk id="12" creationId="{94829231-AF77-8E6C-9F3C-E2B5310F056A}"/>
          </ac:spMkLst>
        </pc:spChg>
        <pc:graphicFrameChg chg="modGraphic">
          <ac:chgData name="Palit, Tapti" userId="dec6fbcd-7598-406a-8cbf-504d4a3bac15" providerId="ADAL" clId="{ECD42228-5B96-4A72-B268-C46DF994E6B7}" dt="2024-01-28T04:33:12.206" v="68024" actId="6549"/>
          <ac:graphicFrameMkLst>
            <pc:docMk/>
            <pc:sldMk cId="2704095549" sldId="1078"/>
            <ac:graphicFrameMk id="2" creationId="{4498D35B-E7A5-4947-5802-D6A575F62626}"/>
          </ac:graphicFrameMkLst>
        </pc:graphicFrameChg>
        <pc:graphicFrameChg chg="mod modGraphic">
          <ac:chgData name="Palit, Tapti" userId="dec6fbcd-7598-406a-8cbf-504d4a3bac15" providerId="ADAL" clId="{ECD42228-5B96-4A72-B268-C46DF994E6B7}" dt="2024-01-28T04:33:14.583" v="68025" actId="6549"/>
          <ac:graphicFrameMkLst>
            <pc:docMk/>
            <pc:sldMk cId="2704095549" sldId="1078"/>
            <ac:graphicFrameMk id="28" creationId="{7A06F78A-A30D-EA99-2E4E-624D76067CB7}"/>
          </ac:graphicFrameMkLst>
        </pc:graphicFrameChg>
        <pc:cxnChg chg="mod">
          <ac:chgData name="Palit, Tapti" userId="dec6fbcd-7598-406a-8cbf-504d4a3bac15" providerId="ADAL" clId="{ECD42228-5B96-4A72-B268-C46DF994E6B7}" dt="2024-01-27T23:52:37.057" v="66188" actId="692"/>
          <ac:cxnSpMkLst>
            <pc:docMk/>
            <pc:sldMk cId="2704095549" sldId="1078"/>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3024031604" sldId="1078"/>
        </pc:sldMkLst>
      </pc:sldChg>
      <pc:sldChg chg="add del">
        <pc:chgData name="Palit, Tapti" userId="dec6fbcd-7598-406a-8cbf-504d4a3bac15" providerId="ADAL" clId="{ECD42228-5B96-4A72-B268-C46DF994E6B7}" dt="2024-01-27T21:31:53.994" v="65362"/>
        <pc:sldMkLst>
          <pc:docMk/>
          <pc:sldMk cId="1261219" sldId="1079"/>
        </pc:sldMkLst>
      </pc:sldChg>
      <pc:sldChg chg="addSp delSp modSp add del mod">
        <pc:chgData name="Palit, Tapti" userId="dec6fbcd-7598-406a-8cbf-504d4a3bac15" providerId="ADAL" clId="{ECD42228-5B96-4A72-B268-C46DF994E6B7}" dt="2024-01-30T04:19:22.030" v="86171" actId="47"/>
        <pc:sldMkLst>
          <pc:docMk/>
          <pc:sldMk cId="1851296034" sldId="1079"/>
        </pc:sldMkLst>
        <pc:spChg chg="mod">
          <ac:chgData name="Palit, Tapti" userId="dec6fbcd-7598-406a-8cbf-504d4a3bac15" providerId="ADAL" clId="{ECD42228-5B96-4A72-B268-C46DF994E6B7}" dt="2024-01-28T04:42:26.415" v="68417"/>
          <ac:spMkLst>
            <pc:docMk/>
            <pc:sldMk cId="1851296034" sldId="1079"/>
            <ac:spMk id="3" creationId="{718731F3-A54E-5387-C447-464520FADB53}"/>
          </ac:spMkLst>
        </pc:spChg>
        <pc:spChg chg="mod">
          <ac:chgData name="Palit, Tapti" userId="dec6fbcd-7598-406a-8cbf-504d4a3bac15" providerId="ADAL" clId="{ECD42228-5B96-4A72-B268-C46DF994E6B7}" dt="2024-01-29T16:16:09.332" v="79957" actId="20577"/>
          <ac:spMkLst>
            <pc:docMk/>
            <pc:sldMk cId="1851296034" sldId="1079"/>
            <ac:spMk id="5" creationId="{1BC53F30-C203-72B8-3A38-941DF8B40443}"/>
          </ac:spMkLst>
        </pc:spChg>
        <pc:spChg chg="mod">
          <ac:chgData name="Palit, Tapti" userId="dec6fbcd-7598-406a-8cbf-504d4a3bac15" providerId="ADAL" clId="{ECD42228-5B96-4A72-B268-C46DF994E6B7}" dt="2024-01-30T03:55:13.980" v="85860" actId="20577"/>
          <ac:spMkLst>
            <pc:docMk/>
            <pc:sldMk cId="1851296034" sldId="1079"/>
            <ac:spMk id="6" creationId="{CDF54C75-8E57-C212-0645-30E19DBAEFC3}"/>
          </ac:spMkLst>
        </pc:spChg>
        <pc:spChg chg="add mod">
          <ac:chgData name="Palit, Tapti" userId="dec6fbcd-7598-406a-8cbf-504d4a3bac15" providerId="ADAL" clId="{ECD42228-5B96-4A72-B268-C46DF994E6B7}" dt="2024-01-30T04:18:27.260" v="86166"/>
          <ac:spMkLst>
            <pc:docMk/>
            <pc:sldMk cId="1851296034" sldId="1079"/>
            <ac:spMk id="8" creationId="{0D0E71DE-FFFF-886D-D93E-45167DD59BF7}"/>
          </ac:spMkLst>
        </pc:spChg>
        <pc:spChg chg="add mod">
          <ac:chgData name="Palit, Tapti" userId="dec6fbcd-7598-406a-8cbf-504d4a3bac15" providerId="ADAL" clId="{ECD42228-5B96-4A72-B268-C46DF994E6B7}" dt="2024-01-30T04:18:27.260" v="86166"/>
          <ac:spMkLst>
            <pc:docMk/>
            <pc:sldMk cId="1851296034" sldId="1079"/>
            <ac:spMk id="9" creationId="{0AE31075-58BD-2F20-E2F1-7A2ADDB2825B}"/>
          </ac:spMkLst>
        </pc:spChg>
        <pc:spChg chg="mod">
          <ac:chgData name="Palit, Tapti" userId="dec6fbcd-7598-406a-8cbf-504d4a3bac15" providerId="ADAL" clId="{ECD42228-5B96-4A72-B268-C46DF994E6B7}" dt="2024-01-29T15:54:52.001" v="79656" actId="1076"/>
          <ac:spMkLst>
            <pc:docMk/>
            <pc:sldMk cId="1851296034" sldId="1079"/>
            <ac:spMk id="10" creationId="{5FFBCE17-2E8F-514E-9EDF-96C428BD1084}"/>
          </ac:spMkLst>
        </pc:spChg>
        <pc:spChg chg="add mod">
          <ac:chgData name="Palit, Tapti" userId="dec6fbcd-7598-406a-8cbf-504d4a3bac15" providerId="ADAL" clId="{ECD42228-5B96-4A72-B268-C46DF994E6B7}" dt="2024-01-27T21:39:38.271" v="65504"/>
          <ac:spMkLst>
            <pc:docMk/>
            <pc:sldMk cId="1851296034" sldId="1079"/>
            <ac:spMk id="11" creationId="{95C73A17-A302-6C83-AA11-5FB9653C84BA}"/>
          </ac:spMkLst>
        </pc:spChg>
        <pc:spChg chg="del">
          <ac:chgData name="Palit, Tapti" userId="dec6fbcd-7598-406a-8cbf-504d4a3bac15" providerId="ADAL" clId="{ECD42228-5B96-4A72-B268-C46DF994E6B7}" dt="2024-01-27T21:39:04.390" v="65495" actId="478"/>
          <ac:spMkLst>
            <pc:docMk/>
            <pc:sldMk cId="1851296034" sldId="1079"/>
            <ac:spMk id="12" creationId="{94829231-AF77-8E6C-9F3C-E2B5310F056A}"/>
          </ac:spMkLst>
        </pc:spChg>
        <pc:graphicFrameChg chg="modGraphic">
          <ac:chgData name="Palit, Tapti" userId="dec6fbcd-7598-406a-8cbf-504d4a3bac15" providerId="ADAL" clId="{ECD42228-5B96-4A72-B268-C46DF994E6B7}" dt="2024-01-28T04:33:17.732" v="68026" actId="6549"/>
          <ac:graphicFrameMkLst>
            <pc:docMk/>
            <pc:sldMk cId="1851296034" sldId="1079"/>
            <ac:graphicFrameMk id="2" creationId="{4498D35B-E7A5-4947-5802-D6A575F62626}"/>
          </ac:graphicFrameMkLst>
        </pc:graphicFrameChg>
        <pc:graphicFrameChg chg="modGraphic">
          <ac:chgData name="Palit, Tapti" userId="dec6fbcd-7598-406a-8cbf-504d4a3bac15" providerId="ADAL" clId="{ECD42228-5B96-4A72-B268-C46DF994E6B7}" dt="2024-01-28T04:33:20.399" v="68027" actId="6549"/>
          <ac:graphicFrameMkLst>
            <pc:docMk/>
            <pc:sldMk cId="1851296034" sldId="1079"/>
            <ac:graphicFrameMk id="28" creationId="{7A06F78A-A30D-EA99-2E4E-624D76067CB7}"/>
          </ac:graphicFrameMkLst>
        </pc:graphicFrameChg>
        <pc:cxnChg chg="add mod">
          <ac:chgData name="Palit, Tapti" userId="dec6fbcd-7598-406a-8cbf-504d4a3bac15" providerId="ADAL" clId="{ECD42228-5B96-4A72-B268-C46DF994E6B7}" dt="2024-01-29T15:54:53.909" v="79657" actId="14100"/>
          <ac:cxnSpMkLst>
            <pc:docMk/>
            <pc:sldMk cId="1851296034" sldId="1079"/>
            <ac:cxnSpMk id="7" creationId="{80E78128-A65E-6EF7-FDBF-E9237BE08A41}"/>
          </ac:cxnSpMkLst>
        </pc:cxnChg>
        <pc:cxnChg chg="mod">
          <ac:chgData name="Palit, Tapti" userId="dec6fbcd-7598-406a-8cbf-504d4a3bac15" providerId="ADAL" clId="{ECD42228-5B96-4A72-B268-C46DF994E6B7}" dt="2024-01-27T23:52:45.176" v="66195" actId="692"/>
          <ac:cxnSpMkLst>
            <pc:docMk/>
            <pc:sldMk cId="1851296034" sldId="1079"/>
            <ac:cxnSpMk id="16" creationId="{A8382162-7596-D715-7552-7B1A7214FB3D}"/>
          </ac:cxnSpMkLst>
        </pc:cxnChg>
      </pc:sldChg>
      <pc:sldChg chg="addSp delSp modSp add mod modNotesTx">
        <pc:chgData name="Palit, Tapti" userId="dec6fbcd-7598-406a-8cbf-504d4a3bac15" providerId="ADAL" clId="{ECD42228-5B96-4A72-B268-C46DF994E6B7}" dt="2024-02-10T00:57:55.367" v="109480"/>
        <pc:sldMkLst>
          <pc:docMk/>
          <pc:sldMk cId="871066173" sldId="1080"/>
        </pc:sldMkLst>
        <pc:spChg chg="mod">
          <ac:chgData name="Palit, Tapti" userId="dec6fbcd-7598-406a-8cbf-504d4a3bac15" providerId="ADAL" clId="{ECD42228-5B96-4A72-B268-C46DF994E6B7}" dt="2024-02-09T05:10:59.345" v="104971" actId="6549"/>
          <ac:spMkLst>
            <pc:docMk/>
            <pc:sldMk cId="871066173" sldId="1080"/>
            <ac:spMk id="2" creationId="{3799642E-6154-AB44-319B-6B7EBDD43068}"/>
          </ac:spMkLst>
        </pc:spChg>
        <pc:spChg chg="del">
          <ac:chgData name="Palit, Tapti" userId="dec6fbcd-7598-406a-8cbf-504d4a3bac15" providerId="ADAL" clId="{ECD42228-5B96-4A72-B268-C46DF994E6B7}" dt="2024-02-10T00:57:55.018" v="109479" actId="478"/>
          <ac:spMkLst>
            <pc:docMk/>
            <pc:sldMk cId="871066173" sldId="1080"/>
            <ac:spMk id="9" creationId="{E12EA645-454A-5AB6-E7BB-3FB84FD6CC6A}"/>
          </ac:spMkLst>
        </pc:spChg>
        <pc:spChg chg="add mod">
          <ac:chgData name="Palit, Tapti" userId="dec6fbcd-7598-406a-8cbf-504d4a3bac15" providerId="ADAL" clId="{ECD42228-5B96-4A72-B268-C46DF994E6B7}" dt="2024-02-10T00:57:55.367" v="109480"/>
          <ac:spMkLst>
            <pc:docMk/>
            <pc:sldMk cId="871066173" sldId="1080"/>
            <ac:spMk id="16" creationId="{C750B668-8E46-7E55-EEA0-75C3674E5BBC}"/>
          </ac:spMkLst>
        </pc:spChg>
      </pc:sldChg>
      <pc:sldChg chg="addSp modSp add del mod modShow modNotesTx">
        <pc:chgData name="Palit, Tapti" userId="dec6fbcd-7598-406a-8cbf-504d4a3bac15" providerId="ADAL" clId="{ECD42228-5B96-4A72-B268-C46DF994E6B7}" dt="2024-02-08T21:21:26.678" v="100772" actId="2696"/>
        <pc:sldMkLst>
          <pc:docMk/>
          <pc:sldMk cId="1118548694" sldId="1080"/>
        </pc:sldMkLst>
        <pc:spChg chg="mod">
          <ac:chgData name="Palit, Tapti" userId="dec6fbcd-7598-406a-8cbf-504d4a3bac15" providerId="ADAL" clId="{ECD42228-5B96-4A72-B268-C46DF994E6B7}" dt="2024-01-29T15:56:41.853" v="79717" actId="20577"/>
          <ac:spMkLst>
            <pc:docMk/>
            <pc:sldMk cId="1118548694" sldId="1080"/>
            <ac:spMk id="2" creationId="{D9A69A7A-F324-44E2-A7BA-87B689E34CB2}"/>
          </ac:spMkLst>
        </pc:spChg>
        <pc:spChg chg="add mod">
          <ac:chgData name="Palit, Tapti" userId="dec6fbcd-7598-406a-8cbf-504d4a3bac15" providerId="ADAL" clId="{ECD42228-5B96-4A72-B268-C46DF994E6B7}" dt="2024-01-29T02:32:43.508" v="74567" actId="20577"/>
          <ac:spMkLst>
            <pc:docMk/>
            <pc:sldMk cId="1118548694" sldId="1080"/>
            <ac:spMk id="3" creationId="{ACA7AF73-5F5D-54DA-BB2D-C48129B82257}"/>
          </ac:spMkLst>
        </pc:spChg>
        <pc:spChg chg="add mod">
          <ac:chgData name="Palit, Tapti" userId="dec6fbcd-7598-406a-8cbf-504d4a3bac15" providerId="ADAL" clId="{ECD42228-5B96-4A72-B268-C46DF994E6B7}" dt="2024-01-29T02:32:06.383" v="74522"/>
          <ac:spMkLst>
            <pc:docMk/>
            <pc:sldMk cId="1118548694" sldId="1080"/>
            <ac:spMk id="5" creationId="{42115586-C5AF-998F-B11F-BF17AA033F52}"/>
          </ac:spMkLst>
        </pc:spChg>
        <pc:spChg chg="mod">
          <ac:chgData name="Palit, Tapti" userId="dec6fbcd-7598-406a-8cbf-504d4a3bac15" providerId="ADAL" clId="{ECD42228-5B96-4A72-B268-C46DF994E6B7}" dt="2024-01-29T02:31:12.131" v="74495" actId="1076"/>
          <ac:spMkLst>
            <pc:docMk/>
            <pc:sldMk cId="1118548694" sldId="1080"/>
            <ac:spMk id="6" creationId="{62E4901C-C217-DD54-593C-0E523C998F49}"/>
          </ac:spMkLst>
        </pc:spChg>
        <pc:spChg chg="mod">
          <ac:chgData name="Palit, Tapti" userId="dec6fbcd-7598-406a-8cbf-504d4a3bac15" providerId="ADAL" clId="{ECD42228-5B96-4A72-B268-C46DF994E6B7}" dt="2024-01-29T16:25:23.580" v="80101" actId="20577"/>
          <ac:spMkLst>
            <pc:docMk/>
            <pc:sldMk cId="1118548694" sldId="1080"/>
            <ac:spMk id="7" creationId="{F6DAE43A-F91E-1C9B-002B-6DADFDE55F0A}"/>
          </ac:spMkLst>
        </pc:spChg>
        <pc:spChg chg="mod">
          <ac:chgData name="Palit, Tapti" userId="dec6fbcd-7598-406a-8cbf-504d4a3bac15" providerId="ADAL" clId="{ECD42228-5B96-4A72-B268-C46DF994E6B7}" dt="2024-01-29T02:35:38.224" v="74596" actId="20577"/>
          <ac:spMkLst>
            <pc:docMk/>
            <pc:sldMk cId="1118548694" sldId="1080"/>
            <ac:spMk id="8" creationId="{A8E6608E-5D67-558B-8C22-0C4EECF0E294}"/>
          </ac:spMkLst>
        </pc:spChg>
        <pc:spChg chg="add mod">
          <ac:chgData name="Palit, Tapti" userId="dec6fbcd-7598-406a-8cbf-504d4a3bac15" providerId="ADAL" clId="{ECD42228-5B96-4A72-B268-C46DF994E6B7}" dt="2024-01-29T02:32:06.383" v="74522"/>
          <ac:spMkLst>
            <pc:docMk/>
            <pc:sldMk cId="1118548694" sldId="1080"/>
            <ac:spMk id="9" creationId="{4B9BEDF8-A071-B848-B46B-55A78E59B803}"/>
          </ac:spMkLst>
        </pc:spChg>
        <pc:spChg chg="add mod">
          <ac:chgData name="Palit, Tapti" userId="dec6fbcd-7598-406a-8cbf-504d4a3bac15" providerId="ADAL" clId="{ECD42228-5B96-4A72-B268-C46DF994E6B7}" dt="2024-01-30T14:29:37.899" v="91386"/>
          <ac:spMkLst>
            <pc:docMk/>
            <pc:sldMk cId="1118548694" sldId="1080"/>
            <ac:spMk id="10" creationId="{25DD4522-9029-BC7D-5BE6-745DD7CE31A6}"/>
          </ac:spMkLst>
        </pc:spChg>
        <pc:spChg chg="add mod">
          <ac:chgData name="Palit, Tapti" userId="dec6fbcd-7598-406a-8cbf-504d4a3bac15" providerId="ADAL" clId="{ECD42228-5B96-4A72-B268-C46DF994E6B7}" dt="2024-01-30T14:32:30.525" v="91395" actId="1076"/>
          <ac:spMkLst>
            <pc:docMk/>
            <pc:sldMk cId="1118548694" sldId="1080"/>
            <ac:spMk id="12" creationId="{2751F371-65A4-B0A1-AEAA-BB23F7727C57}"/>
          </ac:spMkLst>
        </pc:spChg>
        <pc:spChg chg="add mod">
          <ac:chgData name="Palit, Tapti" userId="dec6fbcd-7598-406a-8cbf-504d4a3bac15" providerId="ADAL" clId="{ECD42228-5B96-4A72-B268-C46DF994E6B7}" dt="2024-01-30T14:32:34.702" v="91396" actId="1076"/>
          <ac:spMkLst>
            <pc:docMk/>
            <pc:sldMk cId="1118548694" sldId="1080"/>
            <ac:spMk id="14" creationId="{F8E825F3-5555-5624-D7B0-4B83B7811683}"/>
          </ac:spMkLst>
        </pc:spChg>
        <pc:picChg chg="add mod">
          <ac:chgData name="Palit, Tapti" userId="dec6fbcd-7598-406a-8cbf-504d4a3bac15" providerId="ADAL" clId="{ECD42228-5B96-4A72-B268-C46DF994E6B7}" dt="2024-01-30T14:29:37.899" v="91386"/>
          <ac:picMkLst>
            <pc:docMk/>
            <pc:sldMk cId="1118548694" sldId="1080"/>
            <ac:picMk id="11" creationId="{0A78C730-08EB-90B7-DE05-1ADCAB78696D}"/>
          </ac:picMkLst>
        </pc:picChg>
        <pc:picChg chg="add mod">
          <ac:chgData name="Palit, Tapti" userId="dec6fbcd-7598-406a-8cbf-504d4a3bac15" providerId="ADAL" clId="{ECD42228-5B96-4A72-B268-C46DF994E6B7}" dt="2024-01-30T14:32:30.525" v="91395" actId="1076"/>
          <ac:picMkLst>
            <pc:docMk/>
            <pc:sldMk cId="1118548694" sldId="1080"/>
            <ac:picMk id="13" creationId="{C80FC6E3-C20B-9DDE-3242-BB3499768004}"/>
          </ac:picMkLst>
        </pc:picChg>
        <pc:picChg chg="add mod">
          <ac:chgData name="Palit, Tapti" userId="dec6fbcd-7598-406a-8cbf-504d4a3bac15" providerId="ADAL" clId="{ECD42228-5B96-4A72-B268-C46DF994E6B7}" dt="2024-01-30T14:32:34.702" v="91396" actId="1076"/>
          <ac:picMkLst>
            <pc:docMk/>
            <pc:sldMk cId="1118548694" sldId="1080"/>
            <ac:picMk id="15" creationId="{902BAE90-B111-55EE-3114-2DC298C54F04}"/>
          </ac:picMkLst>
        </pc:picChg>
      </pc:sldChg>
      <pc:sldChg chg="addSp delSp modSp new del mod delAnim modAnim chgLayout modNotesTx">
        <pc:chgData name="Palit, Tapti" userId="dec6fbcd-7598-406a-8cbf-504d4a3bac15" providerId="ADAL" clId="{ECD42228-5B96-4A72-B268-C46DF994E6B7}" dt="2024-02-07T01:15:00.894" v="98831" actId="47"/>
        <pc:sldMkLst>
          <pc:docMk/>
          <pc:sldMk cId="2785629372" sldId="1081"/>
        </pc:sldMkLst>
        <pc:spChg chg="mod ord">
          <ac:chgData name="Palit, Tapti" userId="dec6fbcd-7598-406a-8cbf-504d4a3bac15" providerId="ADAL" clId="{ECD42228-5B96-4A72-B268-C46DF994E6B7}" dt="2024-01-30T19:30:14.081" v="94453" actId="20577"/>
          <ac:spMkLst>
            <pc:docMk/>
            <pc:sldMk cId="2785629372" sldId="1081"/>
            <ac:spMk id="2" creationId="{97543FA6-E7B5-E241-CCE1-930887A4059D}"/>
          </ac:spMkLst>
        </pc:spChg>
        <pc:spChg chg="mod ord">
          <ac:chgData name="Palit, Tapti" userId="dec6fbcd-7598-406a-8cbf-504d4a3bac15" providerId="ADAL" clId="{ECD42228-5B96-4A72-B268-C46DF994E6B7}" dt="2024-01-30T19:30:05.575" v="94421" actId="20577"/>
          <ac:spMkLst>
            <pc:docMk/>
            <pc:sldMk cId="2785629372" sldId="1081"/>
            <ac:spMk id="3" creationId="{8F1EE9CA-6180-F533-C45C-1CDA916DA4BE}"/>
          </ac:spMkLst>
        </pc:spChg>
        <pc:spChg chg="del">
          <ac:chgData name="Palit, Tapti" userId="dec6fbcd-7598-406a-8cbf-504d4a3bac15" providerId="ADAL" clId="{ECD42228-5B96-4A72-B268-C46DF994E6B7}" dt="2024-01-28T00:31:05.082" v="66663" actId="478"/>
          <ac:spMkLst>
            <pc:docMk/>
            <pc:sldMk cId="2785629372" sldId="1081"/>
            <ac:spMk id="4" creationId="{27F4715B-ADE8-F3C4-5D43-4EF0D5CC4F26}"/>
          </ac:spMkLst>
        </pc:spChg>
        <pc:spChg chg="add del mod">
          <ac:chgData name="Palit, Tapti" userId="dec6fbcd-7598-406a-8cbf-504d4a3bac15" providerId="ADAL" clId="{ECD42228-5B96-4A72-B268-C46DF994E6B7}" dt="2024-01-29T16:30:45.840" v="80247" actId="6264"/>
          <ac:spMkLst>
            <pc:docMk/>
            <pc:sldMk cId="2785629372" sldId="1081"/>
            <ac:spMk id="4" creationId="{D9E3DCA8-6598-E173-9B8B-D51522F83AA2}"/>
          </ac:spMkLst>
        </pc:spChg>
        <pc:spChg chg="add mod">
          <ac:chgData name="Palit, Tapti" userId="dec6fbcd-7598-406a-8cbf-504d4a3bac15" providerId="ADAL" clId="{ECD42228-5B96-4A72-B268-C46DF994E6B7}" dt="2024-01-28T22:47:11.152" v="70202" actId="1076"/>
          <ac:spMkLst>
            <pc:docMk/>
            <pc:sldMk cId="2785629372" sldId="1081"/>
            <ac:spMk id="5" creationId="{3F13B49F-643F-6906-A210-A6CF19D3BE08}"/>
          </ac:spMkLst>
        </pc:spChg>
        <pc:spChg chg="add del mod">
          <ac:chgData name="Palit, Tapti" userId="dec6fbcd-7598-406a-8cbf-504d4a3bac15" providerId="ADAL" clId="{ECD42228-5B96-4A72-B268-C46DF994E6B7}" dt="2024-01-29T16:30:45.840" v="80247" actId="6264"/>
          <ac:spMkLst>
            <pc:docMk/>
            <pc:sldMk cId="2785629372" sldId="1081"/>
            <ac:spMk id="6" creationId="{17D13228-2B9C-5288-6F2D-565B41AF683A}"/>
          </ac:spMkLst>
        </pc:spChg>
        <pc:spChg chg="add del mod">
          <ac:chgData name="Palit, Tapti" userId="dec6fbcd-7598-406a-8cbf-504d4a3bac15" providerId="ADAL" clId="{ECD42228-5B96-4A72-B268-C46DF994E6B7}" dt="2024-01-28T00:31:05.082" v="66663" actId="478"/>
          <ac:spMkLst>
            <pc:docMk/>
            <pc:sldMk cId="2785629372" sldId="1081"/>
            <ac:spMk id="6" creationId="{D74339C7-0629-431F-B768-13974CDF31FB}"/>
          </ac:spMkLst>
        </pc:spChg>
        <pc:spChg chg="add del mod">
          <ac:chgData name="Palit, Tapti" userId="dec6fbcd-7598-406a-8cbf-504d4a3bac15" providerId="ADAL" clId="{ECD42228-5B96-4A72-B268-C46DF994E6B7}" dt="2024-01-29T16:30:45.840" v="80247" actId="6264"/>
          <ac:spMkLst>
            <pc:docMk/>
            <pc:sldMk cId="2785629372" sldId="1081"/>
            <ac:spMk id="7" creationId="{378AE6E2-E271-7969-4B88-C68EC3F9533B}"/>
          </ac:spMkLst>
        </pc:spChg>
        <pc:spChg chg="add del mod">
          <ac:chgData name="Palit, Tapti" userId="dec6fbcd-7598-406a-8cbf-504d4a3bac15" providerId="ADAL" clId="{ECD42228-5B96-4A72-B268-C46DF994E6B7}" dt="2024-01-28T00:31:05.082" v="66663" actId="478"/>
          <ac:spMkLst>
            <pc:docMk/>
            <pc:sldMk cId="2785629372" sldId="1081"/>
            <ac:spMk id="13" creationId="{465AFD09-5DD2-449F-A4E9-B4B9BF9461C6}"/>
          </ac:spMkLst>
        </pc:spChg>
        <pc:spChg chg="add del mod">
          <ac:chgData name="Palit, Tapti" userId="dec6fbcd-7598-406a-8cbf-504d4a3bac15" providerId="ADAL" clId="{ECD42228-5B96-4A72-B268-C46DF994E6B7}" dt="2024-01-28T00:31:05.082" v="66663" actId="478"/>
          <ac:spMkLst>
            <pc:docMk/>
            <pc:sldMk cId="2785629372" sldId="1081"/>
            <ac:spMk id="14" creationId="{D99164D6-5CDB-4811-89F3-C33BA91B66B7}"/>
          </ac:spMkLst>
        </pc:spChg>
        <pc:spChg chg="add del mod">
          <ac:chgData name="Palit, Tapti" userId="dec6fbcd-7598-406a-8cbf-504d4a3bac15" providerId="ADAL" clId="{ECD42228-5B96-4A72-B268-C46DF994E6B7}" dt="2024-01-28T00:31:05.082" v="66663" actId="478"/>
          <ac:spMkLst>
            <pc:docMk/>
            <pc:sldMk cId="2785629372" sldId="1081"/>
            <ac:spMk id="15" creationId="{9ADD96B5-EC1B-4471-8276-33213DBCC6BA}"/>
          </ac:spMkLst>
        </pc:spChg>
        <pc:spChg chg="add del mod">
          <ac:chgData name="Palit, Tapti" userId="dec6fbcd-7598-406a-8cbf-504d4a3bac15" providerId="ADAL" clId="{ECD42228-5B96-4A72-B268-C46DF994E6B7}" dt="2024-01-28T00:31:05.082" v="66663" actId="478"/>
          <ac:spMkLst>
            <pc:docMk/>
            <pc:sldMk cId="2785629372" sldId="1081"/>
            <ac:spMk id="16" creationId="{FB721629-2337-42A3-9D77-82D683D9E4C6}"/>
          </ac:spMkLst>
        </pc:spChg>
        <pc:spChg chg="add del mod">
          <ac:chgData name="Palit, Tapti" userId="dec6fbcd-7598-406a-8cbf-504d4a3bac15" providerId="ADAL" clId="{ECD42228-5B96-4A72-B268-C46DF994E6B7}" dt="2024-01-28T00:31:05.082" v="66663" actId="478"/>
          <ac:spMkLst>
            <pc:docMk/>
            <pc:sldMk cId="2785629372" sldId="1081"/>
            <ac:spMk id="17" creationId="{D2DF93AA-2991-4A25-8D35-87404E833680}"/>
          </ac:spMkLst>
        </pc:spChg>
        <pc:spChg chg="add del mod">
          <ac:chgData name="Palit, Tapti" userId="dec6fbcd-7598-406a-8cbf-504d4a3bac15" providerId="ADAL" clId="{ECD42228-5B96-4A72-B268-C46DF994E6B7}" dt="2024-01-28T00:31:05.082" v="66663" actId="478"/>
          <ac:spMkLst>
            <pc:docMk/>
            <pc:sldMk cId="2785629372" sldId="1081"/>
            <ac:spMk id="18" creationId="{65CA4C3F-5E24-4B3D-86C5-14064A2B1657}"/>
          </ac:spMkLst>
        </pc:spChg>
        <pc:spChg chg="add del mod">
          <ac:chgData name="Palit, Tapti" userId="dec6fbcd-7598-406a-8cbf-504d4a3bac15" providerId="ADAL" clId="{ECD42228-5B96-4A72-B268-C46DF994E6B7}" dt="2024-01-28T00:31:05.082" v="66663" actId="478"/>
          <ac:spMkLst>
            <pc:docMk/>
            <pc:sldMk cId="2785629372" sldId="1081"/>
            <ac:spMk id="19" creationId="{06A0A9C6-B2E4-41B5-8BCF-CA87D42A2D7E}"/>
          </ac:spMkLst>
        </pc:spChg>
        <pc:spChg chg="add del mod">
          <ac:chgData name="Palit, Tapti" userId="dec6fbcd-7598-406a-8cbf-504d4a3bac15" providerId="ADAL" clId="{ECD42228-5B96-4A72-B268-C46DF994E6B7}" dt="2024-01-28T00:31:05.082" v="66663" actId="478"/>
          <ac:spMkLst>
            <pc:docMk/>
            <pc:sldMk cId="2785629372" sldId="1081"/>
            <ac:spMk id="20" creationId="{61DE0BF2-7EC6-9DE3-1510-412BB96E8ED2}"/>
          </ac:spMkLst>
        </pc:spChg>
        <pc:spChg chg="add mod ord">
          <ac:chgData name="Palit, Tapti" userId="dec6fbcd-7598-406a-8cbf-504d4a3bac15" providerId="ADAL" clId="{ECD42228-5B96-4A72-B268-C46DF994E6B7}" dt="2024-01-29T16:30:45.840" v="80247" actId="6264"/>
          <ac:spMkLst>
            <pc:docMk/>
            <pc:sldMk cId="2785629372" sldId="1081"/>
            <ac:spMk id="21" creationId="{32625185-3DAE-0929-8EA4-61E67F2ECD4A}"/>
          </ac:spMkLst>
        </pc:spChg>
        <pc:spChg chg="add del mod">
          <ac:chgData name="Palit, Tapti" userId="dec6fbcd-7598-406a-8cbf-504d4a3bac15" providerId="ADAL" clId="{ECD42228-5B96-4A72-B268-C46DF994E6B7}" dt="2024-01-28T00:31:05.082" v="66663" actId="478"/>
          <ac:spMkLst>
            <pc:docMk/>
            <pc:sldMk cId="2785629372" sldId="1081"/>
            <ac:spMk id="22" creationId="{0C1A72FD-C670-4A74-81BD-224763B7C418}"/>
          </ac:spMkLst>
        </pc:spChg>
        <pc:spChg chg="add del mod">
          <ac:chgData name="Palit, Tapti" userId="dec6fbcd-7598-406a-8cbf-504d4a3bac15" providerId="ADAL" clId="{ECD42228-5B96-4A72-B268-C46DF994E6B7}" dt="2024-01-28T00:31:05.082" v="66663" actId="478"/>
          <ac:spMkLst>
            <pc:docMk/>
            <pc:sldMk cId="2785629372" sldId="1081"/>
            <ac:spMk id="23" creationId="{E6262256-35C1-4A21-BE50-F5B38D23999A}"/>
          </ac:spMkLst>
        </pc:spChg>
        <pc:spChg chg="add del mod">
          <ac:chgData name="Palit, Tapti" userId="dec6fbcd-7598-406a-8cbf-504d4a3bac15" providerId="ADAL" clId="{ECD42228-5B96-4A72-B268-C46DF994E6B7}" dt="2024-01-28T00:31:05.082" v="66663" actId="478"/>
          <ac:spMkLst>
            <pc:docMk/>
            <pc:sldMk cId="2785629372" sldId="1081"/>
            <ac:spMk id="24" creationId="{68F057E1-23EF-40B6-AB86-B134616394CF}"/>
          </ac:spMkLst>
        </pc:spChg>
        <pc:spChg chg="add mod">
          <ac:chgData name="Palit, Tapti" userId="dec6fbcd-7598-406a-8cbf-504d4a3bac15" providerId="ADAL" clId="{ECD42228-5B96-4A72-B268-C46DF994E6B7}" dt="2024-01-28T00:31:12.461" v="66664"/>
          <ac:spMkLst>
            <pc:docMk/>
            <pc:sldMk cId="2785629372" sldId="1081"/>
            <ac:spMk id="25" creationId="{4A0F224E-F3F3-BF3F-3AC5-78DE23E1E892}"/>
          </ac:spMkLst>
        </pc:spChg>
        <pc:spChg chg="add del mod">
          <ac:chgData name="Palit, Tapti" userId="dec6fbcd-7598-406a-8cbf-504d4a3bac15" providerId="ADAL" clId="{ECD42228-5B96-4A72-B268-C46DF994E6B7}" dt="2024-01-28T00:31:05.082" v="66663" actId="478"/>
          <ac:spMkLst>
            <pc:docMk/>
            <pc:sldMk cId="2785629372" sldId="1081"/>
            <ac:spMk id="26" creationId="{0D510B60-7EE0-43C8-9786-3FC26A4FE74C}"/>
          </ac:spMkLst>
        </pc:spChg>
        <pc:spChg chg="add del mod">
          <ac:chgData name="Palit, Tapti" userId="dec6fbcd-7598-406a-8cbf-504d4a3bac15" providerId="ADAL" clId="{ECD42228-5B96-4A72-B268-C46DF994E6B7}" dt="2024-01-28T00:31:05.082" v="66663" actId="478"/>
          <ac:spMkLst>
            <pc:docMk/>
            <pc:sldMk cId="2785629372" sldId="1081"/>
            <ac:spMk id="27" creationId="{8A1A6208-2157-CD15-D5AC-E6E77334A81E}"/>
          </ac:spMkLst>
        </pc:spChg>
        <pc:spChg chg="add del mod">
          <ac:chgData name="Palit, Tapti" userId="dec6fbcd-7598-406a-8cbf-504d4a3bac15" providerId="ADAL" clId="{ECD42228-5B96-4A72-B268-C46DF994E6B7}" dt="2024-01-28T00:31:05.082" v="66663" actId="478"/>
          <ac:spMkLst>
            <pc:docMk/>
            <pc:sldMk cId="2785629372" sldId="1081"/>
            <ac:spMk id="28" creationId="{13B582BF-147B-4622-B3F8-38480154EFEE}"/>
          </ac:spMkLst>
        </pc:spChg>
        <pc:spChg chg="add del mod">
          <ac:chgData name="Palit, Tapti" userId="dec6fbcd-7598-406a-8cbf-504d4a3bac15" providerId="ADAL" clId="{ECD42228-5B96-4A72-B268-C46DF994E6B7}" dt="2024-01-28T00:31:05.082" v="66663" actId="478"/>
          <ac:spMkLst>
            <pc:docMk/>
            <pc:sldMk cId="2785629372" sldId="1081"/>
            <ac:spMk id="29" creationId="{0B7E9A07-FF58-45D9-8E4B-A39F7A5A4DF1}"/>
          </ac:spMkLst>
        </pc:spChg>
        <pc:spChg chg="add del mod">
          <ac:chgData name="Palit, Tapti" userId="dec6fbcd-7598-406a-8cbf-504d4a3bac15" providerId="ADAL" clId="{ECD42228-5B96-4A72-B268-C46DF994E6B7}" dt="2024-01-28T00:31:05.082" v="66663" actId="478"/>
          <ac:spMkLst>
            <pc:docMk/>
            <pc:sldMk cId="2785629372" sldId="1081"/>
            <ac:spMk id="30" creationId="{60F1A4E0-89DB-434B-9A15-A7B1F8E25EF5}"/>
          </ac:spMkLst>
        </pc:spChg>
        <pc:spChg chg="add del mod">
          <ac:chgData name="Palit, Tapti" userId="dec6fbcd-7598-406a-8cbf-504d4a3bac15" providerId="ADAL" clId="{ECD42228-5B96-4A72-B268-C46DF994E6B7}" dt="2024-01-28T00:31:05.082" v="66663" actId="478"/>
          <ac:spMkLst>
            <pc:docMk/>
            <pc:sldMk cId="2785629372" sldId="1081"/>
            <ac:spMk id="31" creationId="{F6945C37-A7CF-4E9F-9BE6-26C2ABAE7308}"/>
          </ac:spMkLst>
        </pc:spChg>
        <pc:spChg chg="add mod">
          <ac:chgData name="Palit, Tapti" userId="dec6fbcd-7598-406a-8cbf-504d4a3bac15" providerId="ADAL" clId="{ECD42228-5B96-4A72-B268-C46DF994E6B7}" dt="2024-01-28T00:31:12.461" v="66664"/>
          <ac:spMkLst>
            <pc:docMk/>
            <pc:sldMk cId="2785629372" sldId="1081"/>
            <ac:spMk id="32" creationId="{A7FA7750-9D52-D1EC-ED76-ADE7DFB445B9}"/>
          </ac:spMkLst>
        </pc:spChg>
        <pc:spChg chg="add del mod">
          <ac:chgData name="Palit, Tapti" userId="dec6fbcd-7598-406a-8cbf-504d4a3bac15" providerId="ADAL" clId="{ECD42228-5B96-4A72-B268-C46DF994E6B7}" dt="2024-01-28T00:31:05.082" v="66663" actId="478"/>
          <ac:spMkLst>
            <pc:docMk/>
            <pc:sldMk cId="2785629372" sldId="1081"/>
            <ac:spMk id="34" creationId="{5CC58C33-D66B-C7E0-AAAD-56A50D3EA399}"/>
          </ac:spMkLst>
        </pc:spChg>
        <pc:spChg chg="add mod">
          <ac:chgData name="Palit, Tapti" userId="dec6fbcd-7598-406a-8cbf-504d4a3bac15" providerId="ADAL" clId="{ECD42228-5B96-4A72-B268-C46DF994E6B7}" dt="2024-01-28T00:31:12.461" v="66664"/>
          <ac:spMkLst>
            <pc:docMk/>
            <pc:sldMk cId="2785629372" sldId="1081"/>
            <ac:spMk id="39" creationId="{ADF66D1D-515F-4503-AFF4-C3216438CDAC}"/>
          </ac:spMkLst>
        </pc:spChg>
        <pc:spChg chg="add mod">
          <ac:chgData name="Palit, Tapti" userId="dec6fbcd-7598-406a-8cbf-504d4a3bac15" providerId="ADAL" clId="{ECD42228-5B96-4A72-B268-C46DF994E6B7}" dt="2024-01-28T00:31:12.461" v="66664"/>
          <ac:spMkLst>
            <pc:docMk/>
            <pc:sldMk cId="2785629372" sldId="1081"/>
            <ac:spMk id="40" creationId="{CF924DAE-0911-9EEE-8C92-CE0A6340E6E3}"/>
          </ac:spMkLst>
        </pc:spChg>
        <pc:spChg chg="add mod">
          <ac:chgData name="Palit, Tapti" userId="dec6fbcd-7598-406a-8cbf-504d4a3bac15" providerId="ADAL" clId="{ECD42228-5B96-4A72-B268-C46DF994E6B7}" dt="2024-01-28T00:31:12.461" v="66664"/>
          <ac:spMkLst>
            <pc:docMk/>
            <pc:sldMk cId="2785629372" sldId="1081"/>
            <ac:spMk id="41" creationId="{D00D79B6-FA8C-B60F-4AAE-5B5F97779C67}"/>
          </ac:spMkLst>
        </pc:spChg>
        <pc:spChg chg="add mod">
          <ac:chgData name="Palit, Tapti" userId="dec6fbcd-7598-406a-8cbf-504d4a3bac15" providerId="ADAL" clId="{ECD42228-5B96-4A72-B268-C46DF994E6B7}" dt="2024-01-28T00:31:12.461" v="66664"/>
          <ac:spMkLst>
            <pc:docMk/>
            <pc:sldMk cId="2785629372" sldId="1081"/>
            <ac:spMk id="42" creationId="{ADF4C6F3-F2F1-99B1-CEA3-9EFB0971A6E6}"/>
          </ac:spMkLst>
        </pc:spChg>
        <pc:spChg chg="add mod">
          <ac:chgData name="Palit, Tapti" userId="dec6fbcd-7598-406a-8cbf-504d4a3bac15" providerId="ADAL" clId="{ECD42228-5B96-4A72-B268-C46DF994E6B7}" dt="2024-01-28T00:31:12.461" v="66664"/>
          <ac:spMkLst>
            <pc:docMk/>
            <pc:sldMk cId="2785629372" sldId="1081"/>
            <ac:spMk id="43" creationId="{F50A7868-B8D0-EC18-63CA-BDBD18FF4A32}"/>
          </ac:spMkLst>
        </pc:spChg>
        <pc:spChg chg="add mod">
          <ac:chgData name="Palit, Tapti" userId="dec6fbcd-7598-406a-8cbf-504d4a3bac15" providerId="ADAL" clId="{ECD42228-5B96-4A72-B268-C46DF994E6B7}" dt="2024-01-28T00:31:12.461" v="66664"/>
          <ac:spMkLst>
            <pc:docMk/>
            <pc:sldMk cId="2785629372" sldId="1081"/>
            <ac:spMk id="44" creationId="{74531AC9-7D78-812A-E6CD-EF0B99216FCB}"/>
          </ac:spMkLst>
        </pc:spChg>
        <pc:spChg chg="add mod">
          <ac:chgData name="Palit, Tapti" userId="dec6fbcd-7598-406a-8cbf-504d4a3bac15" providerId="ADAL" clId="{ECD42228-5B96-4A72-B268-C46DF994E6B7}" dt="2024-01-28T00:31:12.461" v="66664"/>
          <ac:spMkLst>
            <pc:docMk/>
            <pc:sldMk cId="2785629372" sldId="1081"/>
            <ac:spMk id="45" creationId="{9B0D08DA-FED4-D66E-E6CE-E75D7C9F5FD0}"/>
          </ac:spMkLst>
        </pc:spChg>
        <pc:spChg chg="add mod">
          <ac:chgData name="Palit, Tapti" userId="dec6fbcd-7598-406a-8cbf-504d4a3bac15" providerId="ADAL" clId="{ECD42228-5B96-4A72-B268-C46DF994E6B7}" dt="2024-01-28T00:31:12.461" v="66664"/>
          <ac:spMkLst>
            <pc:docMk/>
            <pc:sldMk cId="2785629372" sldId="1081"/>
            <ac:spMk id="46" creationId="{D7A9ACD4-4DBC-B345-8D3C-0D9527DF9665}"/>
          </ac:spMkLst>
        </pc:spChg>
        <pc:spChg chg="add mod">
          <ac:chgData name="Palit, Tapti" userId="dec6fbcd-7598-406a-8cbf-504d4a3bac15" providerId="ADAL" clId="{ECD42228-5B96-4A72-B268-C46DF994E6B7}" dt="2024-01-29T16:33:03.639" v="80399" actId="20577"/>
          <ac:spMkLst>
            <pc:docMk/>
            <pc:sldMk cId="2785629372" sldId="1081"/>
            <ac:spMk id="47" creationId="{087A029F-CF91-588F-C68D-FD7FDA669E6C}"/>
          </ac:spMkLst>
        </pc:spChg>
        <pc:spChg chg="add mod">
          <ac:chgData name="Palit, Tapti" userId="dec6fbcd-7598-406a-8cbf-504d4a3bac15" providerId="ADAL" clId="{ECD42228-5B96-4A72-B268-C46DF994E6B7}" dt="2024-01-28T00:31:12.461" v="66664"/>
          <ac:spMkLst>
            <pc:docMk/>
            <pc:sldMk cId="2785629372" sldId="1081"/>
            <ac:spMk id="48" creationId="{33E81A2D-E315-797D-F112-626485AAE954}"/>
          </ac:spMkLst>
        </pc:spChg>
        <pc:spChg chg="add mod">
          <ac:chgData name="Palit, Tapti" userId="dec6fbcd-7598-406a-8cbf-504d4a3bac15" providerId="ADAL" clId="{ECD42228-5B96-4A72-B268-C46DF994E6B7}" dt="2024-01-28T00:31:12.461" v="66664"/>
          <ac:spMkLst>
            <pc:docMk/>
            <pc:sldMk cId="2785629372" sldId="1081"/>
            <ac:spMk id="49" creationId="{D36105DC-EACB-6913-1B39-9B24335E8F03}"/>
          </ac:spMkLst>
        </pc:spChg>
        <pc:spChg chg="add mod">
          <ac:chgData name="Palit, Tapti" userId="dec6fbcd-7598-406a-8cbf-504d4a3bac15" providerId="ADAL" clId="{ECD42228-5B96-4A72-B268-C46DF994E6B7}" dt="2024-01-29T16:33:35.676" v="80466" actId="20577"/>
          <ac:spMkLst>
            <pc:docMk/>
            <pc:sldMk cId="2785629372" sldId="1081"/>
            <ac:spMk id="50" creationId="{89623375-7E6E-B994-A51D-EA09B938E78B}"/>
          </ac:spMkLst>
        </pc:spChg>
        <pc:spChg chg="add mod">
          <ac:chgData name="Palit, Tapti" userId="dec6fbcd-7598-406a-8cbf-504d4a3bac15" providerId="ADAL" clId="{ECD42228-5B96-4A72-B268-C46DF994E6B7}" dt="2024-01-28T00:31:12.461" v="66664"/>
          <ac:spMkLst>
            <pc:docMk/>
            <pc:sldMk cId="2785629372" sldId="1081"/>
            <ac:spMk id="52" creationId="{499560DB-9F16-247A-8B21-8EFE0D241AD1}"/>
          </ac:spMkLst>
        </pc:spChg>
        <pc:spChg chg="add del mod">
          <ac:chgData name="Palit, Tapti" userId="dec6fbcd-7598-406a-8cbf-504d4a3bac15" providerId="ADAL" clId="{ECD42228-5B96-4A72-B268-C46DF994E6B7}" dt="2024-01-28T00:31:05.082" v="66663" actId="478"/>
          <ac:spMkLst>
            <pc:docMk/>
            <pc:sldMk cId="2785629372" sldId="1081"/>
            <ac:spMk id="53" creationId="{5F3551C2-0A7C-4023-B344-41C4D2A06445}"/>
          </ac:spMkLst>
        </pc:spChg>
        <pc:spChg chg="add mod">
          <ac:chgData name="Palit, Tapti" userId="dec6fbcd-7598-406a-8cbf-504d4a3bac15" providerId="ADAL" clId="{ECD42228-5B96-4A72-B268-C46DF994E6B7}" dt="2024-01-28T00:31:12.461" v="66664"/>
          <ac:spMkLst>
            <pc:docMk/>
            <pc:sldMk cId="2785629372" sldId="1081"/>
            <ac:spMk id="54" creationId="{67E85A66-A19D-9982-C88E-232F1C74032E}"/>
          </ac:spMkLst>
        </pc:spChg>
        <pc:spChg chg="add mod">
          <ac:chgData name="Palit, Tapti" userId="dec6fbcd-7598-406a-8cbf-504d4a3bac15" providerId="ADAL" clId="{ECD42228-5B96-4A72-B268-C46DF994E6B7}" dt="2024-01-28T00:31:12.461" v="66664"/>
          <ac:spMkLst>
            <pc:docMk/>
            <pc:sldMk cId="2785629372" sldId="1081"/>
            <ac:spMk id="55" creationId="{CB9AD282-726E-DCAF-0E23-F9D9D9846A93}"/>
          </ac:spMkLst>
        </pc:spChg>
        <pc:spChg chg="add mod">
          <ac:chgData name="Palit, Tapti" userId="dec6fbcd-7598-406a-8cbf-504d4a3bac15" providerId="ADAL" clId="{ECD42228-5B96-4A72-B268-C46DF994E6B7}" dt="2024-01-28T00:31:12.461" v="66664"/>
          <ac:spMkLst>
            <pc:docMk/>
            <pc:sldMk cId="2785629372" sldId="1081"/>
            <ac:spMk id="57" creationId="{01185A40-2630-4073-15DB-CD7860D4B02E}"/>
          </ac:spMkLst>
        </pc:spChg>
        <pc:spChg chg="add mod">
          <ac:chgData name="Palit, Tapti" userId="dec6fbcd-7598-406a-8cbf-504d4a3bac15" providerId="ADAL" clId="{ECD42228-5B96-4A72-B268-C46DF994E6B7}" dt="2024-01-28T00:31:12.461" v="66664"/>
          <ac:spMkLst>
            <pc:docMk/>
            <pc:sldMk cId="2785629372" sldId="1081"/>
            <ac:spMk id="59" creationId="{FBDE6730-5F23-F49C-56FD-9CCD5C68F9B1}"/>
          </ac:spMkLst>
        </pc:spChg>
        <pc:spChg chg="add mod">
          <ac:chgData name="Palit, Tapti" userId="dec6fbcd-7598-406a-8cbf-504d4a3bac15" providerId="ADAL" clId="{ECD42228-5B96-4A72-B268-C46DF994E6B7}" dt="2024-01-28T00:31:12.461" v="66664"/>
          <ac:spMkLst>
            <pc:docMk/>
            <pc:sldMk cId="2785629372" sldId="1081"/>
            <ac:spMk id="60" creationId="{7B4FA05F-4638-4999-5D1E-C99AAEEDA8BB}"/>
          </ac:spMkLst>
        </pc:spChg>
        <pc:spChg chg="add del mod">
          <ac:chgData name="Palit, Tapti" userId="dec6fbcd-7598-406a-8cbf-504d4a3bac15" providerId="ADAL" clId="{ECD42228-5B96-4A72-B268-C46DF994E6B7}" dt="2024-01-28T22:19:55.334" v="69758" actId="478"/>
          <ac:spMkLst>
            <pc:docMk/>
            <pc:sldMk cId="2785629372" sldId="1081"/>
            <ac:spMk id="62" creationId="{20925C23-21B9-EDEF-C0AF-DC841648BA2A}"/>
          </ac:spMkLst>
        </pc:spChg>
        <pc:spChg chg="add del mod">
          <ac:chgData name="Palit, Tapti" userId="dec6fbcd-7598-406a-8cbf-504d4a3bac15" providerId="ADAL" clId="{ECD42228-5B96-4A72-B268-C46DF994E6B7}" dt="2024-01-28T22:19:59.105" v="69760" actId="478"/>
          <ac:spMkLst>
            <pc:docMk/>
            <pc:sldMk cId="2785629372" sldId="1081"/>
            <ac:spMk id="63" creationId="{2C91C9F0-1FCC-7F2E-E053-A694FD190860}"/>
          </ac:spMkLst>
        </pc:spChg>
        <pc:spChg chg="add mod">
          <ac:chgData name="Palit, Tapti" userId="dec6fbcd-7598-406a-8cbf-504d4a3bac15" providerId="ADAL" clId="{ECD42228-5B96-4A72-B268-C46DF994E6B7}" dt="2024-01-29T16:33:05.160" v="80400" actId="20577"/>
          <ac:spMkLst>
            <pc:docMk/>
            <pc:sldMk cId="2785629372" sldId="1081"/>
            <ac:spMk id="64" creationId="{2B865E49-605F-8A4D-A3DB-C2891EDAC621}"/>
          </ac:spMkLst>
        </pc:spChg>
        <pc:cxnChg chg="add del mod">
          <ac:chgData name="Palit, Tapti" userId="dec6fbcd-7598-406a-8cbf-504d4a3bac15" providerId="ADAL" clId="{ECD42228-5B96-4A72-B268-C46DF994E6B7}" dt="2024-01-28T00:31:05.082" v="66663" actId="478"/>
          <ac:cxnSpMkLst>
            <pc:docMk/>
            <pc:sldMk cId="2785629372" sldId="1081"/>
            <ac:cxnSpMk id="7" creationId="{BF737232-2317-413E-82A3-2A253AE8F44C}"/>
          </ac:cxnSpMkLst>
        </pc:cxnChg>
        <pc:cxnChg chg="add del mod">
          <ac:chgData name="Palit, Tapti" userId="dec6fbcd-7598-406a-8cbf-504d4a3bac15" providerId="ADAL" clId="{ECD42228-5B96-4A72-B268-C46DF994E6B7}" dt="2024-01-28T00:31:05.082" v="66663" actId="478"/>
          <ac:cxnSpMkLst>
            <pc:docMk/>
            <pc:sldMk cId="2785629372" sldId="1081"/>
            <ac:cxnSpMk id="8" creationId="{4FD5DFC4-65C0-4D58-A98C-FFF55BDF0576}"/>
          </ac:cxnSpMkLst>
        </pc:cxnChg>
        <pc:cxnChg chg="add del mod">
          <ac:chgData name="Palit, Tapti" userId="dec6fbcd-7598-406a-8cbf-504d4a3bac15" providerId="ADAL" clId="{ECD42228-5B96-4A72-B268-C46DF994E6B7}" dt="2024-01-28T00:31:05.082" v="66663" actId="478"/>
          <ac:cxnSpMkLst>
            <pc:docMk/>
            <pc:sldMk cId="2785629372" sldId="1081"/>
            <ac:cxnSpMk id="9" creationId="{08C418AE-18C7-4162-BA3B-F434EB4FCDF1}"/>
          </ac:cxnSpMkLst>
        </pc:cxnChg>
        <pc:cxnChg chg="add del mod">
          <ac:chgData name="Palit, Tapti" userId="dec6fbcd-7598-406a-8cbf-504d4a3bac15" providerId="ADAL" clId="{ECD42228-5B96-4A72-B268-C46DF994E6B7}" dt="2024-01-28T00:31:05.082" v="66663" actId="478"/>
          <ac:cxnSpMkLst>
            <pc:docMk/>
            <pc:sldMk cId="2785629372" sldId="1081"/>
            <ac:cxnSpMk id="10" creationId="{93A8CB59-F4C0-4C57-BB8D-C32B26E19135}"/>
          </ac:cxnSpMkLst>
        </pc:cxnChg>
        <pc:cxnChg chg="add del mod">
          <ac:chgData name="Palit, Tapti" userId="dec6fbcd-7598-406a-8cbf-504d4a3bac15" providerId="ADAL" clId="{ECD42228-5B96-4A72-B268-C46DF994E6B7}" dt="2024-01-28T00:31:05.082" v="66663" actId="478"/>
          <ac:cxnSpMkLst>
            <pc:docMk/>
            <pc:sldMk cId="2785629372" sldId="1081"/>
            <ac:cxnSpMk id="11" creationId="{5E49B63A-C121-40B1-9CEC-61127E41955A}"/>
          </ac:cxnSpMkLst>
        </pc:cxnChg>
        <pc:cxnChg chg="add del mod">
          <ac:chgData name="Palit, Tapti" userId="dec6fbcd-7598-406a-8cbf-504d4a3bac15" providerId="ADAL" clId="{ECD42228-5B96-4A72-B268-C46DF994E6B7}" dt="2024-01-28T00:31:05.082" v="66663" actId="478"/>
          <ac:cxnSpMkLst>
            <pc:docMk/>
            <pc:sldMk cId="2785629372" sldId="1081"/>
            <ac:cxnSpMk id="12" creationId="{7F95D869-6383-4667-8811-82DC00BC9A74}"/>
          </ac:cxnSpMkLst>
        </pc:cxnChg>
        <pc:cxnChg chg="add mod">
          <ac:chgData name="Palit, Tapti" userId="dec6fbcd-7598-406a-8cbf-504d4a3bac15" providerId="ADAL" clId="{ECD42228-5B96-4A72-B268-C46DF994E6B7}" dt="2024-01-28T00:31:12.461" v="66664"/>
          <ac:cxnSpMkLst>
            <pc:docMk/>
            <pc:sldMk cId="2785629372" sldId="1081"/>
            <ac:cxnSpMk id="33" creationId="{F2C412A3-8125-67A9-E49D-F17909835AFA}"/>
          </ac:cxnSpMkLst>
        </pc:cxnChg>
        <pc:cxnChg chg="add mod">
          <ac:chgData name="Palit, Tapti" userId="dec6fbcd-7598-406a-8cbf-504d4a3bac15" providerId="ADAL" clId="{ECD42228-5B96-4A72-B268-C46DF994E6B7}" dt="2024-01-28T00:31:12.461" v="66664"/>
          <ac:cxnSpMkLst>
            <pc:docMk/>
            <pc:sldMk cId="2785629372" sldId="1081"/>
            <ac:cxnSpMk id="35" creationId="{56A4936B-832B-58A3-C125-9EDD12F0FB9D}"/>
          </ac:cxnSpMkLst>
        </pc:cxnChg>
        <pc:cxnChg chg="add mod">
          <ac:chgData name="Palit, Tapti" userId="dec6fbcd-7598-406a-8cbf-504d4a3bac15" providerId="ADAL" clId="{ECD42228-5B96-4A72-B268-C46DF994E6B7}" dt="2024-01-28T00:31:12.461" v="66664"/>
          <ac:cxnSpMkLst>
            <pc:docMk/>
            <pc:sldMk cId="2785629372" sldId="1081"/>
            <ac:cxnSpMk id="36" creationId="{0D3FDA1E-AFD6-D003-0D52-764A08EA00DC}"/>
          </ac:cxnSpMkLst>
        </pc:cxnChg>
        <pc:cxnChg chg="add mod">
          <ac:chgData name="Palit, Tapti" userId="dec6fbcd-7598-406a-8cbf-504d4a3bac15" providerId="ADAL" clId="{ECD42228-5B96-4A72-B268-C46DF994E6B7}" dt="2024-01-28T00:31:12.461" v="66664"/>
          <ac:cxnSpMkLst>
            <pc:docMk/>
            <pc:sldMk cId="2785629372" sldId="1081"/>
            <ac:cxnSpMk id="37" creationId="{7E079BD3-B9A2-0EB0-15ED-6B1096D578C2}"/>
          </ac:cxnSpMkLst>
        </pc:cxnChg>
        <pc:cxnChg chg="add mod">
          <ac:chgData name="Palit, Tapti" userId="dec6fbcd-7598-406a-8cbf-504d4a3bac15" providerId="ADAL" clId="{ECD42228-5B96-4A72-B268-C46DF994E6B7}" dt="2024-01-28T00:31:12.461" v="66664"/>
          <ac:cxnSpMkLst>
            <pc:docMk/>
            <pc:sldMk cId="2785629372" sldId="1081"/>
            <ac:cxnSpMk id="38" creationId="{CCAD65E3-6CFD-6825-E5B6-354D381C7132}"/>
          </ac:cxnSpMkLst>
        </pc:cxnChg>
        <pc:cxnChg chg="add del mod">
          <ac:chgData name="Palit, Tapti" userId="dec6fbcd-7598-406a-8cbf-504d4a3bac15" providerId="ADAL" clId="{ECD42228-5B96-4A72-B268-C46DF994E6B7}" dt="2024-01-28T00:31:05.082" v="66663" actId="478"/>
          <ac:cxnSpMkLst>
            <pc:docMk/>
            <pc:sldMk cId="2785629372" sldId="1081"/>
            <ac:cxnSpMk id="51" creationId="{33C3BFE4-44CD-422A-B063-14885FBCC713}"/>
          </ac:cxnSpMkLst>
        </pc:cxnChg>
        <pc:cxnChg chg="add mod">
          <ac:chgData name="Palit, Tapti" userId="dec6fbcd-7598-406a-8cbf-504d4a3bac15" providerId="ADAL" clId="{ECD42228-5B96-4A72-B268-C46DF994E6B7}" dt="2024-01-28T00:31:12.461" v="66664"/>
          <ac:cxnSpMkLst>
            <pc:docMk/>
            <pc:sldMk cId="2785629372" sldId="1081"/>
            <ac:cxnSpMk id="56" creationId="{F11FBE40-55A2-B40F-8150-9C245B1E0620}"/>
          </ac:cxnSpMkLst>
        </pc:cxnChg>
        <pc:cxnChg chg="add mod">
          <ac:chgData name="Palit, Tapti" userId="dec6fbcd-7598-406a-8cbf-504d4a3bac15" providerId="ADAL" clId="{ECD42228-5B96-4A72-B268-C46DF994E6B7}" dt="2024-01-28T00:31:12.461" v="66664"/>
          <ac:cxnSpMkLst>
            <pc:docMk/>
            <pc:sldMk cId="2785629372" sldId="1081"/>
            <ac:cxnSpMk id="58" creationId="{3EAF1874-8965-6E23-DF1E-9DEC687C541B}"/>
          </ac:cxnSpMkLst>
        </pc:cxnChg>
        <pc:cxnChg chg="add del mod">
          <ac:chgData name="Palit, Tapti" userId="dec6fbcd-7598-406a-8cbf-504d4a3bac15" providerId="ADAL" clId="{ECD42228-5B96-4A72-B268-C46DF994E6B7}" dt="2024-01-28T22:19:57.239" v="69759" actId="478"/>
          <ac:cxnSpMkLst>
            <pc:docMk/>
            <pc:sldMk cId="2785629372" sldId="1081"/>
            <ac:cxnSpMk id="61" creationId="{14A1EC5F-ABE2-41AB-F7FD-498966C82013}"/>
          </ac:cxnSpMkLst>
        </pc:cxnChg>
      </pc:sldChg>
      <pc:sldChg chg="add mod modShow">
        <pc:chgData name="Palit, Tapti" userId="dec6fbcd-7598-406a-8cbf-504d4a3bac15" providerId="ADAL" clId="{ECD42228-5B96-4A72-B268-C46DF994E6B7}" dt="2024-01-28T22:21:43.612" v="69828" actId="729"/>
        <pc:sldMkLst>
          <pc:docMk/>
          <pc:sldMk cId="2237106757" sldId="1082"/>
        </pc:sldMkLst>
      </pc:sldChg>
      <pc:sldChg chg="addSp delSp modSp add del mod delAnim modAnim">
        <pc:chgData name="Palit, Tapti" userId="dec6fbcd-7598-406a-8cbf-504d4a3bac15" providerId="ADAL" clId="{ECD42228-5B96-4A72-B268-C46DF994E6B7}" dt="2024-01-28T22:21:31.304" v="69826" actId="2696"/>
        <pc:sldMkLst>
          <pc:docMk/>
          <pc:sldMk cId="2838625691" sldId="1082"/>
        </pc:sldMkLst>
        <pc:spChg chg="mod">
          <ac:chgData name="Palit, Tapti" userId="dec6fbcd-7598-406a-8cbf-504d4a3bac15" providerId="ADAL" clId="{ECD42228-5B96-4A72-B268-C46DF994E6B7}" dt="2024-01-28T00:38:33.151" v="67000" actId="20577"/>
          <ac:spMkLst>
            <pc:docMk/>
            <pc:sldMk cId="2838625691" sldId="1082"/>
            <ac:spMk id="2" creationId="{97543FA6-E7B5-E241-CCE1-930887A4059D}"/>
          </ac:spMkLst>
        </pc:spChg>
        <pc:spChg chg="mod">
          <ac:chgData name="Palit, Tapti" userId="dec6fbcd-7598-406a-8cbf-504d4a3bac15" providerId="ADAL" clId="{ECD42228-5B96-4A72-B268-C46DF994E6B7}" dt="2024-01-28T00:36:31.722" v="66897" actId="5793"/>
          <ac:spMkLst>
            <pc:docMk/>
            <pc:sldMk cId="2838625691" sldId="1082"/>
            <ac:spMk id="5" creationId="{3F13B49F-643F-6906-A210-A6CF19D3BE08}"/>
          </ac:spMkLst>
        </pc:spChg>
        <pc:spChg chg="add mod">
          <ac:chgData name="Palit, Tapti" userId="dec6fbcd-7598-406a-8cbf-504d4a3bac15" providerId="ADAL" clId="{ECD42228-5B96-4A72-B268-C46DF994E6B7}" dt="2024-01-28T00:27:20.108" v="66658" actId="1036"/>
          <ac:spMkLst>
            <pc:docMk/>
            <pc:sldMk cId="2838625691" sldId="1082"/>
            <ac:spMk id="25" creationId="{8A1A6208-2157-CD15-D5AC-E6E77334A81E}"/>
          </ac:spMkLst>
        </pc:spChg>
        <pc:spChg chg="del">
          <ac:chgData name="Palit, Tapti" userId="dec6fbcd-7598-406a-8cbf-504d4a3bac15" providerId="ADAL" clId="{ECD42228-5B96-4A72-B268-C46DF994E6B7}" dt="2024-01-28T00:26:30.067" v="66635" actId="21"/>
          <ac:spMkLst>
            <pc:docMk/>
            <pc:sldMk cId="2838625691" sldId="1082"/>
            <ac:spMk id="27" creationId="{8A1A6208-2157-CD15-D5AC-E6E77334A81E}"/>
          </ac:spMkLst>
        </pc:spChg>
        <pc:spChg chg="add mod">
          <ac:chgData name="Palit, Tapti" userId="dec6fbcd-7598-406a-8cbf-504d4a3bac15" providerId="ADAL" clId="{ECD42228-5B96-4A72-B268-C46DF994E6B7}" dt="2024-01-28T00:27:20.108" v="66658" actId="1036"/>
          <ac:spMkLst>
            <pc:docMk/>
            <pc:sldMk cId="2838625691" sldId="1082"/>
            <ac:spMk id="32" creationId="{5CC58C33-D66B-C7E0-AAAD-56A50D3EA399}"/>
          </ac:spMkLst>
        </pc:spChg>
        <pc:spChg chg="del">
          <ac:chgData name="Palit, Tapti" userId="dec6fbcd-7598-406a-8cbf-504d4a3bac15" providerId="ADAL" clId="{ECD42228-5B96-4A72-B268-C46DF994E6B7}" dt="2024-01-28T00:26:30.067" v="66635" actId="21"/>
          <ac:spMkLst>
            <pc:docMk/>
            <pc:sldMk cId="2838625691" sldId="1082"/>
            <ac:spMk id="34" creationId="{5CC58C33-D66B-C7E0-AAAD-56A50D3EA399}"/>
          </ac:spMkLst>
        </pc:spChg>
        <pc:spChg chg="add mod">
          <ac:chgData name="Palit, Tapti" userId="dec6fbcd-7598-406a-8cbf-504d4a3bac15" providerId="ADAL" clId="{ECD42228-5B96-4A72-B268-C46DF994E6B7}" dt="2024-01-28T00:27:00.489" v="66647" actId="1076"/>
          <ac:spMkLst>
            <pc:docMk/>
            <pc:sldMk cId="2838625691" sldId="1082"/>
            <ac:spMk id="35" creationId="{57BB983C-D4B0-62F5-78C6-5692279807E7}"/>
          </ac:spMkLst>
        </pc:spChg>
        <pc:spChg chg="add mod">
          <ac:chgData name="Palit, Tapti" userId="dec6fbcd-7598-406a-8cbf-504d4a3bac15" providerId="ADAL" clId="{ECD42228-5B96-4A72-B268-C46DF994E6B7}" dt="2024-01-28T00:27:00.489" v="66647" actId="1076"/>
          <ac:spMkLst>
            <pc:docMk/>
            <pc:sldMk cId="2838625691" sldId="1082"/>
            <ac:spMk id="36" creationId="{6AEE5BAA-18C0-0209-9942-B7CCEB5D2EBC}"/>
          </ac:spMkLst>
        </pc:spChg>
        <pc:spChg chg="add mod">
          <ac:chgData name="Palit, Tapti" userId="dec6fbcd-7598-406a-8cbf-504d4a3bac15" providerId="ADAL" clId="{ECD42228-5B96-4A72-B268-C46DF994E6B7}" dt="2024-01-28T00:37:45.407" v="66922" actId="14100"/>
          <ac:spMkLst>
            <pc:docMk/>
            <pc:sldMk cId="2838625691" sldId="1082"/>
            <ac:spMk id="37" creationId="{80F92C5A-80D9-B70F-BE54-BBE24765989B}"/>
          </ac:spMkLst>
        </pc:spChg>
        <pc:spChg chg="add mod">
          <ac:chgData name="Palit, Tapti" userId="dec6fbcd-7598-406a-8cbf-504d4a3bac15" providerId="ADAL" clId="{ECD42228-5B96-4A72-B268-C46DF994E6B7}" dt="2024-01-28T00:37:57.674" v="66924" actId="1076"/>
          <ac:spMkLst>
            <pc:docMk/>
            <pc:sldMk cId="2838625691" sldId="1082"/>
            <ac:spMk id="38" creationId="{B71C0A23-86FB-D719-B177-F25E712A3155}"/>
          </ac:spMkLst>
        </pc:spChg>
        <pc:spChg chg="add mod">
          <ac:chgData name="Palit, Tapti" userId="dec6fbcd-7598-406a-8cbf-504d4a3bac15" providerId="ADAL" clId="{ECD42228-5B96-4A72-B268-C46DF994E6B7}" dt="2024-01-28T00:38:11.891" v="66926" actId="1076"/>
          <ac:spMkLst>
            <pc:docMk/>
            <pc:sldMk cId="2838625691" sldId="1082"/>
            <ac:spMk id="39" creationId="{376039E3-C4F3-2AD0-C679-5E3884894705}"/>
          </ac:spMkLst>
        </pc:spChg>
        <pc:cxnChg chg="del mod">
          <ac:chgData name="Palit, Tapti" userId="dec6fbcd-7598-406a-8cbf-504d4a3bac15" providerId="ADAL" clId="{ECD42228-5B96-4A72-B268-C46DF994E6B7}" dt="2024-01-28T00:26:30.067" v="66635" actId="21"/>
          <ac:cxnSpMkLst>
            <pc:docMk/>
            <pc:sldMk cId="2838625691" sldId="1082"/>
            <ac:cxnSpMk id="7" creationId="{BF737232-2317-413E-82A3-2A253AE8F44C}"/>
          </ac:cxnSpMkLst>
        </pc:cxnChg>
        <pc:cxnChg chg="add mod">
          <ac:chgData name="Palit, Tapti" userId="dec6fbcd-7598-406a-8cbf-504d4a3bac15" providerId="ADAL" clId="{ECD42228-5B96-4A72-B268-C46DF994E6B7}" dt="2024-01-28T00:27:20.108" v="66658" actId="1036"/>
          <ac:cxnSpMkLst>
            <pc:docMk/>
            <pc:sldMk cId="2838625691" sldId="1082"/>
            <ac:cxnSpMk id="21" creationId="{BF737232-2317-413E-82A3-2A253AE8F44C}"/>
          </ac:cxnSpMkLst>
        </pc:cxnChg>
        <pc:cxnChg chg="add mod">
          <ac:chgData name="Palit, Tapti" userId="dec6fbcd-7598-406a-8cbf-504d4a3bac15" providerId="ADAL" clId="{ECD42228-5B96-4A72-B268-C46DF994E6B7}" dt="2024-01-28T00:27:00.489" v="66647" actId="1076"/>
          <ac:cxnSpMkLst>
            <pc:docMk/>
            <pc:sldMk cId="2838625691" sldId="1082"/>
            <ac:cxnSpMk id="33" creationId="{19AE9DF2-6C49-5296-F9C6-CCCD9251A7DB}"/>
          </ac:cxnSpMkLst>
        </pc:cxnChg>
      </pc:sldChg>
      <pc:sldChg chg="delSp add del mod delAnim modShow addCm modCm">
        <pc:chgData name="Palit, Tapti" userId="dec6fbcd-7598-406a-8cbf-504d4a3bac15" providerId="ADAL" clId="{ECD42228-5B96-4A72-B268-C46DF994E6B7}" dt="2024-01-28T04:07:02.607" v="67587" actId="2696"/>
        <pc:sldMkLst>
          <pc:docMk/>
          <pc:sldMk cId="195114622" sldId="1083"/>
        </pc:sldMkLst>
        <pc:picChg chg="del">
          <ac:chgData name="Palit, Tapti" userId="dec6fbcd-7598-406a-8cbf-504d4a3bac15" providerId="ADAL" clId="{ECD42228-5B96-4A72-B268-C46DF994E6B7}" dt="2024-01-28T02:54:10.536" v="67436" actId="478"/>
          <ac:picMkLst>
            <pc:docMk/>
            <pc:sldMk cId="195114622" sldId="1083"/>
            <ac:picMk id="5" creationId="{F59E0D9B-43A9-F0CE-F3CB-34C8FC9DB918}"/>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3:45:39.024" v="67438"/>
              <pc2:cmMkLst xmlns:pc2="http://schemas.microsoft.com/office/powerpoint/2019/9/main/command">
                <pc:docMk/>
                <pc:sldMk cId="195114622" sldId="1083"/>
                <pc2:cmMk id="{0DB4A79A-08EF-47FA-81C2-6CB2783D3BE4}"/>
              </pc2:cmMkLst>
              <pc226:cmRplyChg chg="add">
                <pc226:chgData name="Palit, Tapti" userId="dec6fbcd-7598-406a-8cbf-504d4a3bac15" providerId="ADAL" clId="{ECD42228-5B96-4A72-B268-C46DF994E6B7}" dt="2024-01-28T03:45:39.024" v="67438"/>
                <pc2:cmRplyMkLst xmlns:pc2="http://schemas.microsoft.com/office/powerpoint/2019/9/main/command">
                  <pc:docMk/>
                  <pc:sldMk cId="195114622" sldId="1083"/>
                  <pc2:cmMk id="{0DB4A79A-08EF-47FA-81C2-6CB2783D3BE4}"/>
                  <pc2:cmRplyMk id="{6CE1DC8F-1A15-4FD8-8EF8-428DEF061EB3}"/>
                </pc2:cmRplyMkLst>
              </pc226:cmRplyChg>
            </pc226:cmChg>
          </p:ext>
        </pc:extLst>
      </pc:sldChg>
      <pc:sldChg chg="add del mod modShow">
        <pc:chgData name="Palit, Tapti" userId="dec6fbcd-7598-406a-8cbf-504d4a3bac15" providerId="ADAL" clId="{ECD42228-5B96-4A72-B268-C46DF994E6B7}" dt="2024-01-28T02:28:27.702" v="67401" actId="2696"/>
        <pc:sldMkLst>
          <pc:docMk/>
          <pc:sldMk cId="4055910281" sldId="1083"/>
        </pc:sldMkLst>
      </pc:sldChg>
      <pc:sldChg chg="modSp add del modAnim">
        <pc:chgData name="Palit, Tapti" userId="dec6fbcd-7598-406a-8cbf-504d4a3bac15" providerId="ADAL" clId="{ECD42228-5B96-4A72-B268-C46DF994E6B7}" dt="2024-01-28T22:05:21.265" v="69570" actId="2696"/>
        <pc:sldMkLst>
          <pc:docMk/>
          <pc:sldMk cId="14951157" sldId="1084"/>
        </pc:sldMkLst>
        <pc:spChg chg="mod">
          <ac:chgData name="Palit, Tapti" userId="dec6fbcd-7598-406a-8cbf-504d4a3bac15" providerId="ADAL" clId="{ECD42228-5B96-4A72-B268-C46DF994E6B7}" dt="2024-01-28T00:57:44.849" v="67152"/>
          <ac:spMkLst>
            <pc:docMk/>
            <pc:sldMk cId="14951157" sldId="1084"/>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043128713" sldId="1084"/>
        </pc:sldMkLst>
      </pc:sldChg>
      <pc:sldChg chg="modSp add del modAnim">
        <pc:chgData name="Palit, Tapti" userId="dec6fbcd-7598-406a-8cbf-504d4a3bac15" providerId="ADAL" clId="{ECD42228-5B96-4A72-B268-C46DF994E6B7}" dt="2024-01-28T22:05:21.265" v="69570" actId="2696"/>
        <pc:sldMkLst>
          <pc:docMk/>
          <pc:sldMk cId="614089123" sldId="1085"/>
        </pc:sldMkLst>
        <pc:spChg chg="mod">
          <ac:chgData name="Palit, Tapti" userId="dec6fbcd-7598-406a-8cbf-504d4a3bac15" providerId="ADAL" clId="{ECD42228-5B96-4A72-B268-C46DF994E6B7}" dt="2024-01-28T00:57:37.881" v="67151"/>
          <ac:spMkLst>
            <pc:docMk/>
            <pc:sldMk cId="614089123" sldId="1085"/>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608836401" sldId="1085"/>
        </pc:sldMkLst>
      </pc:sldChg>
      <pc:sldChg chg="add del">
        <pc:chgData name="Palit, Tapti" userId="dec6fbcd-7598-406a-8cbf-504d4a3bac15" providerId="ADAL" clId="{ECD42228-5B96-4A72-B268-C46DF994E6B7}" dt="2024-01-28T19:49:55.813" v="68603" actId="2696"/>
        <pc:sldMkLst>
          <pc:docMk/>
          <pc:sldMk cId="2384756536" sldId="1086"/>
        </pc:sldMkLst>
      </pc:sldChg>
      <pc:sldChg chg="add mod modShow">
        <pc:chgData name="Palit, Tapti" userId="dec6fbcd-7598-406a-8cbf-504d4a3bac15" providerId="ADAL" clId="{ECD42228-5B96-4A72-B268-C46DF994E6B7}" dt="2024-01-28T19:50:02.989" v="68605" actId="729"/>
        <pc:sldMkLst>
          <pc:docMk/>
          <pc:sldMk cId="2876118443" sldId="1086"/>
        </pc:sldMkLst>
      </pc:sldChg>
      <pc:sldChg chg="addSp delSp modSp new mod delAnim modAnim modNotesTx">
        <pc:chgData name="Palit, Tapti" userId="dec6fbcd-7598-406a-8cbf-504d4a3bac15" providerId="ADAL" clId="{ECD42228-5B96-4A72-B268-C46DF994E6B7}" dt="2024-02-07T01:34:24.033" v="99044" actId="20577"/>
        <pc:sldMkLst>
          <pc:docMk/>
          <pc:sldMk cId="2192467322" sldId="1087"/>
        </pc:sldMkLst>
        <pc:spChg chg="del">
          <ac:chgData name="Palit, Tapti" userId="dec6fbcd-7598-406a-8cbf-504d4a3bac15" providerId="ADAL" clId="{ECD42228-5B96-4A72-B268-C46DF994E6B7}" dt="2024-01-29T02:52:28.123" v="74747" actId="478"/>
          <ac:spMkLst>
            <pc:docMk/>
            <pc:sldMk cId="2192467322" sldId="1087"/>
            <ac:spMk id="2" creationId="{E5DA81BC-96CA-5D37-4215-5865EA40BD7B}"/>
          </ac:spMkLst>
        </pc:spChg>
        <pc:spChg chg="mod">
          <ac:chgData name="Palit, Tapti" userId="dec6fbcd-7598-406a-8cbf-504d4a3bac15" providerId="ADAL" clId="{ECD42228-5B96-4A72-B268-C46DF994E6B7}" dt="2024-01-29T02:55:40.863" v="74768" actId="20577"/>
          <ac:spMkLst>
            <pc:docMk/>
            <pc:sldMk cId="2192467322" sldId="1087"/>
            <ac:spMk id="3" creationId="{4C6324ED-DF4B-FBBD-1976-2F0ED68DABB1}"/>
          </ac:spMkLst>
        </pc:spChg>
        <pc:picChg chg="add">
          <ac:chgData name="Palit, Tapti" userId="dec6fbcd-7598-406a-8cbf-504d4a3bac15" providerId="ADAL" clId="{ECD42228-5B96-4A72-B268-C46DF994E6B7}" dt="2024-01-29T16:37:42.022" v="80812" actId="22"/>
          <ac:picMkLst>
            <pc:docMk/>
            <pc:sldMk cId="2192467322" sldId="1087"/>
            <ac:picMk id="5" creationId="{5E685A72-C32A-B456-8B98-1B71EB759057}"/>
          </ac:picMkLst>
        </pc:picChg>
        <pc:picChg chg="del">
          <ac:chgData name="Palit, Tapti" userId="dec6fbcd-7598-406a-8cbf-504d4a3bac15" providerId="ADAL" clId="{ECD42228-5B96-4A72-B268-C46DF994E6B7}" dt="2024-02-07T01:33:16.596" v="98963" actId="478"/>
          <ac:picMkLst>
            <pc:docMk/>
            <pc:sldMk cId="2192467322" sldId="1087"/>
            <ac:picMk id="5" creationId="{6723ACAF-4738-6541-D086-B7F6C06410D6}"/>
          </ac:picMkLst>
        </pc:picChg>
        <pc:picChg chg="add mod">
          <ac:chgData name="Palit, Tapti" userId="dec6fbcd-7598-406a-8cbf-504d4a3bac15" providerId="ADAL" clId="{ECD42228-5B96-4A72-B268-C46DF994E6B7}" dt="2024-02-07T01:33:23.205" v="98967" actId="1076"/>
          <ac:picMkLst>
            <pc:docMk/>
            <pc:sldMk cId="2192467322" sldId="1087"/>
            <ac:picMk id="6" creationId="{174226FA-E35A-D6FF-782A-F41BD58B6B9B}"/>
          </ac:picMkLst>
        </pc:picChg>
        <pc:picChg chg="add del mod">
          <ac:chgData name="Palit, Tapti" userId="dec6fbcd-7598-406a-8cbf-504d4a3bac15" providerId="ADAL" clId="{ECD42228-5B96-4A72-B268-C46DF994E6B7}" dt="2024-01-29T02:51:08.690" v="74704" actId="478"/>
          <ac:picMkLst>
            <pc:docMk/>
            <pc:sldMk cId="2192467322" sldId="1087"/>
            <ac:picMk id="6" creationId="{A6A090C8-88AF-9BA5-DDFF-E76DE70447A8}"/>
          </ac:picMkLst>
        </pc:picChg>
        <pc:picChg chg="add mod ord">
          <ac:chgData name="Palit, Tapti" userId="dec6fbcd-7598-406a-8cbf-504d4a3bac15" providerId="ADAL" clId="{ECD42228-5B96-4A72-B268-C46DF994E6B7}" dt="2024-01-29T02:57:28.837" v="74770" actId="170"/>
          <ac:picMkLst>
            <pc:docMk/>
            <pc:sldMk cId="2192467322" sldId="1087"/>
            <ac:picMk id="7" creationId="{85323F75-202E-72FA-643E-31521F9BAAFE}"/>
          </ac:picMkLst>
        </pc:picChg>
        <pc:picChg chg="add del mod">
          <ac:chgData name="Palit, Tapti" userId="dec6fbcd-7598-406a-8cbf-504d4a3bac15" providerId="ADAL" clId="{ECD42228-5B96-4A72-B268-C46DF994E6B7}" dt="2024-01-29T02:51:06.977" v="74703" actId="478"/>
          <ac:picMkLst>
            <pc:docMk/>
            <pc:sldMk cId="2192467322" sldId="1087"/>
            <ac:picMk id="8" creationId="{C71F431F-7641-0B88-653B-BA8E660A6F41}"/>
          </ac:picMkLst>
        </pc:picChg>
        <pc:picChg chg="add del mod">
          <ac:chgData name="Palit, Tapti" userId="dec6fbcd-7598-406a-8cbf-504d4a3bac15" providerId="ADAL" clId="{ECD42228-5B96-4A72-B268-C46DF994E6B7}" dt="2024-01-29T01:34:15.330" v="72411" actId="478"/>
          <ac:picMkLst>
            <pc:docMk/>
            <pc:sldMk cId="2192467322" sldId="1087"/>
            <ac:picMk id="10" creationId="{29F5C4F9-4423-1FD1-D63C-838D71010E92}"/>
          </ac:picMkLst>
        </pc:picChg>
        <pc:picChg chg="add mod ord">
          <ac:chgData name="Palit, Tapti" userId="dec6fbcd-7598-406a-8cbf-504d4a3bac15" providerId="ADAL" clId="{ECD42228-5B96-4A72-B268-C46DF994E6B7}" dt="2024-01-29T02:57:46.656" v="74776" actId="167"/>
          <ac:picMkLst>
            <pc:docMk/>
            <pc:sldMk cId="2192467322" sldId="1087"/>
            <ac:picMk id="10" creationId="{6D72392A-E88A-C54A-91D4-6F8FE4A7D146}"/>
          </ac:picMkLst>
        </pc:picChg>
        <pc:picChg chg="add mod">
          <ac:chgData name="Palit, Tapti" userId="dec6fbcd-7598-406a-8cbf-504d4a3bac15" providerId="ADAL" clId="{ECD42228-5B96-4A72-B268-C46DF994E6B7}" dt="2024-01-29T02:57:54.474" v="74778" actId="1076"/>
          <ac:picMkLst>
            <pc:docMk/>
            <pc:sldMk cId="2192467322" sldId="1087"/>
            <ac:picMk id="12" creationId="{D8E4EB8B-B0DC-DF46-311D-08FC30D485B2}"/>
          </ac:picMkLst>
        </pc:picChg>
        <pc:picChg chg="add del mod">
          <ac:chgData name="Palit, Tapti" userId="dec6fbcd-7598-406a-8cbf-504d4a3bac15" providerId="ADAL" clId="{ECD42228-5B96-4A72-B268-C46DF994E6B7}" dt="2024-01-29T16:37:41.426" v="80811" actId="478"/>
          <ac:picMkLst>
            <pc:docMk/>
            <pc:sldMk cId="2192467322" sldId="1087"/>
            <ac:picMk id="13" creationId="{9A6AEBEC-F2F2-72F6-B8D6-5FA59ACC2F70}"/>
          </ac:picMkLst>
        </pc:picChg>
        <pc:picChg chg="add del mod">
          <ac:chgData name="Palit, Tapti" userId="dec6fbcd-7598-406a-8cbf-504d4a3bac15" providerId="ADAL" clId="{ECD42228-5B96-4A72-B268-C46DF994E6B7}" dt="2024-01-29T02:57:42.401" v="74774" actId="478"/>
          <ac:picMkLst>
            <pc:docMk/>
            <pc:sldMk cId="2192467322" sldId="1087"/>
            <ac:picMk id="14" creationId="{340A2E87-6DE8-97D9-D408-6E50C086E976}"/>
          </ac:picMkLst>
        </pc:picChg>
        <pc:picChg chg="add del mod">
          <ac:chgData name="Palit, Tapti" userId="dec6fbcd-7598-406a-8cbf-504d4a3bac15" providerId="ADAL" clId="{ECD42228-5B96-4A72-B268-C46DF994E6B7}" dt="2024-01-29T03:40:09.940" v="75199" actId="478"/>
          <ac:picMkLst>
            <pc:docMk/>
            <pc:sldMk cId="2192467322" sldId="1087"/>
            <ac:picMk id="16" creationId="{0C526195-A8F1-0D0C-2A76-C4046A8E3C91}"/>
          </ac:picMkLst>
        </pc:picChg>
      </pc:sldChg>
      <pc:sldChg chg="addSp delSp modSp add mod">
        <pc:chgData name="Palit, Tapti" userId="dec6fbcd-7598-406a-8cbf-504d4a3bac15" providerId="ADAL" clId="{ECD42228-5B96-4A72-B268-C46DF994E6B7}" dt="2024-02-08T20:23:18.434" v="100581" actId="1076"/>
        <pc:sldMkLst>
          <pc:docMk/>
          <pc:sldMk cId="2267790097" sldId="1088"/>
        </pc:sldMkLst>
        <pc:spChg chg="mod">
          <ac:chgData name="Palit, Tapti" userId="dec6fbcd-7598-406a-8cbf-504d4a3bac15" providerId="ADAL" clId="{ECD42228-5B96-4A72-B268-C46DF994E6B7}" dt="2024-02-08T20:23:18.434" v="100581" actId="1076"/>
          <ac:spMkLst>
            <pc:docMk/>
            <pc:sldMk cId="2267790097" sldId="1088"/>
            <ac:spMk id="6" creationId="{D80AAE5E-C987-2073-CF46-586EDF8E146B}"/>
          </ac:spMkLst>
        </pc:spChg>
        <pc:spChg chg="del mod">
          <ac:chgData name="Palit, Tapti" userId="dec6fbcd-7598-406a-8cbf-504d4a3bac15" providerId="ADAL" clId="{ECD42228-5B96-4A72-B268-C46DF994E6B7}" dt="2024-01-30T02:50:59.169" v="84476" actId="478"/>
          <ac:spMkLst>
            <pc:docMk/>
            <pc:sldMk cId="2267790097" sldId="1088"/>
            <ac:spMk id="10" creationId="{D90FE0FB-9DF3-880E-9A32-CEFD9115E033}"/>
          </ac:spMkLst>
        </pc:spChg>
        <pc:spChg chg="mod">
          <ac:chgData name="Palit, Tapti" userId="dec6fbcd-7598-406a-8cbf-504d4a3bac15" providerId="ADAL" clId="{ECD42228-5B96-4A72-B268-C46DF994E6B7}" dt="2024-02-08T20:23:18.434" v="100581" actId="1076"/>
          <ac:spMkLst>
            <pc:docMk/>
            <pc:sldMk cId="2267790097" sldId="1088"/>
            <ac:spMk id="10" creationId="{E87637E2-9FB8-88AF-B5F3-AA097CA98F78}"/>
          </ac:spMkLst>
        </pc:spChg>
        <pc:spChg chg="del mod">
          <ac:chgData name="Palit, Tapti" userId="dec6fbcd-7598-406a-8cbf-504d4a3bac15" providerId="ADAL" clId="{ECD42228-5B96-4A72-B268-C46DF994E6B7}" dt="2024-01-30T02:50:59.169" v="84476" actId="478"/>
          <ac:spMkLst>
            <pc:docMk/>
            <pc:sldMk cId="2267790097" sldId="1088"/>
            <ac:spMk id="11" creationId="{849223D1-9D6E-7B27-5A36-2E13FD48F731}"/>
          </ac:spMkLst>
        </pc:spChg>
        <pc:spChg chg="mod">
          <ac:chgData name="Palit, Tapti" userId="dec6fbcd-7598-406a-8cbf-504d4a3bac15" providerId="ADAL" clId="{ECD42228-5B96-4A72-B268-C46DF994E6B7}" dt="2024-01-30T03:01:48.888" v="85049" actId="1076"/>
          <ac:spMkLst>
            <pc:docMk/>
            <pc:sldMk cId="2267790097" sldId="1088"/>
            <ac:spMk id="12" creationId="{A77A7921-A5EB-8E47-8F12-29F5C54CF25C}"/>
          </ac:spMkLst>
        </pc:spChg>
        <pc:spChg chg="mod">
          <ac:chgData name="Palit, Tapti" userId="dec6fbcd-7598-406a-8cbf-504d4a3bac15" providerId="ADAL" clId="{ECD42228-5B96-4A72-B268-C46DF994E6B7}" dt="2024-01-30T03:01:48.888" v="85049" actId="1076"/>
          <ac:spMkLst>
            <pc:docMk/>
            <pc:sldMk cId="2267790097" sldId="1088"/>
            <ac:spMk id="18" creationId="{C77AC8CC-7EE3-843C-E9D1-5052901D8F7E}"/>
          </ac:spMkLst>
        </pc:spChg>
        <pc:spChg chg="mod">
          <ac:chgData name="Palit, Tapti" userId="dec6fbcd-7598-406a-8cbf-504d4a3bac15" providerId="ADAL" clId="{ECD42228-5B96-4A72-B268-C46DF994E6B7}" dt="2024-01-30T03:01:48.888" v="85049" actId="1076"/>
          <ac:spMkLst>
            <pc:docMk/>
            <pc:sldMk cId="2267790097" sldId="1088"/>
            <ac:spMk id="19" creationId="{4AF07459-DF9B-A4EA-735D-68B4C39D3AE7}"/>
          </ac:spMkLst>
        </pc:spChg>
        <pc:spChg chg="mod">
          <ac:chgData name="Palit, Tapti" userId="dec6fbcd-7598-406a-8cbf-504d4a3bac15" providerId="ADAL" clId="{ECD42228-5B96-4A72-B268-C46DF994E6B7}" dt="2024-01-30T16:54:29.669" v="93128" actId="20577"/>
          <ac:spMkLst>
            <pc:docMk/>
            <pc:sldMk cId="2267790097" sldId="1088"/>
            <ac:spMk id="20" creationId="{42AC1122-DC43-D278-F903-19507BB6FD52}"/>
          </ac:spMkLst>
        </pc:spChg>
        <pc:spChg chg="mod">
          <ac:chgData name="Palit, Tapti" userId="dec6fbcd-7598-406a-8cbf-504d4a3bac15" providerId="ADAL" clId="{ECD42228-5B96-4A72-B268-C46DF994E6B7}" dt="2024-02-08T20:23:18.434" v="100581" actId="1076"/>
          <ac:spMkLst>
            <pc:docMk/>
            <pc:sldMk cId="2267790097" sldId="1088"/>
            <ac:spMk id="23" creationId="{038E23D4-5755-E514-2F42-039C24EF1F2A}"/>
          </ac:spMkLst>
        </pc:spChg>
        <pc:spChg chg="add del mod">
          <ac:chgData name="Palit, Tapti" userId="dec6fbcd-7598-406a-8cbf-504d4a3bac15" providerId="ADAL" clId="{ECD42228-5B96-4A72-B268-C46DF994E6B7}" dt="2024-01-30T03:15:14.736" v="85244" actId="478"/>
          <ac:spMkLst>
            <pc:docMk/>
            <pc:sldMk cId="2267790097" sldId="1088"/>
            <ac:spMk id="24" creationId="{4132DD54-4C39-8090-0C71-DA6CEBBAA406}"/>
          </ac:spMkLst>
        </pc:spChg>
        <pc:spChg chg="add del mod">
          <ac:chgData name="Palit, Tapti" userId="dec6fbcd-7598-406a-8cbf-504d4a3bac15" providerId="ADAL" clId="{ECD42228-5B96-4A72-B268-C46DF994E6B7}" dt="2024-01-30T03:15:14.736" v="85244" actId="478"/>
          <ac:spMkLst>
            <pc:docMk/>
            <pc:sldMk cId="2267790097" sldId="1088"/>
            <ac:spMk id="26" creationId="{F9C2A450-85D3-6AF3-A69C-176963297F1D}"/>
          </ac:spMkLst>
        </pc:spChg>
        <pc:spChg chg="mod">
          <ac:chgData name="Palit, Tapti" userId="dec6fbcd-7598-406a-8cbf-504d4a3bac15" providerId="ADAL" clId="{ECD42228-5B96-4A72-B268-C46DF994E6B7}" dt="2024-02-08T20:23:18.434" v="100581" actId="1076"/>
          <ac:spMkLst>
            <pc:docMk/>
            <pc:sldMk cId="2267790097" sldId="1088"/>
            <ac:spMk id="27" creationId="{C1BC1D85-3AE5-C850-AF91-A59864EB90CB}"/>
          </ac:spMkLst>
        </pc:spChg>
        <pc:spChg chg="mod">
          <ac:chgData name="Palit, Tapti" userId="dec6fbcd-7598-406a-8cbf-504d4a3bac15" providerId="ADAL" clId="{ECD42228-5B96-4A72-B268-C46DF994E6B7}" dt="2024-02-08T20:23:18.434" v="100581" actId="1076"/>
          <ac:spMkLst>
            <pc:docMk/>
            <pc:sldMk cId="2267790097" sldId="1088"/>
            <ac:spMk id="28" creationId="{C9718086-A2FB-EFF6-EF9D-D8AAF59CA509}"/>
          </ac:spMkLst>
        </pc:spChg>
        <pc:spChg chg="mod">
          <ac:chgData name="Palit, Tapti" userId="dec6fbcd-7598-406a-8cbf-504d4a3bac15" providerId="ADAL" clId="{ECD42228-5B96-4A72-B268-C46DF994E6B7}" dt="2024-02-08T20:23:18.434" v="100581" actId="1076"/>
          <ac:spMkLst>
            <pc:docMk/>
            <pc:sldMk cId="2267790097" sldId="1088"/>
            <ac:spMk id="29" creationId="{13E625FA-528F-0DB7-AFCB-AE767706D8DA}"/>
          </ac:spMkLst>
        </pc:spChg>
        <pc:grpChg chg="add mod">
          <ac:chgData name="Palit, Tapti" userId="dec6fbcd-7598-406a-8cbf-504d4a3bac15" providerId="ADAL" clId="{ECD42228-5B96-4A72-B268-C46DF994E6B7}" dt="2024-02-08T20:23:18.434" v="100581" actId="1076"/>
          <ac:grpSpMkLst>
            <pc:docMk/>
            <pc:sldMk cId="2267790097" sldId="1088"/>
            <ac:grpSpMk id="4" creationId="{A32DF222-EF49-4F4C-FEF2-4BF162FEC313}"/>
          </ac:grpSpMkLst>
        </pc:grpChg>
        <pc:grpChg chg="mod">
          <ac:chgData name="Palit, Tapti" userId="dec6fbcd-7598-406a-8cbf-504d4a3bac15" providerId="ADAL" clId="{ECD42228-5B96-4A72-B268-C46DF994E6B7}" dt="2024-02-08T20:23:18.434" v="100581" actId="1076"/>
          <ac:grpSpMkLst>
            <pc:docMk/>
            <pc:sldMk cId="2267790097" sldId="1088"/>
            <ac:grpSpMk id="5" creationId="{EA08BE60-540C-6CB0-2899-690013C9591B}"/>
          </ac:grpSpMkLst>
        </pc:grpChg>
        <pc:grpChg chg="add del mod">
          <ac:chgData name="Palit, Tapti" userId="dec6fbcd-7598-406a-8cbf-504d4a3bac15" providerId="ADAL" clId="{ECD42228-5B96-4A72-B268-C46DF994E6B7}" dt="2024-02-08T20:23:14.110" v="100579" actId="478"/>
          <ac:grpSpMkLst>
            <pc:docMk/>
            <pc:sldMk cId="2267790097" sldId="1088"/>
            <ac:grpSpMk id="7" creationId="{50869F04-39E1-E28F-5067-3E4F73C78721}"/>
          </ac:grpSpMkLst>
        </pc:grpChg>
        <pc:grpChg chg="mod">
          <ac:chgData name="Palit, Tapti" userId="dec6fbcd-7598-406a-8cbf-504d4a3bac15" providerId="ADAL" clId="{ECD42228-5B96-4A72-B268-C46DF994E6B7}" dt="2024-01-30T03:01:48.888" v="85049" actId="1076"/>
          <ac:grpSpMkLst>
            <pc:docMk/>
            <pc:sldMk cId="2267790097" sldId="1088"/>
            <ac:grpSpMk id="17" creationId="{CE2CD97C-7758-5E65-F7AE-C7CB81266B86}"/>
          </ac:grpSpMkLst>
        </pc:grpChg>
        <pc:grpChg chg="mod">
          <ac:chgData name="Palit, Tapti" userId="dec6fbcd-7598-406a-8cbf-504d4a3bac15" providerId="ADAL" clId="{ECD42228-5B96-4A72-B268-C46DF994E6B7}" dt="2024-02-08T20:23:18.434" v="100581" actId="1076"/>
          <ac:grpSpMkLst>
            <pc:docMk/>
            <pc:sldMk cId="2267790097" sldId="1088"/>
            <ac:grpSpMk id="26" creationId="{36E0D7E1-2250-C3F5-A199-E399A7584E0A}"/>
          </ac:grpSpMkLst>
        </pc:grpChg>
        <pc:picChg chg="add del mod">
          <ac:chgData name="Palit, Tapti" userId="dec6fbcd-7598-406a-8cbf-504d4a3bac15" providerId="ADAL" clId="{ECD42228-5B96-4A72-B268-C46DF994E6B7}" dt="2024-01-30T02:50:36.934" v="84473" actId="478"/>
          <ac:picMkLst>
            <pc:docMk/>
            <pc:sldMk cId="2267790097" sldId="1088"/>
            <ac:picMk id="5" creationId="{941EC1A3-9973-0AD5-09D6-AD19DA7B160F}"/>
          </ac:picMkLst>
        </pc:picChg>
        <pc:picChg chg="add del mod">
          <ac:chgData name="Palit, Tapti" userId="dec6fbcd-7598-406a-8cbf-504d4a3bac15" providerId="ADAL" clId="{ECD42228-5B96-4A72-B268-C46DF994E6B7}" dt="2024-01-30T02:50:59.169" v="84476" actId="478"/>
          <ac:picMkLst>
            <pc:docMk/>
            <pc:sldMk cId="2267790097" sldId="1088"/>
            <ac:picMk id="6" creationId="{C11430F6-2646-240E-BA12-D35D4D4BCE1C}"/>
          </ac:picMkLst>
        </pc:picChg>
        <pc:picChg chg="mod">
          <ac:chgData name="Palit, Tapti" userId="dec6fbcd-7598-406a-8cbf-504d4a3bac15" providerId="ADAL" clId="{ECD42228-5B96-4A72-B268-C46DF994E6B7}" dt="2024-01-30T03:01:48.888" v="85049" actId="1076"/>
          <ac:picMkLst>
            <pc:docMk/>
            <pc:sldMk cId="2267790097" sldId="1088"/>
            <ac:picMk id="8" creationId="{0319A11B-3FF0-0620-371B-973C223C0B74}"/>
          </ac:picMkLst>
        </pc:picChg>
        <pc:picChg chg="mod">
          <ac:chgData name="Palit, Tapti" userId="dec6fbcd-7598-406a-8cbf-504d4a3bac15" providerId="ADAL" clId="{ECD42228-5B96-4A72-B268-C46DF994E6B7}" dt="2024-01-30T03:01:48.888" v="85049" actId="1076"/>
          <ac:picMkLst>
            <pc:docMk/>
            <pc:sldMk cId="2267790097" sldId="1088"/>
            <ac:picMk id="9" creationId="{5B279908-E04D-98E0-8F05-6C1F5A899947}"/>
          </ac:picMkLst>
        </pc:picChg>
        <pc:picChg chg="del">
          <ac:chgData name="Palit, Tapti" userId="dec6fbcd-7598-406a-8cbf-504d4a3bac15" providerId="ADAL" clId="{ECD42228-5B96-4A72-B268-C46DF994E6B7}" dt="2024-01-28T21:05:59.042" v="68630" actId="478"/>
          <ac:picMkLst>
            <pc:docMk/>
            <pc:sldMk cId="2267790097" sldId="1088"/>
            <ac:picMk id="13" creationId="{D6F8F45B-F07F-0BEA-03B7-5040EDE14947}"/>
          </ac:picMkLst>
        </pc:picChg>
        <pc:picChg chg="del">
          <ac:chgData name="Palit, Tapti" userId="dec6fbcd-7598-406a-8cbf-504d4a3bac15" providerId="ADAL" clId="{ECD42228-5B96-4A72-B268-C46DF994E6B7}" dt="2024-01-30T02:50:36.934" v="84473" actId="478"/>
          <ac:picMkLst>
            <pc:docMk/>
            <pc:sldMk cId="2267790097" sldId="1088"/>
            <ac:picMk id="14" creationId="{A123DA6A-8928-8DFF-1B45-3444C1D65859}"/>
          </ac:picMkLst>
        </pc:picChg>
        <pc:picChg chg="mod">
          <ac:chgData name="Palit, Tapti" userId="dec6fbcd-7598-406a-8cbf-504d4a3bac15" providerId="ADAL" clId="{ECD42228-5B96-4A72-B268-C46DF994E6B7}" dt="2024-02-08T20:23:18.434" v="100581" actId="1076"/>
          <ac:picMkLst>
            <pc:docMk/>
            <pc:sldMk cId="2267790097" sldId="1088"/>
            <ac:picMk id="14" creationId="{B07411AC-DCC2-BE15-8E3D-8F4C3654CA46}"/>
          </ac:picMkLst>
        </pc:picChg>
        <pc:picChg chg="mod">
          <ac:chgData name="Palit, Tapti" userId="dec6fbcd-7598-406a-8cbf-504d4a3bac15" providerId="ADAL" clId="{ECD42228-5B96-4A72-B268-C46DF994E6B7}" dt="2024-02-08T20:23:18.434" v="100581" actId="1076"/>
          <ac:picMkLst>
            <pc:docMk/>
            <pc:sldMk cId="2267790097" sldId="1088"/>
            <ac:picMk id="15" creationId="{BF7A555C-5C3D-A4DD-BFE8-16E12459F713}"/>
          </ac:picMkLst>
        </pc:picChg>
        <pc:picChg chg="del">
          <ac:chgData name="Palit, Tapti" userId="dec6fbcd-7598-406a-8cbf-504d4a3bac15" providerId="ADAL" clId="{ECD42228-5B96-4A72-B268-C46DF994E6B7}" dt="2024-01-30T02:50:36.934" v="84473" actId="478"/>
          <ac:picMkLst>
            <pc:docMk/>
            <pc:sldMk cId="2267790097" sldId="1088"/>
            <ac:picMk id="15" creationId="{F99A1A1E-2467-81B9-E04D-C4A4F089A7B8}"/>
          </ac:picMkLst>
        </pc:picChg>
        <pc:picChg chg="mod">
          <ac:chgData name="Palit, Tapti" userId="dec6fbcd-7598-406a-8cbf-504d4a3bac15" providerId="ADAL" clId="{ECD42228-5B96-4A72-B268-C46DF994E6B7}" dt="2024-01-30T03:01:48.888" v="85049" actId="1076"/>
          <ac:picMkLst>
            <pc:docMk/>
            <pc:sldMk cId="2267790097" sldId="1088"/>
            <ac:picMk id="21" creationId="{ADF035B3-FB7C-1652-3F45-6B1EB3B27CC2}"/>
          </ac:picMkLst>
        </pc:picChg>
        <pc:picChg chg="mod">
          <ac:chgData name="Palit, Tapti" userId="dec6fbcd-7598-406a-8cbf-504d4a3bac15" providerId="ADAL" clId="{ECD42228-5B96-4A72-B268-C46DF994E6B7}" dt="2024-01-30T03:01:48.888" v="85049" actId="1076"/>
          <ac:picMkLst>
            <pc:docMk/>
            <pc:sldMk cId="2267790097" sldId="1088"/>
            <ac:picMk id="22" creationId="{EE41A215-3D9A-8A58-2EA7-482C862C409F}"/>
          </ac:picMkLst>
        </pc:picChg>
        <pc:picChg chg="add del mod">
          <ac:chgData name="Palit, Tapti" userId="dec6fbcd-7598-406a-8cbf-504d4a3bac15" providerId="ADAL" clId="{ECD42228-5B96-4A72-B268-C46DF994E6B7}" dt="2024-01-30T03:15:14.736" v="85244" actId="478"/>
          <ac:picMkLst>
            <pc:docMk/>
            <pc:sldMk cId="2267790097" sldId="1088"/>
            <ac:picMk id="23" creationId="{DC9417FC-B535-8CA4-9342-EF34B68BA1BF}"/>
          </ac:picMkLst>
        </pc:picChg>
        <pc:picChg chg="add del mod">
          <ac:chgData name="Palit, Tapti" userId="dec6fbcd-7598-406a-8cbf-504d4a3bac15" providerId="ADAL" clId="{ECD42228-5B96-4A72-B268-C46DF994E6B7}" dt="2024-01-30T03:15:14.736" v="85244" actId="478"/>
          <ac:picMkLst>
            <pc:docMk/>
            <pc:sldMk cId="2267790097" sldId="1088"/>
            <ac:picMk id="25" creationId="{1A788A7E-10F2-3479-835C-7CBC9DCB1CEE}"/>
          </ac:picMkLst>
        </pc:picChg>
        <pc:picChg chg="add del mod">
          <ac:chgData name="Palit, Tapti" userId="dec6fbcd-7598-406a-8cbf-504d4a3bac15" providerId="ADAL" clId="{ECD42228-5B96-4A72-B268-C46DF994E6B7}" dt="2024-01-30T03:15:14.736" v="85244" actId="478"/>
          <ac:picMkLst>
            <pc:docMk/>
            <pc:sldMk cId="2267790097" sldId="1088"/>
            <ac:picMk id="27" creationId="{94B6A3CA-5228-4849-10F6-15DB3ADFC3BB}"/>
          </ac:picMkLst>
        </pc:picChg>
        <pc:picChg chg="mod">
          <ac:chgData name="Palit, Tapti" userId="dec6fbcd-7598-406a-8cbf-504d4a3bac15" providerId="ADAL" clId="{ECD42228-5B96-4A72-B268-C46DF994E6B7}" dt="2024-02-08T20:23:18.434" v="100581" actId="1076"/>
          <ac:picMkLst>
            <pc:docMk/>
            <pc:sldMk cId="2267790097" sldId="1088"/>
            <ac:picMk id="30" creationId="{41E5C2B0-43AA-335A-0BAE-74C963A93B8D}"/>
          </ac:picMkLst>
        </pc:picChg>
        <pc:picChg chg="mod">
          <ac:chgData name="Palit, Tapti" userId="dec6fbcd-7598-406a-8cbf-504d4a3bac15" providerId="ADAL" clId="{ECD42228-5B96-4A72-B268-C46DF994E6B7}" dt="2024-02-08T20:23:18.434" v="100581" actId="1076"/>
          <ac:picMkLst>
            <pc:docMk/>
            <pc:sldMk cId="2267790097" sldId="1088"/>
            <ac:picMk id="31" creationId="{4DDA1412-241B-FD04-88BD-E004E8E7FB9C}"/>
          </ac:picMkLst>
        </pc:picChg>
        <pc:picChg chg="del">
          <ac:chgData name="Palit, Tapti" userId="dec6fbcd-7598-406a-8cbf-504d4a3bac15" providerId="ADAL" clId="{ECD42228-5B96-4A72-B268-C46DF994E6B7}" dt="2024-01-30T02:50:59.169" v="84476" actId="478"/>
          <ac:picMkLst>
            <pc:docMk/>
            <pc:sldMk cId="2267790097" sldId="1088"/>
            <ac:picMk id="1028" creationId="{1741705E-DA8B-1AEC-6BF6-D4A5135A8EC8}"/>
          </ac:picMkLst>
        </pc:picChg>
        <pc:picChg chg="del">
          <ac:chgData name="Palit, Tapti" userId="dec6fbcd-7598-406a-8cbf-504d4a3bac15" providerId="ADAL" clId="{ECD42228-5B96-4A72-B268-C46DF994E6B7}" dt="2024-01-30T02:50:59.169" v="84476" actId="478"/>
          <ac:picMkLst>
            <pc:docMk/>
            <pc:sldMk cId="2267790097" sldId="1088"/>
            <ac:picMk id="1030" creationId="{8D78B493-7ED8-F252-68E5-27303818D863}"/>
          </ac:picMkLst>
        </pc:picChg>
        <pc:cxnChg chg="mod">
          <ac:chgData name="Palit, Tapti" userId="dec6fbcd-7598-406a-8cbf-504d4a3bac15" providerId="ADAL" clId="{ECD42228-5B96-4A72-B268-C46DF994E6B7}" dt="2024-02-08T20:23:18.434" v="100581" actId="1076"/>
          <ac:cxnSpMkLst>
            <pc:docMk/>
            <pc:sldMk cId="2267790097" sldId="1088"/>
            <ac:cxnSpMk id="11" creationId="{EAA96DE9-19D1-2889-2028-E8B6EDA87CE2}"/>
          </ac:cxnSpMkLst>
        </pc:cxnChg>
        <pc:cxnChg chg="mod">
          <ac:chgData name="Palit, Tapti" userId="dec6fbcd-7598-406a-8cbf-504d4a3bac15" providerId="ADAL" clId="{ECD42228-5B96-4A72-B268-C46DF994E6B7}" dt="2024-01-30T19:18:32.651" v="93977" actId="692"/>
          <ac:cxnSpMkLst>
            <pc:docMk/>
            <pc:sldMk cId="2267790097" sldId="1088"/>
            <ac:cxnSpMk id="13" creationId="{8465CE3F-827E-53EB-44FB-AC23DBF372A2}"/>
          </ac:cxnSpMkLst>
        </pc:cxnChg>
        <pc:cxnChg chg="mod">
          <ac:chgData name="Palit, Tapti" userId="dec6fbcd-7598-406a-8cbf-504d4a3bac15" providerId="ADAL" clId="{ECD42228-5B96-4A72-B268-C46DF994E6B7}" dt="2024-01-30T19:18:36.075" v="93978" actId="692"/>
          <ac:cxnSpMkLst>
            <pc:docMk/>
            <pc:sldMk cId="2267790097" sldId="1088"/>
            <ac:cxnSpMk id="16" creationId="{5A127530-4974-BF96-62DF-A6CFE3A004F7}"/>
          </ac:cxnSpMkLst>
        </pc:cxnChg>
        <pc:cxnChg chg="mod">
          <ac:chgData name="Palit, Tapti" userId="dec6fbcd-7598-406a-8cbf-504d4a3bac15" providerId="ADAL" clId="{ECD42228-5B96-4A72-B268-C46DF994E6B7}" dt="2024-02-08T20:23:18.434" v="100581" actId="1076"/>
          <ac:cxnSpMkLst>
            <pc:docMk/>
            <pc:sldMk cId="2267790097" sldId="1088"/>
            <ac:cxnSpMk id="24" creationId="{BA8B4B67-F9AF-0D62-9194-EBEAF17FEDDE}"/>
          </ac:cxnSpMkLst>
        </pc:cxnChg>
        <pc:cxnChg chg="mod">
          <ac:chgData name="Palit, Tapti" userId="dec6fbcd-7598-406a-8cbf-504d4a3bac15" providerId="ADAL" clId="{ECD42228-5B96-4A72-B268-C46DF994E6B7}" dt="2024-02-08T20:23:18.434" v="100581" actId="1076"/>
          <ac:cxnSpMkLst>
            <pc:docMk/>
            <pc:sldMk cId="2267790097" sldId="1088"/>
            <ac:cxnSpMk id="25" creationId="{B680C277-5425-2781-F254-2CCB633EF5EC}"/>
          </ac:cxnSpMkLst>
        </pc:cxnChg>
      </pc:sldChg>
      <pc:sldChg chg="addSp modSp add del mod modNotesTx">
        <pc:chgData name="Palit, Tapti" userId="dec6fbcd-7598-406a-8cbf-504d4a3bac15" providerId="ADAL" clId="{ECD42228-5B96-4A72-B268-C46DF994E6B7}" dt="2024-01-30T04:19:22.030" v="86171" actId="47"/>
        <pc:sldMkLst>
          <pc:docMk/>
          <pc:sldMk cId="2990312088" sldId="1089"/>
        </pc:sldMkLst>
        <pc:spChg chg="mod">
          <ac:chgData name="Palit, Tapti" userId="dec6fbcd-7598-406a-8cbf-504d4a3bac15" providerId="ADAL" clId="{ECD42228-5B96-4A72-B268-C46DF994E6B7}" dt="2024-01-28T04:42:29.222" v="68418"/>
          <ac:spMkLst>
            <pc:docMk/>
            <pc:sldMk cId="2990312088" sldId="1089"/>
            <ac:spMk id="3" creationId="{718731F3-A54E-5387-C447-464520FADB53}"/>
          </ac:spMkLst>
        </pc:spChg>
        <pc:spChg chg="mod">
          <ac:chgData name="Palit, Tapti" userId="dec6fbcd-7598-406a-8cbf-504d4a3bac15" providerId="ADAL" clId="{ECD42228-5B96-4A72-B268-C46DF994E6B7}" dt="2024-01-30T03:55:17.492" v="85862" actId="20577"/>
          <ac:spMkLst>
            <pc:docMk/>
            <pc:sldMk cId="2990312088" sldId="1089"/>
            <ac:spMk id="6" creationId="{CDF54C75-8E57-C212-0645-30E19DBAEFC3}"/>
          </ac:spMkLst>
        </pc:spChg>
        <pc:spChg chg="add mod">
          <ac:chgData name="Palit, Tapti" userId="dec6fbcd-7598-406a-8cbf-504d4a3bac15" providerId="ADAL" clId="{ECD42228-5B96-4A72-B268-C46DF994E6B7}" dt="2024-01-28T04:34:04.707" v="68044" actId="14100"/>
          <ac:spMkLst>
            <pc:docMk/>
            <pc:sldMk cId="2990312088" sldId="1089"/>
            <ac:spMk id="8" creationId="{DB7B5213-11C6-A3C0-4E70-9E6677B2F224}"/>
          </ac:spMkLst>
        </pc:spChg>
        <pc:spChg chg="add mod">
          <ac:chgData name="Palit, Tapti" userId="dec6fbcd-7598-406a-8cbf-504d4a3bac15" providerId="ADAL" clId="{ECD42228-5B96-4A72-B268-C46DF994E6B7}" dt="2024-01-28T04:34:25.564" v="68061" actId="14100"/>
          <ac:spMkLst>
            <pc:docMk/>
            <pc:sldMk cId="2990312088" sldId="1089"/>
            <ac:spMk id="9" creationId="{4E4F0373-72D5-4EA0-B448-852EF78EEC61}"/>
          </ac:spMkLst>
        </pc:spChg>
        <pc:spChg chg="mod">
          <ac:chgData name="Palit, Tapti" userId="dec6fbcd-7598-406a-8cbf-504d4a3bac15" providerId="ADAL" clId="{ECD42228-5B96-4A72-B268-C46DF994E6B7}" dt="2024-01-29T15:55:28.426" v="79663" actId="1076"/>
          <ac:spMkLst>
            <pc:docMk/>
            <pc:sldMk cId="2990312088" sldId="1089"/>
            <ac:spMk id="10" creationId="{5FFBCE17-2E8F-514E-9EDF-96C428BD1084}"/>
          </ac:spMkLst>
        </pc:spChg>
        <pc:cxnChg chg="mod">
          <ac:chgData name="Palit, Tapti" userId="dec6fbcd-7598-406a-8cbf-504d4a3bac15" providerId="ADAL" clId="{ECD42228-5B96-4A72-B268-C46DF994E6B7}" dt="2024-01-29T15:55:28.426" v="79663" actId="1076"/>
          <ac:cxnSpMkLst>
            <pc:docMk/>
            <pc:sldMk cId="2990312088" sldId="1089"/>
            <ac:cxnSpMk id="7" creationId="{80E78128-A65E-6EF7-FDBF-E9237BE08A41}"/>
          </ac:cxnSpMkLst>
        </pc:cxnChg>
      </pc:sldChg>
      <pc:sldChg chg="addSp delSp modSp add del mod">
        <pc:chgData name="Palit, Tapti" userId="dec6fbcd-7598-406a-8cbf-504d4a3bac15" providerId="ADAL" clId="{ECD42228-5B96-4A72-B268-C46DF994E6B7}" dt="2024-01-28T21:31:52.319" v="69114" actId="47"/>
        <pc:sldMkLst>
          <pc:docMk/>
          <pc:sldMk cId="1620085511" sldId="1090"/>
        </pc:sldMkLst>
        <pc:spChg chg="mod">
          <ac:chgData name="Palit, Tapti" userId="dec6fbcd-7598-406a-8cbf-504d4a3bac15" providerId="ADAL" clId="{ECD42228-5B96-4A72-B268-C46DF994E6B7}" dt="2024-01-28T21:12:21.560" v="68717" actId="1076"/>
          <ac:spMkLst>
            <pc:docMk/>
            <pc:sldMk cId="1620085511" sldId="1090"/>
            <ac:spMk id="5" creationId="{3D373F79-5AD1-75EC-290D-9961F87C759F}"/>
          </ac:spMkLst>
        </pc:spChg>
        <pc:spChg chg="mod">
          <ac:chgData name="Palit, Tapti" userId="dec6fbcd-7598-406a-8cbf-504d4a3bac15" providerId="ADAL" clId="{ECD42228-5B96-4A72-B268-C46DF994E6B7}" dt="2024-01-28T21:12:21.560" v="68717" actId="1076"/>
          <ac:spMkLst>
            <pc:docMk/>
            <pc:sldMk cId="1620085511" sldId="1090"/>
            <ac:spMk id="8" creationId="{885F85A1-4076-A50D-98B5-C6EE4BE5346E}"/>
          </ac:spMkLst>
        </pc:spChg>
        <pc:spChg chg="mod">
          <ac:chgData name="Palit, Tapti" userId="dec6fbcd-7598-406a-8cbf-504d4a3bac15" providerId="ADAL" clId="{ECD42228-5B96-4A72-B268-C46DF994E6B7}" dt="2024-01-28T21:12:21.560" v="68717" actId="1076"/>
          <ac:spMkLst>
            <pc:docMk/>
            <pc:sldMk cId="1620085511" sldId="1090"/>
            <ac:spMk id="10" creationId="{B2849599-0146-037A-56B0-2E75EF2FFB10}"/>
          </ac:spMkLst>
        </pc:spChg>
        <pc:spChg chg="mod">
          <ac:chgData name="Palit, Tapti" userId="dec6fbcd-7598-406a-8cbf-504d4a3bac15" providerId="ADAL" clId="{ECD42228-5B96-4A72-B268-C46DF994E6B7}" dt="2024-01-28T21:12:21.560" v="68717" actId="1076"/>
          <ac:spMkLst>
            <pc:docMk/>
            <pc:sldMk cId="1620085511" sldId="1090"/>
            <ac:spMk id="11" creationId="{707AC7D3-B300-6284-F4BF-9F14BCFDD045}"/>
          </ac:spMkLst>
        </pc:spChg>
        <pc:spChg chg="mod">
          <ac:chgData name="Palit, Tapti" userId="dec6fbcd-7598-406a-8cbf-504d4a3bac15" providerId="ADAL" clId="{ECD42228-5B96-4A72-B268-C46DF994E6B7}" dt="2024-01-28T21:12:21.560" v="68717" actId="1076"/>
          <ac:spMkLst>
            <pc:docMk/>
            <pc:sldMk cId="1620085511" sldId="1090"/>
            <ac:spMk id="12" creationId="{C902EB02-8612-75F0-CB75-A557CCFF913B}"/>
          </ac:spMkLst>
        </pc:spChg>
        <pc:spChg chg="mod">
          <ac:chgData name="Palit, Tapti" userId="dec6fbcd-7598-406a-8cbf-504d4a3bac15" providerId="ADAL" clId="{ECD42228-5B96-4A72-B268-C46DF994E6B7}" dt="2024-01-28T21:12:12.064" v="68716" actId="1076"/>
          <ac:spMkLst>
            <pc:docMk/>
            <pc:sldMk cId="1620085511" sldId="1090"/>
            <ac:spMk id="15" creationId="{632CDA17-2240-B34F-44F8-5573404E1E94}"/>
          </ac:spMkLst>
        </pc:spChg>
        <pc:spChg chg="mod">
          <ac:chgData name="Palit, Tapti" userId="dec6fbcd-7598-406a-8cbf-504d4a3bac15" providerId="ADAL" clId="{ECD42228-5B96-4A72-B268-C46DF994E6B7}" dt="2024-01-28T21:12:21.560" v="68717" actId="1076"/>
          <ac:spMkLst>
            <pc:docMk/>
            <pc:sldMk cId="1620085511" sldId="1090"/>
            <ac:spMk id="16" creationId="{BA3828BB-07C9-6A22-0125-6282103A5ED6}"/>
          </ac:spMkLst>
        </pc:spChg>
        <pc:spChg chg="del">
          <ac:chgData name="Palit, Tapti" userId="dec6fbcd-7598-406a-8cbf-504d4a3bac15" providerId="ADAL" clId="{ECD42228-5B96-4A72-B268-C46DF994E6B7}" dt="2024-01-28T21:11:56.185" v="68712" actId="478"/>
          <ac:spMkLst>
            <pc:docMk/>
            <pc:sldMk cId="1620085511" sldId="1090"/>
            <ac:spMk id="18" creationId="{38158093-6F13-9634-0C40-CB520D742CFB}"/>
          </ac:spMkLst>
        </pc:spChg>
        <pc:spChg chg="mod">
          <ac:chgData name="Palit, Tapti" userId="dec6fbcd-7598-406a-8cbf-504d4a3bac15" providerId="ADAL" clId="{ECD42228-5B96-4A72-B268-C46DF994E6B7}" dt="2024-01-28T21:12:12.064" v="68716" actId="1076"/>
          <ac:spMkLst>
            <pc:docMk/>
            <pc:sldMk cId="1620085511" sldId="1090"/>
            <ac:spMk id="19" creationId="{62A0C4CA-2A0C-7E20-4EEB-512723DBF9F9}"/>
          </ac:spMkLst>
        </pc:spChg>
        <pc:spChg chg="mod">
          <ac:chgData name="Palit, Tapti" userId="dec6fbcd-7598-406a-8cbf-504d4a3bac15" providerId="ADAL" clId="{ECD42228-5B96-4A72-B268-C46DF994E6B7}" dt="2024-01-28T21:12:21.560" v="68717" actId="1076"/>
          <ac:spMkLst>
            <pc:docMk/>
            <pc:sldMk cId="1620085511" sldId="1090"/>
            <ac:spMk id="20" creationId="{6B846521-CF3C-1C2E-5EFA-E362CE8B0255}"/>
          </ac:spMkLst>
        </pc:spChg>
        <pc:spChg chg="mod">
          <ac:chgData name="Palit, Tapti" userId="dec6fbcd-7598-406a-8cbf-504d4a3bac15" providerId="ADAL" clId="{ECD42228-5B96-4A72-B268-C46DF994E6B7}" dt="2024-01-28T21:12:21.560" v="68717" actId="1076"/>
          <ac:spMkLst>
            <pc:docMk/>
            <pc:sldMk cId="1620085511" sldId="1090"/>
            <ac:spMk id="21" creationId="{D7179A03-A83C-A828-EB03-DB0E95ED3A9F}"/>
          </ac:spMkLst>
        </pc:spChg>
        <pc:spChg chg="mod">
          <ac:chgData name="Palit, Tapti" userId="dec6fbcd-7598-406a-8cbf-504d4a3bac15" providerId="ADAL" clId="{ECD42228-5B96-4A72-B268-C46DF994E6B7}" dt="2024-01-28T21:12:21.560" v="68717" actId="1076"/>
          <ac:spMkLst>
            <pc:docMk/>
            <pc:sldMk cId="1620085511" sldId="1090"/>
            <ac:spMk id="22" creationId="{DFEE423D-239B-0159-2953-A9F255A35310}"/>
          </ac:spMkLst>
        </pc:spChg>
        <pc:spChg chg="add mod">
          <ac:chgData name="Palit, Tapti" userId="dec6fbcd-7598-406a-8cbf-504d4a3bac15" providerId="ADAL" clId="{ECD42228-5B96-4A72-B268-C46DF994E6B7}" dt="2024-01-28T21:11:51.953" v="68711" actId="571"/>
          <ac:spMkLst>
            <pc:docMk/>
            <pc:sldMk cId="1620085511" sldId="1090"/>
            <ac:spMk id="25" creationId="{99D07EC8-63F0-1953-64BF-B11A85928AB9}"/>
          </ac:spMkLst>
        </pc:spChg>
        <pc:spChg chg="del">
          <ac:chgData name="Palit, Tapti" userId="dec6fbcd-7598-406a-8cbf-504d4a3bac15" providerId="ADAL" clId="{ECD42228-5B96-4A72-B268-C46DF994E6B7}" dt="2024-01-28T21:11:56.185" v="68712" actId="478"/>
          <ac:spMkLst>
            <pc:docMk/>
            <pc:sldMk cId="1620085511" sldId="1090"/>
            <ac:spMk id="27" creationId="{A514031C-BE6B-B376-1F8D-A6CBB52D164E}"/>
          </ac:spMkLst>
        </pc:spChg>
        <pc:spChg chg="add mod">
          <ac:chgData name="Palit, Tapti" userId="dec6fbcd-7598-406a-8cbf-504d4a3bac15" providerId="ADAL" clId="{ECD42228-5B96-4A72-B268-C46DF994E6B7}" dt="2024-01-28T21:11:51.953" v="68711" actId="571"/>
          <ac:spMkLst>
            <pc:docMk/>
            <pc:sldMk cId="1620085511" sldId="1090"/>
            <ac:spMk id="28" creationId="{AA72819E-24A0-67A4-0D3A-F77931454900}"/>
          </ac:spMkLst>
        </pc:spChg>
        <pc:spChg chg="del">
          <ac:chgData name="Palit, Tapti" userId="dec6fbcd-7598-406a-8cbf-504d4a3bac15" providerId="ADAL" clId="{ECD42228-5B96-4A72-B268-C46DF994E6B7}" dt="2024-01-28T21:11:56.185" v="68712" actId="478"/>
          <ac:spMkLst>
            <pc:docMk/>
            <pc:sldMk cId="1620085511" sldId="1090"/>
            <ac:spMk id="29" creationId="{B51B138B-CA6E-D442-540A-519FABFF1C4E}"/>
          </ac:spMkLst>
        </pc:spChg>
        <pc:picChg chg="del">
          <ac:chgData name="Palit, Tapti" userId="dec6fbcd-7598-406a-8cbf-504d4a3bac15" providerId="ADAL" clId="{ECD42228-5B96-4A72-B268-C46DF994E6B7}" dt="2024-01-28T21:11:58.183" v="68713" actId="478"/>
          <ac:picMkLst>
            <pc:docMk/>
            <pc:sldMk cId="1620085511" sldId="1090"/>
            <ac:picMk id="2" creationId="{5C5B91B7-4BF3-EF22-73A2-268F52918630}"/>
          </ac:picMkLst>
        </pc:picChg>
        <pc:cxnChg chg="del">
          <ac:chgData name="Palit, Tapti" userId="dec6fbcd-7598-406a-8cbf-504d4a3bac15" providerId="ADAL" clId="{ECD42228-5B96-4A72-B268-C46DF994E6B7}" dt="2024-01-28T21:11:56.185" v="68712" actId="478"/>
          <ac:cxnSpMkLst>
            <pc:docMk/>
            <pc:sldMk cId="1620085511" sldId="1090"/>
            <ac:cxnSpMk id="6" creationId="{9A228DE5-2A47-7DC0-AB7D-AA240CDBFA38}"/>
          </ac:cxnSpMkLst>
        </pc:cxnChg>
        <pc:cxnChg chg="del">
          <ac:chgData name="Palit, Tapti" userId="dec6fbcd-7598-406a-8cbf-504d4a3bac15" providerId="ADAL" clId="{ECD42228-5B96-4A72-B268-C46DF994E6B7}" dt="2024-01-28T21:11:56.185" v="68712" actId="478"/>
          <ac:cxnSpMkLst>
            <pc:docMk/>
            <pc:sldMk cId="1620085511" sldId="1090"/>
            <ac:cxnSpMk id="7" creationId="{61D65FAB-D08A-1F97-5A56-A0AFDCACE3EE}"/>
          </ac:cxnSpMkLst>
        </pc:cxnChg>
        <pc:cxnChg chg="mod">
          <ac:chgData name="Palit, Tapti" userId="dec6fbcd-7598-406a-8cbf-504d4a3bac15" providerId="ADAL" clId="{ECD42228-5B96-4A72-B268-C46DF994E6B7}" dt="2024-01-28T21:12:21.560" v="68717" actId="1076"/>
          <ac:cxnSpMkLst>
            <pc:docMk/>
            <pc:sldMk cId="1620085511" sldId="1090"/>
            <ac:cxnSpMk id="9" creationId="{5B659DB4-1E58-9C88-6147-F8AE219D326E}"/>
          </ac:cxnSpMkLst>
        </pc:cxnChg>
        <pc:cxnChg chg="add mod">
          <ac:chgData name="Palit, Tapti" userId="dec6fbcd-7598-406a-8cbf-504d4a3bac15" providerId="ADAL" clId="{ECD42228-5B96-4A72-B268-C46DF994E6B7}" dt="2024-01-28T21:11:51.953" v="68711" actId="571"/>
          <ac:cxnSpMkLst>
            <pc:docMk/>
            <pc:sldMk cId="1620085511" sldId="1090"/>
            <ac:cxnSpMk id="13" creationId="{088CBA3C-2B27-C4C5-176C-5B45950F73EC}"/>
          </ac:cxnSpMkLst>
        </pc:cxnChg>
        <pc:cxnChg chg="del mod">
          <ac:chgData name="Palit, Tapti" userId="dec6fbcd-7598-406a-8cbf-504d4a3bac15" providerId="ADAL" clId="{ECD42228-5B96-4A72-B268-C46DF994E6B7}" dt="2024-01-28T21:11:56.185" v="68712" actId="478"/>
          <ac:cxnSpMkLst>
            <pc:docMk/>
            <pc:sldMk cId="1620085511" sldId="1090"/>
            <ac:cxnSpMk id="14" creationId="{E3057DF5-1ED5-9116-B096-D42DE1A11886}"/>
          </ac:cxnSpMkLst>
        </pc:cxnChg>
        <pc:cxnChg chg="mod">
          <ac:chgData name="Palit, Tapti" userId="dec6fbcd-7598-406a-8cbf-504d4a3bac15" providerId="ADAL" clId="{ECD42228-5B96-4A72-B268-C46DF994E6B7}" dt="2024-01-28T21:12:21.560" v="68717" actId="1076"/>
          <ac:cxnSpMkLst>
            <pc:docMk/>
            <pc:sldMk cId="1620085511" sldId="1090"/>
            <ac:cxnSpMk id="17" creationId="{3F645796-6659-6C62-0048-A9C63762DB52}"/>
          </ac:cxnSpMkLst>
        </pc:cxnChg>
        <pc:cxnChg chg="del">
          <ac:chgData name="Palit, Tapti" userId="dec6fbcd-7598-406a-8cbf-504d4a3bac15" providerId="ADAL" clId="{ECD42228-5B96-4A72-B268-C46DF994E6B7}" dt="2024-01-28T21:12:00.120" v="68714" actId="478"/>
          <ac:cxnSpMkLst>
            <pc:docMk/>
            <pc:sldMk cId="1620085511" sldId="1090"/>
            <ac:cxnSpMk id="23" creationId="{D16509D8-28D2-A44B-77B1-1128B454B009}"/>
          </ac:cxnSpMkLst>
        </pc:cxnChg>
        <pc:cxnChg chg="del">
          <ac:chgData name="Palit, Tapti" userId="dec6fbcd-7598-406a-8cbf-504d4a3bac15" providerId="ADAL" clId="{ECD42228-5B96-4A72-B268-C46DF994E6B7}" dt="2024-01-28T21:12:01.908" v="68715" actId="478"/>
          <ac:cxnSpMkLst>
            <pc:docMk/>
            <pc:sldMk cId="1620085511" sldId="1090"/>
            <ac:cxnSpMk id="26" creationId="{CC017F9E-EDAB-28CE-0FC4-6DC0F6308385}"/>
          </ac:cxnSpMkLst>
        </pc:cxnChg>
        <pc:cxnChg chg="add mod">
          <ac:chgData name="Palit, Tapti" userId="dec6fbcd-7598-406a-8cbf-504d4a3bac15" providerId="ADAL" clId="{ECD42228-5B96-4A72-B268-C46DF994E6B7}" dt="2024-01-28T21:11:51.953" v="68711" actId="571"/>
          <ac:cxnSpMkLst>
            <pc:docMk/>
            <pc:sldMk cId="1620085511" sldId="1090"/>
            <ac:cxnSpMk id="30" creationId="{C69AE03A-3643-8B9A-5704-BDD96CD1488C}"/>
          </ac:cxnSpMkLst>
        </pc:cxnChg>
      </pc:sldChg>
      <pc:sldChg chg="modSp add del mod ord modNotesTx">
        <pc:chgData name="Palit, Tapti" userId="dec6fbcd-7598-406a-8cbf-504d4a3bac15" providerId="ADAL" clId="{ECD42228-5B96-4A72-B268-C46DF994E6B7}" dt="2024-01-29T05:04:04.017" v="77034" actId="47"/>
        <pc:sldMkLst>
          <pc:docMk/>
          <pc:sldMk cId="3914788177" sldId="1091"/>
        </pc:sldMkLst>
        <pc:spChg chg="mod">
          <ac:chgData name="Palit, Tapti" userId="dec6fbcd-7598-406a-8cbf-504d4a3bac15" providerId="ADAL" clId="{ECD42228-5B96-4A72-B268-C46DF994E6B7}" dt="2024-01-29T04:34:35.496" v="75526" actId="20577"/>
          <ac:spMkLst>
            <pc:docMk/>
            <pc:sldMk cId="3914788177" sldId="1091"/>
            <ac:spMk id="2" creationId="{E470CC57-6C32-7825-9CCD-F4A192D3119F}"/>
          </ac:spMkLst>
        </pc:spChg>
        <pc:spChg chg="mod">
          <ac:chgData name="Palit, Tapti" userId="dec6fbcd-7598-406a-8cbf-504d4a3bac15" providerId="ADAL" clId="{ECD42228-5B96-4A72-B268-C46DF994E6B7}" dt="2024-01-29T04:26:16.252" v="75401" actId="20577"/>
          <ac:spMkLst>
            <pc:docMk/>
            <pc:sldMk cId="3914788177" sldId="1091"/>
            <ac:spMk id="3" creationId="{E4A3937F-3571-5A5D-0101-49651F5C7D3F}"/>
          </ac:spMkLst>
        </pc:spChg>
      </pc:sldChg>
      <pc:sldChg chg="addSp delSp modSp add mod modNotesTx">
        <pc:chgData name="Palit, Tapti" userId="dec6fbcd-7598-406a-8cbf-504d4a3bac15" providerId="ADAL" clId="{ECD42228-5B96-4A72-B268-C46DF994E6B7}" dt="2024-02-09T19:18:30.630" v="108726" actId="20577"/>
        <pc:sldMkLst>
          <pc:docMk/>
          <pc:sldMk cId="2136365127" sldId="1092"/>
        </pc:sldMkLst>
        <pc:spChg chg="add mod">
          <ac:chgData name="Palit, Tapti" userId="dec6fbcd-7598-406a-8cbf-504d4a3bac15" providerId="ADAL" clId="{ECD42228-5B96-4A72-B268-C46DF994E6B7}" dt="2024-01-30T04:14:27.227" v="86136" actId="14100"/>
          <ac:spMkLst>
            <pc:docMk/>
            <pc:sldMk cId="2136365127" sldId="1092"/>
            <ac:spMk id="2" creationId="{16516ECC-70CE-31A6-F84A-B0B92BEFC428}"/>
          </ac:spMkLst>
        </pc:spChg>
        <pc:spChg chg="mod">
          <ac:chgData name="Palit, Tapti" userId="dec6fbcd-7598-406a-8cbf-504d4a3bac15" providerId="ADAL" clId="{ECD42228-5B96-4A72-B268-C46DF994E6B7}" dt="2024-01-28T21:32:40.333" v="69162" actId="1038"/>
          <ac:spMkLst>
            <pc:docMk/>
            <pc:sldMk cId="2136365127" sldId="1092"/>
            <ac:spMk id="5" creationId="{3D373F79-5AD1-75EC-290D-9961F87C759F}"/>
          </ac:spMkLst>
        </pc:spChg>
        <pc:spChg chg="add mod">
          <ac:chgData name="Palit, Tapti" userId="dec6fbcd-7598-406a-8cbf-504d4a3bac15" providerId="ADAL" clId="{ECD42228-5B96-4A72-B268-C46DF994E6B7}" dt="2024-01-30T03:08:15.640" v="85104" actId="1076"/>
          <ac:spMkLst>
            <pc:docMk/>
            <pc:sldMk cId="2136365127" sldId="1092"/>
            <ac:spMk id="7" creationId="{26DE4555-414D-2897-7BEB-18C9FCE63C03}"/>
          </ac:spMkLst>
        </pc:spChg>
        <pc:spChg chg="mod">
          <ac:chgData name="Palit, Tapti" userId="dec6fbcd-7598-406a-8cbf-504d4a3bac15" providerId="ADAL" clId="{ECD42228-5B96-4A72-B268-C46DF994E6B7}" dt="2024-01-28T21:32:40.333" v="69162" actId="1038"/>
          <ac:spMkLst>
            <pc:docMk/>
            <pc:sldMk cId="2136365127" sldId="1092"/>
            <ac:spMk id="8" creationId="{885F85A1-4076-A50D-98B5-C6EE4BE5346E}"/>
          </ac:spMkLst>
        </pc:spChg>
        <pc:spChg chg="mod">
          <ac:chgData name="Palit, Tapti" userId="dec6fbcd-7598-406a-8cbf-504d4a3bac15" providerId="ADAL" clId="{ECD42228-5B96-4A72-B268-C46DF994E6B7}" dt="2024-01-28T21:32:40.333" v="69162" actId="1038"/>
          <ac:spMkLst>
            <pc:docMk/>
            <pc:sldMk cId="2136365127" sldId="1092"/>
            <ac:spMk id="10" creationId="{B2849599-0146-037A-56B0-2E75EF2FFB10}"/>
          </ac:spMkLst>
        </pc:spChg>
        <pc:spChg chg="mod">
          <ac:chgData name="Palit, Tapti" userId="dec6fbcd-7598-406a-8cbf-504d4a3bac15" providerId="ADAL" clId="{ECD42228-5B96-4A72-B268-C46DF994E6B7}" dt="2024-01-28T21:32:40.333" v="69162" actId="1038"/>
          <ac:spMkLst>
            <pc:docMk/>
            <pc:sldMk cId="2136365127" sldId="1092"/>
            <ac:spMk id="11" creationId="{707AC7D3-B300-6284-F4BF-9F14BCFDD045}"/>
          </ac:spMkLst>
        </pc:spChg>
        <pc:spChg chg="add del mod">
          <ac:chgData name="Palit, Tapti" userId="dec6fbcd-7598-406a-8cbf-504d4a3bac15" providerId="ADAL" clId="{ECD42228-5B96-4A72-B268-C46DF994E6B7}" dt="2024-01-30T03:07:46.105" v="85099" actId="478"/>
          <ac:spMkLst>
            <pc:docMk/>
            <pc:sldMk cId="2136365127" sldId="1092"/>
            <ac:spMk id="12" creationId="{C902EB02-8612-75F0-CB75-A557CCFF913B}"/>
          </ac:spMkLst>
        </pc:spChg>
        <pc:spChg chg="mod">
          <ac:chgData name="Palit, Tapti" userId="dec6fbcd-7598-406a-8cbf-504d4a3bac15" providerId="ADAL" clId="{ECD42228-5B96-4A72-B268-C46DF994E6B7}" dt="2024-01-30T03:28:43.697" v="85431" actId="1076"/>
          <ac:spMkLst>
            <pc:docMk/>
            <pc:sldMk cId="2136365127" sldId="1092"/>
            <ac:spMk id="13" creationId="{24A7F9D6-B685-B3F2-3C86-D8C5FCD120B2}"/>
          </ac:spMkLst>
        </pc:spChg>
        <pc:spChg chg="mod">
          <ac:chgData name="Palit, Tapti" userId="dec6fbcd-7598-406a-8cbf-504d4a3bac15" providerId="ADAL" clId="{ECD42228-5B96-4A72-B268-C46DF994E6B7}" dt="2024-02-09T19:18:26.359" v="108722" actId="20577"/>
          <ac:spMkLst>
            <pc:docMk/>
            <pc:sldMk cId="2136365127" sldId="1092"/>
            <ac:spMk id="15" creationId="{632CDA17-2240-B34F-44F8-5573404E1E94}"/>
          </ac:spMkLst>
        </pc:spChg>
        <pc:spChg chg="mod">
          <ac:chgData name="Palit, Tapti" userId="dec6fbcd-7598-406a-8cbf-504d4a3bac15" providerId="ADAL" clId="{ECD42228-5B96-4A72-B268-C46DF994E6B7}" dt="2024-01-28T21:32:40.333" v="69162" actId="1038"/>
          <ac:spMkLst>
            <pc:docMk/>
            <pc:sldMk cId="2136365127" sldId="1092"/>
            <ac:spMk id="16" creationId="{BA3828BB-07C9-6A22-0125-6282103A5ED6}"/>
          </ac:spMkLst>
        </pc:spChg>
        <pc:spChg chg="del">
          <ac:chgData name="Palit, Tapti" userId="dec6fbcd-7598-406a-8cbf-504d4a3bac15" providerId="ADAL" clId="{ECD42228-5B96-4A72-B268-C46DF994E6B7}" dt="2024-01-28T21:32:19.606" v="69116" actId="478"/>
          <ac:spMkLst>
            <pc:docMk/>
            <pc:sldMk cId="2136365127" sldId="1092"/>
            <ac:spMk id="18" creationId="{38158093-6F13-9634-0C40-CB520D742CFB}"/>
          </ac:spMkLst>
        </pc:spChg>
        <pc:spChg chg="add mod">
          <ac:chgData name="Palit, Tapti" userId="dec6fbcd-7598-406a-8cbf-504d4a3bac15" providerId="ADAL" clId="{ECD42228-5B96-4A72-B268-C46DF994E6B7}" dt="2024-01-30T03:08:23.521" v="85106" actId="1076"/>
          <ac:spMkLst>
            <pc:docMk/>
            <pc:sldMk cId="2136365127" sldId="1092"/>
            <ac:spMk id="18" creationId="{448F9E56-11A2-0ADA-521D-2A4ACFCDF38E}"/>
          </ac:spMkLst>
        </pc:spChg>
        <pc:spChg chg="add mod">
          <ac:chgData name="Palit, Tapti" userId="dec6fbcd-7598-406a-8cbf-504d4a3bac15" providerId="ADAL" clId="{ECD42228-5B96-4A72-B268-C46DF994E6B7}" dt="2024-01-30T03:08:57.049" v="85110" actId="14100"/>
          <ac:spMkLst>
            <pc:docMk/>
            <pc:sldMk cId="2136365127" sldId="1092"/>
            <ac:spMk id="19" creationId="{A45233AF-F0B2-CC41-3C50-9E59889741F4}"/>
          </ac:spMkLst>
        </pc:spChg>
        <pc:spChg chg="mod">
          <ac:chgData name="Palit, Tapti" userId="dec6fbcd-7598-406a-8cbf-504d4a3bac15" providerId="ADAL" clId="{ECD42228-5B96-4A72-B268-C46DF994E6B7}" dt="2024-02-09T19:18:30.630" v="108726" actId="20577"/>
          <ac:spMkLst>
            <pc:docMk/>
            <pc:sldMk cId="2136365127" sldId="1092"/>
            <ac:spMk id="20" creationId="{6B846521-CF3C-1C2E-5EFA-E362CE8B0255}"/>
          </ac:spMkLst>
        </pc:spChg>
        <pc:spChg chg="add mod">
          <ac:chgData name="Palit, Tapti" userId="dec6fbcd-7598-406a-8cbf-504d4a3bac15" providerId="ADAL" clId="{ECD42228-5B96-4A72-B268-C46DF994E6B7}" dt="2024-01-30T03:09:12.985" v="85111" actId="1076"/>
          <ac:spMkLst>
            <pc:docMk/>
            <pc:sldMk cId="2136365127" sldId="1092"/>
            <ac:spMk id="21" creationId="{5E126002-43CA-94B7-0C56-4A11C4A96737}"/>
          </ac:spMkLst>
        </pc:spChg>
        <pc:spChg chg="mod">
          <ac:chgData name="Palit, Tapti" userId="dec6fbcd-7598-406a-8cbf-504d4a3bac15" providerId="ADAL" clId="{ECD42228-5B96-4A72-B268-C46DF994E6B7}" dt="2024-01-28T21:32:40.333" v="69162" actId="1038"/>
          <ac:spMkLst>
            <pc:docMk/>
            <pc:sldMk cId="2136365127" sldId="1092"/>
            <ac:spMk id="22" creationId="{DFEE423D-239B-0159-2953-A9F255A35310}"/>
          </ac:spMkLst>
        </pc:spChg>
        <pc:spChg chg="del mod">
          <ac:chgData name="Palit, Tapti" userId="dec6fbcd-7598-406a-8cbf-504d4a3bac15" providerId="ADAL" clId="{ECD42228-5B96-4A72-B268-C46DF994E6B7}" dt="2024-01-30T03:06:56.341" v="85092" actId="478"/>
          <ac:spMkLst>
            <pc:docMk/>
            <pc:sldMk cId="2136365127" sldId="1092"/>
            <ac:spMk id="25" creationId="{2546B71F-EBBF-68C8-EF81-E22594154AF7}"/>
          </ac:spMkLst>
        </pc:spChg>
        <pc:spChg chg="del">
          <ac:chgData name="Palit, Tapti" userId="dec6fbcd-7598-406a-8cbf-504d4a3bac15" providerId="ADAL" clId="{ECD42228-5B96-4A72-B268-C46DF994E6B7}" dt="2024-01-28T21:32:24.664" v="69118" actId="478"/>
          <ac:spMkLst>
            <pc:docMk/>
            <pc:sldMk cId="2136365127" sldId="1092"/>
            <ac:spMk id="27" creationId="{A514031C-BE6B-B376-1F8D-A6CBB52D164E}"/>
          </ac:spMkLst>
        </pc:spChg>
        <pc:spChg chg="del">
          <ac:chgData name="Palit, Tapti" userId="dec6fbcd-7598-406a-8cbf-504d4a3bac15" providerId="ADAL" clId="{ECD42228-5B96-4A72-B268-C46DF994E6B7}" dt="2024-01-28T21:32:19.606" v="69116" actId="478"/>
          <ac:spMkLst>
            <pc:docMk/>
            <pc:sldMk cId="2136365127" sldId="1092"/>
            <ac:spMk id="29" creationId="{B51B138B-CA6E-D442-540A-519FABFF1C4E}"/>
          </ac:spMkLst>
        </pc:spChg>
        <pc:spChg chg="mod">
          <ac:chgData name="Palit, Tapti" userId="dec6fbcd-7598-406a-8cbf-504d4a3bac15" providerId="ADAL" clId="{ECD42228-5B96-4A72-B268-C46DF994E6B7}" dt="2024-01-29T05:11:23.914" v="77380" actId="20577"/>
          <ac:spMkLst>
            <pc:docMk/>
            <pc:sldMk cId="2136365127" sldId="1092"/>
            <ac:spMk id="31" creationId="{8066DF09-0DDE-0E4A-743E-1BD29398BBC7}"/>
          </ac:spMkLst>
        </pc:spChg>
        <pc:picChg chg="del">
          <ac:chgData name="Palit, Tapti" userId="dec6fbcd-7598-406a-8cbf-504d4a3bac15" providerId="ADAL" clId="{ECD42228-5B96-4A72-B268-C46DF994E6B7}" dt="2024-01-28T21:32:19.606" v="69116" actId="478"/>
          <ac:picMkLst>
            <pc:docMk/>
            <pc:sldMk cId="2136365127" sldId="1092"/>
            <ac:picMk id="2" creationId="{5C5B91B7-4BF3-EF22-73A2-268F52918630}"/>
          </ac:picMkLst>
        </pc:picChg>
        <pc:picChg chg="add mod">
          <ac:chgData name="Palit, Tapti" userId="dec6fbcd-7598-406a-8cbf-504d4a3bac15" providerId="ADAL" clId="{ECD42228-5B96-4A72-B268-C46DF994E6B7}" dt="2024-01-30T04:14:31.145" v="86137" actId="1076"/>
          <ac:picMkLst>
            <pc:docMk/>
            <pc:sldMk cId="2136365127" sldId="1092"/>
            <ac:picMk id="6" creationId="{41996D0B-51DB-8153-CB31-00C38DD4BAE4}"/>
          </ac:picMkLst>
        </pc:picChg>
        <pc:picChg chg="add mod">
          <ac:chgData name="Palit, Tapti" userId="dec6fbcd-7598-406a-8cbf-504d4a3bac15" providerId="ADAL" clId="{ECD42228-5B96-4A72-B268-C46DF994E6B7}" dt="2024-01-30T03:08:18.280" v="85105" actId="1076"/>
          <ac:picMkLst>
            <pc:docMk/>
            <pc:sldMk cId="2136365127" sldId="1092"/>
            <ac:picMk id="14" creationId="{C3395080-326E-18A9-A526-A11F6FDDDB9F}"/>
          </ac:picMkLst>
        </pc:picChg>
        <pc:cxnChg chg="del">
          <ac:chgData name="Palit, Tapti" userId="dec6fbcd-7598-406a-8cbf-504d4a3bac15" providerId="ADAL" clId="{ECD42228-5B96-4A72-B268-C46DF994E6B7}" dt="2024-01-28T21:32:19.606" v="69116" actId="478"/>
          <ac:cxnSpMkLst>
            <pc:docMk/>
            <pc:sldMk cId="2136365127" sldId="1092"/>
            <ac:cxnSpMk id="6" creationId="{9A228DE5-2A47-7DC0-AB7D-AA240CDBFA38}"/>
          </ac:cxnSpMkLst>
        </pc:cxnChg>
        <pc:cxnChg chg="mod">
          <ac:chgData name="Palit, Tapti" userId="dec6fbcd-7598-406a-8cbf-504d4a3bac15" providerId="ADAL" clId="{ECD42228-5B96-4A72-B268-C46DF994E6B7}" dt="2024-01-28T21:32:40.333" v="69162" actId="1038"/>
          <ac:cxnSpMkLst>
            <pc:docMk/>
            <pc:sldMk cId="2136365127" sldId="1092"/>
            <ac:cxnSpMk id="9" creationId="{5B659DB4-1E58-9C88-6147-F8AE219D326E}"/>
          </ac:cxnSpMkLst>
        </pc:cxnChg>
        <pc:cxnChg chg="del">
          <ac:chgData name="Palit, Tapti" userId="dec6fbcd-7598-406a-8cbf-504d4a3bac15" providerId="ADAL" clId="{ECD42228-5B96-4A72-B268-C46DF994E6B7}" dt="2024-01-28T21:32:19.606" v="69116" actId="478"/>
          <ac:cxnSpMkLst>
            <pc:docMk/>
            <pc:sldMk cId="2136365127" sldId="1092"/>
            <ac:cxnSpMk id="14" creationId="{E3057DF5-1ED5-9116-B096-D42DE1A11886}"/>
          </ac:cxnSpMkLst>
        </pc:cxnChg>
        <pc:cxnChg chg="mod">
          <ac:chgData name="Palit, Tapti" userId="dec6fbcd-7598-406a-8cbf-504d4a3bac15" providerId="ADAL" clId="{ECD42228-5B96-4A72-B268-C46DF994E6B7}" dt="2024-01-28T21:32:40.333" v="69162" actId="1038"/>
          <ac:cxnSpMkLst>
            <pc:docMk/>
            <pc:sldMk cId="2136365127" sldId="1092"/>
            <ac:cxnSpMk id="17" creationId="{3F645796-6659-6C62-0048-A9C63762DB52}"/>
          </ac:cxnSpMkLst>
        </pc:cxnChg>
        <pc:cxnChg chg="del">
          <ac:chgData name="Palit, Tapti" userId="dec6fbcd-7598-406a-8cbf-504d4a3bac15" providerId="ADAL" clId="{ECD42228-5B96-4A72-B268-C46DF994E6B7}" dt="2024-01-28T21:32:21.786" v="69117" actId="478"/>
          <ac:cxnSpMkLst>
            <pc:docMk/>
            <pc:sldMk cId="2136365127" sldId="1092"/>
            <ac:cxnSpMk id="28" creationId="{35845EE0-9608-0C0A-7235-A4335188FE0D}"/>
          </ac:cxnSpMkLst>
        </pc:cxnChg>
      </pc:sldChg>
      <pc:sldChg chg="add mod modShow">
        <pc:chgData name="Palit, Tapti" userId="dec6fbcd-7598-406a-8cbf-504d4a3bac15" providerId="ADAL" clId="{ECD42228-5B96-4A72-B268-C46DF994E6B7}" dt="2024-02-09T02:52:59.560" v="102675" actId="729"/>
        <pc:sldMkLst>
          <pc:docMk/>
          <pc:sldMk cId="1131987506" sldId="1093"/>
        </pc:sldMkLst>
      </pc:sldChg>
      <pc:sldChg chg="add del">
        <pc:chgData name="Palit, Tapti" userId="dec6fbcd-7598-406a-8cbf-504d4a3bac15" providerId="ADAL" clId="{ECD42228-5B96-4A72-B268-C46DF994E6B7}" dt="2024-02-09T02:52:53.122" v="102673" actId="2696"/>
        <pc:sldMkLst>
          <pc:docMk/>
          <pc:sldMk cId="1186635065" sldId="1093"/>
        </pc:sldMkLst>
      </pc:sldChg>
      <pc:sldChg chg="delSp modSp add del mod ord delAnim modAnim modNotesTx">
        <pc:chgData name="Palit, Tapti" userId="dec6fbcd-7598-406a-8cbf-504d4a3bac15" providerId="ADAL" clId="{ECD42228-5B96-4A72-B268-C46DF994E6B7}" dt="2024-02-08T21:21:36.426" v="100774" actId="2696"/>
        <pc:sldMkLst>
          <pc:docMk/>
          <pc:sldMk cId="1869038957" sldId="1093"/>
        </pc:sldMkLst>
        <pc:spChg chg="mod">
          <ac:chgData name="Palit, Tapti" userId="dec6fbcd-7598-406a-8cbf-504d4a3bac15" providerId="ADAL" clId="{ECD42228-5B96-4A72-B268-C46DF994E6B7}" dt="2024-01-28T22:04:53.472" v="69563" actId="20577"/>
          <ac:spMkLst>
            <pc:docMk/>
            <pc:sldMk cId="1869038957" sldId="1093"/>
            <ac:spMk id="3" creationId="{E72186F9-FE3D-CA26-20F7-94C0AD1DBE3D}"/>
          </ac:spMkLst>
        </pc:spChg>
        <pc:spChg chg="del">
          <ac:chgData name="Palit, Tapti" userId="dec6fbcd-7598-406a-8cbf-504d4a3bac15" providerId="ADAL" clId="{ECD42228-5B96-4A72-B268-C46DF994E6B7}" dt="2024-01-28T22:04:26.275" v="69556" actId="478"/>
          <ac:spMkLst>
            <pc:docMk/>
            <pc:sldMk cId="1869038957" sldId="1093"/>
            <ac:spMk id="6" creationId="{81AE66CA-DDB8-1505-13E0-5056202A9DC5}"/>
          </ac:spMkLst>
        </pc:spChg>
      </pc:sldChg>
      <pc:sldChg chg="addSp delSp modSp add mod modAnim chgLayout modNotesTx">
        <pc:chgData name="Palit, Tapti" userId="dec6fbcd-7598-406a-8cbf-504d4a3bac15" providerId="ADAL" clId="{ECD42228-5B96-4A72-B268-C46DF994E6B7}" dt="2024-02-12T20:00:30.250" v="113029" actId="20577"/>
        <pc:sldMkLst>
          <pc:docMk/>
          <pc:sldMk cId="3015977904" sldId="1094"/>
        </pc:sldMkLst>
        <pc:spChg chg="mod ord">
          <ac:chgData name="Palit, Tapti" userId="dec6fbcd-7598-406a-8cbf-504d4a3bac15" providerId="ADAL" clId="{ECD42228-5B96-4A72-B268-C46DF994E6B7}" dt="2024-02-09T17:22:07.639" v="106912" actId="6549"/>
          <ac:spMkLst>
            <pc:docMk/>
            <pc:sldMk cId="3015977904" sldId="1094"/>
            <ac:spMk id="2" creationId="{97543FA6-E7B5-E241-CCE1-930887A4059D}"/>
          </ac:spMkLst>
        </pc:spChg>
        <pc:spChg chg="mod ord">
          <ac:chgData name="Palit, Tapti" userId="dec6fbcd-7598-406a-8cbf-504d4a3bac15" providerId="ADAL" clId="{ECD42228-5B96-4A72-B268-C46DF994E6B7}" dt="2024-02-12T20:00:19.113" v="113007" actId="20577"/>
          <ac:spMkLst>
            <pc:docMk/>
            <pc:sldMk cId="3015977904" sldId="1094"/>
            <ac:spMk id="3" creationId="{8F1EE9CA-6180-F533-C45C-1CDA916DA4BE}"/>
          </ac:spMkLst>
        </pc:spChg>
        <pc:spChg chg="mod ord">
          <ac:chgData name="Palit, Tapti" userId="dec6fbcd-7598-406a-8cbf-504d4a3bac15" providerId="ADAL" clId="{ECD42228-5B96-4A72-B268-C46DF994E6B7}" dt="2024-02-07T01:14:49.789" v="98827" actId="6264"/>
          <ac:spMkLst>
            <pc:docMk/>
            <pc:sldMk cId="3015977904" sldId="1094"/>
            <ac:spMk id="4" creationId="{662FBC86-8A35-A9DC-68D1-02F23D02F17B}"/>
          </ac:spMkLst>
        </pc:spChg>
        <pc:spChg chg="mod">
          <ac:chgData name="Palit, Tapti" userId="dec6fbcd-7598-406a-8cbf-504d4a3bac15" providerId="ADAL" clId="{ECD42228-5B96-4A72-B268-C46DF994E6B7}" dt="2024-02-08T20:47:31.653" v="100709" actId="207"/>
          <ac:spMkLst>
            <pc:docMk/>
            <pc:sldMk cId="3015977904" sldId="1094"/>
            <ac:spMk id="5" creationId="{3F13B49F-643F-6906-A210-A6CF19D3BE08}"/>
          </ac:spMkLst>
        </pc:spChg>
        <pc:spChg chg="add del mod">
          <ac:chgData name="Palit, Tapti" userId="dec6fbcd-7598-406a-8cbf-504d4a3bac15" providerId="ADAL" clId="{ECD42228-5B96-4A72-B268-C46DF994E6B7}" dt="2024-02-07T01:14:49.789" v="98827" actId="6264"/>
          <ac:spMkLst>
            <pc:docMk/>
            <pc:sldMk cId="3015977904" sldId="1094"/>
            <ac:spMk id="6" creationId="{3D722DBD-38C1-6064-4652-861FC21C828B}"/>
          </ac:spMkLst>
        </pc:spChg>
        <pc:spChg chg="add del mod">
          <ac:chgData name="Palit, Tapti" userId="dec6fbcd-7598-406a-8cbf-504d4a3bac15" providerId="ADAL" clId="{ECD42228-5B96-4A72-B268-C46DF994E6B7}" dt="2024-02-07T01:14:49.789" v="98827" actId="6264"/>
          <ac:spMkLst>
            <pc:docMk/>
            <pc:sldMk cId="3015977904" sldId="1094"/>
            <ac:spMk id="7" creationId="{DD6F66CB-DCA7-4325-7D29-628676C42C53}"/>
          </ac:spMkLst>
        </pc:spChg>
        <pc:spChg chg="add del mod">
          <ac:chgData name="Palit, Tapti" userId="dec6fbcd-7598-406a-8cbf-504d4a3bac15" providerId="ADAL" clId="{ECD42228-5B96-4A72-B268-C46DF994E6B7}" dt="2024-02-07T01:14:49.789" v="98827" actId="6264"/>
          <ac:spMkLst>
            <pc:docMk/>
            <pc:sldMk cId="3015977904" sldId="1094"/>
            <ac:spMk id="8" creationId="{7C3366E0-1E23-AB9E-CD92-EE1A9E481F7A}"/>
          </ac:spMkLst>
        </pc:spChg>
        <pc:spChg chg="add del mod">
          <ac:chgData name="Palit, Tapti" userId="dec6fbcd-7598-406a-8cbf-504d4a3bac15" providerId="ADAL" clId="{ECD42228-5B96-4A72-B268-C46DF994E6B7}" dt="2024-02-09T03:50:24.655" v="103861" actId="478"/>
          <ac:spMkLst>
            <pc:docMk/>
            <pc:sldMk cId="3015977904" sldId="1094"/>
            <ac:spMk id="9" creationId="{CD638514-2D18-394B-43D5-7CB5E4047CAA}"/>
          </ac:spMkLst>
        </pc:spChg>
        <pc:spChg chg="mod">
          <ac:chgData name="Palit, Tapti" userId="dec6fbcd-7598-406a-8cbf-504d4a3bac15" providerId="ADAL" clId="{ECD42228-5B96-4A72-B268-C46DF994E6B7}" dt="2024-01-29T16:33:40.324" v="80477" actId="20577"/>
          <ac:spMkLst>
            <pc:docMk/>
            <pc:sldMk cId="3015977904" sldId="1094"/>
            <ac:spMk id="50" creationId="{89623375-7E6E-B994-A51D-EA09B938E78B}"/>
          </ac:spMkLst>
        </pc:spChg>
        <pc:spChg chg="del">
          <ac:chgData name="Palit, Tapti" userId="dec6fbcd-7598-406a-8cbf-504d4a3bac15" providerId="ADAL" clId="{ECD42228-5B96-4A72-B268-C46DF994E6B7}" dt="2024-01-28T22:21:21.092" v="69825" actId="478"/>
          <ac:spMkLst>
            <pc:docMk/>
            <pc:sldMk cId="3015977904" sldId="1094"/>
            <ac:spMk id="62" creationId="{20925C23-21B9-EDEF-C0AF-DC841648BA2A}"/>
          </ac:spMkLst>
        </pc:spChg>
        <pc:spChg chg="del">
          <ac:chgData name="Palit, Tapti" userId="dec6fbcd-7598-406a-8cbf-504d4a3bac15" providerId="ADAL" clId="{ECD42228-5B96-4A72-B268-C46DF994E6B7}" dt="2024-01-28T22:21:17.205" v="69823" actId="478"/>
          <ac:spMkLst>
            <pc:docMk/>
            <pc:sldMk cId="3015977904" sldId="1094"/>
            <ac:spMk id="63" creationId="{2C91C9F0-1FCC-7F2E-E053-A694FD190860}"/>
          </ac:spMkLst>
        </pc:spChg>
        <pc:cxnChg chg="del mod">
          <ac:chgData name="Palit, Tapti" userId="dec6fbcd-7598-406a-8cbf-504d4a3bac15" providerId="ADAL" clId="{ECD42228-5B96-4A72-B268-C46DF994E6B7}" dt="2024-01-28T22:21:19.165" v="69824" actId="478"/>
          <ac:cxnSpMkLst>
            <pc:docMk/>
            <pc:sldMk cId="3015977904" sldId="1094"/>
            <ac:cxnSpMk id="61" creationId="{14A1EC5F-ABE2-41AB-F7FD-498966C82013}"/>
          </ac:cxnSpMkLst>
        </pc:cxnChg>
      </pc:sldChg>
      <pc:sldChg chg="addSp delSp modSp add mod ord modAnim modNotesTx">
        <pc:chgData name="Palit, Tapti" userId="dec6fbcd-7598-406a-8cbf-504d4a3bac15" providerId="ADAL" clId="{ECD42228-5B96-4A72-B268-C46DF994E6B7}" dt="2024-02-13T04:19:01.793" v="115520" actId="20577"/>
        <pc:sldMkLst>
          <pc:docMk/>
          <pc:sldMk cId="3403692134" sldId="1095"/>
        </pc:sldMkLst>
        <pc:spChg chg="mod">
          <ac:chgData name="Palit, Tapti" userId="dec6fbcd-7598-406a-8cbf-504d4a3bac15" providerId="ADAL" clId="{ECD42228-5B96-4A72-B268-C46DF994E6B7}" dt="2024-01-28T22:58:09.691" v="70258" actId="5793"/>
          <ac:spMkLst>
            <pc:docMk/>
            <pc:sldMk cId="3403692134" sldId="1095"/>
            <ac:spMk id="2" creationId="{72255B09-C652-86B4-3A5C-C987FF2F36D4}"/>
          </ac:spMkLst>
        </pc:spChg>
        <pc:spChg chg="del">
          <ac:chgData name="Palit, Tapti" userId="dec6fbcd-7598-406a-8cbf-504d4a3bac15" providerId="ADAL" clId="{ECD42228-5B96-4A72-B268-C46DF994E6B7}" dt="2024-02-09T22:10:19.780" v="109060" actId="478"/>
          <ac:spMkLst>
            <pc:docMk/>
            <pc:sldMk cId="3403692134" sldId="1095"/>
            <ac:spMk id="4" creationId="{89A9F696-C656-E428-7290-74A818CEF335}"/>
          </ac:spMkLst>
        </pc:spChg>
        <pc:spChg chg="add mod">
          <ac:chgData name="Palit, Tapti" userId="dec6fbcd-7598-406a-8cbf-504d4a3bac15" providerId="ADAL" clId="{ECD42228-5B96-4A72-B268-C46DF994E6B7}" dt="2024-02-11T15:10:52.879" v="110339"/>
          <ac:spMkLst>
            <pc:docMk/>
            <pc:sldMk cId="3403692134" sldId="1095"/>
            <ac:spMk id="4" creationId="{BDD7FBDA-EFA7-1125-C3D0-E51964612B5F}"/>
          </ac:spMkLst>
        </pc:spChg>
        <pc:spChg chg="del">
          <ac:chgData name="Palit, Tapti" userId="dec6fbcd-7598-406a-8cbf-504d4a3bac15" providerId="ADAL" clId="{ECD42228-5B96-4A72-B268-C46DF994E6B7}" dt="2024-01-28T23:28:50.483" v="70784" actId="478"/>
          <ac:spMkLst>
            <pc:docMk/>
            <pc:sldMk cId="3403692134" sldId="1095"/>
            <ac:spMk id="4" creationId="{C1583B93-49CE-B036-ACEE-6DBFC8368B24}"/>
          </ac:spMkLst>
        </pc:spChg>
        <pc:spChg chg="add del mod">
          <ac:chgData name="Palit, Tapti" userId="dec6fbcd-7598-406a-8cbf-504d4a3bac15" providerId="ADAL" clId="{ECD42228-5B96-4A72-B268-C46DF994E6B7}" dt="2024-01-28T22:59:51.632" v="70288" actId="478"/>
          <ac:spMkLst>
            <pc:docMk/>
            <pc:sldMk cId="3403692134" sldId="1095"/>
            <ac:spMk id="5" creationId="{01A06C3F-3467-E06F-002B-2C638B907A7D}"/>
          </ac:spMkLst>
        </pc:spChg>
        <pc:spChg chg="add del mod">
          <ac:chgData name="Palit, Tapti" userId="dec6fbcd-7598-406a-8cbf-504d4a3bac15" providerId="ADAL" clId="{ECD42228-5B96-4A72-B268-C46DF994E6B7}" dt="2024-02-11T15:10:52.491" v="110338" actId="478"/>
          <ac:spMkLst>
            <pc:docMk/>
            <pc:sldMk cId="3403692134" sldId="1095"/>
            <ac:spMk id="6" creationId="{911789DD-F69F-5DF2-FB02-5E201199A46F}"/>
          </ac:spMkLst>
        </pc:spChg>
        <pc:spChg chg="add del mod">
          <ac:chgData name="Palit, Tapti" userId="dec6fbcd-7598-406a-8cbf-504d4a3bac15" providerId="ADAL" clId="{ECD42228-5B96-4A72-B268-C46DF994E6B7}" dt="2024-02-11T15:10:52.491" v="110338" actId="478"/>
          <ac:spMkLst>
            <pc:docMk/>
            <pc:sldMk cId="3403692134" sldId="1095"/>
            <ac:spMk id="7" creationId="{4024C68C-BB9E-D84C-198E-DFFF0DA439E0}"/>
          </ac:spMkLst>
        </pc:spChg>
        <pc:spChg chg="add mod">
          <ac:chgData name="Palit, Tapti" userId="dec6fbcd-7598-406a-8cbf-504d4a3bac15" providerId="ADAL" clId="{ECD42228-5B96-4A72-B268-C46DF994E6B7}" dt="2024-02-11T15:10:52.879" v="110339"/>
          <ac:spMkLst>
            <pc:docMk/>
            <pc:sldMk cId="3403692134" sldId="1095"/>
            <ac:spMk id="8" creationId="{131F0ED2-97A2-0B5B-D547-71C3E82588D0}"/>
          </ac:spMkLst>
        </pc:spChg>
        <pc:spChg chg="add mod">
          <ac:chgData name="Palit, Tapti" userId="dec6fbcd-7598-406a-8cbf-504d4a3bac15" providerId="ADAL" clId="{ECD42228-5B96-4A72-B268-C46DF994E6B7}" dt="2024-02-11T15:10:52.879" v="110339"/>
          <ac:spMkLst>
            <pc:docMk/>
            <pc:sldMk cId="3403692134" sldId="1095"/>
            <ac:spMk id="14" creationId="{6995A116-2830-F059-7826-DE643E3DD978}"/>
          </ac:spMkLst>
        </pc:spChg>
        <pc:spChg chg="add mod">
          <ac:chgData name="Palit, Tapti" userId="dec6fbcd-7598-406a-8cbf-504d4a3bac15" providerId="ADAL" clId="{ECD42228-5B96-4A72-B268-C46DF994E6B7}" dt="2024-02-11T15:10:52.879" v="110339"/>
          <ac:spMkLst>
            <pc:docMk/>
            <pc:sldMk cId="3403692134" sldId="1095"/>
            <ac:spMk id="15" creationId="{05A35319-ADF8-618A-469E-29C4F2DB80AE}"/>
          </ac:spMkLst>
        </pc:spChg>
        <pc:spChg chg="mod">
          <ac:chgData name="Palit, Tapti" userId="dec6fbcd-7598-406a-8cbf-504d4a3bac15" providerId="ADAL" clId="{ECD42228-5B96-4A72-B268-C46DF994E6B7}" dt="2024-02-11T15:10:52.879" v="110339"/>
          <ac:spMkLst>
            <pc:docMk/>
            <pc:sldMk cId="3403692134" sldId="1095"/>
            <ac:spMk id="17" creationId="{84A45C80-B5C4-E0E0-ED90-63F84A53A467}"/>
          </ac:spMkLst>
        </pc:spChg>
        <pc:spChg chg="mod">
          <ac:chgData name="Palit, Tapti" userId="dec6fbcd-7598-406a-8cbf-504d4a3bac15" providerId="ADAL" clId="{ECD42228-5B96-4A72-B268-C46DF994E6B7}" dt="2024-02-11T15:10:52.879" v="110339"/>
          <ac:spMkLst>
            <pc:docMk/>
            <pc:sldMk cId="3403692134" sldId="1095"/>
            <ac:spMk id="18" creationId="{925D0C49-8D1E-A94B-E923-6A9BAD993D2A}"/>
          </ac:spMkLst>
        </pc:spChg>
        <pc:spChg chg="mod">
          <ac:chgData name="Palit, Tapti" userId="dec6fbcd-7598-406a-8cbf-504d4a3bac15" providerId="ADAL" clId="{ECD42228-5B96-4A72-B268-C46DF994E6B7}" dt="2024-02-11T15:10:52.879" v="110339"/>
          <ac:spMkLst>
            <pc:docMk/>
            <pc:sldMk cId="3403692134" sldId="1095"/>
            <ac:spMk id="19" creationId="{FA0B7487-2036-4F38-8CBA-BEDE6447A19D}"/>
          </ac:spMkLst>
        </pc:spChg>
        <pc:spChg chg="mod">
          <ac:chgData name="Palit, Tapti" userId="dec6fbcd-7598-406a-8cbf-504d4a3bac15" providerId="ADAL" clId="{ECD42228-5B96-4A72-B268-C46DF994E6B7}" dt="2024-02-11T15:10:52.879" v="110339"/>
          <ac:spMkLst>
            <pc:docMk/>
            <pc:sldMk cId="3403692134" sldId="1095"/>
            <ac:spMk id="21" creationId="{BC5AC7B7-E189-7495-0A94-4D38E7B3237D}"/>
          </ac:spMkLst>
        </pc:spChg>
        <pc:spChg chg="mod">
          <ac:chgData name="Palit, Tapti" userId="dec6fbcd-7598-406a-8cbf-504d4a3bac15" providerId="ADAL" clId="{ECD42228-5B96-4A72-B268-C46DF994E6B7}" dt="2024-02-11T15:10:52.879" v="110339"/>
          <ac:spMkLst>
            <pc:docMk/>
            <pc:sldMk cId="3403692134" sldId="1095"/>
            <ac:spMk id="23" creationId="{2A476356-EB40-7AB6-CF31-5459E6847926}"/>
          </ac:spMkLst>
        </pc:spChg>
        <pc:spChg chg="mod">
          <ac:chgData name="Palit, Tapti" userId="dec6fbcd-7598-406a-8cbf-504d4a3bac15" providerId="ADAL" clId="{ECD42228-5B96-4A72-B268-C46DF994E6B7}" dt="2024-02-11T15:10:52.879" v="110339"/>
          <ac:spMkLst>
            <pc:docMk/>
            <pc:sldMk cId="3403692134" sldId="1095"/>
            <ac:spMk id="24" creationId="{B512F337-A819-D9E5-60D1-0461A34023C2}"/>
          </ac:spMkLst>
        </pc:spChg>
        <pc:spChg chg="mod">
          <ac:chgData name="Palit, Tapti" userId="dec6fbcd-7598-406a-8cbf-504d4a3bac15" providerId="ADAL" clId="{ECD42228-5B96-4A72-B268-C46DF994E6B7}" dt="2024-02-11T15:10:52.879" v="110339"/>
          <ac:spMkLst>
            <pc:docMk/>
            <pc:sldMk cId="3403692134" sldId="1095"/>
            <ac:spMk id="25" creationId="{33A7B4CD-3266-2476-4EB2-FFE227C7EB06}"/>
          </ac:spMkLst>
        </pc:spChg>
        <pc:spChg chg="mod">
          <ac:chgData name="Palit, Tapti" userId="dec6fbcd-7598-406a-8cbf-504d4a3bac15" providerId="ADAL" clId="{ECD42228-5B96-4A72-B268-C46DF994E6B7}" dt="2024-02-11T15:10:52.879" v="110339"/>
          <ac:spMkLst>
            <pc:docMk/>
            <pc:sldMk cId="3403692134" sldId="1095"/>
            <ac:spMk id="27" creationId="{986D3397-8794-39E3-4D45-7E4A7B68F61F}"/>
          </ac:spMkLst>
        </pc:spChg>
        <pc:spChg chg="mod">
          <ac:chgData name="Palit, Tapti" userId="dec6fbcd-7598-406a-8cbf-504d4a3bac15" providerId="ADAL" clId="{ECD42228-5B96-4A72-B268-C46DF994E6B7}" dt="2024-02-11T15:10:52.879" v="110339"/>
          <ac:spMkLst>
            <pc:docMk/>
            <pc:sldMk cId="3403692134" sldId="1095"/>
            <ac:spMk id="28" creationId="{D9D2CCF5-DBAC-59A9-5A81-E6C5A7DC9D49}"/>
          </ac:spMkLst>
        </pc:spChg>
        <pc:spChg chg="add del mod">
          <ac:chgData name="Palit, Tapti" userId="dec6fbcd-7598-406a-8cbf-504d4a3bac15" providerId="ADAL" clId="{ECD42228-5B96-4A72-B268-C46DF994E6B7}" dt="2024-02-11T15:10:52.491" v="110338" actId="478"/>
          <ac:spMkLst>
            <pc:docMk/>
            <pc:sldMk cId="3403692134" sldId="1095"/>
            <ac:spMk id="33" creationId="{99431B00-B6BB-6728-793E-B547162454E1}"/>
          </ac:spMkLst>
        </pc:spChg>
        <pc:spChg chg="add del mod">
          <ac:chgData name="Palit, Tapti" userId="dec6fbcd-7598-406a-8cbf-504d4a3bac15" providerId="ADAL" clId="{ECD42228-5B96-4A72-B268-C46DF994E6B7}" dt="2024-02-11T15:10:52.491" v="110338" actId="478"/>
          <ac:spMkLst>
            <pc:docMk/>
            <pc:sldMk cId="3403692134" sldId="1095"/>
            <ac:spMk id="34" creationId="{B3595EF2-2D8F-8DFA-AD64-9F5462C472EA}"/>
          </ac:spMkLst>
        </pc:spChg>
        <pc:spChg chg="mod">
          <ac:chgData name="Palit, Tapti" userId="dec6fbcd-7598-406a-8cbf-504d4a3bac15" providerId="ADAL" clId="{ECD42228-5B96-4A72-B268-C46DF994E6B7}" dt="2024-01-29T00:13:49.068" v="71143" actId="1038"/>
          <ac:spMkLst>
            <pc:docMk/>
            <pc:sldMk cId="3403692134" sldId="1095"/>
            <ac:spMk id="46" creationId="{03744373-C6CD-7544-07CD-AC3C2C673809}"/>
          </ac:spMkLst>
        </pc:spChg>
        <pc:spChg chg="mod">
          <ac:chgData name="Palit, Tapti" userId="dec6fbcd-7598-406a-8cbf-504d4a3bac15" providerId="ADAL" clId="{ECD42228-5B96-4A72-B268-C46DF994E6B7}" dt="2024-01-29T00:13:49.068" v="71143" actId="1038"/>
          <ac:spMkLst>
            <pc:docMk/>
            <pc:sldMk cId="3403692134" sldId="1095"/>
            <ac:spMk id="49" creationId="{AFED2BB7-C6BE-3E40-4EEE-EB47AD1E8475}"/>
          </ac:spMkLst>
        </pc:spChg>
        <pc:spChg chg="mod">
          <ac:chgData name="Palit, Tapti" userId="dec6fbcd-7598-406a-8cbf-504d4a3bac15" providerId="ADAL" clId="{ECD42228-5B96-4A72-B268-C46DF994E6B7}" dt="2024-01-29T00:13:49.068" v="71143" actId="1038"/>
          <ac:spMkLst>
            <pc:docMk/>
            <pc:sldMk cId="3403692134" sldId="1095"/>
            <ac:spMk id="50" creationId="{3032F586-6D13-9343-EBC0-54B41F712B1B}"/>
          </ac:spMkLst>
        </pc:spChg>
        <pc:spChg chg="mod">
          <ac:chgData name="Palit, Tapti" userId="dec6fbcd-7598-406a-8cbf-504d4a3bac15" providerId="ADAL" clId="{ECD42228-5B96-4A72-B268-C46DF994E6B7}" dt="2024-01-29T00:13:49.068" v="71143" actId="1038"/>
          <ac:spMkLst>
            <pc:docMk/>
            <pc:sldMk cId="3403692134" sldId="1095"/>
            <ac:spMk id="51" creationId="{D85613ED-CC07-F1F8-71F8-BE3233C211D9}"/>
          </ac:spMkLst>
        </pc:spChg>
        <pc:spChg chg="mod">
          <ac:chgData name="Palit, Tapti" userId="dec6fbcd-7598-406a-8cbf-504d4a3bac15" providerId="ADAL" clId="{ECD42228-5B96-4A72-B268-C46DF994E6B7}" dt="2024-01-29T00:13:49.068" v="71143" actId="1038"/>
          <ac:spMkLst>
            <pc:docMk/>
            <pc:sldMk cId="3403692134" sldId="1095"/>
            <ac:spMk id="52" creationId="{D208FC56-D60F-DBDB-42DB-6D9811135FBE}"/>
          </ac:spMkLst>
        </pc:spChg>
        <pc:spChg chg="mod">
          <ac:chgData name="Palit, Tapti" userId="dec6fbcd-7598-406a-8cbf-504d4a3bac15" providerId="ADAL" clId="{ECD42228-5B96-4A72-B268-C46DF994E6B7}" dt="2024-01-29T00:13:49.068" v="71143" actId="1038"/>
          <ac:spMkLst>
            <pc:docMk/>
            <pc:sldMk cId="3403692134" sldId="1095"/>
            <ac:spMk id="57" creationId="{2971FD7A-AAA1-A0BF-B8DF-9F6B0EC9CA46}"/>
          </ac:spMkLst>
        </pc:spChg>
        <pc:spChg chg="add mod">
          <ac:chgData name="Palit, Tapti" userId="dec6fbcd-7598-406a-8cbf-504d4a3bac15" providerId="ADAL" clId="{ECD42228-5B96-4A72-B268-C46DF994E6B7}" dt="2024-01-29T00:13:49.068" v="71143" actId="1038"/>
          <ac:spMkLst>
            <pc:docMk/>
            <pc:sldMk cId="3403692134" sldId="1095"/>
            <ac:spMk id="77" creationId="{787EE70D-5A65-FF46-E74A-321F148D7F85}"/>
          </ac:spMkLst>
        </pc:spChg>
        <pc:spChg chg="add mod">
          <ac:chgData name="Palit, Tapti" userId="dec6fbcd-7598-406a-8cbf-504d4a3bac15" providerId="ADAL" clId="{ECD42228-5B96-4A72-B268-C46DF994E6B7}" dt="2024-01-29T00:13:49.068" v="71143" actId="1038"/>
          <ac:spMkLst>
            <pc:docMk/>
            <pc:sldMk cId="3403692134" sldId="1095"/>
            <ac:spMk id="78" creationId="{6A30B2D1-6111-7F61-1F73-BEE4976A2917}"/>
          </ac:spMkLst>
        </pc:spChg>
        <pc:spChg chg="add mod">
          <ac:chgData name="Palit, Tapti" userId="dec6fbcd-7598-406a-8cbf-504d4a3bac15" providerId="ADAL" clId="{ECD42228-5B96-4A72-B268-C46DF994E6B7}" dt="2024-01-28T23:23:40.840" v="70698" actId="14100"/>
          <ac:spMkLst>
            <pc:docMk/>
            <pc:sldMk cId="3403692134" sldId="1095"/>
            <ac:spMk id="86" creationId="{A4532B81-32C3-3B95-BD12-609DC034EF88}"/>
          </ac:spMkLst>
        </pc:spChg>
        <pc:spChg chg="add mod">
          <ac:chgData name="Palit, Tapti" userId="dec6fbcd-7598-406a-8cbf-504d4a3bac15" providerId="ADAL" clId="{ECD42228-5B96-4A72-B268-C46DF994E6B7}" dt="2024-01-29T00:13:49.068" v="71143" actId="1038"/>
          <ac:spMkLst>
            <pc:docMk/>
            <pc:sldMk cId="3403692134" sldId="1095"/>
            <ac:spMk id="87" creationId="{F0204E75-4C5E-F7C7-8CAF-066FE380941D}"/>
          </ac:spMkLst>
        </pc:spChg>
        <pc:spChg chg="add mod">
          <ac:chgData name="Palit, Tapti" userId="dec6fbcd-7598-406a-8cbf-504d4a3bac15" providerId="ADAL" clId="{ECD42228-5B96-4A72-B268-C46DF994E6B7}" dt="2024-01-28T23:26:25.663" v="70755"/>
          <ac:spMkLst>
            <pc:docMk/>
            <pc:sldMk cId="3403692134" sldId="1095"/>
            <ac:spMk id="88" creationId="{60B9CED7-5F53-B325-43E5-F3A968073C30}"/>
          </ac:spMkLst>
        </pc:spChg>
        <pc:spChg chg="add mod">
          <ac:chgData name="Palit, Tapti" userId="dec6fbcd-7598-406a-8cbf-504d4a3bac15" providerId="ADAL" clId="{ECD42228-5B96-4A72-B268-C46DF994E6B7}" dt="2024-01-29T00:15:28.166" v="71173" actId="1037"/>
          <ac:spMkLst>
            <pc:docMk/>
            <pc:sldMk cId="3403692134" sldId="1095"/>
            <ac:spMk id="89" creationId="{7F283E79-F947-78A7-3ABA-90551D6F6DC9}"/>
          </ac:spMkLst>
        </pc:spChg>
        <pc:spChg chg="add mod">
          <ac:chgData name="Palit, Tapti" userId="dec6fbcd-7598-406a-8cbf-504d4a3bac15" providerId="ADAL" clId="{ECD42228-5B96-4A72-B268-C46DF994E6B7}" dt="2024-01-28T23:26:25.663" v="70755"/>
          <ac:spMkLst>
            <pc:docMk/>
            <pc:sldMk cId="3403692134" sldId="1095"/>
            <ac:spMk id="90" creationId="{76DBE58B-427C-6B22-04A5-A0679A8640EF}"/>
          </ac:spMkLst>
        </pc:spChg>
        <pc:spChg chg="add mod">
          <ac:chgData name="Palit, Tapti" userId="dec6fbcd-7598-406a-8cbf-504d4a3bac15" providerId="ADAL" clId="{ECD42228-5B96-4A72-B268-C46DF994E6B7}" dt="2024-01-29T00:15:28.166" v="71173" actId="1037"/>
          <ac:spMkLst>
            <pc:docMk/>
            <pc:sldMk cId="3403692134" sldId="1095"/>
            <ac:spMk id="96" creationId="{68AEEC0B-0C53-93F6-3422-EEAA8D00AB0F}"/>
          </ac:spMkLst>
        </pc:spChg>
        <pc:spChg chg="add mod">
          <ac:chgData name="Palit, Tapti" userId="dec6fbcd-7598-406a-8cbf-504d4a3bac15" providerId="ADAL" clId="{ECD42228-5B96-4A72-B268-C46DF994E6B7}" dt="2024-01-29T00:15:28.166" v="71173" actId="1037"/>
          <ac:spMkLst>
            <pc:docMk/>
            <pc:sldMk cId="3403692134" sldId="1095"/>
            <ac:spMk id="97" creationId="{94250A9F-396F-CC42-2343-1F8F28E16C73}"/>
          </ac:spMkLst>
        </pc:spChg>
        <pc:spChg chg="add mod">
          <ac:chgData name="Palit, Tapti" userId="dec6fbcd-7598-406a-8cbf-504d4a3bac15" providerId="ADAL" clId="{ECD42228-5B96-4A72-B268-C46DF994E6B7}" dt="2024-01-29T00:15:28.166" v="71173" actId="1037"/>
          <ac:spMkLst>
            <pc:docMk/>
            <pc:sldMk cId="3403692134" sldId="1095"/>
            <ac:spMk id="98" creationId="{F4926BF4-4F84-99BF-7127-10C8F111C4C2}"/>
          </ac:spMkLst>
        </pc:spChg>
        <pc:spChg chg="add mod">
          <ac:chgData name="Palit, Tapti" userId="dec6fbcd-7598-406a-8cbf-504d4a3bac15" providerId="ADAL" clId="{ECD42228-5B96-4A72-B268-C46DF994E6B7}" dt="2024-01-29T00:15:28.166" v="71173" actId="1037"/>
          <ac:spMkLst>
            <pc:docMk/>
            <pc:sldMk cId="3403692134" sldId="1095"/>
            <ac:spMk id="99" creationId="{2C60728E-E2CA-BF4E-EC78-412B85E8DF74}"/>
          </ac:spMkLst>
        </pc:spChg>
        <pc:spChg chg="add del mod">
          <ac:chgData name="Palit, Tapti" userId="dec6fbcd-7598-406a-8cbf-504d4a3bac15" providerId="ADAL" clId="{ECD42228-5B96-4A72-B268-C46DF994E6B7}" dt="2024-01-28T23:29:07.700" v="70790" actId="478"/>
          <ac:spMkLst>
            <pc:docMk/>
            <pc:sldMk cId="3403692134" sldId="1095"/>
            <ac:spMk id="100" creationId="{59261939-40CB-3745-00A1-17375BD9742F}"/>
          </ac:spMkLst>
        </pc:spChg>
        <pc:spChg chg="add del mod">
          <ac:chgData name="Palit, Tapti" userId="dec6fbcd-7598-406a-8cbf-504d4a3bac15" providerId="ADAL" clId="{ECD42228-5B96-4A72-B268-C46DF994E6B7}" dt="2024-01-28T23:28:56.886" v="70785" actId="478"/>
          <ac:spMkLst>
            <pc:docMk/>
            <pc:sldMk cId="3403692134" sldId="1095"/>
            <ac:spMk id="101" creationId="{40E2A65C-88DC-371E-5E7A-89D4D315EB75}"/>
          </ac:spMkLst>
        </pc:spChg>
        <pc:spChg chg="add del mod">
          <ac:chgData name="Palit, Tapti" userId="dec6fbcd-7598-406a-8cbf-504d4a3bac15" providerId="ADAL" clId="{ECD42228-5B96-4A72-B268-C46DF994E6B7}" dt="2024-01-28T23:29:07.700" v="70790" actId="478"/>
          <ac:spMkLst>
            <pc:docMk/>
            <pc:sldMk cId="3403692134" sldId="1095"/>
            <ac:spMk id="102" creationId="{1E586D22-FDC2-A649-0CA3-29D5F6EAB65A}"/>
          </ac:spMkLst>
        </pc:spChg>
        <pc:spChg chg="add mod">
          <ac:chgData name="Palit, Tapti" userId="dec6fbcd-7598-406a-8cbf-504d4a3bac15" providerId="ADAL" clId="{ECD42228-5B96-4A72-B268-C46DF994E6B7}" dt="2024-01-29T00:15:28.166" v="71173" actId="1037"/>
          <ac:spMkLst>
            <pc:docMk/>
            <pc:sldMk cId="3403692134" sldId="1095"/>
            <ac:spMk id="103" creationId="{6C7E4519-AFB2-C74A-D408-D91915D60281}"/>
          </ac:spMkLst>
        </pc:spChg>
        <pc:spChg chg="add mod">
          <ac:chgData name="Palit, Tapti" userId="dec6fbcd-7598-406a-8cbf-504d4a3bac15" providerId="ADAL" clId="{ECD42228-5B96-4A72-B268-C46DF994E6B7}" dt="2024-01-29T00:15:28.166" v="71173" actId="1037"/>
          <ac:spMkLst>
            <pc:docMk/>
            <pc:sldMk cId="3403692134" sldId="1095"/>
            <ac:spMk id="104" creationId="{DA47DFD7-B7D7-4A42-EF7D-ABCF3C032269}"/>
          </ac:spMkLst>
        </pc:spChg>
        <pc:spChg chg="add mod">
          <ac:chgData name="Palit, Tapti" userId="dec6fbcd-7598-406a-8cbf-504d4a3bac15" providerId="ADAL" clId="{ECD42228-5B96-4A72-B268-C46DF994E6B7}" dt="2024-01-29T00:15:28.166" v="71173" actId="1037"/>
          <ac:spMkLst>
            <pc:docMk/>
            <pc:sldMk cId="3403692134" sldId="1095"/>
            <ac:spMk id="105" creationId="{CE157EEE-15E2-3608-A05D-08EB11DBAD33}"/>
          </ac:spMkLst>
        </pc:spChg>
        <pc:spChg chg="add del mod">
          <ac:chgData name="Palit, Tapti" userId="dec6fbcd-7598-406a-8cbf-504d4a3bac15" providerId="ADAL" clId="{ECD42228-5B96-4A72-B268-C46DF994E6B7}" dt="2024-01-28T23:28:56.886" v="70785" actId="478"/>
          <ac:spMkLst>
            <pc:docMk/>
            <pc:sldMk cId="3403692134" sldId="1095"/>
            <ac:spMk id="106" creationId="{FA786E87-6A52-4B18-CDBC-0B6FEA89EA1E}"/>
          </ac:spMkLst>
        </pc:spChg>
        <pc:spChg chg="add mod">
          <ac:chgData name="Palit, Tapti" userId="dec6fbcd-7598-406a-8cbf-504d4a3bac15" providerId="ADAL" clId="{ECD42228-5B96-4A72-B268-C46DF994E6B7}" dt="2024-02-11T14:46:50.214" v="109898" actId="1035"/>
          <ac:spMkLst>
            <pc:docMk/>
            <pc:sldMk cId="3403692134" sldId="1095"/>
            <ac:spMk id="107" creationId="{CAC59AC9-31A9-820F-31F1-983FC6E6BAB1}"/>
          </ac:spMkLst>
        </pc:spChg>
        <pc:spChg chg="add mod">
          <ac:chgData name="Palit, Tapti" userId="dec6fbcd-7598-406a-8cbf-504d4a3bac15" providerId="ADAL" clId="{ECD42228-5B96-4A72-B268-C46DF994E6B7}" dt="2024-02-11T14:46:36.026" v="109893" actId="1076"/>
          <ac:spMkLst>
            <pc:docMk/>
            <pc:sldMk cId="3403692134" sldId="1095"/>
            <ac:spMk id="108" creationId="{AE0B7C96-162A-7983-F7DE-EC5AC0623AC8}"/>
          </ac:spMkLst>
        </pc:spChg>
        <pc:spChg chg="add del mod">
          <ac:chgData name="Palit, Tapti" userId="dec6fbcd-7598-406a-8cbf-504d4a3bac15" providerId="ADAL" clId="{ECD42228-5B96-4A72-B268-C46DF994E6B7}" dt="2024-01-28T23:29:07.700" v="70790" actId="478"/>
          <ac:spMkLst>
            <pc:docMk/>
            <pc:sldMk cId="3403692134" sldId="1095"/>
            <ac:spMk id="109" creationId="{0AF2C3EB-1F90-0852-623C-C82C4AAA03BF}"/>
          </ac:spMkLst>
        </pc:spChg>
        <pc:spChg chg="add mod ord">
          <ac:chgData name="Palit, Tapti" userId="dec6fbcd-7598-406a-8cbf-504d4a3bac15" providerId="ADAL" clId="{ECD42228-5B96-4A72-B268-C46DF994E6B7}" dt="2024-01-29T00:15:28.166" v="71173" actId="1037"/>
          <ac:spMkLst>
            <pc:docMk/>
            <pc:sldMk cId="3403692134" sldId="1095"/>
            <ac:spMk id="110" creationId="{BC232711-1100-962D-EE5F-CAB6B6F40665}"/>
          </ac:spMkLst>
        </pc:spChg>
        <pc:spChg chg="add del mod">
          <ac:chgData name="Palit, Tapti" userId="dec6fbcd-7598-406a-8cbf-504d4a3bac15" providerId="ADAL" clId="{ECD42228-5B96-4A72-B268-C46DF994E6B7}" dt="2024-01-28T23:31:23.302" v="70822" actId="478"/>
          <ac:spMkLst>
            <pc:docMk/>
            <pc:sldMk cId="3403692134" sldId="1095"/>
            <ac:spMk id="112" creationId="{56BC2733-8A80-2A4D-93A7-A1102B9E10B9}"/>
          </ac:spMkLst>
        </pc:spChg>
        <pc:spChg chg="add mod">
          <ac:chgData name="Palit, Tapti" userId="dec6fbcd-7598-406a-8cbf-504d4a3bac15" providerId="ADAL" clId="{ECD42228-5B96-4A72-B268-C46DF994E6B7}" dt="2024-01-29T00:15:28.166" v="71173" actId="1037"/>
          <ac:spMkLst>
            <pc:docMk/>
            <pc:sldMk cId="3403692134" sldId="1095"/>
            <ac:spMk id="114" creationId="{0A6EBDBD-7A0B-B01C-0442-096CEBC3F0D1}"/>
          </ac:spMkLst>
        </pc:spChg>
        <pc:spChg chg="add del mod">
          <ac:chgData name="Palit, Tapti" userId="dec6fbcd-7598-406a-8cbf-504d4a3bac15" providerId="ADAL" clId="{ECD42228-5B96-4A72-B268-C46DF994E6B7}" dt="2024-01-28T23:35:31.966" v="70880" actId="478"/>
          <ac:spMkLst>
            <pc:docMk/>
            <pc:sldMk cId="3403692134" sldId="1095"/>
            <ac:spMk id="115" creationId="{385C57D2-3B1C-168E-A810-35BE390AA52E}"/>
          </ac:spMkLst>
        </pc:spChg>
        <pc:spChg chg="add mod">
          <ac:chgData name="Palit, Tapti" userId="dec6fbcd-7598-406a-8cbf-504d4a3bac15" providerId="ADAL" clId="{ECD42228-5B96-4A72-B268-C46DF994E6B7}" dt="2024-01-29T00:15:28.166" v="71173" actId="1037"/>
          <ac:spMkLst>
            <pc:docMk/>
            <pc:sldMk cId="3403692134" sldId="1095"/>
            <ac:spMk id="117" creationId="{B52D5980-E65C-0CEF-BB92-8C4DAE30B9D7}"/>
          </ac:spMkLst>
        </pc:spChg>
        <pc:spChg chg="add mod">
          <ac:chgData name="Palit, Tapti" userId="dec6fbcd-7598-406a-8cbf-504d4a3bac15" providerId="ADAL" clId="{ECD42228-5B96-4A72-B268-C46DF994E6B7}" dt="2024-01-29T00:15:28.166" v="71173" actId="1037"/>
          <ac:spMkLst>
            <pc:docMk/>
            <pc:sldMk cId="3403692134" sldId="1095"/>
            <ac:spMk id="118" creationId="{A671799D-CDE4-6C38-A10F-1B59A78B0B4A}"/>
          </ac:spMkLst>
        </pc:spChg>
        <pc:spChg chg="add mod">
          <ac:chgData name="Palit, Tapti" userId="dec6fbcd-7598-406a-8cbf-504d4a3bac15" providerId="ADAL" clId="{ECD42228-5B96-4A72-B268-C46DF994E6B7}" dt="2024-01-29T00:15:28.166" v="71173" actId="1037"/>
          <ac:spMkLst>
            <pc:docMk/>
            <pc:sldMk cId="3403692134" sldId="1095"/>
            <ac:spMk id="119" creationId="{CCE6DED6-1059-3A9C-F355-274E6934AB53}"/>
          </ac:spMkLst>
        </pc:spChg>
        <pc:spChg chg="add mod">
          <ac:chgData name="Palit, Tapti" userId="dec6fbcd-7598-406a-8cbf-504d4a3bac15" providerId="ADAL" clId="{ECD42228-5B96-4A72-B268-C46DF994E6B7}" dt="2024-01-29T00:15:28.166" v="71173" actId="1037"/>
          <ac:spMkLst>
            <pc:docMk/>
            <pc:sldMk cId="3403692134" sldId="1095"/>
            <ac:spMk id="120" creationId="{1FBABAE2-129D-59DB-E52A-1901559DC305}"/>
          </ac:spMkLst>
        </pc:spChg>
        <pc:spChg chg="add mod">
          <ac:chgData name="Palit, Tapti" userId="dec6fbcd-7598-406a-8cbf-504d4a3bac15" providerId="ADAL" clId="{ECD42228-5B96-4A72-B268-C46DF994E6B7}" dt="2024-01-29T00:15:28.166" v="71173" actId="1037"/>
          <ac:spMkLst>
            <pc:docMk/>
            <pc:sldMk cId="3403692134" sldId="1095"/>
            <ac:spMk id="121" creationId="{36C14A44-08FE-2DAD-141B-91ED1B59CAD0}"/>
          </ac:spMkLst>
        </pc:spChg>
        <pc:spChg chg="add mod">
          <ac:chgData name="Palit, Tapti" userId="dec6fbcd-7598-406a-8cbf-504d4a3bac15" providerId="ADAL" clId="{ECD42228-5B96-4A72-B268-C46DF994E6B7}" dt="2024-01-29T00:15:28.166" v="71173" actId="1037"/>
          <ac:spMkLst>
            <pc:docMk/>
            <pc:sldMk cId="3403692134" sldId="1095"/>
            <ac:spMk id="122" creationId="{5CCE2D50-73BC-CA4F-FE18-0F1E907B6205}"/>
          </ac:spMkLst>
        </pc:spChg>
        <pc:spChg chg="add mod">
          <ac:chgData name="Palit, Tapti" userId="dec6fbcd-7598-406a-8cbf-504d4a3bac15" providerId="ADAL" clId="{ECD42228-5B96-4A72-B268-C46DF994E6B7}" dt="2024-01-29T00:15:28.166" v="71173" actId="1037"/>
          <ac:spMkLst>
            <pc:docMk/>
            <pc:sldMk cId="3403692134" sldId="1095"/>
            <ac:spMk id="129" creationId="{2B09296F-57CD-EF18-3C9E-704FDBC22131}"/>
          </ac:spMkLst>
        </pc:spChg>
        <pc:spChg chg="add mod">
          <ac:chgData name="Palit, Tapti" userId="dec6fbcd-7598-406a-8cbf-504d4a3bac15" providerId="ADAL" clId="{ECD42228-5B96-4A72-B268-C46DF994E6B7}" dt="2024-02-13T04:18:53.539" v="115500" actId="20577"/>
          <ac:spMkLst>
            <pc:docMk/>
            <pc:sldMk cId="3403692134" sldId="1095"/>
            <ac:spMk id="150" creationId="{89721B6A-856E-7501-1C03-1FCCBA27816B}"/>
          </ac:spMkLst>
        </pc:spChg>
        <pc:spChg chg="add mod">
          <ac:chgData name="Palit, Tapti" userId="dec6fbcd-7598-406a-8cbf-504d4a3bac15" providerId="ADAL" clId="{ECD42228-5B96-4A72-B268-C46DF994E6B7}" dt="2024-01-28T23:38:50.622" v="70952" actId="207"/>
          <ac:spMkLst>
            <pc:docMk/>
            <pc:sldMk cId="3403692134" sldId="1095"/>
            <ac:spMk id="153" creationId="{437A2D29-F349-39B7-139A-23E0CD7A1DEA}"/>
          </ac:spMkLst>
        </pc:spChg>
        <pc:spChg chg="add mod">
          <ac:chgData name="Palit, Tapti" userId="dec6fbcd-7598-406a-8cbf-504d4a3bac15" providerId="ADAL" clId="{ECD42228-5B96-4A72-B268-C46DF994E6B7}" dt="2024-01-28T23:39:07.591" v="70976" actId="122"/>
          <ac:spMkLst>
            <pc:docMk/>
            <pc:sldMk cId="3403692134" sldId="1095"/>
            <ac:spMk id="154" creationId="{D1BDA3AE-CCEC-C7C2-880C-B1D136D6EE87}"/>
          </ac:spMkLst>
        </pc:spChg>
        <pc:grpChg chg="add mod">
          <ac:chgData name="Palit, Tapti" userId="dec6fbcd-7598-406a-8cbf-504d4a3bac15" providerId="ADAL" clId="{ECD42228-5B96-4A72-B268-C46DF994E6B7}" dt="2024-02-11T15:10:52.879" v="110339"/>
          <ac:grpSpMkLst>
            <pc:docMk/>
            <pc:sldMk cId="3403692134" sldId="1095"/>
            <ac:grpSpMk id="16" creationId="{856F3704-B53F-2D53-48DE-5621F79E999E}"/>
          </ac:grpSpMkLst>
        </pc:grpChg>
        <pc:grpChg chg="add mod">
          <ac:chgData name="Palit, Tapti" userId="dec6fbcd-7598-406a-8cbf-504d4a3bac15" providerId="ADAL" clId="{ECD42228-5B96-4A72-B268-C46DF994E6B7}" dt="2024-02-11T15:10:52.879" v="110339"/>
          <ac:grpSpMkLst>
            <pc:docMk/>
            <pc:sldMk cId="3403692134" sldId="1095"/>
            <ac:grpSpMk id="22" creationId="{2DD360B7-ACDD-9C95-DF6C-D73140C172AC}"/>
          </ac:grpSpMkLst>
        </pc:grpChg>
        <pc:grpChg chg="add mod">
          <ac:chgData name="Palit, Tapti" userId="dec6fbcd-7598-406a-8cbf-504d4a3bac15" providerId="ADAL" clId="{ECD42228-5B96-4A72-B268-C46DF994E6B7}" dt="2024-01-29T00:13:49.068" v="71143" actId="1038"/>
          <ac:grpSpMkLst>
            <pc:docMk/>
            <pc:sldMk cId="3403692134" sldId="1095"/>
            <ac:grpSpMk id="44" creationId="{7948B81D-07A4-E230-616A-B467EB054B12}"/>
          </ac:grpSpMkLst>
        </pc:grpChg>
        <pc:grpChg chg="add mod">
          <ac:chgData name="Palit, Tapti" userId="dec6fbcd-7598-406a-8cbf-504d4a3bac15" providerId="ADAL" clId="{ECD42228-5B96-4A72-B268-C46DF994E6B7}" dt="2024-01-29T00:13:49.068" v="71143" actId="1038"/>
          <ac:grpSpMkLst>
            <pc:docMk/>
            <pc:sldMk cId="3403692134" sldId="1095"/>
            <ac:grpSpMk id="47" creationId="{86B59FAB-C145-9D70-75FC-00A93714005F}"/>
          </ac:grpSpMkLst>
        </pc:grpChg>
        <pc:grpChg chg="mod">
          <ac:chgData name="Palit, Tapti" userId="dec6fbcd-7598-406a-8cbf-504d4a3bac15" providerId="ADAL" clId="{ECD42228-5B96-4A72-B268-C46DF994E6B7}" dt="2024-01-29T00:13:49.068" v="71143" actId="1038"/>
          <ac:grpSpMkLst>
            <pc:docMk/>
            <pc:sldMk cId="3403692134" sldId="1095"/>
            <ac:grpSpMk id="48" creationId="{8C570AD7-5CFD-4B1F-7612-084E94965894}"/>
          </ac:grpSpMkLst>
        </pc:grp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11" creationId="{CAEB00BF-1913-3815-B768-94709F4067D0}"/>
          </ac:graphicFrameMkLst>
        </pc:graphicFrame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29" creationId="{E92F9F5C-372F-A9B8-444F-E34437A51BFE}"/>
          </ac:graphicFrameMkLst>
        </pc:graphicFrameChg>
        <pc:picChg chg="add mod">
          <ac:chgData name="Palit, Tapti" userId="dec6fbcd-7598-406a-8cbf-504d4a3bac15" providerId="ADAL" clId="{ECD42228-5B96-4A72-B268-C46DF994E6B7}" dt="2024-01-29T00:13:49.068" v="71143" actId="1038"/>
          <ac:picMkLst>
            <pc:docMk/>
            <pc:sldMk cId="3403692134" sldId="1095"/>
            <ac:picMk id="43" creationId="{75AB9CCD-8766-53D5-0DB6-643136F6500A}"/>
          </ac:picMkLst>
        </pc:picChg>
        <pc:picChg chg="mod">
          <ac:chgData name="Palit, Tapti" userId="dec6fbcd-7598-406a-8cbf-504d4a3bac15" providerId="ADAL" clId="{ECD42228-5B96-4A72-B268-C46DF994E6B7}" dt="2024-01-29T00:13:49.068" v="71143" actId="1038"/>
          <ac:picMkLst>
            <pc:docMk/>
            <pc:sldMk cId="3403692134" sldId="1095"/>
            <ac:picMk id="45" creationId="{CE97BB7F-8A59-BBCA-9C0E-9FFFED6F0D12}"/>
          </ac:picMkLst>
        </pc:picChg>
        <pc:picChg chg="mod">
          <ac:chgData name="Palit, Tapti" userId="dec6fbcd-7598-406a-8cbf-504d4a3bac15" providerId="ADAL" clId="{ECD42228-5B96-4A72-B268-C46DF994E6B7}" dt="2024-01-29T00:13:49.068" v="71143" actId="1038"/>
          <ac:picMkLst>
            <pc:docMk/>
            <pc:sldMk cId="3403692134" sldId="1095"/>
            <ac:picMk id="53" creationId="{BF60AD70-61F8-E0A6-CE7B-93AC36CA87C8}"/>
          </ac:picMkLst>
        </pc:picChg>
        <pc:picChg chg="mod">
          <ac:chgData name="Palit, Tapti" userId="dec6fbcd-7598-406a-8cbf-504d4a3bac15" providerId="ADAL" clId="{ECD42228-5B96-4A72-B268-C46DF994E6B7}" dt="2024-01-29T00:13:49.068" v="71143" actId="1038"/>
          <ac:picMkLst>
            <pc:docMk/>
            <pc:sldMk cId="3403692134" sldId="1095"/>
            <ac:picMk id="54" creationId="{F55D7639-660E-6DFF-8C3B-99215AF91299}"/>
          </ac:picMkLst>
        </pc:picChg>
        <pc:picChg chg="mod">
          <ac:chgData name="Palit, Tapti" userId="dec6fbcd-7598-406a-8cbf-504d4a3bac15" providerId="ADAL" clId="{ECD42228-5B96-4A72-B268-C46DF994E6B7}" dt="2024-01-29T00:13:49.068" v="71143" actId="1038"/>
          <ac:picMkLst>
            <pc:docMk/>
            <pc:sldMk cId="3403692134" sldId="1095"/>
            <ac:picMk id="55" creationId="{30A11BF7-6176-DE13-272C-062329EDE8F8}"/>
          </ac:picMkLst>
        </pc:picChg>
        <pc:picChg chg="mod">
          <ac:chgData name="Palit, Tapti" userId="dec6fbcd-7598-406a-8cbf-504d4a3bac15" providerId="ADAL" clId="{ECD42228-5B96-4A72-B268-C46DF994E6B7}" dt="2024-01-29T00:13:49.068" v="71143" actId="1038"/>
          <ac:picMkLst>
            <pc:docMk/>
            <pc:sldMk cId="3403692134" sldId="1095"/>
            <ac:picMk id="56" creationId="{5505695C-86FB-B4FB-4550-870DE1D31DE3}"/>
          </ac:picMkLst>
        </pc:picChg>
        <pc:cxnChg chg="add del mod">
          <ac:chgData name="Palit, Tapti" userId="dec6fbcd-7598-406a-8cbf-504d4a3bac15" providerId="ADAL" clId="{ECD42228-5B96-4A72-B268-C46DF994E6B7}" dt="2024-02-11T15:10:52.491" v="110338" actId="478"/>
          <ac:cxnSpMkLst>
            <pc:docMk/>
            <pc:sldMk cId="3403692134" sldId="1095"/>
            <ac:cxnSpMk id="5" creationId="{409E7AA4-FF1D-14EC-625B-7E03FAD962B8}"/>
          </ac:cxnSpMkLst>
        </pc:cxnChg>
        <pc:cxnChg chg="add del mod">
          <ac:chgData name="Palit, Tapti" userId="dec6fbcd-7598-406a-8cbf-504d4a3bac15" providerId="ADAL" clId="{ECD42228-5B96-4A72-B268-C46DF994E6B7}" dt="2024-02-11T15:10:52.491" v="110338" actId="478"/>
          <ac:cxnSpMkLst>
            <pc:docMk/>
            <pc:sldMk cId="3403692134" sldId="1095"/>
            <ac:cxnSpMk id="9" creationId="{322C07F5-F288-B275-039B-C748C110D31E}"/>
          </ac:cxnSpMkLst>
        </pc:cxnChg>
        <pc:cxnChg chg="add mod">
          <ac:chgData name="Palit, Tapti" userId="dec6fbcd-7598-406a-8cbf-504d4a3bac15" providerId="ADAL" clId="{ECD42228-5B96-4A72-B268-C46DF994E6B7}" dt="2024-02-11T15:10:52.879" v="110339"/>
          <ac:cxnSpMkLst>
            <pc:docMk/>
            <pc:sldMk cId="3403692134" sldId="1095"/>
            <ac:cxnSpMk id="10" creationId="{B5F06E43-D223-8271-D77C-C371325328DD}"/>
          </ac:cxnSpMkLst>
        </pc:cxnChg>
        <pc:cxnChg chg="add mod">
          <ac:chgData name="Palit, Tapti" userId="dec6fbcd-7598-406a-8cbf-504d4a3bac15" providerId="ADAL" clId="{ECD42228-5B96-4A72-B268-C46DF994E6B7}" dt="2024-02-11T15:10:52.879" v="110339"/>
          <ac:cxnSpMkLst>
            <pc:docMk/>
            <pc:sldMk cId="3403692134" sldId="1095"/>
            <ac:cxnSpMk id="12" creationId="{FD470DE8-8220-202E-0693-7818CE5BAD8C}"/>
          </ac:cxnSpMkLst>
        </pc:cxnChg>
        <pc:cxnChg chg="add mod">
          <ac:chgData name="Palit, Tapti" userId="dec6fbcd-7598-406a-8cbf-504d4a3bac15" providerId="ADAL" clId="{ECD42228-5B96-4A72-B268-C46DF994E6B7}" dt="2024-02-11T15:10:52.879" v="110339"/>
          <ac:cxnSpMkLst>
            <pc:docMk/>
            <pc:sldMk cId="3403692134" sldId="1095"/>
            <ac:cxnSpMk id="13" creationId="{D8051B3A-EA28-EFD4-A52D-8A9E8CD04893}"/>
          </ac:cxnSpMkLst>
        </pc:cxnChg>
        <pc:cxnChg chg="mod">
          <ac:chgData name="Palit, Tapti" userId="dec6fbcd-7598-406a-8cbf-504d4a3bac15" providerId="ADAL" clId="{ECD42228-5B96-4A72-B268-C46DF994E6B7}" dt="2024-02-11T15:10:52.879" v="110339"/>
          <ac:cxnSpMkLst>
            <pc:docMk/>
            <pc:sldMk cId="3403692134" sldId="1095"/>
            <ac:cxnSpMk id="20" creationId="{46C31EA9-C629-4684-E79E-B43E20A7C120}"/>
          </ac:cxnSpMkLst>
        </pc:cxnChg>
        <pc:cxnChg chg="mod">
          <ac:chgData name="Palit, Tapti" userId="dec6fbcd-7598-406a-8cbf-504d4a3bac15" providerId="ADAL" clId="{ECD42228-5B96-4A72-B268-C46DF994E6B7}" dt="2024-02-11T15:10:52.879" v="110339"/>
          <ac:cxnSpMkLst>
            <pc:docMk/>
            <pc:sldMk cId="3403692134" sldId="1095"/>
            <ac:cxnSpMk id="26" creationId="{CB79BB90-5FA5-42A5-DCAF-0189C152CC3B}"/>
          </ac:cxnSpMkLst>
        </pc:cxnChg>
        <pc:cxnChg chg="add del mod">
          <ac:chgData name="Palit, Tapti" userId="dec6fbcd-7598-406a-8cbf-504d4a3bac15" providerId="ADAL" clId="{ECD42228-5B96-4A72-B268-C46DF994E6B7}" dt="2024-02-11T15:10:52.491" v="110338" actId="478"/>
          <ac:cxnSpMkLst>
            <pc:docMk/>
            <pc:sldMk cId="3403692134" sldId="1095"/>
            <ac:cxnSpMk id="30" creationId="{2CEA86D1-D052-3C1E-2119-304BED842412}"/>
          </ac:cxnSpMkLst>
        </pc:cxnChg>
        <pc:cxnChg chg="mod">
          <ac:chgData name="Palit, Tapti" userId="dec6fbcd-7598-406a-8cbf-504d4a3bac15" providerId="ADAL" clId="{ECD42228-5B96-4A72-B268-C46DF994E6B7}" dt="2024-02-11T15:10:52.879" v="110339"/>
          <ac:cxnSpMkLst>
            <pc:docMk/>
            <pc:sldMk cId="3403692134" sldId="1095"/>
            <ac:cxnSpMk id="31" creationId="{07C88685-DED8-4740-374C-099A40EB05D3}"/>
          </ac:cxnSpMkLst>
        </pc:cxnChg>
        <pc:cxnChg chg="add mod">
          <ac:chgData name="Palit, Tapti" userId="dec6fbcd-7598-406a-8cbf-504d4a3bac15" providerId="ADAL" clId="{ECD42228-5B96-4A72-B268-C46DF994E6B7}" dt="2024-01-29T00:13:49.068" v="71143" actId="1038"/>
          <ac:cxnSpMkLst>
            <pc:docMk/>
            <pc:sldMk cId="3403692134" sldId="1095"/>
            <ac:cxnSpMk id="58" creationId="{1E61FAB5-1EA9-EDF6-5B06-919779489407}"/>
          </ac:cxnSpMkLst>
        </pc:cxnChg>
        <pc:cxnChg chg="add del mod">
          <ac:chgData name="Palit, Tapti" userId="dec6fbcd-7598-406a-8cbf-504d4a3bac15" providerId="ADAL" clId="{ECD42228-5B96-4A72-B268-C46DF994E6B7}" dt="2024-01-28T23:14:24.877" v="70503" actId="478"/>
          <ac:cxnSpMkLst>
            <pc:docMk/>
            <pc:sldMk cId="3403692134" sldId="1095"/>
            <ac:cxnSpMk id="59" creationId="{E54C598E-21F3-538B-A298-D57C853DED28}"/>
          </ac:cxnSpMkLst>
        </pc:cxnChg>
        <pc:cxnChg chg="add mod">
          <ac:chgData name="Palit, Tapti" userId="dec6fbcd-7598-406a-8cbf-504d4a3bac15" providerId="ADAL" clId="{ECD42228-5B96-4A72-B268-C46DF994E6B7}" dt="2024-01-29T00:13:49.068" v="71143" actId="1038"/>
          <ac:cxnSpMkLst>
            <pc:docMk/>
            <pc:sldMk cId="3403692134" sldId="1095"/>
            <ac:cxnSpMk id="71" creationId="{7550C2A0-279C-8B48-F491-0553B5D306FB}"/>
          </ac:cxnSpMkLst>
        </pc:cxnChg>
        <pc:cxnChg chg="add mod">
          <ac:chgData name="Palit, Tapti" userId="dec6fbcd-7598-406a-8cbf-504d4a3bac15" providerId="ADAL" clId="{ECD42228-5B96-4A72-B268-C46DF994E6B7}" dt="2024-01-29T00:15:28.166" v="71173" actId="1037"/>
          <ac:cxnSpMkLst>
            <pc:docMk/>
            <pc:sldMk cId="3403692134" sldId="1095"/>
            <ac:cxnSpMk id="91" creationId="{4550AF6F-9137-0F31-8B03-75438E5A7C2B}"/>
          </ac:cxnSpMkLst>
        </pc:cxnChg>
        <pc:cxnChg chg="add mod">
          <ac:chgData name="Palit, Tapti" userId="dec6fbcd-7598-406a-8cbf-504d4a3bac15" providerId="ADAL" clId="{ECD42228-5B96-4A72-B268-C46DF994E6B7}" dt="2024-01-29T00:15:28.166" v="71173" actId="1037"/>
          <ac:cxnSpMkLst>
            <pc:docMk/>
            <pc:sldMk cId="3403692134" sldId="1095"/>
            <ac:cxnSpMk id="92" creationId="{A61E719C-7619-13AF-9A81-FA27CDBA6FE1}"/>
          </ac:cxnSpMkLst>
        </pc:cxnChg>
        <pc:cxnChg chg="add del mod">
          <ac:chgData name="Palit, Tapti" userId="dec6fbcd-7598-406a-8cbf-504d4a3bac15" providerId="ADAL" clId="{ECD42228-5B96-4A72-B268-C46DF994E6B7}" dt="2024-01-28T23:33:19.699" v="70857" actId="478"/>
          <ac:cxnSpMkLst>
            <pc:docMk/>
            <pc:sldMk cId="3403692134" sldId="1095"/>
            <ac:cxnSpMk id="93" creationId="{98FC13B2-1133-5426-B72F-7F6E3FDAF4BF}"/>
          </ac:cxnSpMkLst>
        </pc:cxnChg>
        <pc:cxnChg chg="add del mod">
          <ac:chgData name="Palit, Tapti" userId="dec6fbcd-7598-406a-8cbf-504d4a3bac15" providerId="ADAL" clId="{ECD42228-5B96-4A72-B268-C46DF994E6B7}" dt="2024-01-28T23:33:19.699" v="70857" actId="478"/>
          <ac:cxnSpMkLst>
            <pc:docMk/>
            <pc:sldMk cId="3403692134" sldId="1095"/>
            <ac:cxnSpMk id="94" creationId="{9FD737B9-8655-75C1-6F55-E2D9AFA67676}"/>
          </ac:cxnSpMkLst>
        </pc:cxnChg>
        <pc:cxnChg chg="add del mod">
          <ac:chgData name="Palit, Tapti" userId="dec6fbcd-7598-406a-8cbf-504d4a3bac15" providerId="ADAL" clId="{ECD42228-5B96-4A72-B268-C46DF994E6B7}" dt="2024-01-28T23:33:19.699" v="70857" actId="478"/>
          <ac:cxnSpMkLst>
            <pc:docMk/>
            <pc:sldMk cId="3403692134" sldId="1095"/>
            <ac:cxnSpMk id="95" creationId="{52038BD0-108F-7498-1D45-90BBBC44C2F2}"/>
          </ac:cxnSpMkLst>
        </pc:cxnChg>
        <pc:cxnChg chg="add del mod">
          <ac:chgData name="Palit, Tapti" userId="dec6fbcd-7598-406a-8cbf-504d4a3bac15" providerId="ADAL" clId="{ECD42228-5B96-4A72-B268-C46DF994E6B7}" dt="2024-01-28T23:33:19.699" v="70857" actId="478"/>
          <ac:cxnSpMkLst>
            <pc:docMk/>
            <pc:sldMk cId="3403692134" sldId="1095"/>
            <ac:cxnSpMk id="111" creationId="{AA14359C-533F-490E-693F-AC8EA70022AB}"/>
          </ac:cxnSpMkLst>
        </pc:cxnChg>
        <pc:cxnChg chg="add mod">
          <ac:chgData name="Palit, Tapti" userId="dec6fbcd-7598-406a-8cbf-504d4a3bac15" providerId="ADAL" clId="{ECD42228-5B96-4A72-B268-C46DF994E6B7}" dt="2024-01-29T00:15:28.166" v="71173" actId="1037"/>
          <ac:cxnSpMkLst>
            <pc:docMk/>
            <pc:sldMk cId="3403692134" sldId="1095"/>
            <ac:cxnSpMk id="113" creationId="{6ABB52B3-32C9-C0DE-11B7-23087F2BA581}"/>
          </ac:cxnSpMkLst>
        </pc:cxnChg>
        <pc:cxnChg chg="add mod">
          <ac:chgData name="Palit, Tapti" userId="dec6fbcd-7598-406a-8cbf-504d4a3bac15" providerId="ADAL" clId="{ECD42228-5B96-4A72-B268-C46DF994E6B7}" dt="2024-01-29T00:15:28.166" v="71173" actId="1037"/>
          <ac:cxnSpMkLst>
            <pc:docMk/>
            <pc:sldMk cId="3403692134" sldId="1095"/>
            <ac:cxnSpMk id="134" creationId="{652EBC45-C851-E9FD-4663-289381858A2D}"/>
          </ac:cxnSpMkLst>
        </pc:cxnChg>
        <pc:cxnChg chg="add mod">
          <ac:chgData name="Palit, Tapti" userId="dec6fbcd-7598-406a-8cbf-504d4a3bac15" providerId="ADAL" clId="{ECD42228-5B96-4A72-B268-C46DF994E6B7}" dt="2024-01-29T00:15:28.166" v="71173" actId="1037"/>
          <ac:cxnSpMkLst>
            <pc:docMk/>
            <pc:sldMk cId="3403692134" sldId="1095"/>
            <ac:cxnSpMk id="137" creationId="{FF2F8006-D1DF-85E8-467C-80E165017E50}"/>
          </ac:cxnSpMkLst>
        </pc:cxnChg>
        <pc:cxnChg chg="add mod">
          <ac:chgData name="Palit, Tapti" userId="dec6fbcd-7598-406a-8cbf-504d4a3bac15" providerId="ADAL" clId="{ECD42228-5B96-4A72-B268-C46DF994E6B7}" dt="2024-01-29T00:15:28.166" v="71173" actId="1037"/>
          <ac:cxnSpMkLst>
            <pc:docMk/>
            <pc:sldMk cId="3403692134" sldId="1095"/>
            <ac:cxnSpMk id="140" creationId="{4339B1C1-FDE2-B568-F72A-D2661D9D3F9E}"/>
          </ac:cxnSpMkLst>
        </pc:cxnChg>
        <pc:cxnChg chg="add mod">
          <ac:chgData name="Palit, Tapti" userId="dec6fbcd-7598-406a-8cbf-504d4a3bac15" providerId="ADAL" clId="{ECD42228-5B96-4A72-B268-C46DF994E6B7}" dt="2024-01-29T00:15:44.414" v="71189" actId="1076"/>
          <ac:cxnSpMkLst>
            <pc:docMk/>
            <pc:sldMk cId="3403692134" sldId="1095"/>
            <ac:cxnSpMk id="151" creationId="{872F8B54-D139-981A-A8F9-2B0069CF6168}"/>
          </ac:cxnSpMkLst>
        </pc:cxnChg>
        <pc:cxnChg chg="add mod">
          <ac:chgData name="Palit, Tapti" userId="dec6fbcd-7598-406a-8cbf-504d4a3bac15" providerId="ADAL" clId="{ECD42228-5B96-4A72-B268-C46DF994E6B7}" dt="2024-01-29T00:15:28.166" v="71173" actId="1037"/>
          <ac:cxnSpMkLst>
            <pc:docMk/>
            <pc:sldMk cId="3403692134" sldId="1095"/>
            <ac:cxnSpMk id="179" creationId="{49996DEF-F319-2AA6-9B30-27315E38C918}"/>
          </ac:cxnSpMkLst>
        </pc:cxnChg>
      </pc:sldChg>
      <pc:sldChg chg="addSp delSp new del mod">
        <pc:chgData name="Palit, Tapti" userId="dec6fbcd-7598-406a-8cbf-504d4a3bac15" providerId="ADAL" clId="{ECD42228-5B96-4A72-B268-C46DF994E6B7}" dt="2024-01-28T22:50:59.183" v="70230" actId="47"/>
        <pc:sldMkLst>
          <pc:docMk/>
          <pc:sldMk cId="1567588222" sldId="1096"/>
        </pc:sldMkLst>
        <pc:spChg chg="del">
          <ac:chgData name="Palit, Tapti" userId="dec6fbcd-7598-406a-8cbf-504d4a3bac15" providerId="ADAL" clId="{ECD42228-5B96-4A72-B268-C46DF994E6B7}" dt="2024-01-28T22:50:45.933" v="70228" actId="478"/>
          <ac:spMkLst>
            <pc:docMk/>
            <pc:sldMk cId="1567588222" sldId="1096"/>
            <ac:spMk id="2" creationId="{3CECC89C-AFA3-87BC-DF0C-0BDD62FBFBF4}"/>
          </ac:spMkLst>
        </pc:spChg>
        <pc:spChg chg="add">
          <ac:chgData name="Palit, Tapti" userId="dec6fbcd-7598-406a-8cbf-504d4a3bac15" providerId="ADAL" clId="{ECD42228-5B96-4A72-B268-C46DF994E6B7}" dt="2024-01-28T22:50:53.738" v="70229" actId="11529"/>
          <ac:spMkLst>
            <pc:docMk/>
            <pc:sldMk cId="1567588222" sldId="1096"/>
            <ac:spMk id="4" creationId="{90FE89D4-3D57-0696-54DC-D265C0476539}"/>
          </ac:spMkLst>
        </pc:spChg>
      </pc:sldChg>
      <pc:sldChg chg="modSp add del">
        <pc:chgData name="Palit, Tapti" userId="dec6fbcd-7598-406a-8cbf-504d4a3bac15" providerId="ADAL" clId="{ECD42228-5B96-4A72-B268-C46DF994E6B7}" dt="2024-01-29T01:53:34.785" v="73099" actId="47"/>
        <pc:sldMkLst>
          <pc:docMk/>
          <pc:sldMk cId="1873749402" sldId="1096"/>
        </pc:sldMkLst>
        <pc:graphicFrameChg chg="mod">
          <ac:chgData name="Palit, Tapti" userId="dec6fbcd-7598-406a-8cbf-504d4a3bac15" providerId="ADAL" clId="{ECD42228-5B96-4A72-B268-C46DF994E6B7}" dt="2024-01-29T00:33:41.233" v="71421"/>
          <ac:graphicFrameMkLst>
            <pc:docMk/>
            <pc:sldMk cId="1873749402" sldId="1096"/>
            <ac:graphicFrameMk id="2" creationId="{4498D35B-E7A5-4947-5802-D6A575F62626}"/>
          </ac:graphicFrameMkLst>
        </pc:graphicFrameChg>
      </pc:sldChg>
      <pc:sldChg chg="addSp delSp modSp new mod ord modNotesTx">
        <pc:chgData name="Palit, Tapti" userId="dec6fbcd-7598-406a-8cbf-504d4a3bac15" providerId="ADAL" clId="{ECD42228-5B96-4A72-B268-C46DF994E6B7}" dt="2024-02-11T18:20:59.686" v="111987" actId="20577"/>
        <pc:sldMkLst>
          <pc:docMk/>
          <pc:sldMk cId="1345753411" sldId="1097"/>
        </pc:sldMkLst>
        <pc:spChg chg="mod">
          <ac:chgData name="Palit, Tapti" userId="dec6fbcd-7598-406a-8cbf-504d4a3bac15" providerId="ADAL" clId="{ECD42228-5B96-4A72-B268-C46DF994E6B7}" dt="2024-01-29T00:24:47.881" v="71267" actId="20577"/>
          <ac:spMkLst>
            <pc:docMk/>
            <pc:sldMk cId="1345753411" sldId="1097"/>
            <ac:spMk id="3" creationId="{0EB0F5DB-CD89-017D-C298-4EB1047491D0}"/>
          </ac:spMkLst>
        </pc:spChg>
        <pc:spChg chg="add mod">
          <ac:chgData name="Palit, Tapti" userId="dec6fbcd-7598-406a-8cbf-504d4a3bac15" providerId="ADAL" clId="{ECD42228-5B96-4A72-B268-C46DF994E6B7}" dt="2024-01-29T01:27:42.705" v="72200" actId="478"/>
          <ac:spMkLst>
            <pc:docMk/>
            <pc:sldMk cId="1345753411" sldId="1097"/>
            <ac:spMk id="5" creationId="{5A4B9408-A483-F902-6C57-351D0D1C06C0}"/>
          </ac:spMkLst>
        </pc:spChg>
        <pc:spChg chg="add mod">
          <ac:chgData name="Palit, Tapti" userId="dec6fbcd-7598-406a-8cbf-504d4a3bac15" providerId="ADAL" clId="{ECD42228-5B96-4A72-B268-C46DF994E6B7}" dt="2024-01-29T01:27:42.705" v="72200" actId="478"/>
          <ac:spMkLst>
            <pc:docMk/>
            <pc:sldMk cId="1345753411" sldId="1097"/>
            <ac:spMk id="6" creationId="{CF79EAB1-2879-CC43-9954-2F5438A463BB}"/>
          </ac:spMkLst>
        </pc:spChg>
        <pc:spChg chg="mod">
          <ac:chgData name="Palit, Tapti" userId="dec6fbcd-7598-406a-8cbf-504d4a3bac15" providerId="ADAL" clId="{ECD42228-5B96-4A72-B268-C46DF994E6B7}" dt="2024-02-09T22:11:55.255" v="109066"/>
          <ac:spMkLst>
            <pc:docMk/>
            <pc:sldMk cId="1345753411" sldId="1097"/>
            <ac:spMk id="9" creationId="{F98DB2EE-915C-A1BC-3AB6-3DADBEB1B1EB}"/>
          </ac:spMkLst>
        </pc:spChg>
        <pc:spChg chg="mod">
          <ac:chgData name="Palit, Tapti" userId="dec6fbcd-7598-406a-8cbf-504d4a3bac15" providerId="ADAL" clId="{ECD42228-5B96-4A72-B268-C46DF994E6B7}" dt="2024-01-29T00:20:25.838" v="71228" actId="207"/>
          <ac:spMkLst>
            <pc:docMk/>
            <pc:sldMk cId="1345753411" sldId="1097"/>
            <ac:spMk id="11" creationId="{ABA30861-E9E2-E92C-F163-CC5E0E9FDD7F}"/>
          </ac:spMkLst>
        </pc:spChg>
        <pc:spChg chg="mod">
          <ac:chgData name="Palit, Tapti" userId="dec6fbcd-7598-406a-8cbf-504d4a3bac15" providerId="ADAL" clId="{ECD42228-5B96-4A72-B268-C46DF994E6B7}" dt="2024-01-29T00:20:39.609" v="71230" actId="207"/>
          <ac:spMkLst>
            <pc:docMk/>
            <pc:sldMk cId="1345753411" sldId="1097"/>
            <ac:spMk id="12" creationId="{AA6E1864-9A60-ADBA-7C8E-F057C8C817B1}"/>
          </ac:spMkLst>
        </pc:spChg>
        <pc:spChg chg="mod">
          <ac:chgData name="Palit, Tapti" userId="dec6fbcd-7598-406a-8cbf-504d4a3bac15" providerId="ADAL" clId="{ECD42228-5B96-4A72-B268-C46DF994E6B7}" dt="2024-02-09T22:11:55.255" v="109066"/>
          <ac:spMkLst>
            <pc:docMk/>
            <pc:sldMk cId="1345753411" sldId="1097"/>
            <ac:spMk id="13" creationId="{781442E8-303C-1F07-7A92-16DC5C4F3102}"/>
          </ac:spMkLst>
        </pc:spChg>
        <pc:spChg chg="add">
          <ac:chgData name="Palit, Tapti" userId="dec6fbcd-7598-406a-8cbf-504d4a3bac15" providerId="ADAL" clId="{ECD42228-5B96-4A72-B268-C46DF994E6B7}" dt="2024-01-29T00:22:12.351" v="71235"/>
          <ac:spMkLst>
            <pc:docMk/>
            <pc:sldMk cId="1345753411" sldId="1097"/>
            <ac:spMk id="14" creationId="{21EBDE57-1696-7859-F0CD-0D62E0940C16}"/>
          </ac:spMkLst>
        </pc:spChg>
        <pc:spChg chg="add mod">
          <ac:chgData name="Palit, Tapti" userId="dec6fbcd-7598-406a-8cbf-504d4a3bac15" providerId="ADAL" clId="{ECD42228-5B96-4A72-B268-C46DF994E6B7}" dt="2024-01-29T01:25:01.452" v="72171" actId="767"/>
          <ac:spMkLst>
            <pc:docMk/>
            <pc:sldMk cId="1345753411" sldId="1097"/>
            <ac:spMk id="15" creationId="{08267EAA-A2C0-24D3-A3E3-4C5F65A48242}"/>
          </ac:spMkLst>
        </pc:spChg>
        <pc:spChg chg="add mod">
          <ac:chgData name="Palit, Tapti" userId="dec6fbcd-7598-406a-8cbf-504d4a3bac15" providerId="ADAL" clId="{ECD42228-5B96-4A72-B268-C46DF994E6B7}" dt="2024-01-29T01:25:03.556" v="72172" actId="767"/>
          <ac:spMkLst>
            <pc:docMk/>
            <pc:sldMk cId="1345753411" sldId="1097"/>
            <ac:spMk id="16" creationId="{60EB828B-6211-4B27-7954-5D73859AE3A3}"/>
          </ac:spMkLst>
        </pc:spChg>
        <pc:spChg chg="add del mod">
          <ac:chgData name="Palit, Tapti" userId="dec6fbcd-7598-406a-8cbf-504d4a3bac15" providerId="ADAL" clId="{ECD42228-5B96-4A72-B268-C46DF994E6B7}" dt="2024-01-29T01:44:33.092" v="72517" actId="478"/>
          <ac:spMkLst>
            <pc:docMk/>
            <pc:sldMk cId="1345753411" sldId="1097"/>
            <ac:spMk id="17" creationId="{FC11E593-0A3D-92A5-5E99-A5CDB5B68E79}"/>
          </ac:spMkLst>
        </pc:spChg>
        <pc:grpChg chg="add mod">
          <ac:chgData name="Palit, Tapti" userId="dec6fbcd-7598-406a-8cbf-504d4a3bac15" providerId="ADAL" clId="{ECD42228-5B96-4A72-B268-C46DF994E6B7}" dt="2024-01-29T01:27:42.705" v="72200" actId="478"/>
          <ac:grpSpMkLst>
            <pc:docMk/>
            <pc:sldMk cId="1345753411" sldId="1097"/>
            <ac:grpSpMk id="7" creationId="{73E39260-29F2-8F7A-EE3C-CAD6594FB841}"/>
          </ac:grpSpMkLst>
        </pc:grpChg>
        <pc:grpChg chg="add mod">
          <ac:chgData name="Palit, Tapti" userId="dec6fbcd-7598-406a-8cbf-504d4a3bac15" providerId="ADAL" clId="{ECD42228-5B96-4A72-B268-C46DF994E6B7}" dt="2024-02-09T22:11:55.255" v="109066"/>
          <ac:grpSpMkLst>
            <pc:docMk/>
            <pc:sldMk cId="1345753411" sldId="1097"/>
            <ac:grpSpMk id="8" creationId="{8C7905C6-043E-D499-C654-9C7B663E50C9}"/>
          </ac:grpSpMkLst>
        </pc:grpChg>
        <pc:grpChg chg="add mod">
          <ac:chgData name="Palit, Tapti" userId="dec6fbcd-7598-406a-8cbf-504d4a3bac15" providerId="ADAL" clId="{ECD42228-5B96-4A72-B268-C46DF994E6B7}" dt="2024-01-29T00:16:30.858" v="71200" actId="1076"/>
          <ac:grpSpMkLst>
            <pc:docMk/>
            <pc:sldMk cId="1345753411" sldId="1097"/>
            <ac:grpSpMk id="10" creationId="{162786D7-9DFE-F0D2-7407-317DFE8629D4}"/>
          </ac:grpSpMkLst>
        </pc:grpChg>
        <pc:grpChg chg="add del mod">
          <ac:chgData name="Palit, Tapti" userId="dec6fbcd-7598-406a-8cbf-504d4a3bac15" providerId="ADAL" clId="{ECD42228-5B96-4A72-B268-C46DF994E6B7}" dt="2024-01-29T01:27:42.705" v="72200" actId="478"/>
          <ac:grpSpMkLst>
            <pc:docMk/>
            <pc:sldMk cId="1345753411" sldId="1097"/>
            <ac:grpSpMk id="13" creationId="{17878BFD-A491-EF3A-2477-850D8B16768B}"/>
          </ac:grpSpMkLst>
        </pc:grpChg>
        <pc:picChg chg="add del mod">
          <ac:chgData name="Palit, Tapti" userId="dec6fbcd-7598-406a-8cbf-504d4a3bac15" providerId="ADAL" clId="{ECD42228-5B96-4A72-B268-C46DF994E6B7}" dt="2024-01-29T01:27:23.406" v="72191" actId="478"/>
          <ac:picMkLst>
            <pc:docMk/>
            <pc:sldMk cId="1345753411" sldId="1097"/>
            <ac:picMk id="8" creationId="{1AC45C74-587A-1131-340A-A9C6DD76F6CD}"/>
          </ac:picMkLst>
        </pc:picChg>
        <pc:picChg chg="add del mod">
          <ac:chgData name="Palit, Tapti" userId="dec6fbcd-7598-406a-8cbf-504d4a3bac15" providerId="ADAL" clId="{ECD42228-5B96-4A72-B268-C46DF994E6B7}" dt="2024-01-29T01:27:42.705" v="72200" actId="478"/>
          <ac:picMkLst>
            <pc:docMk/>
            <pc:sldMk cId="1345753411" sldId="1097"/>
            <ac:picMk id="9" creationId="{6C6E710B-1A47-E957-C319-2C57DE60303A}"/>
          </ac:picMkLst>
        </pc:picChg>
        <pc:picChg chg="add mod">
          <ac:chgData name="Palit, Tapti" userId="dec6fbcd-7598-406a-8cbf-504d4a3bac15" providerId="ADAL" clId="{ECD42228-5B96-4A72-B268-C46DF994E6B7}" dt="2024-02-09T22:11:55.255" v="109066"/>
          <ac:picMkLst>
            <pc:docMk/>
            <pc:sldMk cId="1345753411" sldId="1097"/>
            <ac:picMk id="14" creationId="{6B24E0D5-24DE-C694-8CB2-A74CA62202F7}"/>
          </ac:picMkLst>
        </pc:picChg>
        <pc:picChg chg="add mod">
          <ac:chgData name="Palit, Tapti" userId="dec6fbcd-7598-406a-8cbf-504d4a3bac15" providerId="ADAL" clId="{ECD42228-5B96-4A72-B268-C46DF994E6B7}" dt="2024-02-09T22:11:55.255" v="109066"/>
          <ac:picMkLst>
            <pc:docMk/>
            <pc:sldMk cId="1345753411" sldId="1097"/>
            <ac:picMk id="17" creationId="{B07C56E3-3CE3-9033-1D7A-AA8B2A09BE07}"/>
          </ac:picMkLst>
        </pc:picChg>
        <pc:picChg chg="add mod">
          <ac:chgData name="Palit, Tapti" userId="dec6fbcd-7598-406a-8cbf-504d4a3bac15" providerId="ADAL" clId="{ECD42228-5B96-4A72-B268-C46DF994E6B7}" dt="2024-01-30T05:33:10.394" v="87891" actId="14100"/>
          <ac:picMkLst>
            <pc:docMk/>
            <pc:sldMk cId="1345753411" sldId="1097"/>
            <ac:picMk id="1026" creationId="{37EC2CCA-5FB0-C1B8-A8E9-E7D817F7B2C0}"/>
          </ac:picMkLst>
        </pc:picChg>
        <pc:picChg chg="add del mod">
          <ac:chgData name="Palit, Tapti" userId="dec6fbcd-7598-406a-8cbf-504d4a3bac15" providerId="ADAL" clId="{ECD42228-5B96-4A72-B268-C46DF994E6B7}" dt="2024-01-29T01:24:34.970" v="72163" actId="21"/>
          <ac:picMkLst>
            <pc:docMk/>
            <pc:sldMk cId="1345753411" sldId="1097"/>
            <ac:picMk id="1028" creationId="{1BA54A54-F98B-F270-0220-468D49500267}"/>
          </ac:picMkLst>
        </pc:picChg>
        <pc:picChg chg="add del mod">
          <ac:chgData name="Palit, Tapti" userId="dec6fbcd-7598-406a-8cbf-504d4a3bac15" providerId="ADAL" clId="{ECD42228-5B96-4A72-B268-C46DF994E6B7}" dt="2024-01-29T01:44:33.092" v="72517" actId="478"/>
          <ac:picMkLst>
            <pc:docMk/>
            <pc:sldMk cId="1345753411" sldId="1097"/>
            <ac:picMk id="1030" creationId="{A143E4F7-F744-0B2A-4135-774747F6D456}"/>
          </ac:picMkLst>
        </pc:picChg>
        <pc:picChg chg="add del mod">
          <ac:chgData name="Palit, Tapti" userId="dec6fbcd-7598-406a-8cbf-504d4a3bac15" providerId="ADAL" clId="{ECD42228-5B96-4A72-B268-C46DF994E6B7}" dt="2024-01-29T02:12:46.535" v="73933" actId="478"/>
          <ac:picMkLst>
            <pc:docMk/>
            <pc:sldMk cId="1345753411" sldId="1097"/>
            <ac:picMk id="1032" creationId="{D98B0029-B80D-D619-672F-708D90D5B330}"/>
          </ac:picMkLst>
        </pc:picChg>
        <pc:picChg chg="add mod">
          <ac:chgData name="Palit, Tapti" userId="dec6fbcd-7598-406a-8cbf-504d4a3bac15" providerId="ADAL" clId="{ECD42228-5B96-4A72-B268-C46DF994E6B7}" dt="2024-01-29T01:28:08.935" v="72207" actId="1076"/>
          <ac:picMkLst>
            <pc:docMk/>
            <pc:sldMk cId="1345753411" sldId="1097"/>
            <ac:picMk id="1034" creationId="{6E1C5AE8-9566-A577-F30A-38C46B4D4720}"/>
          </ac:picMkLst>
        </pc:picChg>
        <pc:picChg chg="add mod">
          <ac:chgData name="Palit, Tapti" userId="dec6fbcd-7598-406a-8cbf-504d4a3bac15" providerId="ADAL" clId="{ECD42228-5B96-4A72-B268-C46DF994E6B7}" dt="2024-01-29T01:28:12.376" v="72209" actId="14100"/>
          <ac:picMkLst>
            <pc:docMk/>
            <pc:sldMk cId="1345753411" sldId="1097"/>
            <ac:picMk id="1036" creationId="{F0F1DA2E-C9CE-3846-A322-D4E4FC504C55}"/>
          </ac:picMkLst>
        </pc:picChg>
        <pc:picChg chg="add del mod">
          <ac:chgData name="Palit, Tapti" userId="dec6fbcd-7598-406a-8cbf-504d4a3bac15" providerId="ADAL" clId="{ECD42228-5B96-4A72-B268-C46DF994E6B7}" dt="2024-01-29T01:46:42.116" v="72643" actId="478"/>
          <ac:picMkLst>
            <pc:docMk/>
            <pc:sldMk cId="1345753411" sldId="1097"/>
            <ac:picMk id="1038" creationId="{04A88BA1-BE10-D817-935F-9161553BA615}"/>
          </ac:picMkLst>
        </pc:picChg>
        <pc:picChg chg="add del mod">
          <ac:chgData name="Palit, Tapti" userId="dec6fbcd-7598-406a-8cbf-504d4a3bac15" providerId="ADAL" clId="{ECD42228-5B96-4A72-B268-C46DF994E6B7}" dt="2024-01-30T05:33:02.851" v="87888" actId="478"/>
          <ac:picMkLst>
            <pc:docMk/>
            <pc:sldMk cId="1345753411" sldId="1097"/>
            <ac:picMk id="1040" creationId="{35C01251-FDCE-6325-0417-CD3DBC7FFDDD}"/>
          </ac:picMkLst>
        </pc:picChg>
        <pc:picChg chg="add del">
          <ac:chgData name="Palit, Tapti" userId="dec6fbcd-7598-406a-8cbf-504d4a3bac15" providerId="ADAL" clId="{ECD42228-5B96-4A72-B268-C46DF994E6B7}" dt="2024-01-29T02:13:57.608" v="73936" actId="478"/>
          <ac:picMkLst>
            <pc:docMk/>
            <pc:sldMk cId="1345753411" sldId="1097"/>
            <ac:picMk id="1042" creationId="{087B0367-DC6B-738C-F94A-B563D024C618}"/>
          </ac:picMkLst>
        </pc:picChg>
        <pc:picChg chg="add mod">
          <ac:chgData name="Palit, Tapti" userId="dec6fbcd-7598-406a-8cbf-504d4a3bac15" providerId="ADAL" clId="{ECD42228-5B96-4A72-B268-C46DF994E6B7}" dt="2024-01-29T02:14:19.234" v="73941" actId="1036"/>
          <ac:picMkLst>
            <pc:docMk/>
            <pc:sldMk cId="1345753411" sldId="1097"/>
            <ac:picMk id="1044" creationId="{0666A405-7AC0-ED7B-2657-9CFA5F58CE49}"/>
          </ac:picMkLst>
        </pc:picChg>
      </pc:sldChg>
      <pc:sldChg chg="delSp add del mod delAnim">
        <pc:chgData name="Palit, Tapti" userId="dec6fbcd-7598-406a-8cbf-504d4a3bac15" providerId="ADAL" clId="{ECD42228-5B96-4A72-B268-C46DF994E6B7}" dt="2024-01-28T23:17:36.457" v="70523" actId="47"/>
        <pc:sldMkLst>
          <pc:docMk/>
          <pc:sldMk cId="3089904504" sldId="1097"/>
        </pc:sldMkLst>
        <pc:spChg chg="del">
          <ac:chgData name="Palit, Tapti" userId="dec6fbcd-7598-406a-8cbf-504d4a3bac15" providerId="ADAL" clId="{ECD42228-5B96-4A72-B268-C46DF994E6B7}" dt="2024-01-28T23:17:31.602" v="70522" actId="478"/>
          <ac:spMkLst>
            <pc:docMk/>
            <pc:sldMk cId="3089904504" sldId="1097"/>
            <ac:spMk id="53" creationId="{01BF476B-5986-AD9F-9F44-62EC6CE78559}"/>
          </ac:spMkLst>
        </pc:spChg>
      </pc:sldChg>
      <pc:sldChg chg="delSp add del modAnim">
        <pc:chgData name="Palit, Tapti" userId="dec6fbcd-7598-406a-8cbf-504d4a3bac15" providerId="ADAL" clId="{ECD42228-5B96-4A72-B268-C46DF994E6B7}" dt="2024-01-29T01:22:20.933" v="72115" actId="47"/>
        <pc:sldMkLst>
          <pc:docMk/>
          <pc:sldMk cId="1182020345" sldId="1098"/>
        </pc:sldMkLst>
        <pc:spChg chg="del">
          <ac:chgData name="Palit, Tapti" userId="dec6fbcd-7598-406a-8cbf-504d4a3bac15" providerId="ADAL" clId="{ECD42228-5B96-4A72-B268-C46DF994E6B7}" dt="2024-01-29T01:22:17.662" v="72114" actId="478"/>
          <ac:spMkLst>
            <pc:docMk/>
            <pc:sldMk cId="1182020345" sldId="1098"/>
            <ac:spMk id="77" creationId="{787EE70D-5A65-FF46-E74A-321F148D7F85}"/>
          </ac:spMkLst>
        </pc:spChg>
        <pc:spChg chg="del">
          <ac:chgData name="Palit, Tapti" userId="dec6fbcd-7598-406a-8cbf-504d4a3bac15" providerId="ADAL" clId="{ECD42228-5B96-4A72-B268-C46DF994E6B7}" dt="2024-01-29T01:22:17.662" v="72114" actId="478"/>
          <ac:spMkLst>
            <pc:docMk/>
            <pc:sldMk cId="1182020345" sldId="1098"/>
            <ac:spMk id="78" creationId="{6A30B2D1-6111-7F61-1F73-BEE4976A2917}"/>
          </ac:spMkLst>
        </pc:spChg>
        <pc:spChg chg="del">
          <ac:chgData name="Palit, Tapti" userId="dec6fbcd-7598-406a-8cbf-504d4a3bac15" providerId="ADAL" clId="{ECD42228-5B96-4A72-B268-C46DF994E6B7}" dt="2024-01-29T01:22:17.662" v="72114" actId="478"/>
          <ac:spMkLst>
            <pc:docMk/>
            <pc:sldMk cId="1182020345" sldId="1098"/>
            <ac:spMk id="87" creationId="{F0204E75-4C5E-F7C7-8CAF-066FE380941D}"/>
          </ac:spMkLst>
        </pc:spChg>
        <pc:spChg chg="del">
          <ac:chgData name="Palit, Tapti" userId="dec6fbcd-7598-406a-8cbf-504d4a3bac15" providerId="ADAL" clId="{ECD42228-5B96-4A72-B268-C46DF994E6B7}" dt="2024-01-29T01:22:17.662" v="72114" actId="478"/>
          <ac:spMkLst>
            <pc:docMk/>
            <pc:sldMk cId="1182020345" sldId="1098"/>
            <ac:spMk id="89" creationId="{7F283E79-F947-78A7-3ABA-90551D6F6DC9}"/>
          </ac:spMkLst>
        </pc:spChg>
        <pc:spChg chg="del">
          <ac:chgData name="Palit, Tapti" userId="dec6fbcd-7598-406a-8cbf-504d4a3bac15" providerId="ADAL" clId="{ECD42228-5B96-4A72-B268-C46DF994E6B7}" dt="2024-01-29T01:22:17.662" v="72114" actId="478"/>
          <ac:spMkLst>
            <pc:docMk/>
            <pc:sldMk cId="1182020345" sldId="1098"/>
            <ac:spMk id="96" creationId="{68AEEC0B-0C53-93F6-3422-EEAA8D00AB0F}"/>
          </ac:spMkLst>
        </pc:spChg>
        <pc:spChg chg="del">
          <ac:chgData name="Palit, Tapti" userId="dec6fbcd-7598-406a-8cbf-504d4a3bac15" providerId="ADAL" clId="{ECD42228-5B96-4A72-B268-C46DF994E6B7}" dt="2024-01-29T01:22:17.662" v="72114" actId="478"/>
          <ac:spMkLst>
            <pc:docMk/>
            <pc:sldMk cId="1182020345" sldId="1098"/>
            <ac:spMk id="97" creationId="{94250A9F-396F-CC42-2343-1F8F28E16C73}"/>
          </ac:spMkLst>
        </pc:spChg>
        <pc:spChg chg="del">
          <ac:chgData name="Palit, Tapti" userId="dec6fbcd-7598-406a-8cbf-504d4a3bac15" providerId="ADAL" clId="{ECD42228-5B96-4A72-B268-C46DF994E6B7}" dt="2024-01-29T01:22:17.662" v="72114" actId="478"/>
          <ac:spMkLst>
            <pc:docMk/>
            <pc:sldMk cId="1182020345" sldId="1098"/>
            <ac:spMk id="98" creationId="{F4926BF4-4F84-99BF-7127-10C8F111C4C2}"/>
          </ac:spMkLst>
        </pc:spChg>
        <pc:spChg chg="del">
          <ac:chgData name="Palit, Tapti" userId="dec6fbcd-7598-406a-8cbf-504d4a3bac15" providerId="ADAL" clId="{ECD42228-5B96-4A72-B268-C46DF994E6B7}" dt="2024-01-29T01:22:17.662" v="72114" actId="478"/>
          <ac:spMkLst>
            <pc:docMk/>
            <pc:sldMk cId="1182020345" sldId="1098"/>
            <ac:spMk id="99" creationId="{2C60728E-E2CA-BF4E-EC78-412B85E8DF74}"/>
          </ac:spMkLst>
        </pc:spChg>
        <pc:spChg chg="del">
          <ac:chgData name="Palit, Tapti" userId="dec6fbcd-7598-406a-8cbf-504d4a3bac15" providerId="ADAL" clId="{ECD42228-5B96-4A72-B268-C46DF994E6B7}" dt="2024-01-29T01:22:17.662" v="72114" actId="478"/>
          <ac:spMkLst>
            <pc:docMk/>
            <pc:sldMk cId="1182020345" sldId="1098"/>
            <ac:spMk id="103" creationId="{6C7E4519-AFB2-C74A-D408-D91915D60281}"/>
          </ac:spMkLst>
        </pc:spChg>
        <pc:spChg chg="del">
          <ac:chgData name="Palit, Tapti" userId="dec6fbcd-7598-406a-8cbf-504d4a3bac15" providerId="ADAL" clId="{ECD42228-5B96-4A72-B268-C46DF994E6B7}" dt="2024-01-29T01:22:17.662" v="72114" actId="478"/>
          <ac:spMkLst>
            <pc:docMk/>
            <pc:sldMk cId="1182020345" sldId="1098"/>
            <ac:spMk id="104" creationId="{DA47DFD7-B7D7-4A42-EF7D-ABCF3C032269}"/>
          </ac:spMkLst>
        </pc:spChg>
        <pc:spChg chg="del">
          <ac:chgData name="Palit, Tapti" userId="dec6fbcd-7598-406a-8cbf-504d4a3bac15" providerId="ADAL" clId="{ECD42228-5B96-4A72-B268-C46DF994E6B7}" dt="2024-01-29T01:22:17.662" v="72114" actId="478"/>
          <ac:spMkLst>
            <pc:docMk/>
            <pc:sldMk cId="1182020345" sldId="1098"/>
            <ac:spMk id="105" creationId="{CE157EEE-15E2-3608-A05D-08EB11DBAD33}"/>
          </ac:spMkLst>
        </pc:spChg>
        <pc:spChg chg="del">
          <ac:chgData name="Palit, Tapti" userId="dec6fbcd-7598-406a-8cbf-504d4a3bac15" providerId="ADAL" clId="{ECD42228-5B96-4A72-B268-C46DF994E6B7}" dt="2024-01-29T01:22:17.662" v="72114" actId="478"/>
          <ac:spMkLst>
            <pc:docMk/>
            <pc:sldMk cId="1182020345" sldId="1098"/>
            <ac:spMk id="107" creationId="{CAC59AC9-31A9-820F-31F1-983FC6E6BAB1}"/>
          </ac:spMkLst>
        </pc:spChg>
        <pc:spChg chg="del">
          <ac:chgData name="Palit, Tapti" userId="dec6fbcd-7598-406a-8cbf-504d4a3bac15" providerId="ADAL" clId="{ECD42228-5B96-4A72-B268-C46DF994E6B7}" dt="2024-01-29T01:22:17.662" v="72114" actId="478"/>
          <ac:spMkLst>
            <pc:docMk/>
            <pc:sldMk cId="1182020345" sldId="1098"/>
            <ac:spMk id="108" creationId="{AE0B7C96-162A-7983-F7DE-EC5AC0623AC8}"/>
          </ac:spMkLst>
        </pc:spChg>
        <pc:spChg chg="del">
          <ac:chgData name="Palit, Tapti" userId="dec6fbcd-7598-406a-8cbf-504d4a3bac15" providerId="ADAL" clId="{ECD42228-5B96-4A72-B268-C46DF994E6B7}" dt="2024-01-29T01:22:17.662" v="72114" actId="478"/>
          <ac:spMkLst>
            <pc:docMk/>
            <pc:sldMk cId="1182020345" sldId="1098"/>
            <ac:spMk id="110" creationId="{BC232711-1100-962D-EE5F-CAB6B6F40665}"/>
          </ac:spMkLst>
        </pc:spChg>
        <pc:spChg chg="del">
          <ac:chgData name="Palit, Tapti" userId="dec6fbcd-7598-406a-8cbf-504d4a3bac15" providerId="ADAL" clId="{ECD42228-5B96-4A72-B268-C46DF994E6B7}" dt="2024-01-29T01:22:17.662" v="72114" actId="478"/>
          <ac:spMkLst>
            <pc:docMk/>
            <pc:sldMk cId="1182020345" sldId="1098"/>
            <ac:spMk id="114" creationId="{0A6EBDBD-7A0B-B01C-0442-096CEBC3F0D1}"/>
          </ac:spMkLst>
        </pc:spChg>
        <pc:spChg chg="del">
          <ac:chgData name="Palit, Tapti" userId="dec6fbcd-7598-406a-8cbf-504d4a3bac15" providerId="ADAL" clId="{ECD42228-5B96-4A72-B268-C46DF994E6B7}" dt="2024-01-29T01:22:17.662" v="72114" actId="478"/>
          <ac:spMkLst>
            <pc:docMk/>
            <pc:sldMk cId="1182020345" sldId="1098"/>
            <ac:spMk id="117" creationId="{B52D5980-E65C-0CEF-BB92-8C4DAE30B9D7}"/>
          </ac:spMkLst>
        </pc:spChg>
        <pc:spChg chg="del">
          <ac:chgData name="Palit, Tapti" userId="dec6fbcd-7598-406a-8cbf-504d4a3bac15" providerId="ADAL" clId="{ECD42228-5B96-4A72-B268-C46DF994E6B7}" dt="2024-01-29T01:22:17.662" v="72114" actId="478"/>
          <ac:spMkLst>
            <pc:docMk/>
            <pc:sldMk cId="1182020345" sldId="1098"/>
            <ac:spMk id="118" creationId="{A671799D-CDE4-6C38-A10F-1B59A78B0B4A}"/>
          </ac:spMkLst>
        </pc:spChg>
        <pc:spChg chg="del">
          <ac:chgData name="Palit, Tapti" userId="dec6fbcd-7598-406a-8cbf-504d4a3bac15" providerId="ADAL" clId="{ECD42228-5B96-4A72-B268-C46DF994E6B7}" dt="2024-01-29T01:22:17.662" v="72114" actId="478"/>
          <ac:spMkLst>
            <pc:docMk/>
            <pc:sldMk cId="1182020345" sldId="1098"/>
            <ac:spMk id="119" creationId="{CCE6DED6-1059-3A9C-F355-274E6934AB53}"/>
          </ac:spMkLst>
        </pc:spChg>
        <pc:spChg chg="del">
          <ac:chgData name="Palit, Tapti" userId="dec6fbcd-7598-406a-8cbf-504d4a3bac15" providerId="ADAL" clId="{ECD42228-5B96-4A72-B268-C46DF994E6B7}" dt="2024-01-29T01:22:17.662" v="72114" actId="478"/>
          <ac:spMkLst>
            <pc:docMk/>
            <pc:sldMk cId="1182020345" sldId="1098"/>
            <ac:spMk id="120" creationId="{1FBABAE2-129D-59DB-E52A-1901559DC305}"/>
          </ac:spMkLst>
        </pc:spChg>
        <pc:spChg chg="del">
          <ac:chgData name="Palit, Tapti" userId="dec6fbcd-7598-406a-8cbf-504d4a3bac15" providerId="ADAL" clId="{ECD42228-5B96-4A72-B268-C46DF994E6B7}" dt="2024-01-29T01:22:17.662" v="72114" actId="478"/>
          <ac:spMkLst>
            <pc:docMk/>
            <pc:sldMk cId="1182020345" sldId="1098"/>
            <ac:spMk id="121" creationId="{36C14A44-08FE-2DAD-141B-91ED1B59CAD0}"/>
          </ac:spMkLst>
        </pc:spChg>
        <pc:spChg chg="del">
          <ac:chgData name="Palit, Tapti" userId="dec6fbcd-7598-406a-8cbf-504d4a3bac15" providerId="ADAL" clId="{ECD42228-5B96-4A72-B268-C46DF994E6B7}" dt="2024-01-29T01:22:17.662" v="72114" actId="478"/>
          <ac:spMkLst>
            <pc:docMk/>
            <pc:sldMk cId="1182020345" sldId="1098"/>
            <ac:spMk id="122" creationId="{5CCE2D50-73BC-CA4F-FE18-0F1E907B6205}"/>
          </ac:spMkLst>
        </pc:spChg>
        <pc:spChg chg="del">
          <ac:chgData name="Palit, Tapti" userId="dec6fbcd-7598-406a-8cbf-504d4a3bac15" providerId="ADAL" clId="{ECD42228-5B96-4A72-B268-C46DF994E6B7}" dt="2024-01-29T01:22:17.662" v="72114" actId="478"/>
          <ac:spMkLst>
            <pc:docMk/>
            <pc:sldMk cId="1182020345" sldId="1098"/>
            <ac:spMk id="129" creationId="{2B09296F-57CD-EF18-3C9E-704FDBC22131}"/>
          </ac:spMkLst>
        </pc:spChg>
        <pc:spChg chg="del">
          <ac:chgData name="Palit, Tapti" userId="dec6fbcd-7598-406a-8cbf-504d4a3bac15" providerId="ADAL" clId="{ECD42228-5B96-4A72-B268-C46DF994E6B7}" dt="2024-01-29T01:22:17.662" v="72114" actId="478"/>
          <ac:spMkLst>
            <pc:docMk/>
            <pc:sldMk cId="1182020345" sldId="1098"/>
            <ac:spMk id="150" creationId="{89721B6A-856E-7501-1C03-1FCCBA27816B}"/>
          </ac:spMkLst>
        </pc:spChg>
        <pc:grpChg chg="del">
          <ac:chgData name="Palit, Tapti" userId="dec6fbcd-7598-406a-8cbf-504d4a3bac15" providerId="ADAL" clId="{ECD42228-5B96-4A72-B268-C46DF994E6B7}" dt="2024-01-29T01:22:17.662" v="72114" actId="478"/>
          <ac:grpSpMkLst>
            <pc:docMk/>
            <pc:sldMk cId="1182020345" sldId="1098"/>
            <ac:grpSpMk id="44" creationId="{7948B81D-07A4-E230-616A-B467EB054B12}"/>
          </ac:grpSpMkLst>
        </pc:grpChg>
        <pc:grpChg chg="del">
          <ac:chgData name="Palit, Tapti" userId="dec6fbcd-7598-406a-8cbf-504d4a3bac15" providerId="ADAL" clId="{ECD42228-5B96-4A72-B268-C46DF994E6B7}" dt="2024-01-29T01:22:17.662" v="72114" actId="478"/>
          <ac:grpSpMkLst>
            <pc:docMk/>
            <pc:sldMk cId="1182020345" sldId="1098"/>
            <ac:grpSpMk id="47" creationId="{86B59FAB-C145-9D70-75FC-00A93714005F}"/>
          </ac:grpSpMkLst>
        </pc:grpChg>
        <pc:picChg chg="del">
          <ac:chgData name="Palit, Tapti" userId="dec6fbcd-7598-406a-8cbf-504d4a3bac15" providerId="ADAL" clId="{ECD42228-5B96-4A72-B268-C46DF994E6B7}" dt="2024-01-29T01:22:17.662" v="72114" actId="478"/>
          <ac:picMkLst>
            <pc:docMk/>
            <pc:sldMk cId="1182020345" sldId="1098"/>
            <ac:picMk id="43" creationId="{75AB9CCD-8766-53D5-0DB6-643136F6500A}"/>
          </ac:picMkLst>
        </pc:picChg>
        <pc:cxnChg chg="del">
          <ac:chgData name="Palit, Tapti" userId="dec6fbcd-7598-406a-8cbf-504d4a3bac15" providerId="ADAL" clId="{ECD42228-5B96-4A72-B268-C46DF994E6B7}" dt="2024-01-29T01:22:17.662" v="72114" actId="478"/>
          <ac:cxnSpMkLst>
            <pc:docMk/>
            <pc:sldMk cId="1182020345" sldId="1098"/>
            <ac:cxnSpMk id="58" creationId="{1E61FAB5-1EA9-EDF6-5B06-919779489407}"/>
          </ac:cxnSpMkLst>
        </pc:cxnChg>
        <pc:cxnChg chg="del">
          <ac:chgData name="Palit, Tapti" userId="dec6fbcd-7598-406a-8cbf-504d4a3bac15" providerId="ADAL" clId="{ECD42228-5B96-4A72-B268-C46DF994E6B7}" dt="2024-01-29T01:22:17.662" v="72114" actId="478"/>
          <ac:cxnSpMkLst>
            <pc:docMk/>
            <pc:sldMk cId="1182020345" sldId="1098"/>
            <ac:cxnSpMk id="71" creationId="{7550C2A0-279C-8B48-F491-0553B5D306FB}"/>
          </ac:cxnSpMkLst>
        </pc:cxnChg>
        <pc:cxnChg chg="del">
          <ac:chgData name="Palit, Tapti" userId="dec6fbcd-7598-406a-8cbf-504d4a3bac15" providerId="ADAL" clId="{ECD42228-5B96-4A72-B268-C46DF994E6B7}" dt="2024-01-29T01:22:17.662" v="72114" actId="478"/>
          <ac:cxnSpMkLst>
            <pc:docMk/>
            <pc:sldMk cId="1182020345" sldId="1098"/>
            <ac:cxnSpMk id="91" creationId="{4550AF6F-9137-0F31-8B03-75438E5A7C2B}"/>
          </ac:cxnSpMkLst>
        </pc:cxnChg>
        <pc:cxnChg chg="del">
          <ac:chgData name="Palit, Tapti" userId="dec6fbcd-7598-406a-8cbf-504d4a3bac15" providerId="ADAL" clId="{ECD42228-5B96-4A72-B268-C46DF994E6B7}" dt="2024-01-29T01:22:17.662" v="72114" actId="478"/>
          <ac:cxnSpMkLst>
            <pc:docMk/>
            <pc:sldMk cId="1182020345" sldId="1098"/>
            <ac:cxnSpMk id="92" creationId="{A61E719C-7619-13AF-9A81-FA27CDBA6FE1}"/>
          </ac:cxnSpMkLst>
        </pc:cxnChg>
        <pc:cxnChg chg="del">
          <ac:chgData name="Palit, Tapti" userId="dec6fbcd-7598-406a-8cbf-504d4a3bac15" providerId="ADAL" clId="{ECD42228-5B96-4A72-B268-C46DF994E6B7}" dt="2024-01-29T01:22:17.662" v="72114" actId="478"/>
          <ac:cxnSpMkLst>
            <pc:docMk/>
            <pc:sldMk cId="1182020345" sldId="1098"/>
            <ac:cxnSpMk id="113" creationId="{6ABB52B3-32C9-C0DE-11B7-23087F2BA581}"/>
          </ac:cxnSpMkLst>
        </pc:cxnChg>
        <pc:cxnChg chg="del">
          <ac:chgData name="Palit, Tapti" userId="dec6fbcd-7598-406a-8cbf-504d4a3bac15" providerId="ADAL" clId="{ECD42228-5B96-4A72-B268-C46DF994E6B7}" dt="2024-01-29T01:22:17.662" v="72114" actId="478"/>
          <ac:cxnSpMkLst>
            <pc:docMk/>
            <pc:sldMk cId="1182020345" sldId="1098"/>
            <ac:cxnSpMk id="134" creationId="{652EBC45-C851-E9FD-4663-289381858A2D}"/>
          </ac:cxnSpMkLst>
        </pc:cxnChg>
        <pc:cxnChg chg="del">
          <ac:chgData name="Palit, Tapti" userId="dec6fbcd-7598-406a-8cbf-504d4a3bac15" providerId="ADAL" clId="{ECD42228-5B96-4A72-B268-C46DF994E6B7}" dt="2024-01-29T01:22:17.662" v="72114" actId="478"/>
          <ac:cxnSpMkLst>
            <pc:docMk/>
            <pc:sldMk cId="1182020345" sldId="1098"/>
            <ac:cxnSpMk id="137" creationId="{FF2F8006-D1DF-85E8-467C-80E165017E50}"/>
          </ac:cxnSpMkLst>
        </pc:cxnChg>
        <pc:cxnChg chg="del">
          <ac:chgData name="Palit, Tapti" userId="dec6fbcd-7598-406a-8cbf-504d4a3bac15" providerId="ADAL" clId="{ECD42228-5B96-4A72-B268-C46DF994E6B7}" dt="2024-01-29T01:22:17.662" v="72114" actId="478"/>
          <ac:cxnSpMkLst>
            <pc:docMk/>
            <pc:sldMk cId="1182020345" sldId="1098"/>
            <ac:cxnSpMk id="140" creationId="{4339B1C1-FDE2-B568-F72A-D2661D9D3F9E}"/>
          </ac:cxnSpMkLst>
        </pc:cxnChg>
        <pc:cxnChg chg="del">
          <ac:chgData name="Palit, Tapti" userId="dec6fbcd-7598-406a-8cbf-504d4a3bac15" providerId="ADAL" clId="{ECD42228-5B96-4A72-B268-C46DF994E6B7}" dt="2024-01-29T01:22:17.662" v="72114" actId="478"/>
          <ac:cxnSpMkLst>
            <pc:docMk/>
            <pc:sldMk cId="1182020345" sldId="1098"/>
            <ac:cxnSpMk id="179" creationId="{49996DEF-F319-2AA6-9B30-27315E38C918}"/>
          </ac:cxnSpMkLst>
        </pc:cxnChg>
      </pc:sldChg>
      <pc:sldChg chg="add del">
        <pc:chgData name="Palit, Tapti" userId="dec6fbcd-7598-406a-8cbf-504d4a3bac15" providerId="ADAL" clId="{ECD42228-5B96-4A72-B268-C46DF994E6B7}" dt="2024-01-29T01:31:23.500" v="72337" actId="47"/>
        <pc:sldMkLst>
          <pc:docMk/>
          <pc:sldMk cId="4294698532" sldId="1098"/>
        </pc:sldMkLst>
      </pc:sldChg>
      <pc:sldChg chg="addSp delSp modSp add mod modClrScheme modAnim chgLayout modNotesTx">
        <pc:chgData name="Palit, Tapti" userId="dec6fbcd-7598-406a-8cbf-504d4a3bac15" providerId="ADAL" clId="{ECD42228-5B96-4A72-B268-C46DF994E6B7}" dt="2024-02-22T11:20:27.571" v="116120" actId="20577"/>
        <pc:sldMkLst>
          <pc:docMk/>
          <pc:sldMk cId="3972812291" sldId="1099"/>
        </pc:sldMkLst>
        <pc:spChg chg="mod ord">
          <ac:chgData name="Palit, Tapti" userId="dec6fbcd-7598-406a-8cbf-504d4a3bac15" providerId="ADAL" clId="{ECD42228-5B96-4A72-B268-C46DF994E6B7}" dt="2024-02-10T00:54:19.536" v="109266" actId="20577"/>
          <ac:spMkLst>
            <pc:docMk/>
            <pc:sldMk cId="3972812291" sldId="1099"/>
            <ac:spMk id="2" creationId="{DF11CC87-4AAD-3012-5E40-5FE127F284B9}"/>
          </ac:spMkLst>
        </pc:spChg>
        <pc:spChg chg="add del mod">
          <ac:chgData name="Palit, Tapti" userId="dec6fbcd-7598-406a-8cbf-504d4a3bac15" providerId="ADAL" clId="{ECD42228-5B96-4A72-B268-C46DF994E6B7}" dt="2024-02-09T18:16:03.515" v="107233" actId="6264"/>
          <ac:spMkLst>
            <pc:docMk/>
            <pc:sldMk cId="3972812291" sldId="1099"/>
            <ac:spMk id="3" creationId="{A8822C2E-5E2D-EEC5-8D77-F6DC438DE575}"/>
          </ac:spMkLst>
        </pc:spChg>
        <pc:spChg chg="del mod ord">
          <ac:chgData name="Palit, Tapti" userId="dec6fbcd-7598-406a-8cbf-504d4a3bac15" providerId="ADAL" clId="{ECD42228-5B96-4A72-B268-C46DF994E6B7}" dt="2024-02-09T02:56:37.019" v="102725" actId="478"/>
          <ac:spMkLst>
            <pc:docMk/>
            <pc:sldMk cId="3972812291" sldId="1099"/>
            <ac:spMk id="3" creationId="{F864FEFB-02CD-3530-1407-456878CB7C5C}"/>
          </ac:spMkLst>
        </pc:spChg>
        <pc:spChg chg="add mod ord">
          <ac:chgData name="Palit, Tapti" userId="dec6fbcd-7598-406a-8cbf-504d4a3bac15" providerId="ADAL" clId="{ECD42228-5B96-4A72-B268-C46DF994E6B7}" dt="2024-02-22T11:20:27.571" v="116120" actId="20577"/>
          <ac:spMkLst>
            <pc:docMk/>
            <pc:sldMk cId="3972812291" sldId="1099"/>
            <ac:spMk id="4" creationId="{A9CB6910-F207-4A9F-5E07-523632602E1D}"/>
          </ac:spMkLst>
        </pc:spChg>
        <pc:spChg chg="add del mod">
          <ac:chgData name="Palit, Tapti" userId="dec6fbcd-7598-406a-8cbf-504d4a3bac15" providerId="ADAL" clId="{ECD42228-5B96-4A72-B268-C46DF994E6B7}" dt="2024-02-09T18:16:03.515" v="107233" actId="6264"/>
          <ac:spMkLst>
            <pc:docMk/>
            <pc:sldMk cId="3972812291" sldId="1099"/>
            <ac:spMk id="5" creationId="{2091A832-7EC5-81DD-6DAB-0F1EA8BE053D}"/>
          </ac:spMkLst>
        </pc:spChg>
        <pc:spChg chg="mod">
          <ac:chgData name="Palit, Tapti" userId="dec6fbcd-7598-406a-8cbf-504d4a3bac15" providerId="ADAL" clId="{ECD42228-5B96-4A72-B268-C46DF994E6B7}" dt="2024-01-29T02:23:41.308" v="74306" actId="1076"/>
          <ac:spMkLst>
            <pc:docMk/>
            <pc:sldMk cId="3972812291" sldId="1099"/>
            <ac:spMk id="5" creationId="{C5093DFA-0D1D-D5EF-5BC7-A52F3689FA96}"/>
          </ac:spMkLst>
        </pc:spChg>
        <pc:spChg chg="add del mod ord">
          <ac:chgData name="Palit, Tapti" userId="dec6fbcd-7598-406a-8cbf-504d4a3bac15" providerId="ADAL" clId="{ECD42228-5B96-4A72-B268-C46DF994E6B7}" dt="2024-02-09T18:16:26.596" v="107296" actId="478"/>
          <ac:spMkLst>
            <pc:docMk/>
            <pc:sldMk cId="3972812291" sldId="1099"/>
            <ac:spMk id="6" creationId="{6A131BEB-3894-3FC0-2C13-154E6F5B1C8D}"/>
          </ac:spMkLst>
        </pc:spChg>
        <pc:spChg chg="mod">
          <ac:chgData name="Palit, Tapti" userId="dec6fbcd-7598-406a-8cbf-504d4a3bac15" providerId="ADAL" clId="{ECD42228-5B96-4A72-B268-C46DF994E6B7}" dt="2024-02-12T19:44:48.155" v="112948" actId="1076"/>
          <ac:spMkLst>
            <pc:docMk/>
            <pc:sldMk cId="3972812291" sldId="1099"/>
            <ac:spMk id="7" creationId="{B3B0A36C-3E16-9C19-79CA-1ED4F1B7D97A}"/>
          </ac:spMkLst>
        </pc:spChg>
        <pc:spChg chg="mod">
          <ac:chgData name="Palit, Tapti" userId="dec6fbcd-7598-406a-8cbf-504d4a3bac15" providerId="ADAL" clId="{ECD42228-5B96-4A72-B268-C46DF994E6B7}" dt="2024-02-12T19:44:48.155" v="112948" actId="1076"/>
          <ac:spMkLst>
            <pc:docMk/>
            <pc:sldMk cId="3972812291" sldId="1099"/>
            <ac:spMk id="8" creationId="{FEE9A8B3-EC1C-C93F-321B-2431AB56C88A}"/>
          </ac:spMkLst>
        </pc:spChg>
        <pc:spChg chg="mod">
          <ac:chgData name="Palit, Tapti" userId="dec6fbcd-7598-406a-8cbf-504d4a3bac15" providerId="ADAL" clId="{ECD42228-5B96-4A72-B268-C46DF994E6B7}" dt="2024-02-12T19:44:48.155" v="112948" actId="1076"/>
          <ac:spMkLst>
            <pc:docMk/>
            <pc:sldMk cId="3972812291" sldId="1099"/>
            <ac:spMk id="9" creationId="{5BDC5A0C-1760-6E31-3EE8-83E42BABA1ED}"/>
          </ac:spMkLst>
        </pc:spChg>
        <pc:spChg chg="mod">
          <ac:chgData name="Palit, Tapti" userId="dec6fbcd-7598-406a-8cbf-504d4a3bac15" providerId="ADAL" clId="{ECD42228-5B96-4A72-B268-C46DF994E6B7}" dt="2024-02-12T19:44:48.155" v="112948" actId="1076"/>
          <ac:spMkLst>
            <pc:docMk/>
            <pc:sldMk cId="3972812291" sldId="1099"/>
            <ac:spMk id="10" creationId="{FB094938-1935-AB92-21A0-9F81025EFC38}"/>
          </ac:spMkLst>
        </pc:spChg>
        <pc:spChg chg="mod">
          <ac:chgData name="Palit, Tapti" userId="dec6fbcd-7598-406a-8cbf-504d4a3bac15" providerId="ADAL" clId="{ECD42228-5B96-4A72-B268-C46DF994E6B7}" dt="2024-02-12T19:44:48.155" v="112948" actId="1076"/>
          <ac:spMkLst>
            <pc:docMk/>
            <pc:sldMk cId="3972812291" sldId="1099"/>
            <ac:spMk id="12" creationId="{A0DDA5C8-50FB-DC2A-DD9C-8C03D4B036D6}"/>
          </ac:spMkLst>
        </pc:spChg>
        <pc:spChg chg="mod">
          <ac:chgData name="Palit, Tapti" userId="dec6fbcd-7598-406a-8cbf-504d4a3bac15" providerId="ADAL" clId="{ECD42228-5B96-4A72-B268-C46DF994E6B7}" dt="2024-02-12T19:44:48.155" v="112948" actId="1076"/>
          <ac:spMkLst>
            <pc:docMk/>
            <pc:sldMk cId="3972812291" sldId="1099"/>
            <ac:spMk id="13" creationId="{658CAE95-D470-44CC-B302-AAED154147AE}"/>
          </ac:spMkLst>
        </pc:spChg>
        <pc:spChg chg="mod">
          <ac:chgData name="Palit, Tapti" userId="dec6fbcd-7598-406a-8cbf-504d4a3bac15" providerId="ADAL" clId="{ECD42228-5B96-4A72-B268-C46DF994E6B7}" dt="2024-02-12T19:44:48.155" v="112948" actId="1076"/>
          <ac:spMkLst>
            <pc:docMk/>
            <pc:sldMk cId="3972812291" sldId="1099"/>
            <ac:spMk id="14" creationId="{ABC8FD5E-61C0-1FA5-25BB-436ACCB2377E}"/>
          </ac:spMkLst>
        </pc:spChg>
        <pc:spChg chg="mod">
          <ac:chgData name="Palit, Tapti" userId="dec6fbcd-7598-406a-8cbf-504d4a3bac15" providerId="ADAL" clId="{ECD42228-5B96-4A72-B268-C46DF994E6B7}" dt="2024-02-12T19:44:48.155" v="112948" actId="1076"/>
          <ac:spMkLst>
            <pc:docMk/>
            <pc:sldMk cId="3972812291" sldId="1099"/>
            <ac:spMk id="15" creationId="{9200CB21-6C93-F35E-02C8-A5C85AADD2BC}"/>
          </ac:spMkLst>
        </pc:spChg>
        <pc:spChg chg="mod">
          <ac:chgData name="Palit, Tapti" userId="dec6fbcd-7598-406a-8cbf-504d4a3bac15" providerId="ADAL" clId="{ECD42228-5B96-4A72-B268-C46DF994E6B7}" dt="2024-01-30T02:29:37.057" v="84088" actId="20577"/>
          <ac:spMkLst>
            <pc:docMk/>
            <pc:sldMk cId="3972812291" sldId="1099"/>
            <ac:spMk id="17" creationId="{44BF2813-A3B5-B3E7-51DF-4243D38A3C57}"/>
          </ac:spMkLst>
        </pc:spChg>
        <pc:spChg chg="add mod">
          <ac:chgData name="Palit, Tapti" userId="dec6fbcd-7598-406a-8cbf-504d4a3bac15" providerId="ADAL" clId="{ECD42228-5B96-4A72-B268-C46DF994E6B7}" dt="2024-02-12T19:44:48.155" v="112948" actId="1076"/>
          <ac:spMkLst>
            <pc:docMk/>
            <pc:sldMk cId="3972812291" sldId="1099"/>
            <ac:spMk id="18" creationId="{108EB59D-7EC9-040B-DC4E-2DA0963EB634}"/>
          </ac:spMkLst>
        </pc:spChg>
        <pc:spChg chg="del mod topLvl">
          <ac:chgData name="Palit, Tapti" userId="dec6fbcd-7598-406a-8cbf-504d4a3bac15" providerId="ADAL" clId="{ECD42228-5B96-4A72-B268-C46DF994E6B7}" dt="2024-02-09T22:12:11.098" v="109071" actId="478"/>
          <ac:spMkLst>
            <pc:docMk/>
            <pc:sldMk cId="3972812291" sldId="1099"/>
            <ac:spMk id="20" creationId="{061591CA-586E-3CE6-2F41-1CD857A815AE}"/>
          </ac:spMkLst>
        </pc:spChg>
        <pc:spChg chg="del mod topLvl">
          <ac:chgData name="Palit, Tapti" userId="dec6fbcd-7598-406a-8cbf-504d4a3bac15" providerId="ADAL" clId="{ECD42228-5B96-4A72-B268-C46DF994E6B7}" dt="2024-02-09T22:12:06.555" v="109070" actId="478"/>
          <ac:spMkLst>
            <pc:docMk/>
            <pc:sldMk cId="3972812291" sldId="1099"/>
            <ac:spMk id="21" creationId="{F7ADF0F5-027C-70C0-5A24-3FC58BF73881}"/>
          </ac:spMkLst>
        </pc:spChg>
        <pc:spChg chg="mod">
          <ac:chgData name="Palit, Tapti" userId="dec6fbcd-7598-406a-8cbf-504d4a3bac15" providerId="ADAL" clId="{ECD42228-5B96-4A72-B268-C46DF994E6B7}" dt="2024-02-12T19:44:48.155" v="112948" actId="1076"/>
          <ac:spMkLst>
            <pc:docMk/>
            <pc:sldMk cId="3972812291" sldId="1099"/>
            <ac:spMk id="25" creationId="{95C2AE74-F355-08AD-A0B9-038AF6C97DF3}"/>
          </ac:spMkLst>
        </pc:spChg>
        <pc:spChg chg="mod">
          <ac:chgData name="Palit, Tapti" userId="dec6fbcd-7598-406a-8cbf-504d4a3bac15" providerId="ADAL" clId="{ECD42228-5B96-4A72-B268-C46DF994E6B7}" dt="2024-02-12T19:44:48.155" v="112948" actId="1076"/>
          <ac:spMkLst>
            <pc:docMk/>
            <pc:sldMk cId="3972812291" sldId="1099"/>
            <ac:spMk id="26" creationId="{D3DB73F6-6062-0AB1-F1E4-ED0434DC3033}"/>
          </ac:spMkLst>
        </pc:spChg>
        <pc:spChg chg="add del mod">
          <ac:chgData name="Palit, Tapti" userId="dec6fbcd-7598-406a-8cbf-504d4a3bac15" providerId="ADAL" clId="{ECD42228-5B96-4A72-B268-C46DF994E6B7}" dt="2024-02-10T00:54:10.634" v="109242" actId="478"/>
          <ac:spMkLst>
            <pc:docMk/>
            <pc:sldMk cId="3972812291" sldId="1099"/>
            <ac:spMk id="28" creationId="{B542BB92-F0AE-91B9-52DB-ACCB2CDC94DA}"/>
          </ac:spMkLst>
        </pc:spChg>
        <pc:grpChg chg="mod">
          <ac:chgData name="Palit, Tapti" userId="dec6fbcd-7598-406a-8cbf-504d4a3bac15" providerId="ADAL" clId="{ECD42228-5B96-4A72-B268-C46DF994E6B7}" dt="2024-02-12T19:44:48.155" v="112948" actId="1076"/>
          <ac:grpSpMkLst>
            <pc:docMk/>
            <pc:sldMk cId="3972812291" sldId="1099"/>
            <ac:grpSpMk id="11" creationId="{090561B4-08BE-D9D9-C676-890896DE911B}"/>
          </ac:grpSpMkLst>
        </pc:grpChg>
        <pc:grpChg chg="mod">
          <ac:chgData name="Palit, Tapti" userId="dec6fbcd-7598-406a-8cbf-504d4a3bac15" providerId="ADAL" clId="{ECD42228-5B96-4A72-B268-C46DF994E6B7}" dt="2024-02-12T19:44:48.155" v="112948" actId="1076"/>
          <ac:grpSpMkLst>
            <pc:docMk/>
            <pc:sldMk cId="3972812291" sldId="1099"/>
            <ac:grpSpMk id="16" creationId="{B9862B4B-6F6D-42F6-65DD-02EFECEDC0AD}"/>
          </ac:grpSpMkLst>
        </pc:grpChg>
        <pc:grpChg chg="add del mod">
          <ac:chgData name="Palit, Tapti" userId="dec6fbcd-7598-406a-8cbf-504d4a3bac15" providerId="ADAL" clId="{ECD42228-5B96-4A72-B268-C46DF994E6B7}" dt="2024-02-09T22:12:06.555" v="109070" actId="478"/>
          <ac:grpSpMkLst>
            <pc:docMk/>
            <pc:sldMk cId="3972812291" sldId="1099"/>
            <ac:grpSpMk id="19" creationId="{3508CB24-A508-A36A-4A82-CC13FC6D0DDB}"/>
          </ac:grpSpMkLst>
        </pc:grpChg>
        <pc:picChg chg="add del mod">
          <ac:chgData name="Palit, Tapti" userId="dec6fbcd-7598-406a-8cbf-504d4a3bac15" providerId="ADAL" clId="{ECD42228-5B96-4A72-B268-C46DF994E6B7}" dt="2024-02-09T22:12:11.098" v="109071" actId="478"/>
          <ac:picMkLst>
            <pc:docMk/>
            <pc:sldMk cId="3972812291" sldId="1099"/>
            <ac:picMk id="22" creationId="{231209A9-DE9B-C102-C996-418F9A3A45A4}"/>
          </ac:picMkLst>
        </pc:picChg>
        <pc:picChg chg="mod">
          <ac:chgData name="Palit, Tapti" userId="dec6fbcd-7598-406a-8cbf-504d4a3bac15" providerId="ADAL" clId="{ECD42228-5B96-4A72-B268-C46DF994E6B7}" dt="2024-02-12T19:44:48.155" v="112948" actId="1076"/>
          <ac:picMkLst>
            <pc:docMk/>
            <pc:sldMk cId="3972812291" sldId="1099"/>
            <ac:picMk id="23" creationId="{B3A41F38-AEC2-593F-9C1F-C97AFAAC1C0C}"/>
          </ac:picMkLst>
        </pc:picChg>
        <pc:picChg chg="mod">
          <ac:chgData name="Palit, Tapti" userId="dec6fbcd-7598-406a-8cbf-504d4a3bac15" providerId="ADAL" clId="{ECD42228-5B96-4A72-B268-C46DF994E6B7}" dt="2024-02-12T19:44:48.155" v="112948" actId="1076"/>
          <ac:picMkLst>
            <pc:docMk/>
            <pc:sldMk cId="3972812291" sldId="1099"/>
            <ac:picMk id="24" creationId="{C2937EB1-F7F3-3304-34D2-8CDA263416B0}"/>
          </ac:picMkLst>
        </pc:picChg>
        <pc:picChg chg="add del mod">
          <ac:chgData name="Palit, Tapti" userId="dec6fbcd-7598-406a-8cbf-504d4a3bac15" providerId="ADAL" clId="{ECD42228-5B96-4A72-B268-C46DF994E6B7}" dt="2024-02-09T22:12:11.098" v="109071" actId="478"/>
          <ac:picMkLst>
            <pc:docMk/>
            <pc:sldMk cId="3972812291" sldId="1099"/>
            <ac:picMk id="27" creationId="{EB8271CA-3768-FC98-1049-B0B87247D1BF}"/>
          </ac:picMkLst>
        </pc:picChg>
        <pc:picChg chg="mod">
          <ac:chgData name="Palit, Tapti" userId="dec6fbcd-7598-406a-8cbf-504d4a3bac15" providerId="ADAL" clId="{ECD42228-5B96-4A72-B268-C46DF994E6B7}" dt="2024-01-29T02:23:41.308" v="74306" actId="1076"/>
          <ac:picMkLst>
            <pc:docMk/>
            <pc:sldMk cId="3972812291" sldId="1099"/>
            <ac:picMk id="4098" creationId="{92C4798C-820F-CB9D-95B7-B09FFE4F0500}"/>
          </ac:picMkLst>
        </pc:picChg>
        <pc:picChg chg="mod">
          <ac:chgData name="Palit, Tapti" userId="dec6fbcd-7598-406a-8cbf-504d4a3bac15" providerId="ADAL" clId="{ECD42228-5B96-4A72-B268-C46DF994E6B7}" dt="2024-02-12T19:44:48.155" v="112948" actId="1076"/>
          <ac:picMkLst>
            <pc:docMk/>
            <pc:sldMk cId="3972812291" sldId="1099"/>
            <ac:picMk id="10242" creationId="{585E0853-440D-3289-5359-0D9638544E82}"/>
          </ac:picMkLst>
        </pc:picChg>
      </pc:sldChg>
      <pc:sldChg chg="modSp new del mod">
        <pc:chgData name="Palit, Tapti" userId="dec6fbcd-7598-406a-8cbf-504d4a3bac15" providerId="ADAL" clId="{ECD42228-5B96-4A72-B268-C46DF994E6B7}" dt="2024-01-29T01:45:10.367" v="72571" actId="47"/>
        <pc:sldMkLst>
          <pc:docMk/>
          <pc:sldMk cId="3274926318" sldId="1100"/>
        </pc:sldMkLst>
        <pc:spChg chg="mod">
          <ac:chgData name="Palit, Tapti" userId="dec6fbcd-7598-406a-8cbf-504d4a3bac15" providerId="ADAL" clId="{ECD42228-5B96-4A72-B268-C46DF994E6B7}" dt="2024-01-29T01:38:18.741" v="72498" actId="20577"/>
          <ac:spMkLst>
            <pc:docMk/>
            <pc:sldMk cId="3274926318" sldId="1100"/>
            <ac:spMk id="2" creationId="{CD2091AE-FFCF-1973-595D-69F5D289578E}"/>
          </ac:spMkLst>
        </pc:spChg>
        <pc:spChg chg="mod">
          <ac:chgData name="Palit, Tapti" userId="dec6fbcd-7598-406a-8cbf-504d4a3bac15" providerId="ADAL" clId="{ECD42228-5B96-4A72-B268-C46DF994E6B7}" dt="2024-01-29T01:32:41.605" v="72396" actId="20577"/>
          <ac:spMkLst>
            <pc:docMk/>
            <pc:sldMk cId="3274926318" sldId="1100"/>
            <ac:spMk id="3" creationId="{9E98E5C3-30D0-4EED-8049-B27E406E6A4B}"/>
          </ac:spMkLst>
        </pc:spChg>
      </pc:sldChg>
      <pc:sldChg chg="add mod modShow">
        <pc:chgData name="Palit, Tapti" userId="dec6fbcd-7598-406a-8cbf-504d4a3bac15" providerId="ADAL" clId="{ECD42228-5B96-4A72-B268-C46DF994E6B7}" dt="2024-01-30T05:22:48.622" v="87520" actId="729"/>
        <pc:sldMkLst>
          <pc:docMk/>
          <pc:sldMk cId="1950840822" sldId="1101"/>
        </pc:sldMkLst>
      </pc:sldChg>
      <pc:sldChg chg="addSp delSp modSp new del mod ord modNotesTx">
        <pc:chgData name="Palit, Tapti" userId="dec6fbcd-7598-406a-8cbf-504d4a3bac15" providerId="ADAL" clId="{ECD42228-5B96-4A72-B268-C46DF994E6B7}" dt="2024-01-30T05:22:41.361" v="87518" actId="2696"/>
        <pc:sldMkLst>
          <pc:docMk/>
          <pc:sldMk cId="2281451030" sldId="1101"/>
        </pc:sldMkLst>
        <pc:spChg chg="mod">
          <ac:chgData name="Palit, Tapti" userId="dec6fbcd-7598-406a-8cbf-504d4a3bac15" providerId="ADAL" clId="{ECD42228-5B96-4A72-B268-C46DF994E6B7}" dt="2024-01-29T16:52:09.487" v="81757" actId="5793"/>
          <ac:spMkLst>
            <pc:docMk/>
            <pc:sldMk cId="2281451030" sldId="1101"/>
            <ac:spMk id="2" creationId="{5C45A5C5-79AC-423D-5245-93B39BD98582}"/>
          </ac:spMkLst>
        </pc:spChg>
        <pc:spChg chg="mod">
          <ac:chgData name="Palit, Tapti" userId="dec6fbcd-7598-406a-8cbf-504d4a3bac15" providerId="ADAL" clId="{ECD42228-5B96-4A72-B268-C46DF994E6B7}" dt="2024-01-29T01:49:37.688" v="72839" actId="20577"/>
          <ac:spMkLst>
            <pc:docMk/>
            <pc:sldMk cId="2281451030" sldId="1101"/>
            <ac:spMk id="3" creationId="{568697A6-085D-7367-7BEF-E343B930C5AB}"/>
          </ac:spMkLst>
        </pc:spChg>
        <pc:spChg chg="add del mod">
          <ac:chgData name="Palit, Tapti" userId="dec6fbcd-7598-406a-8cbf-504d4a3bac15" providerId="ADAL" clId="{ECD42228-5B96-4A72-B268-C46DF994E6B7}" dt="2024-01-29T01:52:42.315" v="73098" actId="478"/>
          <ac:spMkLst>
            <pc:docMk/>
            <pc:sldMk cId="2281451030" sldId="1101"/>
            <ac:spMk id="5" creationId="{50CCA815-40FF-C637-7159-F8EDA3F0CA60}"/>
          </ac:spMkLst>
        </pc:spChg>
        <pc:spChg chg="add mod">
          <ac:chgData name="Palit, Tapti" userId="dec6fbcd-7598-406a-8cbf-504d4a3bac15" providerId="ADAL" clId="{ECD42228-5B96-4A72-B268-C46DF994E6B7}" dt="2024-01-29T02:18:42.834" v="74115" actId="1076"/>
          <ac:spMkLst>
            <pc:docMk/>
            <pc:sldMk cId="2281451030" sldId="1101"/>
            <ac:spMk id="5" creationId="{6BDE0854-2724-0C69-EEC0-2C627ED89B12}"/>
          </ac:spMkLst>
        </pc:spChg>
        <pc:spChg chg="add mod">
          <ac:chgData name="Palit, Tapti" userId="dec6fbcd-7598-406a-8cbf-504d4a3bac15" providerId="ADAL" clId="{ECD42228-5B96-4A72-B268-C46DF994E6B7}" dt="2024-01-29T01:55:41.834" v="73233" actId="1076"/>
          <ac:spMkLst>
            <pc:docMk/>
            <pc:sldMk cId="2281451030" sldId="1101"/>
            <ac:spMk id="6" creationId="{A8EC355A-763F-25CB-1E57-1DF6F4CC3950}"/>
          </ac:spMkLst>
        </pc:spChg>
        <pc:spChg chg="add mod">
          <ac:chgData name="Palit, Tapti" userId="dec6fbcd-7598-406a-8cbf-504d4a3bac15" providerId="ADAL" clId="{ECD42228-5B96-4A72-B268-C46DF994E6B7}" dt="2024-01-29T01:57:08.968" v="73301" actId="14100"/>
          <ac:spMkLst>
            <pc:docMk/>
            <pc:sldMk cId="2281451030" sldId="1101"/>
            <ac:spMk id="7" creationId="{7F060C86-B257-8CF9-C273-05AF7F3F34F5}"/>
          </ac:spMkLst>
        </pc:spChg>
        <pc:spChg chg="add del mod">
          <ac:chgData name="Palit, Tapti" userId="dec6fbcd-7598-406a-8cbf-504d4a3bac15" providerId="ADAL" clId="{ECD42228-5B96-4A72-B268-C46DF994E6B7}" dt="2024-01-29T01:57:27.812" v="73307" actId="478"/>
          <ac:spMkLst>
            <pc:docMk/>
            <pc:sldMk cId="2281451030" sldId="1101"/>
            <ac:spMk id="8" creationId="{4D729BA7-5329-8643-5033-F79969B7330D}"/>
          </ac:spMkLst>
        </pc:spChg>
        <pc:spChg chg="add del mod">
          <ac:chgData name="Palit, Tapti" userId="dec6fbcd-7598-406a-8cbf-504d4a3bac15" providerId="ADAL" clId="{ECD42228-5B96-4A72-B268-C46DF994E6B7}" dt="2024-01-29T02:19:08.901" v="74121" actId="478"/>
          <ac:spMkLst>
            <pc:docMk/>
            <pc:sldMk cId="2281451030" sldId="1101"/>
            <ac:spMk id="8" creationId="{BBC122AC-73CC-FE7D-4D1A-8554AF949777}"/>
          </ac:spMkLst>
        </pc:spChg>
        <pc:spChg chg="add mod">
          <ac:chgData name="Palit, Tapti" userId="dec6fbcd-7598-406a-8cbf-504d4a3bac15" providerId="ADAL" clId="{ECD42228-5B96-4A72-B268-C46DF994E6B7}" dt="2024-01-29T02:02:07.609" v="73483" actId="14100"/>
          <ac:spMkLst>
            <pc:docMk/>
            <pc:sldMk cId="2281451030" sldId="1101"/>
            <ac:spMk id="9" creationId="{2152549E-FA42-C403-804B-6C752FF06EE5}"/>
          </ac:spMkLst>
        </pc:spChg>
        <pc:spChg chg="add del mod">
          <ac:chgData name="Palit, Tapti" userId="dec6fbcd-7598-406a-8cbf-504d4a3bac15" providerId="ADAL" clId="{ECD42228-5B96-4A72-B268-C46DF994E6B7}" dt="2024-01-29T02:17:19.912" v="74087" actId="20577"/>
          <ac:spMkLst>
            <pc:docMk/>
            <pc:sldMk cId="2281451030" sldId="1101"/>
            <ac:spMk id="10" creationId="{0A2DBD97-6384-33C9-9BBB-D3C9B360E01A}"/>
          </ac:spMkLst>
        </pc:spChg>
        <pc:spChg chg="add del mod">
          <ac:chgData name="Palit, Tapti" userId="dec6fbcd-7598-406a-8cbf-504d4a3bac15" providerId="ADAL" clId="{ECD42228-5B96-4A72-B268-C46DF994E6B7}" dt="2024-01-29T02:17:18.230" v="74083" actId="20577"/>
          <ac:spMkLst>
            <pc:docMk/>
            <pc:sldMk cId="2281451030" sldId="1101"/>
            <ac:spMk id="11" creationId="{7E671133-A27E-D1C6-21FD-83D9C9D0D83F}"/>
          </ac:spMkLst>
        </pc:spChg>
        <pc:spChg chg="add del mod">
          <ac:chgData name="Palit, Tapti" userId="dec6fbcd-7598-406a-8cbf-504d4a3bac15" providerId="ADAL" clId="{ECD42228-5B96-4A72-B268-C46DF994E6B7}" dt="2024-01-29T02:17:15.400" v="74077" actId="1076"/>
          <ac:spMkLst>
            <pc:docMk/>
            <pc:sldMk cId="2281451030" sldId="1101"/>
            <ac:spMk id="12" creationId="{8744F0E5-46F6-5CA1-C183-3EEFD194FFCC}"/>
          </ac:spMkLst>
        </pc:spChg>
        <pc:picChg chg="add mod">
          <ac:chgData name="Palit, Tapti" userId="dec6fbcd-7598-406a-8cbf-504d4a3bac15" providerId="ADAL" clId="{ECD42228-5B96-4A72-B268-C46DF994E6B7}" dt="2024-01-29T02:19:01.601" v="74119" actId="1076"/>
          <ac:picMkLst>
            <pc:docMk/>
            <pc:sldMk cId="2281451030" sldId="1101"/>
            <ac:picMk id="1026" creationId="{3D251211-74B4-86C9-D538-CEBFE7CF0091}"/>
          </ac:picMkLst>
        </pc:picChg>
        <pc:picChg chg="add mod">
          <ac:chgData name="Palit, Tapti" userId="dec6fbcd-7598-406a-8cbf-504d4a3bac15" providerId="ADAL" clId="{ECD42228-5B96-4A72-B268-C46DF994E6B7}" dt="2024-01-29T02:18:42.834" v="74115" actId="1076"/>
          <ac:picMkLst>
            <pc:docMk/>
            <pc:sldMk cId="2281451030" sldId="1101"/>
            <ac:picMk id="3074" creationId="{9740ED4E-CC59-491A-5D54-E7CE95197A26}"/>
          </ac:picMkLst>
        </pc:picChg>
        <pc:picChg chg="add mod">
          <ac:chgData name="Palit, Tapti" userId="dec6fbcd-7598-406a-8cbf-504d4a3bac15" providerId="ADAL" clId="{ECD42228-5B96-4A72-B268-C46DF994E6B7}" dt="2024-01-29T02:17:20.602" v="74088" actId="1076"/>
          <ac:picMkLst>
            <pc:docMk/>
            <pc:sldMk cId="2281451030" sldId="1101"/>
            <ac:picMk id="3076" creationId="{7F7183D9-ACB3-95EC-F085-F14AB5C78856}"/>
          </ac:picMkLst>
        </pc:picChg>
      </pc:sldChg>
      <pc:sldChg chg="add del">
        <pc:chgData name="Palit, Tapti" userId="dec6fbcd-7598-406a-8cbf-504d4a3bac15" providerId="ADAL" clId="{ECD42228-5B96-4A72-B268-C46DF994E6B7}" dt="2024-01-29T01:57:20.666" v="73305" actId="2890"/>
        <pc:sldMkLst>
          <pc:docMk/>
          <pc:sldMk cId="1065488831" sldId="1102"/>
        </pc:sldMkLst>
      </pc:sldChg>
      <pc:sldChg chg="delSp add del mod">
        <pc:chgData name="Palit, Tapti" userId="dec6fbcd-7598-406a-8cbf-504d4a3bac15" providerId="ADAL" clId="{ECD42228-5B96-4A72-B268-C46DF994E6B7}" dt="2024-01-29T01:57:16.720" v="73303" actId="47"/>
        <pc:sldMkLst>
          <pc:docMk/>
          <pc:sldMk cId="1308649909" sldId="1102"/>
        </pc:sldMkLst>
        <pc:spChg chg="del">
          <ac:chgData name="Palit, Tapti" userId="dec6fbcd-7598-406a-8cbf-504d4a3bac15" providerId="ADAL" clId="{ECD42228-5B96-4A72-B268-C46DF994E6B7}" dt="2024-01-29T01:57:15.478" v="73302" actId="21"/>
          <ac:spMkLst>
            <pc:docMk/>
            <pc:sldMk cId="1308649909" sldId="1102"/>
            <ac:spMk id="8" creationId="{4D729BA7-5329-8643-5033-F79969B7330D}"/>
          </ac:spMkLst>
        </pc:spChg>
      </pc:sldChg>
      <pc:sldChg chg="addSp modSp add del mod modNotesTx">
        <pc:chgData name="Palit, Tapti" userId="dec6fbcd-7598-406a-8cbf-504d4a3bac15" providerId="ADAL" clId="{ECD42228-5B96-4A72-B268-C46DF994E6B7}" dt="2024-01-30T05:22:41.361" v="87518" actId="2696"/>
        <pc:sldMkLst>
          <pc:docMk/>
          <pc:sldMk cId="3079271003" sldId="1102"/>
        </pc:sldMkLst>
        <pc:spChg chg="mod">
          <ac:chgData name="Palit, Tapti" userId="dec6fbcd-7598-406a-8cbf-504d4a3bac15" providerId="ADAL" clId="{ECD42228-5B96-4A72-B268-C46DF994E6B7}" dt="2024-01-29T16:52:15.401" v="81758" actId="5793"/>
          <ac:spMkLst>
            <pc:docMk/>
            <pc:sldMk cId="3079271003" sldId="1102"/>
            <ac:spMk id="2" creationId="{5C45A5C5-79AC-423D-5245-93B39BD98582}"/>
          </ac:spMkLst>
        </pc:spChg>
        <pc:spChg chg="mod">
          <ac:chgData name="Palit, Tapti" userId="dec6fbcd-7598-406a-8cbf-504d4a3bac15" providerId="ADAL" clId="{ECD42228-5B96-4A72-B268-C46DF994E6B7}" dt="2024-01-29T02:02:19.275" v="73485" actId="14100"/>
          <ac:spMkLst>
            <pc:docMk/>
            <pc:sldMk cId="3079271003" sldId="1102"/>
            <ac:spMk id="7" creationId="{7F060C86-B257-8CF9-C273-05AF7F3F34F5}"/>
          </ac:spMkLst>
        </pc:spChg>
        <pc:spChg chg="mod">
          <ac:chgData name="Palit, Tapti" userId="dec6fbcd-7598-406a-8cbf-504d4a3bac15" providerId="ADAL" clId="{ECD42228-5B96-4A72-B268-C46DF994E6B7}" dt="2024-01-29T02:19:20.277" v="74123" actId="1076"/>
          <ac:spMkLst>
            <pc:docMk/>
            <pc:sldMk cId="3079271003" sldId="1102"/>
            <ac:spMk id="8" creationId="{4D729BA7-5329-8643-5033-F79969B7330D}"/>
          </ac:spMkLst>
        </pc:spChg>
        <pc:spChg chg="add mod">
          <ac:chgData name="Palit, Tapti" userId="dec6fbcd-7598-406a-8cbf-504d4a3bac15" providerId="ADAL" clId="{ECD42228-5B96-4A72-B268-C46DF994E6B7}" dt="2024-01-29T02:19:13.617" v="74122"/>
          <ac:spMkLst>
            <pc:docMk/>
            <pc:sldMk cId="3079271003" sldId="1102"/>
            <ac:spMk id="9" creationId="{0B6C20B8-C464-DB03-F642-483CAF0579D7}"/>
          </ac:spMkLst>
        </pc:spChg>
        <pc:picChg chg="add mod">
          <ac:chgData name="Palit, Tapti" userId="dec6fbcd-7598-406a-8cbf-504d4a3bac15" providerId="ADAL" clId="{ECD42228-5B96-4A72-B268-C46DF994E6B7}" dt="2024-01-29T02:19:13.617" v="74122"/>
          <ac:picMkLst>
            <pc:docMk/>
            <pc:sldMk cId="3079271003" sldId="1102"/>
            <ac:picMk id="5" creationId="{5A1B7395-851B-926A-E6D9-4E1D13A7A441}"/>
          </ac:picMkLst>
        </pc:picChg>
        <pc:picChg chg="add mod">
          <ac:chgData name="Palit, Tapti" userId="dec6fbcd-7598-406a-8cbf-504d4a3bac15" providerId="ADAL" clId="{ECD42228-5B96-4A72-B268-C46DF994E6B7}" dt="2024-01-29T02:19:13.617" v="74122"/>
          <ac:picMkLst>
            <pc:docMk/>
            <pc:sldMk cId="3079271003" sldId="1102"/>
            <ac:picMk id="10" creationId="{EB520AAF-1599-83DA-2028-8996C8CD55D4}"/>
          </ac:picMkLst>
        </pc:picChg>
      </pc:sldChg>
      <pc:sldChg chg="add mod modShow">
        <pc:chgData name="Palit, Tapti" userId="dec6fbcd-7598-406a-8cbf-504d4a3bac15" providerId="ADAL" clId="{ECD42228-5B96-4A72-B268-C46DF994E6B7}" dt="2024-01-30T05:22:48.622" v="87520" actId="729"/>
        <pc:sldMkLst>
          <pc:docMk/>
          <pc:sldMk cId="3648263899" sldId="1102"/>
        </pc:sldMkLst>
      </pc:sldChg>
      <pc:sldChg chg="addSp modSp new add del mod modNotesTx">
        <pc:chgData name="Palit, Tapti" userId="dec6fbcd-7598-406a-8cbf-504d4a3bac15" providerId="ADAL" clId="{ECD42228-5B96-4A72-B268-C46DF994E6B7}" dt="2024-01-30T15:49:43.461" v="91986" actId="47"/>
        <pc:sldMkLst>
          <pc:docMk/>
          <pc:sldMk cId="508198956" sldId="1103"/>
        </pc:sldMkLst>
        <pc:spChg chg="mod">
          <ac:chgData name="Palit, Tapti" userId="dec6fbcd-7598-406a-8cbf-504d4a3bac15" providerId="ADAL" clId="{ECD42228-5B96-4A72-B268-C46DF994E6B7}" dt="2024-01-29T02:25:23.329" v="74488" actId="20577"/>
          <ac:spMkLst>
            <pc:docMk/>
            <pc:sldMk cId="508198956" sldId="1103"/>
            <ac:spMk id="2" creationId="{C3623B5E-743A-7F7A-8B18-5CA4CA7B413E}"/>
          </ac:spMkLst>
        </pc:spChg>
        <pc:spChg chg="mod">
          <ac:chgData name="Palit, Tapti" userId="dec6fbcd-7598-406a-8cbf-504d4a3bac15" providerId="ADAL" clId="{ECD42228-5B96-4A72-B268-C46DF994E6B7}" dt="2024-01-29T02:21:48.947" v="74182" actId="20577"/>
          <ac:spMkLst>
            <pc:docMk/>
            <pc:sldMk cId="508198956" sldId="1103"/>
            <ac:spMk id="3" creationId="{7D9A4C9D-5A7A-2630-8EBC-437731EEA04E}"/>
          </ac:spMkLst>
        </pc:spChg>
        <pc:picChg chg="add mod">
          <ac:chgData name="Palit, Tapti" userId="dec6fbcd-7598-406a-8cbf-504d4a3bac15" providerId="ADAL" clId="{ECD42228-5B96-4A72-B268-C46DF994E6B7}" dt="2024-01-29T02:42:03.065" v="74688" actId="1076"/>
          <ac:picMkLst>
            <pc:docMk/>
            <pc:sldMk cId="508198956" sldId="1103"/>
            <ac:picMk id="1026" creationId="{9FC192A1-2D45-3E03-8BB3-3ADD98AE88CA}"/>
          </ac:picMkLst>
        </pc:picChg>
        <pc:picChg chg="add mod">
          <ac:chgData name="Palit, Tapti" userId="dec6fbcd-7598-406a-8cbf-504d4a3bac15" providerId="ADAL" clId="{ECD42228-5B96-4A72-B268-C46DF994E6B7}" dt="2024-01-29T02:42:37.513" v="74693" actId="1076"/>
          <ac:picMkLst>
            <pc:docMk/>
            <pc:sldMk cId="508198956" sldId="1103"/>
            <ac:picMk id="1028" creationId="{CFA5044E-0EFF-5242-CFB7-CF2F02850B21}"/>
          </ac:picMkLst>
        </pc:picChg>
        <pc:picChg chg="add mod">
          <ac:chgData name="Palit, Tapti" userId="dec6fbcd-7598-406a-8cbf-504d4a3bac15" providerId="ADAL" clId="{ECD42228-5B96-4A72-B268-C46DF994E6B7}" dt="2024-01-30T15:49:17.191" v="91935" actId="14100"/>
          <ac:picMkLst>
            <pc:docMk/>
            <pc:sldMk cId="508198956" sldId="1103"/>
            <ac:picMk id="1030" creationId="{4E0A72A8-8347-6E62-CB69-4BE9140EDE22}"/>
          </ac:picMkLst>
        </pc:picChg>
      </pc:sldChg>
      <pc:sldChg chg="delSp modSp add del mod">
        <pc:chgData name="Palit, Tapti" userId="dec6fbcd-7598-406a-8cbf-504d4a3bac15" providerId="ADAL" clId="{ECD42228-5B96-4A72-B268-C46DF994E6B7}" dt="2024-01-29T02:13:30.727" v="73934" actId="47"/>
        <pc:sldMkLst>
          <pc:docMk/>
          <pc:sldMk cId="894204547" sldId="1103"/>
        </pc:sldMkLst>
        <pc:spChg chg="mod">
          <ac:chgData name="Palit, Tapti" userId="dec6fbcd-7598-406a-8cbf-504d4a3bac15" providerId="ADAL" clId="{ECD42228-5B96-4A72-B268-C46DF994E6B7}" dt="2024-01-29T02:11:17.241" v="73932" actId="20577"/>
          <ac:spMkLst>
            <pc:docMk/>
            <pc:sldMk cId="894204547" sldId="1103"/>
            <ac:spMk id="7" creationId="{024CB2F1-CD0D-12B9-3EE9-43E37C2484DB}"/>
          </ac:spMkLst>
        </pc:spChg>
        <pc:spChg chg="del">
          <ac:chgData name="Palit, Tapti" userId="dec6fbcd-7598-406a-8cbf-504d4a3bac15" providerId="ADAL" clId="{ECD42228-5B96-4A72-B268-C46DF994E6B7}" dt="2024-01-29T02:09:50.848" v="73840" actId="478"/>
          <ac:spMkLst>
            <pc:docMk/>
            <pc:sldMk cId="894204547" sldId="1103"/>
            <ac:spMk id="12" creationId="{26AEDEB3-CA09-D2BC-7802-58530E22394C}"/>
          </ac:spMkLst>
        </pc:spChg>
        <pc:picChg chg="del">
          <ac:chgData name="Palit, Tapti" userId="dec6fbcd-7598-406a-8cbf-504d4a3bac15" providerId="ADAL" clId="{ECD42228-5B96-4A72-B268-C46DF994E6B7}" dt="2024-01-29T02:09:50.848" v="73840" actId="478"/>
          <ac:picMkLst>
            <pc:docMk/>
            <pc:sldMk cId="894204547" sldId="1103"/>
            <ac:picMk id="2050" creationId="{113A15BC-A19F-FE53-4589-F8B1CEAF9361}"/>
          </ac:picMkLst>
        </pc:picChg>
        <pc:picChg chg="del">
          <ac:chgData name="Palit, Tapti" userId="dec6fbcd-7598-406a-8cbf-504d4a3bac15" providerId="ADAL" clId="{ECD42228-5B96-4A72-B268-C46DF994E6B7}" dt="2024-01-29T02:09:50.848" v="73840" actId="478"/>
          <ac:picMkLst>
            <pc:docMk/>
            <pc:sldMk cId="894204547" sldId="1103"/>
            <ac:picMk id="2052" creationId="{5C1655BB-8523-55E6-599D-69D4A4BD5305}"/>
          </ac:picMkLst>
        </pc:picChg>
        <pc:cxnChg chg="del">
          <ac:chgData name="Palit, Tapti" userId="dec6fbcd-7598-406a-8cbf-504d4a3bac15" providerId="ADAL" clId="{ECD42228-5B96-4A72-B268-C46DF994E6B7}" dt="2024-01-29T02:09:50.848" v="73840" actId="478"/>
          <ac:cxnSpMkLst>
            <pc:docMk/>
            <pc:sldMk cId="894204547" sldId="1103"/>
            <ac:cxnSpMk id="8" creationId="{7F949424-BD4D-3C35-9061-DA6C4EBF2080}"/>
          </ac:cxnSpMkLst>
        </pc:cxnChg>
      </pc:sldChg>
      <pc:sldChg chg="modSp add del mod">
        <pc:chgData name="Palit, Tapti" userId="dec6fbcd-7598-406a-8cbf-504d4a3bac15" providerId="ADAL" clId="{ECD42228-5B96-4A72-B268-C46DF994E6B7}" dt="2024-02-08T21:21:26.678" v="100772" actId="2696"/>
        <pc:sldMkLst>
          <pc:docMk/>
          <pc:sldMk cId="1877975122" sldId="1104"/>
        </pc:sldMkLst>
        <pc:spChg chg="mod">
          <ac:chgData name="Palit, Tapti" userId="dec6fbcd-7598-406a-8cbf-504d4a3bac15" providerId="ADAL" clId="{ECD42228-5B96-4A72-B268-C46DF994E6B7}" dt="2024-01-29T15:56:34.621" v="79699" actId="20577"/>
          <ac:spMkLst>
            <pc:docMk/>
            <pc:sldMk cId="1877975122" sldId="1104"/>
            <ac:spMk id="2" creationId="{D9A69A7A-F324-44E2-A7BA-87B689E34CB2}"/>
          </ac:spMkLst>
        </pc:spChg>
        <pc:spChg chg="mod">
          <ac:chgData name="Palit, Tapti" userId="dec6fbcd-7598-406a-8cbf-504d4a3bac15" providerId="ADAL" clId="{ECD42228-5B96-4A72-B268-C46DF994E6B7}" dt="2024-02-08T20:47:13.542" v="100706" actId="207"/>
          <ac:spMkLst>
            <pc:docMk/>
            <pc:sldMk cId="1877975122" sldId="1104"/>
            <ac:spMk id="3" creationId="{FC926CEC-D501-EDDF-7004-51ADA4B8EB1D}"/>
          </ac:spMkLst>
        </pc:spChg>
        <pc:spChg chg="mod">
          <ac:chgData name="Palit, Tapti" userId="dec6fbcd-7598-406a-8cbf-504d4a3bac15" providerId="ADAL" clId="{ECD42228-5B96-4A72-B268-C46DF994E6B7}" dt="2024-02-08T20:47:08.215" v="100704" actId="207"/>
          <ac:spMkLst>
            <pc:docMk/>
            <pc:sldMk cId="1877975122" sldId="1104"/>
            <ac:spMk id="6" creationId="{62E4901C-C217-DD54-593C-0E523C998F49}"/>
          </ac:spMkLst>
        </pc:spChg>
        <pc:spChg chg="mod">
          <ac:chgData name="Palit, Tapti" userId="dec6fbcd-7598-406a-8cbf-504d4a3bac15" providerId="ADAL" clId="{ECD42228-5B96-4A72-B268-C46DF994E6B7}" dt="2024-01-29T16:25:10.493" v="80056" actId="20577"/>
          <ac:spMkLst>
            <pc:docMk/>
            <pc:sldMk cId="1877975122" sldId="1104"/>
            <ac:spMk id="7" creationId="{F6DAE43A-F91E-1C9B-002B-6DADFDE55F0A}"/>
          </ac:spMkLst>
        </pc:spChg>
      </pc:sldChg>
      <pc:sldChg chg="modSp add mod modAnim modNotesTx">
        <pc:chgData name="Palit, Tapti" userId="dec6fbcd-7598-406a-8cbf-504d4a3bac15" providerId="ADAL" clId="{ECD42228-5B96-4A72-B268-C46DF994E6B7}" dt="2024-02-11T18:20:35.068" v="111954"/>
        <pc:sldMkLst>
          <pc:docMk/>
          <pc:sldMk cId="2440860372" sldId="1104"/>
        </pc:sldMkLst>
        <pc:spChg chg="mod">
          <ac:chgData name="Palit, Tapti" userId="dec6fbcd-7598-406a-8cbf-504d4a3bac15" providerId="ADAL" clId="{ECD42228-5B96-4A72-B268-C46DF994E6B7}" dt="2024-02-09T03:37:37.107" v="103466"/>
          <ac:spMkLst>
            <pc:docMk/>
            <pc:sldMk cId="2440860372" sldId="1104"/>
            <ac:spMk id="2" creationId="{0F59C858-23E8-C779-45FA-F76BA2A0B4BE}"/>
          </ac:spMkLst>
        </pc:spChg>
        <pc:spChg chg="mod">
          <ac:chgData name="Palit, Tapti" userId="dec6fbcd-7598-406a-8cbf-504d4a3bac15" providerId="ADAL" clId="{ECD42228-5B96-4A72-B268-C46DF994E6B7}" dt="2024-02-10T00:57:37.941" v="109474" actId="1038"/>
          <ac:spMkLst>
            <pc:docMk/>
            <pc:sldMk cId="2440860372" sldId="1104"/>
            <ac:spMk id="3" creationId="{1DB9AA14-570C-999F-C210-2CEDA24391B9}"/>
          </ac:spMkLst>
        </pc:spChg>
        <pc:spChg chg="mod">
          <ac:chgData name="Palit, Tapti" userId="dec6fbcd-7598-406a-8cbf-504d4a3bac15" providerId="ADAL" clId="{ECD42228-5B96-4A72-B268-C46DF994E6B7}" dt="2024-02-10T00:57:37.941" v="109474" actId="1038"/>
          <ac:spMkLst>
            <pc:docMk/>
            <pc:sldMk cId="2440860372" sldId="1104"/>
            <ac:spMk id="5" creationId="{96F1A6D1-5DD4-6C53-464D-50BB595E0733}"/>
          </ac:spMkLst>
        </pc:spChg>
        <pc:spChg chg="mod">
          <ac:chgData name="Palit, Tapti" userId="dec6fbcd-7598-406a-8cbf-504d4a3bac15" providerId="ADAL" clId="{ECD42228-5B96-4A72-B268-C46DF994E6B7}" dt="2024-02-10T00:57:37.941" v="109474" actId="1038"/>
          <ac:spMkLst>
            <pc:docMk/>
            <pc:sldMk cId="2440860372" sldId="1104"/>
            <ac:spMk id="6" creationId="{C1C7A89F-5489-1A1A-9850-B619524F4443}"/>
          </ac:spMkLst>
        </pc:spChg>
        <pc:spChg chg="mod">
          <ac:chgData name="Palit, Tapti" userId="dec6fbcd-7598-406a-8cbf-504d4a3bac15" providerId="ADAL" clId="{ECD42228-5B96-4A72-B268-C46DF994E6B7}" dt="2024-02-10T00:57:49.129" v="109478" actId="1076"/>
          <ac:spMkLst>
            <pc:docMk/>
            <pc:sldMk cId="2440860372" sldId="1104"/>
            <ac:spMk id="9" creationId="{48C8B249-4952-D138-6CDC-26667A78A81B}"/>
          </ac:spMkLst>
        </pc:spChg>
      </pc:sldChg>
      <pc:sldChg chg="addSp modSp add mod ord">
        <pc:chgData name="Palit, Tapti" userId="dec6fbcd-7598-406a-8cbf-504d4a3bac15" providerId="ADAL" clId="{ECD42228-5B96-4A72-B268-C46DF994E6B7}" dt="2024-02-09T04:15:19.246" v="104376" actId="207"/>
        <pc:sldMkLst>
          <pc:docMk/>
          <pc:sldMk cId="1121300100" sldId="1105"/>
        </pc:sldMkLst>
        <pc:spChg chg="add mod">
          <ac:chgData name="Palit, Tapti" userId="dec6fbcd-7598-406a-8cbf-504d4a3bac15" providerId="ADAL" clId="{ECD42228-5B96-4A72-B268-C46DF994E6B7}" dt="2024-01-29T02:35:05.906" v="74594"/>
          <ac:spMkLst>
            <pc:docMk/>
            <pc:sldMk cId="1121300100" sldId="1105"/>
            <ac:spMk id="3" creationId="{CF3B4516-3BB3-EAA2-719D-201C5FF11CA0}"/>
          </ac:spMkLst>
        </pc:spChg>
        <pc:spChg chg="mod">
          <ac:chgData name="Palit, Tapti" userId="dec6fbcd-7598-406a-8cbf-504d4a3bac15" providerId="ADAL" clId="{ECD42228-5B96-4A72-B268-C46DF994E6B7}" dt="2024-02-09T04:15:19.246" v="104376" actId="207"/>
          <ac:spMkLst>
            <pc:docMk/>
            <pc:sldMk cId="1121300100" sldId="1105"/>
            <ac:spMk id="6" creationId="{62E4901C-C217-DD54-593C-0E523C998F49}"/>
          </ac:spMkLst>
        </pc:spChg>
      </pc:sldChg>
      <pc:sldChg chg="modSp new del mod modNotesTx">
        <pc:chgData name="Palit, Tapti" userId="dec6fbcd-7598-406a-8cbf-504d4a3bac15" providerId="ADAL" clId="{ECD42228-5B96-4A72-B268-C46DF994E6B7}" dt="2024-01-30T15:45:15.583" v="91841" actId="47"/>
        <pc:sldMkLst>
          <pc:docMk/>
          <pc:sldMk cId="1030953199" sldId="1106"/>
        </pc:sldMkLst>
        <pc:spChg chg="mod">
          <ac:chgData name="Palit, Tapti" userId="dec6fbcd-7598-406a-8cbf-504d4a3bac15" providerId="ADAL" clId="{ECD42228-5B96-4A72-B268-C46DF994E6B7}" dt="2024-01-29T18:17:05.836" v="82856" actId="20577"/>
          <ac:spMkLst>
            <pc:docMk/>
            <pc:sldMk cId="1030953199" sldId="1106"/>
            <ac:spMk id="2" creationId="{01D96876-D1F0-AE44-94FF-24562072BD49}"/>
          </ac:spMkLst>
        </pc:spChg>
      </pc:sldChg>
      <pc:sldChg chg="new del">
        <pc:chgData name="Palit, Tapti" userId="dec6fbcd-7598-406a-8cbf-504d4a3bac15" providerId="ADAL" clId="{ECD42228-5B96-4A72-B268-C46DF994E6B7}" dt="2024-01-29T04:30:59.355" v="75445" actId="47"/>
        <pc:sldMkLst>
          <pc:docMk/>
          <pc:sldMk cId="2055420253" sldId="1107"/>
        </pc:sldMkLst>
      </pc:sldChg>
      <pc:sldChg chg="add mod modShow">
        <pc:chgData name="Palit, Tapti" userId="dec6fbcd-7598-406a-8cbf-504d4a3bac15" providerId="ADAL" clId="{ECD42228-5B96-4A72-B268-C46DF994E6B7}" dt="2024-01-30T16:45:49.955" v="92722" actId="729"/>
        <pc:sldMkLst>
          <pc:docMk/>
          <pc:sldMk cId="2395799680" sldId="1107"/>
        </pc:sldMkLst>
      </pc:sldChg>
      <pc:sldChg chg="addSp delSp modSp add del mod chgLayout modNotesTx">
        <pc:chgData name="Palit, Tapti" userId="dec6fbcd-7598-406a-8cbf-504d4a3bac15" providerId="ADAL" clId="{ECD42228-5B96-4A72-B268-C46DF994E6B7}" dt="2024-01-30T16:45:43.815" v="92720" actId="2696"/>
        <pc:sldMkLst>
          <pc:docMk/>
          <pc:sldMk cId="3896422413" sldId="1107"/>
        </pc:sldMkLst>
        <pc:spChg chg="mod ord">
          <ac:chgData name="Palit, Tapti" userId="dec6fbcd-7598-406a-8cbf-504d4a3bac15" providerId="ADAL" clId="{ECD42228-5B96-4A72-B268-C46DF994E6B7}" dt="2024-01-30T02:58:56.644" v="84985"/>
          <ac:spMkLst>
            <pc:docMk/>
            <pc:sldMk cId="3896422413" sldId="1107"/>
            <ac:spMk id="2" creationId="{D7EC638E-4A77-46B8-B32A-298B47F2DEB0}"/>
          </ac:spMkLst>
        </pc:spChg>
        <pc:spChg chg="mod ord">
          <ac:chgData name="Palit, Tapti" userId="dec6fbcd-7598-406a-8cbf-504d4a3bac15" providerId="ADAL" clId="{ECD42228-5B96-4A72-B268-C46DF994E6B7}" dt="2024-01-30T16:44:25.689" v="92676" actId="20577"/>
          <ac:spMkLst>
            <pc:docMk/>
            <pc:sldMk cId="3896422413" sldId="1107"/>
            <ac:spMk id="3" creationId="{DBF81D88-EE7F-4956-ADB0-DA856615FD00}"/>
          </ac:spMkLst>
        </pc:spChg>
        <pc:spChg chg="mod ord">
          <ac:chgData name="Palit, Tapti" userId="dec6fbcd-7598-406a-8cbf-504d4a3bac15" providerId="ADAL" clId="{ECD42228-5B96-4A72-B268-C46DF994E6B7}" dt="2024-01-29T14:39:20.631" v="78677" actId="6264"/>
          <ac:spMkLst>
            <pc:docMk/>
            <pc:sldMk cId="3896422413" sldId="1107"/>
            <ac:spMk id="4" creationId="{51C8A26E-666D-4C70-84CF-ED9A6EADF9F2}"/>
          </ac:spMkLst>
        </pc:spChg>
        <pc:spChg chg="add mod">
          <ac:chgData name="Palit, Tapti" userId="dec6fbcd-7598-406a-8cbf-504d4a3bac15" providerId="ADAL" clId="{ECD42228-5B96-4A72-B268-C46DF994E6B7}" dt="2024-01-29T04:39:51.146" v="75680" actId="20577"/>
          <ac:spMkLst>
            <pc:docMk/>
            <pc:sldMk cId="3896422413" sldId="1107"/>
            <ac:spMk id="5" creationId="{55C13C38-0E4B-8AAA-F8BF-AE71747706F2}"/>
          </ac:spMkLst>
        </pc:spChg>
        <pc:spChg chg="add del mod">
          <ac:chgData name="Palit, Tapti" userId="dec6fbcd-7598-406a-8cbf-504d4a3bac15" providerId="ADAL" clId="{ECD42228-5B96-4A72-B268-C46DF994E6B7}" dt="2024-01-29T14:39:20.631" v="78677" actId="6264"/>
          <ac:spMkLst>
            <pc:docMk/>
            <pc:sldMk cId="3896422413" sldId="1107"/>
            <ac:spMk id="6" creationId="{5B1F1253-D6C5-C187-619D-DD3375A24A96}"/>
          </ac:spMkLst>
        </pc:spChg>
        <pc:spChg chg="add del mod">
          <ac:chgData name="Palit, Tapti" userId="dec6fbcd-7598-406a-8cbf-504d4a3bac15" providerId="ADAL" clId="{ECD42228-5B96-4A72-B268-C46DF994E6B7}" dt="2024-01-29T14:39:20.631" v="78677" actId="6264"/>
          <ac:spMkLst>
            <pc:docMk/>
            <pc:sldMk cId="3896422413" sldId="1107"/>
            <ac:spMk id="7" creationId="{64FCB875-6044-822F-1A4B-080DD23B174A}"/>
          </ac:spMkLst>
        </pc:spChg>
        <pc:spChg chg="add del mod">
          <ac:chgData name="Palit, Tapti" userId="dec6fbcd-7598-406a-8cbf-504d4a3bac15" providerId="ADAL" clId="{ECD42228-5B96-4A72-B268-C46DF994E6B7}" dt="2024-01-29T14:39:20.631" v="78677" actId="6264"/>
          <ac:spMkLst>
            <pc:docMk/>
            <pc:sldMk cId="3896422413" sldId="1107"/>
            <ac:spMk id="8" creationId="{25008C69-1D72-956E-B4FA-12A43C13BDDA}"/>
          </ac:spMkLst>
        </pc:spChg>
        <pc:spChg chg="mod">
          <ac:chgData name="Palit, Tapti" userId="dec6fbcd-7598-406a-8cbf-504d4a3bac15" providerId="ADAL" clId="{ECD42228-5B96-4A72-B268-C46DF994E6B7}" dt="2024-01-29T14:29:53.706" v="78283" actId="1076"/>
          <ac:spMkLst>
            <pc:docMk/>
            <pc:sldMk cId="3896422413" sldId="1107"/>
            <ac:spMk id="31" creationId="{A1AE6AAE-C7D3-E8E2-BBBE-C8BA0B0FDD7B}"/>
          </ac:spMkLst>
        </pc:spChg>
        <pc:graphicFrameChg chg="mod modGraphic">
          <ac:chgData name="Palit, Tapti" userId="dec6fbcd-7598-406a-8cbf-504d4a3bac15" providerId="ADAL" clId="{ECD42228-5B96-4A72-B268-C46DF994E6B7}" dt="2024-01-29T04:39:22.634" v="75669" actId="20577"/>
          <ac:graphicFrameMkLst>
            <pc:docMk/>
            <pc:sldMk cId="3896422413" sldId="1107"/>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30T16:45:43.815" v="92720" actId="2696"/>
        <pc:sldMkLst>
          <pc:docMk/>
          <pc:sldMk cId="2700354869" sldId="1108"/>
        </pc:sldMkLst>
        <pc:spChg chg="mod ord">
          <ac:chgData name="Palit, Tapti" userId="dec6fbcd-7598-406a-8cbf-504d4a3bac15" providerId="ADAL" clId="{ECD42228-5B96-4A72-B268-C46DF994E6B7}" dt="2024-01-30T02:59:00.553" v="84986"/>
          <ac:spMkLst>
            <pc:docMk/>
            <pc:sldMk cId="2700354869" sldId="1108"/>
            <ac:spMk id="2" creationId="{D7EC638E-4A77-46B8-B32A-298B47F2DEB0}"/>
          </ac:spMkLst>
        </pc:spChg>
        <pc:spChg chg="mod ord">
          <ac:chgData name="Palit, Tapti" userId="dec6fbcd-7598-406a-8cbf-504d4a3bac15" providerId="ADAL" clId="{ECD42228-5B96-4A72-B268-C46DF994E6B7}" dt="2024-01-29T04:41:46.871" v="75734" actId="700"/>
          <ac:spMkLst>
            <pc:docMk/>
            <pc:sldMk cId="2700354869" sldId="1108"/>
            <ac:spMk id="3" creationId="{DBF81D88-EE7F-4956-ADB0-DA856615FD00}"/>
          </ac:spMkLst>
        </pc:spChg>
        <pc:spChg chg="mod ord">
          <ac:chgData name="Palit, Tapti" userId="dec6fbcd-7598-406a-8cbf-504d4a3bac15" providerId="ADAL" clId="{ECD42228-5B96-4A72-B268-C46DF994E6B7}" dt="2024-01-29T04:41:46.871" v="75734" actId="700"/>
          <ac:spMkLst>
            <pc:docMk/>
            <pc:sldMk cId="2700354869" sldId="1108"/>
            <ac:spMk id="4" creationId="{51C8A26E-666D-4C70-84CF-ED9A6EADF9F2}"/>
          </ac:spMkLst>
        </pc:spChg>
        <pc:spChg chg="add mod">
          <ac:chgData name="Palit, Tapti" userId="dec6fbcd-7598-406a-8cbf-504d4a3bac15" providerId="ADAL" clId="{ECD42228-5B96-4A72-B268-C46DF994E6B7}" dt="2024-01-29T04:41:42.678" v="75733"/>
          <ac:spMkLst>
            <pc:docMk/>
            <pc:sldMk cId="2700354869" sldId="1108"/>
            <ac:spMk id="6" creationId="{231D3D34-8ACB-437F-20F4-3A52892F6689}"/>
          </ac:spMkLst>
        </pc:spChg>
        <pc:spChg chg="add del mod ord">
          <ac:chgData name="Palit, Tapti" userId="dec6fbcd-7598-406a-8cbf-504d4a3bac15" providerId="ADAL" clId="{ECD42228-5B96-4A72-B268-C46DF994E6B7}" dt="2024-01-29T04:41:48.205" v="75735"/>
          <ac:spMkLst>
            <pc:docMk/>
            <pc:sldMk cId="2700354869" sldId="1108"/>
            <ac:spMk id="7" creationId="{6DC6491E-523C-40F1-4D73-12B3D4AE7A64}"/>
          </ac:spMkLst>
        </pc:spChg>
        <pc:spChg chg="add mod">
          <ac:chgData name="Palit, Tapti" userId="dec6fbcd-7598-406a-8cbf-504d4a3bac15" providerId="ADAL" clId="{ECD42228-5B96-4A72-B268-C46DF994E6B7}" dt="2024-01-30T16:44:03.300" v="92647" actId="20577"/>
          <ac:spMkLst>
            <pc:docMk/>
            <pc:sldMk cId="2700354869" sldId="1108"/>
            <ac:spMk id="8" creationId="{3AC9A6FC-D768-1686-91D7-02700A9A9807}"/>
          </ac:spMkLst>
        </pc:spChg>
        <pc:spChg chg="mod">
          <ac:chgData name="Palit, Tapti" userId="dec6fbcd-7598-406a-8cbf-504d4a3bac15" providerId="ADAL" clId="{ECD42228-5B96-4A72-B268-C46DF994E6B7}" dt="2024-01-29T14:30:02.744" v="78284" actId="1076"/>
          <ac:spMkLst>
            <pc:docMk/>
            <pc:sldMk cId="2700354869" sldId="1108"/>
            <ac:spMk id="31" creationId="{A1AE6AAE-C7D3-E8E2-BBBE-C8BA0B0FDD7B}"/>
          </ac:spMkLst>
        </pc:spChg>
      </pc:sldChg>
      <pc:sldChg chg="add mod modShow">
        <pc:chgData name="Palit, Tapti" userId="dec6fbcd-7598-406a-8cbf-504d4a3bac15" providerId="ADAL" clId="{ECD42228-5B96-4A72-B268-C46DF994E6B7}" dt="2024-01-30T16:45:49.955" v="92722" actId="729"/>
        <pc:sldMkLst>
          <pc:docMk/>
          <pc:sldMk cId="4257693880" sldId="1108"/>
        </pc:sldMkLst>
      </pc:sldChg>
      <pc:sldChg chg="addSp delSp modSp add mod modNotesTx">
        <pc:chgData name="Palit, Tapti" userId="dec6fbcd-7598-406a-8cbf-504d4a3bac15" providerId="ADAL" clId="{ECD42228-5B96-4A72-B268-C46DF994E6B7}" dt="2024-01-30T21:27:45.939" v="94862" actId="20577"/>
        <pc:sldMkLst>
          <pc:docMk/>
          <pc:sldMk cId="1503076962" sldId="1109"/>
        </pc:sldMkLst>
        <pc:spChg chg="add mod">
          <ac:chgData name="Palit, Tapti" userId="dec6fbcd-7598-406a-8cbf-504d4a3bac15" providerId="ADAL" clId="{ECD42228-5B96-4A72-B268-C46DF994E6B7}" dt="2024-01-30T17:11:21.669" v="93805"/>
          <ac:spMkLst>
            <pc:docMk/>
            <pc:sldMk cId="1503076962" sldId="1109"/>
            <ac:spMk id="5" creationId="{03FD8FD3-B039-CAA8-0C88-15384FD5DAC3}"/>
          </ac:spMkLst>
        </pc:spChg>
        <pc:spChg chg="add del mod">
          <ac:chgData name="Palit, Tapti" userId="dec6fbcd-7598-406a-8cbf-504d4a3bac15" providerId="ADAL" clId="{ECD42228-5B96-4A72-B268-C46DF994E6B7}" dt="2024-01-29T04:44:38.503" v="75765" actId="478"/>
          <ac:spMkLst>
            <pc:docMk/>
            <pc:sldMk cId="1503076962" sldId="1109"/>
            <ac:spMk id="5" creationId="{12B14EAB-FDE0-043C-AC64-3218AB76E90B}"/>
          </ac:spMkLst>
        </pc:spChg>
        <pc:spChg chg="add mod">
          <ac:chgData name="Palit, Tapti" userId="dec6fbcd-7598-406a-8cbf-504d4a3bac15" providerId="ADAL" clId="{ECD42228-5B96-4A72-B268-C46DF994E6B7}" dt="2024-01-29T04:44:42.983" v="75784" actId="1035"/>
          <ac:spMkLst>
            <pc:docMk/>
            <pc:sldMk cId="1503076962" sldId="1109"/>
            <ac:spMk id="6" creationId="{9B104DB7-F0BC-1E26-4BEC-6619E7C67833}"/>
          </ac:spMkLst>
        </pc:spChg>
        <pc:spChg chg="add mod">
          <ac:chgData name="Palit, Tapti" userId="dec6fbcd-7598-406a-8cbf-504d4a3bac15" providerId="ADAL" clId="{ECD42228-5B96-4A72-B268-C46DF994E6B7}" dt="2024-01-30T17:11:21.669" v="93805"/>
          <ac:spMkLst>
            <pc:docMk/>
            <pc:sldMk cId="1503076962" sldId="1109"/>
            <ac:spMk id="7" creationId="{64E5A9DE-31B9-3B96-00E0-38BB92DE1F2F}"/>
          </ac:spMkLst>
        </pc:spChg>
        <pc:spChg chg="add mod">
          <ac:chgData name="Palit, Tapti" userId="dec6fbcd-7598-406a-8cbf-504d4a3bac15" providerId="ADAL" clId="{ECD42228-5B96-4A72-B268-C46DF994E6B7}" dt="2024-01-30T17:11:21.669" v="93805"/>
          <ac:spMkLst>
            <pc:docMk/>
            <pc:sldMk cId="1503076962" sldId="1109"/>
            <ac:spMk id="8" creationId="{E2F5B558-7420-2F68-4112-89D85D81FCD7}"/>
          </ac:spMkLst>
        </pc:spChg>
        <pc:spChg chg="add mod">
          <ac:chgData name="Palit, Tapti" userId="dec6fbcd-7598-406a-8cbf-504d4a3bac15" providerId="ADAL" clId="{ECD42228-5B96-4A72-B268-C46DF994E6B7}" dt="2024-01-30T17:11:21.669" v="93805"/>
          <ac:spMkLst>
            <pc:docMk/>
            <pc:sldMk cId="1503076962" sldId="1109"/>
            <ac:spMk id="9" creationId="{651DEBAE-837B-864B-A53E-198DAE0F8CEB}"/>
          </ac:spMkLst>
        </pc:spChg>
        <pc:spChg chg="add mod">
          <ac:chgData name="Palit, Tapti" userId="dec6fbcd-7598-406a-8cbf-504d4a3bac15" providerId="ADAL" clId="{ECD42228-5B96-4A72-B268-C46DF994E6B7}" dt="2024-01-30T17:12:13.544" v="93836"/>
          <ac:spMkLst>
            <pc:docMk/>
            <pc:sldMk cId="1503076962" sldId="1109"/>
            <ac:spMk id="10" creationId="{4BA36880-5E3C-197D-0FB0-F4887923BDA6}"/>
          </ac:spMkLst>
        </pc:spChg>
        <pc:spChg chg="mod">
          <ac:chgData name="Palit, Tapti" userId="dec6fbcd-7598-406a-8cbf-504d4a3bac15" providerId="ADAL" clId="{ECD42228-5B96-4A72-B268-C46DF994E6B7}" dt="2024-01-30T21:27:45.939" v="94862" actId="20577"/>
          <ac:spMkLst>
            <pc:docMk/>
            <pc:sldMk cId="1503076962" sldId="1109"/>
            <ac:spMk id="31" creationId="{A1AE6AAE-C7D3-E8E2-BBBE-C8BA0B0FDD7B}"/>
          </ac:spMkLst>
        </pc:spChg>
        <pc:graphicFrameChg chg="del">
          <ac:chgData name="Palit, Tapti" userId="dec6fbcd-7598-406a-8cbf-504d4a3bac15" providerId="ADAL" clId="{ECD42228-5B96-4A72-B268-C46DF994E6B7}" dt="2024-01-30T17:11:21.322" v="93804" actId="478"/>
          <ac:graphicFrameMkLst>
            <pc:docMk/>
            <pc:sldMk cId="1503076962" sldId="1109"/>
            <ac:graphicFrameMk id="32" creationId="{662E3E91-EC1F-FAC9-6710-BA112B8C33B9}"/>
          </ac:graphicFrameMkLst>
        </pc:graphicFrameChg>
      </pc:sldChg>
      <pc:sldChg chg="new del">
        <pc:chgData name="Palit, Tapti" userId="dec6fbcd-7598-406a-8cbf-504d4a3bac15" providerId="ADAL" clId="{ECD42228-5B96-4A72-B268-C46DF994E6B7}" dt="2024-01-29T04:42:07.664" v="75737" actId="47"/>
        <pc:sldMkLst>
          <pc:docMk/>
          <pc:sldMk cId="2865085264" sldId="1109"/>
        </pc:sldMkLst>
      </pc:sldChg>
      <pc:sldChg chg="addSp delSp modSp add mod modNotesTx">
        <pc:chgData name="Palit, Tapti" userId="dec6fbcd-7598-406a-8cbf-504d4a3bac15" providerId="ADAL" clId="{ECD42228-5B96-4A72-B268-C46DF994E6B7}" dt="2024-01-30T21:27:51.835" v="94864" actId="20577"/>
        <pc:sldMkLst>
          <pc:docMk/>
          <pc:sldMk cId="277670777" sldId="1110"/>
        </pc:sldMkLst>
        <pc:spChg chg="mod">
          <ac:chgData name="Palit, Tapti" userId="dec6fbcd-7598-406a-8cbf-504d4a3bac15" providerId="ADAL" clId="{ECD42228-5B96-4A72-B268-C46DF994E6B7}" dt="2024-01-29T04:44:32.556" v="75763" actId="1076"/>
          <ac:spMkLst>
            <pc:docMk/>
            <pc:sldMk cId="277670777" sldId="1110"/>
            <ac:spMk id="5" creationId="{12B14EAB-FDE0-043C-AC64-3218AB76E90B}"/>
          </ac:spMkLst>
        </pc:spChg>
        <pc:spChg chg="add mod">
          <ac:chgData name="Palit, Tapti" userId="dec6fbcd-7598-406a-8cbf-504d4a3bac15" providerId="ADAL" clId="{ECD42228-5B96-4A72-B268-C46DF994E6B7}" dt="2024-01-30T17:11:24.696" v="93807"/>
          <ac:spMkLst>
            <pc:docMk/>
            <pc:sldMk cId="277670777" sldId="1110"/>
            <ac:spMk id="6" creationId="{9376B6EC-4945-CFAA-9AA7-D029A156F239}"/>
          </ac:spMkLst>
        </pc:spChg>
        <pc:spChg chg="add mod">
          <ac:chgData name="Palit, Tapti" userId="dec6fbcd-7598-406a-8cbf-504d4a3bac15" providerId="ADAL" clId="{ECD42228-5B96-4A72-B268-C46DF994E6B7}" dt="2024-01-30T17:11:24.696" v="93807"/>
          <ac:spMkLst>
            <pc:docMk/>
            <pc:sldMk cId="277670777" sldId="1110"/>
            <ac:spMk id="7" creationId="{C304861F-4183-7141-8013-924F8B156294}"/>
          </ac:spMkLst>
        </pc:spChg>
        <pc:spChg chg="add mod">
          <ac:chgData name="Palit, Tapti" userId="dec6fbcd-7598-406a-8cbf-504d4a3bac15" providerId="ADAL" clId="{ECD42228-5B96-4A72-B268-C46DF994E6B7}" dt="2024-01-30T17:11:24.696" v="93807"/>
          <ac:spMkLst>
            <pc:docMk/>
            <pc:sldMk cId="277670777" sldId="1110"/>
            <ac:spMk id="8" creationId="{DD19A1ED-B385-BEE4-91D0-7B060CD3F8A8}"/>
          </ac:spMkLst>
        </pc:spChg>
        <pc:spChg chg="add mod">
          <ac:chgData name="Palit, Tapti" userId="dec6fbcd-7598-406a-8cbf-504d4a3bac15" providerId="ADAL" clId="{ECD42228-5B96-4A72-B268-C46DF994E6B7}" dt="2024-01-30T17:11:24.696" v="93807"/>
          <ac:spMkLst>
            <pc:docMk/>
            <pc:sldMk cId="277670777" sldId="1110"/>
            <ac:spMk id="9" creationId="{91A225FB-7458-D2A5-A7E7-FA716436A076}"/>
          </ac:spMkLst>
        </pc:spChg>
        <pc:spChg chg="add mod">
          <ac:chgData name="Palit, Tapti" userId="dec6fbcd-7598-406a-8cbf-504d4a3bac15" providerId="ADAL" clId="{ECD42228-5B96-4A72-B268-C46DF994E6B7}" dt="2024-01-30T17:12:15.062" v="93837"/>
          <ac:spMkLst>
            <pc:docMk/>
            <pc:sldMk cId="277670777" sldId="1110"/>
            <ac:spMk id="10" creationId="{CFA65F37-D340-0E2B-6159-0D5879521ABD}"/>
          </ac:spMkLst>
        </pc:spChg>
        <pc:spChg chg="mod">
          <ac:chgData name="Palit, Tapti" userId="dec6fbcd-7598-406a-8cbf-504d4a3bac15" providerId="ADAL" clId="{ECD42228-5B96-4A72-B268-C46DF994E6B7}" dt="2024-01-30T21:27:51.835" v="94864" actId="20577"/>
          <ac:spMkLst>
            <pc:docMk/>
            <pc:sldMk cId="277670777" sldId="1110"/>
            <ac:spMk id="31" creationId="{A1AE6AAE-C7D3-E8E2-BBBE-C8BA0B0FDD7B}"/>
          </ac:spMkLst>
        </pc:spChg>
        <pc:graphicFrameChg chg="del">
          <ac:chgData name="Palit, Tapti" userId="dec6fbcd-7598-406a-8cbf-504d4a3bac15" providerId="ADAL" clId="{ECD42228-5B96-4A72-B268-C46DF994E6B7}" dt="2024-01-30T17:11:24.427" v="93806" actId="478"/>
          <ac:graphicFrameMkLst>
            <pc:docMk/>
            <pc:sldMk cId="277670777" sldId="1110"/>
            <ac:graphicFrameMk id="32" creationId="{662E3E91-EC1F-FAC9-6710-BA112B8C33B9}"/>
          </ac:graphicFrameMkLst>
        </pc:graphicFrameChg>
      </pc:sldChg>
      <pc:sldChg chg="add mod modShow">
        <pc:chgData name="Palit, Tapti" userId="dec6fbcd-7598-406a-8cbf-504d4a3bac15" providerId="ADAL" clId="{ECD42228-5B96-4A72-B268-C46DF994E6B7}" dt="2024-01-30T16:49:34.124" v="93014" actId="729"/>
        <pc:sldMkLst>
          <pc:docMk/>
          <pc:sldMk cId="2148455502" sldId="1111"/>
        </pc:sldMkLst>
      </pc:sldChg>
      <pc:sldChg chg="addSp delSp modSp new del mod modClrScheme chgLayout modNotesTx">
        <pc:chgData name="Palit, Tapti" userId="dec6fbcd-7598-406a-8cbf-504d4a3bac15" providerId="ADAL" clId="{ECD42228-5B96-4A72-B268-C46DF994E6B7}" dt="2024-01-30T16:49:25.907" v="93012" actId="2696"/>
        <pc:sldMkLst>
          <pc:docMk/>
          <pc:sldMk cId="2168454248" sldId="1111"/>
        </pc:sldMkLst>
        <pc:spChg chg="del">
          <ac:chgData name="Palit, Tapti" userId="dec6fbcd-7598-406a-8cbf-504d4a3bac15" providerId="ADAL" clId="{ECD42228-5B96-4A72-B268-C46DF994E6B7}" dt="2024-01-29T04:47:18.700" v="75840" actId="700"/>
          <ac:spMkLst>
            <pc:docMk/>
            <pc:sldMk cId="2168454248" sldId="1111"/>
            <ac:spMk id="2" creationId="{FEE00B5D-B314-581A-8B75-F17E175283B1}"/>
          </ac:spMkLst>
        </pc:spChg>
        <pc:spChg chg="del mod ord">
          <ac:chgData name="Palit, Tapti" userId="dec6fbcd-7598-406a-8cbf-504d4a3bac15" providerId="ADAL" clId="{ECD42228-5B96-4A72-B268-C46DF994E6B7}" dt="2024-01-29T04:47:18.700" v="75840" actId="700"/>
          <ac:spMkLst>
            <pc:docMk/>
            <pc:sldMk cId="2168454248" sldId="1111"/>
            <ac:spMk id="3" creationId="{6D13BD81-1C0C-7409-C50F-8041F391EF51}"/>
          </ac:spMkLst>
        </pc:spChg>
        <pc:spChg chg="mod ord">
          <ac:chgData name="Palit, Tapti" userId="dec6fbcd-7598-406a-8cbf-504d4a3bac15" providerId="ADAL" clId="{ECD42228-5B96-4A72-B268-C46DF994E6B7}" dt="2024-01-29T04:47:18.700" v="75840" actId="700"/>
          <ac:spMkLst>
            <pc:docMk/>
            <pc:sldMk cId="2168454248" sldId="1111"/>
            <ac:spMk id="4" creationId="{E0623FAC-C5AA-5766-BC7A-6ED09BBB4C80}"/>
          </ac:spMkLst>
        </pc:spChg>
        <pc:spChg chg="add mod ord">
          <ac:chgData name="Palit, Tapti" userId="dec6fbcd-7598-406a-8cbf-504d4a3bac15" providerId="ADAL" clId="{ECD42228-5B96-4A72-B268-C46DF994E6B7}" dt="2024-01-30T02:57:50.375" v="84850" actId="20577"/>
          <ac:spMkLst>
            <pc:docMk/>
            <pc:sldMk cId="2168454248" sldId="1111"/>
            <ac:spMk id="5" creationId="{58D6D40C-E9C6-7989-B4A9-F8C0386E2421}"/>
          </ac:spMkLst>
        </pc:spChg>
      </pc:sldChg>
      <pc:sldChg chg="add mod modShow">
        <pc:chgData name="Palit, Tapti" userId="dec6fbcd-7598-406a-8cbf-504d4a3bac15" providerId="ADAL" clId="{ECD42228-5B96-4A72-B268-C46DF994E6B7}" dt="2024-01-30T16:45:49.955" v="92722" actId="729"/>
        <pc:sldMkLst>
          <pc:docMk/>
          <pc:sldMk cId="439845444" sldId="1112"/>
        </pc:sldMkLst>
      </pc:sldChg>
      <pc:sldChg chg="addSp delSp modSp add del mod ord chgLayout modNotesTx">
        <pc:chgData name="Palit, Tapti" userId="dec6fbcd-7598-406a-8cbf-504d4a3bac15" providerId="ADAL" clId="{ECD42228-5B96-4A72-B268-C46DF994E6B7}" dt="2024-01-30T16:45:43.815" v="92720" actId="2696"/>
        <pc:sldMkLst>
          <pc:docMk/>
          <pc:sldMk cId="2028918072" sldId="1112"/>
        </pc:sldMkLst>
        <pc:spChg chg="mod ord">
          <ac:chgData name="Palit, Tapti" userId="dec6fbcd-7598-406a-8cbf-504d4a3bac15" providerId="ADAL" clId="{ECD42228-5B96-4A72-B268-C46DF994E6B7}" dt="2024-01-30T02:58:43.064" v="84983" actId="20577"/>
          <ac:spMkLst>
            <pc:docMk/>
            <pc:sldMk cId="2028918072" sldId="1112"/>
            <ac:spMk id="2" creationId="{D7EC638E-4A77-46B8-B32A-298B47F2DEB0}"/>
          </ac:spMkLst>
        </pc:spChg>
        <pc:spChg chg="mod ord">
          <ac:chgData name="Palit, Tapti" userId="dec6fbcd-7598-406a-8cbf-504d4a3bac15" providerId="ADAL" clId="{ECD42228-5B96-4A72-B268-C46DF994E6B7}" dt="2024-01-29T14:40:37.877" v="78748" actId="20577"/>
          <ac:spMkLst>
            <pc:docMk/>
            <pc:sldMk cId="2028918072" sldId="1112"/>
            <ac:spMk id="3" creationId="{DBF81D88-EE7F-4956-ADB0-DA856615FD00}"/>
          </ac:spMkLst>
        </pc:spChg>
        <pc:spChg chg="mod ord">
          <ac:chgData name="Palit, Tapti" userId="dec6fbcd-7598-406a-8cbf-504d4a3bac15" providerId="ADAL" clId="{ECD42228-5B96-4A72-B268-C46DF994E6B7}" dt="2024-01-29T14:27:56.452" v="78100" actId="6264"/>
          <ac:spMkLst>
            <pc:docMk/>
            <pc:sldMk cId="2028918072" sldId="1112"/>
            <ac:spMk id="4" creationId="{51C8A26E-666D-4C70-84CF-ED9A6EADF9F2}"/>
          </ac:spMkLst>
        </pc:spChg>
        <pc:spChg chg="mod">
          <ac:chgData name="Palit, Tapti" userId="dec6fbcd-7598-406a-8cbf-504d4a3bac15" providerId="ADAL" clId="{ECD42228-5B96-4A72-B268-C46DF994E6B7}" dt="2024-01-29T04:48:18.776" v="75925" actId="20577"/>
          <ac:spMkLst>
            <pc:docMk/>
            <pc:sldMk cId="2028918072" sldId="1112"/>
            <ac:spMk id="5" creationId="{8D8C4F1D-2AFD-F2D6-77B9-0C10F0B76BB6}"/>
          </ac:spMkLst>
        </pc:spChg>
        <pc:spChg chg="add del mod">
          <ac:chgData name="Palit, Tapti" userId="dec6fbcd-7598-406a-8cbf-504d4a3bac15" providerId="ADAL" clId="{ECD42228-5B96-4A72-B268-C46DF994E6B7}" dt="2024-01-29T04:54:25.288" v="76537" actId="6264"/>
          <ac:spMkLst>
            <pc:docMk/>
            <pc:sldMk cId="2028918072" sldId="1112"/>
            <ac:spMk id="6" creationId="{3557A40C-4638-479D-8EEB-CBA2C53EF0B9}"/>
          </ac:spMkLst>
        </pc:spChg>
        <pc:spChg chg="add del mod">
          <ac:chgData name="Palit, Tapti" userId="dec6fbcd-7598-406a-8cbf-504d4a3bac15" providerId="ADAL" clId="{ECD42228-5B96-4A72-B268-C46DF994E6B7}" dt="2024-01-29T04:54:25.288" v="76537" actId="6264"/>
          <ac:spMkLst>
            <pc:docMk/>
            <pc:sldMk cId="2028918072" sldId="1112"/>
            <ac:spMk id="7" creationId="{08D07A9F-C64A-DF7B-B010-87E9443233FB}"/>
          </ac:spMkLst>
        </pc:spChg>
        <pc:spChg chg="add del mod">
          <ac:chgData name="Palit, Tapti" userId="dec6fbcd-7598-406a-8cbf-504d4a3bac15" providerId="ADAL" clId="{ECD42228-5B96-4A72-B268-C46DF994E6B7}" dt="2024-01-29T04:54:25.288" v="76537" actId="6264"/>
          <ac:spMkLst>
            <pc:docMk/>
            <pc:sldMk cId="2028918072" sldId="1112"/>
            <ac:spMk id="8" creationId="{B246A425-DAF8-8469-128E-43C105A5EB74}"/>
          </ac:spMkLst>
        </pc:spChg>
        <pc:spChg chg="add del mod">
          <ac:chgData name="Palit, Tapti" userId="dec6fbcd-7598-406a-8cbf-504d4a3bac15" providerId="ADAL" clId="{ECD42228-5B96-4A72-B268-C46DF994E6B7}" dt="2024-01-29T14:27:56.452" v="78100" actId="6264"/>
          <ac:spMkLst>
            <pc:docMk/>
            <pc:sldMk cId="2028918072" sldId="1112"/>
            <ac:spMk id="9" creationId="{5156CCC9-C500-C203-3A15-DB313D15D53C}"/>
          </ac:spMkLst>
        </pc:spChg>
        <pc:spChg chg="add del mod">
          <ac:chgData name="Palit, Tapti" userId="dec6fbcd-7598-406a-8cbf-504d4a3bac15" providerId="ADAL" clId="{ECD42228-5B96-4A72-B268-C46DF994E6B7}" dt="2024-01-29T14:27:56.452" v="78100" actId="6264"/>
          <ac:spMkLst>
            <pc:docMk/>
            <pc:sldMk cId="2028918072" sldId="1112"/>
            <ac:spMk id="10" creationId="{589AD7AA-9EE7-4D26-B7F9-3332C34B314D}"/>
          </ac:spMkLst>
        </pc:spChg>
        <pc:spChg chg="add del mod">
          <ac:chgData name="Palit, Tapti" userId="dec6fbcd-7598-406a-8cbf-504d4a3bac15" providerId="ADAL" clId="{ECD42228-5B96-4A72-B268-C46DF994E6B7}" dt="2024-01-29T14:27:56.452" v="78100" actId="6264"/>
          <ac:spMkLst>
            <pc:docMk/>
            <pc:sldMk cId="2028918072" sldId="1112"/>
            <ac:spMk id="11" creationId="{EB832CAC-C892-B0C1-31B8-70C8A138A5B7}"/>
          </ac:spMkLst>
        </pc:spChg>
        <pc:spChg chg="mod">
          <ac:chgData name="Palit, Tapti" userId="dec6fbcd-7598-406a-8cbf-504d4a3bac15" providerId="ADAL" clId="{ECD42228-5B96-4A72-B268-C46DF994E6B7}" dt="2024-01-29T14:28:37.526" v="78218" actId="1076"/>
          <ac:spMkLst>
            <pc:docMk/>
            <pc:sldMk cId="2028918072" sldId="1112"/>
            <ac:spMk id="31" creationId="{A1AE6AAE-C7D3-E8E2-BBBE-C8BA0B0FDD7B}"/>
          </ac:spMkLst>
        </pc:spChg>
        <pc:graphicFrameChg chg="modGraphic">
          <ac:chgData name="Palit, Tapti" userId="dec6fbcd-7598-406a-8cbf-504d4a3bac15" providerId="ADAL" clId="{ECD42228-5B96-4A72-B268-C46DF994E6B7}" dt="2024-01-29T04:50:48.781" v="76113" actId="20577"/>
          <ac:graphicFrameMkLst>
            <pc:docMk/>
            <pc:sldMk cId="2028918072" sldId="1112"/>
            <ac:graphicFrameMk id="32" creationId="{662E3E91-EC1F-FAC9-6710-BA112B8C33B9}"/>
          </ac:graphicFrameMkLst>
        </pc:graphicFrameChg>
      </pc:sldChg>
      <pc:sldChg chg="addSp delSp modSp add mod ord modAnim chgLayout modNotesTx">
        <pc:chgData name="Palit, Tapti" userId="dec6fbcd-7598-406a-8cbf-504d4a3bac15" providerId="ADAL" clId="{ECD42228-5B96-4A72-B268-C46DF994E6B7}" dt="2024-02-07T02:56:35.019" v="99893" actId="20577"/>
        <pc:sldMkLst>
          <pc:docMk/>
          <pc:sldMk cId="1638574281" sldId="1113"/>
        </pc:sldMkLst>
        <pc:spChg chg="mod ord">
          <ac:chgData name="Palit, Tapti" userId="dec6fbcd-7598-406a-8cbf-504d4a3bac15" providerId="ADAL" clId="{ECD42228-5B96-4A72-B268-C46DF994E6B7}" dt="2024-01-30T15:38:30.065" v="91701" actId="20577"/>
          <ac:spMkLst>
            <pc:docMk/>
            <pc:sldMk cId="1638574281" sldId="1113"/>
            <ac:spMk id="2" creationId="{55EF47B3-D999-3CCF-593A-910EC7126C41}"/>
          </ac:spMkLst>
        </pc:spChg>
        <pc:spChg chg="mod ord">
          <ac:chgData name="Palit, Tapti" userId="dec6fbcd-7598-406a-8cbf-504d4a3bac15" providerId="ADAL" clId="{ECD42228-5B96-4A72-B268-C46DF994E6B7}" dt="2024-01-30T15:38:12.982" v="91649" actId="6264"/>
          <ac:spMkLst>
            <pc:docMk/>
            <pc:sldMk cId="1638574281" sldId="1113"/>
            <ac:spMk id="3" creationId="{EB233388-4D06-4CF4-CEA1-CF6C34786208}"/>
          </ac:spMkLst>
        </pc:spChg>
        <pc:spChg chg="mod ord">
          <ac:chgData name="Palit, Tapti" userId="dec6fbcd-7598-406a-8cbf-504d4a3bac15" providerId="ADAL" clId="{ECD42228-5B96-4A72-B268-C46DF994E6B7}" dt="2024-01-30T15:38:12.982" v="91649" actId="6264"/>
          <ac:spMkLst>
            <pc:docMk/>
            <pc:sldMk cId="1638574281" sldId="1113"/>
            <ac:spMk id="4" creationId="{6CF770D4-8FC3-4752-452D-3403F0F5CD9A}"/>
          </ac:spMkLst>
        </pc:spChg>
        <pc:spChg chg="add del mod">
          <ac:chgData name="Palit, Tapti" userId="dec6fbcd-7598-406a-8cbf-504d4a3bac15" providerId="ADAL" clId="{ECD42228-5B96-4A72-B268-C46DF994E6B7}" dt="2024-01-30T15:38:12.982" v="91649" actId="6264"/>
          <ac:spMkLst>
            <pc:docMk/>
            <pc:sldMk cId="1638574281" sldId="1113"/>
            <ac:spMk id="5" creationId="{333D14D9-4D59-D637-4B71-938D1D1BE5B8}"/>
          </ac:spMkLst>
        </pc:spChg>
        <pc:spChg chg="add del mod">
          <ac:chgData name="Palit, Tapti" userId="dec6fbcd-7598-406a-8cbf-504d4a3bac15" providerId="ADAL" clId="{ECD42228-5B96-4A72-B268-C46DF994E6B7}" dt="2024-01-30T15:38:12.982" v="91649" actId="6264"/>
          <ac:spMkLst>
            <pc:docMk/>
            <pc:sldMk cId="1638574281" sldId="1113"/>
            <ac:spMk id="6" creationId="{A3114545-7722-D235-FFED-EDA2983D2D93}"/>
          </ac:spMkLst>
        </pc:spChg>
        <pc:spChg chg="del">
          <ac:chgData name="Palit, Tapti" userId="dec6fbcd-7598-406a-8cbf-504d4a3bac15" providerId="ADAL" clId="{ECD42228-5B96-4A72-B268-C46DF994E6B7}" dt="2024-01-29T14:25:16.672" v="77647" actId="478"/>
          <ac:spMkLst>
            <pc:docMk/>
            <pc:sldMk cId="1638574281" sldId="1113"/>
            <ac:spMk id="7" creationId="{46D55653-ADD8-DAB0-F2D2-95E801690464}"/>
          </ac:spMkLst>
        </pc:spChg>
        <pc:spChg chg="add del mod">
          <ac:chgData name="Palit, Tapti" userId="dec6fbcd-7598-406a-8cbf-504d4a3bac15" providerId="ADAL" clId="{ECD42228-5B96-4A72-B268-C46DF994E6B7}" dt="2024-01-30T15:38:12.982" v="91649" actId="6264"/>
          <ac:spMkLst>
            <pc:docMk/>
            <pc:sldMk cId="1638574281" sldId="1113"/>
            <ac:spMk id="7" creationId="{47CAEBF4-2550-FB32-4CC4-FC0DB0005242}"/>
          </ac:spMkLst>
        </pc:spChg>
        <pc:spChg chg="add del mod">
          <ac:chgData name="Palit, Tapti" userId="dec6fbcd-7598-406a-8cbf-504d4a3bac15" providerId="ADAL" clId="{ECD42228-5B96-4A72-B268-C46DF994E6B7}" dt="2024-01-30T15:38:12.982" v="91649" actId="6264"/>
          <ac:spMkLst>
            <pc:docMk/>
            <pc:sldMk cId="1638574281" sldId="1113"/>
            <ac:spMk id="8" creationId="{8D4CCE81-7DD4-B7B7-F31B-67766F5AE5B5}"/>
          </ac:spMkLst>
        </pc:spChg>
        <pc:spChg chg="add mod ord">
          <ac:chgData name="Palit, Tapti" userId="dec6fbcd-7598-406a-8cbf-504d4a3bac15" providerId="ADAL" clId="{ECD42228-5B96-4A72-B268-C46DF994E6B7}" dt="2024-01-30T15:38:12.982" v="91649" actId="6264"/>
          <ac:spMkLst>
            <pc:docMk/>
            <pc:sldMk cId="1638574281" sldId="1113"/>
            <ac:spMk id="9" creationId="{14DD5ED9-9151-8940-B183-9215A08BE628}"/>
          </ac:spMkLst>
        </pc:spChg>
        <pc:graphicFrameChg chg="del">
          <ac:chgData name="Palit, Tapti" userId="dec6fbcd-7598-406a-8cbf-504d4a3bac15" providerId="ADAL" clId="{ECD42228-5B96-4A72-B268-C46DF994E6B7}" dt="2024-01-29T14:25:14.248" v="77646" actId="478"/>
          <ac:graphicFrameMkLst>
            <pc:docMk/>
            <pc:sldMk cId="1638574281" sldId="1113"/>
            <ac:graphicFrameMk id="13" creationId="{8AD63073-F432-BE5C-FFCC-6F13270A901F}"/>
          </ac:graphicFrameMkLst>
        </pc:graphicFrameChg>
      </pc:sldChg>
      <pc:sldChg chg="addSp delSp modSp new del mod modClrScheme chgLayout">
        <pc:chgData name="Palit, Tapti" userId="dec6fbcd-7598-406a-8cbf-504d4a3bac15" providerId="ADAL" clId="{ECD42228-5B96-4A72-B268-C46DF994E6B7}" dt="2024-01-29T04:55:17.768" v="76571" actId="47"/>
        <pc:sldMkLst>
          <pc:docMk/>
          <pc:sldMk cId="3671164697" sldId="1113"/>
        </pc:sldMkLst>
        <pc:spChg chg="del">
          <ac:chgData name="Palit, Tapti" userId="dec6fbcd-7598-406a-8cbf-504d4a3bac15" providerId="ADAL" clId="{ECD42228-5B96-4A72-B268-C46DF994E6B7}" dt="2024-01-29T04:55:07.976" v="76564" actId="700"/>
          <ac:spMkLst>
            <pc:docMk/>
            <pc:sldMk cId="3671164697" sldId="1113"/>
            <ac:spMk id="2" creationId="{CF6B2454-E398-91B3-01B1-2116FF16790E}"/>
          </ac:spMkLst>
        </pc:spChg>
        <pc:spChg chg="del mod ord">
          <ac:chgData name="Palit, Tapti" userId="dec6fbcd-7598-406a-8cbf-504d4a3bac15" providerId="ADAL" clId="{ECD42228-5B96-4A72-B268-C46DF994E6B7}" dt="2024-01-29T04:55:07.976" v="76564" actId="700"/>
          <ac:spMkLst>
            <pc:docMk/>
            <pc:sldMk cId="3671164697" sldId="1113"/>
            <ac:spMk id="3" creationId="{3188AAB1-9AE3-8F27-2E6F-A3B584A554F4}"/>
          </ac:spMkLst>
        </pc:spChg>
        <pc:spChg chg="mod ord">
          <ac:chgData name="Palit, Tapti" userId="dec6fbcd-7598-406a-8cbf-504d4a3bac15" providerId="ADAL" clId="{ECD42228-5B96-4A72-B268-C46DF994E6B7}" dt="2024-01-29T04:55:07.976" v="76564" actId="700"/>
          <ac:spMkLst>
            <pc:docMk/>
            <pc:sldMk cId="3671164697" sldId="1113"/>
            <ac:spMk id="4" creationId="{05AF3731-16CB-48E1-1C2A-666ACD294320}"/>
          </ac:spMkLst>
        </pc:spChg>
        <pc:spChg chg="add mod ord">
          <ac:chgData name="Palit, Tapti" userId="dec6fbcd-7598-406a-8cbf-504d4a3bac15" providerId="ADAL" clId="{ECD42228-5B96-4A72-B268-C46DF994E6B7}" dt="2024-01-29T04:55:13.619" v="76570" actId="20577"/>
          <ac:spMkLst>
            <pc:docMk/>
            <pc:sldMk cId="3671164697" sldId="1113"/>
            <ac:spMk id="5" creationId="{94383C1E-DDA8-C045-4DB1-F31816C41C96}"/>
          </ac:spMkLst>
        </pc:spChg>
      </pc:sldChg>
      <pc:sldChg chg="addSp delSp modSp new del mod modClrScheme chgLayout modNotesTx">
        <pc:chgData name="Palit, Tapti" userId="dec6fbcd-7598-406a-8cbf-504d4a3bac15" providerId="ADAL" clId="{ECD42228-5B96-4A72-B268-C46DF994E6B7}" dt="2024-01-30T16:44:36.540" v="92677" actId="47"/>
        <pc:sldMkLst>
          <pc:docMk/>
          <pc:sldMk cId="722196795" sldId="1114"/>
        </pc:sldMkLst>
        <pc:spChg chg="del">
          <ac:chgData name="Palit, Tapti" userId="dec6fbcd-7598-406a-8cbf-504d4a3bac15" providerId="ADAL" clId="{ECD42228-5B96-4A72-B268-C46DF994E6B7}" dt="2024-01-29T14:31:02.290" v="78468" actId="700"/>
          <ac:spMkLst>
            <pc:docMk/>
            <pc:sldMk cId="722196795" sldId="1114"/>
            <ac:spMk id="2" creationId="{4A8BF39C-CDFE-4E14-DD85-263432F85CF0}"/>
          </ac:spMkLst>
        </pc:spChg>
        <pc:spChg chg="del mod ord">
          <ac:chgData name="Palit, Tapti" userId="dec6fbcd-7598-406a-8cbf-504d4a3bac15" providerId="ADAL" clId="{ECD42228-5B96-4A72-B268-C46DF994E6B7}" dt="2024-01-29T14:31:02.290" v="78468" actId="700"/>
          <ac:spMkLst>
            <pc:docMk/>
            <pc:sldMk cId="722196795" sldId="1114"/>
            <ac:spMk id="3" creationId="{F07454B3-3BFA-CBE9-3357-4DAB144CEE9C}"/>
          </ac:spMkLst>
        </pc:spChg>
        <pc:spChg chg="mod ord">
          <ac:chgData name="Palit, Tapti" userId="dec6fbcd-7598-406a-8cbf-504d4a3bac15" providerId="ADAL" clId="{ECD42228-5B96-4A72-B268-C46DF994E6B7}" dt="2024-01-29T14:31:02.290" v="78468" actId="700"/>
          <ac:spMkLst>
            <pc:docMk/>
            <pc:sldMk cId="722196795" sldId="1114"/>
            <ac:spMk id="4" creationId="{EB6864D2-D1FF-B884-73F1-AFBD00F85EFF}"/>
          </ac:spMkLst>
        </pc:spChg>
        <pc:spChg chg="del">
          <ac:chgData name="Palit, Tapti" userId="dec6fbcd-7598-406a-8cbf-504d4a3bac15" providerId="ADAL" clId="{ECD42228-5B96-4A72-B268-C46DF994E6B7}" dt="2024-01-29T14:31:02.290" v="78468" actId="700"/>
          <ac:spMkLst>
            <pc:docMk/>
            <pc:sldMk cId="722196795" sldId="1114"/>
            <ac:spMk id="5" creationId="{DEC40A6A-DD81-1305-3E4D-142878017510}"/>
          </ac:spMkLst>
        </pc:spChg>
        <pc:spChg chg="add mod ord">
          <ac:chgData name="Palit, Tapti" userId="dec6fbcd-7598-406a-8cbf-504d4a3bac15" providerId="ADAL" clId="{ECD42228-5B96-4A72-B268-C46DF994E6B7}" dt="2024-01-30T16:43:59.800" v="92645" actId="21"/>
          <ac:spMkLst>
            <pc:docMk/>
            <pc:sldMk cId="722196795" sldId="1114"/>
            <ac:spMk id="6" creationId="{518EEBA6-1030-3F54-3D7A-952E19D785FD}"/>
          </ac:spMkLst>
        </pc:spChg>
      </pc:sldChg>
      <pc:sldChg chg="addSp delSp modSp add mod modNotesTx">
        <pc:chgData name="Palit, Tapti" userId="dec6fbcd-7598-406a-8cbf-504d4a3bac15" providerId="ADAL" clId="{ECD42228-5B96-4A72-B268-C46DF994E6B7}" dt="2024-02-13T13:17:04.438" v="115922" actId="20577"/>
        <pc:sldMkLst>
          <pc:docMk/>
          <pc:sldMk cId="152220018" sldId="1115"/>
        </pc:sldMkLst>
        <pc:spChg chg="add mod">
          <ac:chgData name="Palit, Tapti" userId="dec6fbcd-7598-406a-8cbf-504d4a3bac15" providerId="ADAL" clId="{ECD42228-5B96-4A72-B268-C46DF994E6B7}" dt="2024-01-30T21:16:27.582" v="94839" actId="1076"/>
          <ac:spMkLst>
            <pc:docMk/>
            <pc:sldMk cId="152220018" sldId="1115"/>
            <ac:spMk id="5" creationId="{B6A5DFA7-15D4-5DE4-04DA-733642AAD6B2}"/>
          </ac:spMkLst>
        </pc:spChg>
        <pc:spChg chg="add del mod">
          <ac:chgData name="Palit, Tapti" userId="dec6fbcd-7598-406a-8cbf-504d4a3bac15" providerId="ADAL" clId="{ECD42228-5B96-4A72-B268-C46DF994E6B7}" dt="2024-01-29T14:33:13.864" v="78675" actId="478"/>
          <ac:spMkLst>
            <pc:docMk/>
            <pc:sldMk cId="152220018" sldId="1115"/>
            <ac:spMk id="6" creationId="{267C5568-B419-CB3A-EDDA-100B5B5E8493}"/>
          </ac:spMkLst>
        </pc:spChg>
        <pc:spChg chg="add del">
          <ac:chgData name="Palit, Tapti" userId="dec6fbcd-7598-406a-8cbf-504d4a3bac15" providerId="ADAL" clId="{ECD42228-5B96-4A72-B268-C46DF994E6B7}" dt="2024-01-29T14:33:13.864" v="78675" actId="478"/>
          <ac:spMkLst>
            <pc:docMk/>
            <pc:sldMk cId="152220018" sldId="1115"/>
            <ac:spMk id="7" creationId="{46D55653-ADD8-DAB0-F2D2-95E801690464}"/>
          </ac:spMkLst>
        </pc:spChg>
        <pc:graphicFrameChg chg="mod">
          <ac:chgData name="Palit, Tapti" userId="dec6fbcd-7598-406a-8cbf-504d4a3bac15" providerId="ADAL" clId="{ECD42228-5B96-4A72-B268-C46DF994E6B7}" dt="2024-02-11T14:45:16.643" v="109892" actId="20577"/>
          <ac:graphicFrameMkLst>
            <pc:docMk/>
            <pc:sldMk cId="152220018" sldId="1115"/>
            <ac:graphicFrameMk id="13" creationId="{8AD63073-F432-BE5C-FFCC-6F13270A901F}"/>
          </ac:graphicFrameMkLst>
        </pc:graphicFrameChg>
      </pc:sldChg>
      <pc:sldChg chg="addSp modSp add mod modNotesTx">
        <pc:chgData name="Palit, Tapti" userId="dec6fbcd-7598-406a-8cbf-504d4a3bac15" providerId="ADAL" clId="{ECD42228-5B96-4A72-B268-C46DF994E6B7}" dt="2024-02-12T19:44:10.877" v="112946" actId="20577"/>
        <pc:sldMkLst>
          <pc:docMk/>
          <pc:sldMk cId="101936852" sldId="1116"/>
        </pc:sldMkLst>
        <pc:spChg chg="add mod">
          <ac:chgData name="Palit, Tapti" userId="dec6fbcd-7598-406a-8cbf-504d4a3bac15" providerId="ADAL" clId="{ECD42228-5B96-4A72-B268-C46DF994E6B7}" dt="2024-01-30T14:29:16.910" v="91384" actId="1076"/>
          <ac:spMkLst>
            <pc:docMk/>
            <pc:sldMk cId="101936852" sldId="1116"/>
            <ac:spMk id="3" creationId="{7471DFD3-F215-BE54-5E7F-80438B23B8DF}"/>
          </ac:spMkLst>
        </pc:spChg>
        <pc:spChg chg="mod">
          <ac:chgData name="Palit, Tapti" userId="dec6fbcd-7598-406a-8cbf-504d4a3bac15" providerId="ADAL" clId="{ECD42228-5B96-4A72-B268-C46DF994E6B7}" dt="2024-01-29T16:22:11.885" v="79961" actId="20577"/>
          <ac:spMkLst>
            <pc:docMk/>
            <pc:sldMk cId="101936852" sldId="1116"/>
            <ac:spMk id="6" creationId="{62E4901C-C217-DD54-593C-0E523C998F49}"/>
          </ac:spMkLst>
        </pc:spChg>
        <pc:spChg chg="mod">
          <ac:chgData name="Palit, Tapti" userId="dec6fbcd-7598-406a-8cbf-504d4a3bac15" providerId="ADAL" clId="{ECD42228-5B96-4A72-B268-C46DF994E6B7}" dt="2024-02-12T19:44:10.877" v="112946" actId="20577"/>
          <ac:spMkLst>
            <pc:docMk/>
            <pc:sldMk cId="101936852" sldId="1116"/>
            <ac:spMk id="7" creationId="{F6DAE43A-F91E-1C9B-002B-6DADFDE55F0A}"/>
          </ac:spMkLst>
        </pc:spChg>
        <pc:picChg chg="add mod">
          <ac:chgData name="Palit, Tapti" userId="dec6fbcd-7598-406a-8cbf-504d4a3bac15" providerId="ADAL" clId="{ECD42228-5B96-4A72-B268-C46DF994E6B7}" dt="2024-01-30T14:32:29.242" v="91394" actId="1076"/>
          <ac:picMkLst>
            <pc:docMk/>
            <pc:sldMk cId="101936852" sldId="1116"/>
            <ac:picMk id="5" creationId="{429A9D2F-EC8D-897D-462D-57AC6E50AE75}"/>
          </ac:picMkLst>
        </pc:picChg>
      </pc:sldChg>
      <pc:sldChg chg="addSp delSp modSp add mod modAnim modNotesTx">
        <pc:chgData name="Palit, Tapti" userId="dec6fbcd-7598-406a-8cbf-504d4a3bac15" providerId="ADAL" clId="{ECD42228-5B96-4A72-B268-C46DF994E6B7}" dt="2024-02-12T20:01:01.733" v="113039" actId="6549"/>
        <pc:sldMkLst>
          <pc:docMk/>
          <pc:sldMk cId="2035366857" sldId="1117"/>
        </pc:sldMkLst>
        <pc:spChg chg="mod">
          <ac:chgData name="Palit, Tapti" userId="dec6fbcd-7598-406a-8cbf-504d4a3bac15" providerId="ADAL" clId="{ECD42228-5B96-4A72-B268-C46DF994E6B7}" dt="2024-02-12T20:01:01.733" v="113039" actId="6549"/>
          <ac:spMkLst>
            <pc:docMk/>
            <pc:sldMk cId="2035366857" sldId="1117"/>
            <ac:spMk id="2" creationId="{C3C46814-2A6F-41B6-904E-8EDDD855207C}"/>
          </ac:spMkLst>
        </pc:spChg>
        <pc:spChg chg="add mod">
          <ac:chgData name="Palit, Tapti" userId="dec6fbcd-7598-406a-8cbf-504d4a3bac15" providerId="ADAL" clId="{ECD42228-5B96-4A72-B268-C46DF994E6B7}" dt="2024-01-29T16:41:06.598" v="80924"/>
          <ac:spMkLst>
            <pc:docMk/>
            <pc:sldMk cId="2035366857" sldId="1117"/>
            <ac:spMk id="3" creationId="{87849628-F0C8-09CF-091D-695318C5EA49}"/>
          </ac:spMkLst>
        </pc:spChg>
        <pc:spChg chg="add mod">
          <ac:chgData name="Palit, Tapti" userId="dec6fbcd-7598-406a-8cbf-504d4a3bac15" providerId="ADAL" clId="{ECD42228-5B96-4A72-B268-C46DF994E6B7}" dt="2024-01-30T15:47:16.379" v="91920"/>
          <ac:spMkLst>
            <pc:docMk/>
            <pc:sldMk cId="2035366857" sldId="1117"/>
            <ac:spMk id="5" creationId="{984B6FD9-D630-114D-679A-F78998DD9FF8}"/>
          </ac:spMkLst>
        </pc:spChg>
        <pc:spChg chg="del">
          <ac:chgData name="Palit, Tapti" userId="dec6fbcd-7598-406a-8cbf-504d4a3bac15" providerId="ADAL" clId="{ECD42228-5B96-4A72-B268-C46DF994E6B7}" dt="2024-01-29T16:40:37.466" v="80920" actId="478"/>
          <ac:spMkLst>
            <pc:docMk/>
            <pc:sldMk cId="2035366857" sldId="1117"/>
            <ac:spMk id="5" creationId="{C265635E-A358-D68F-85CE-F13ED997E94D}"/>
          </ac:spMkLst>
        </pc:spChg>
        <pc:spChg chg="del">
          <ac:chgData name="Palit, Tapti" userId="dec6fbcd-7598-406a-8cbf-504d4a3bac15" providerId="ADAL" clId="{ECD42228-5B96-4A72-B268-C46DF994E6B7}" dt="2024-01-29T16:40:40.162" v="80921" actId="478"/>
          <ac:spMkLst>
            <pc:docMk/>
            <pc:sldMk cId="2035366857" sldId="1117"/>
            <ac:spMk id="6" creationId="{3D25321B-C25D-9CB0-EADC-7219DDAD505D}"/>
          </ac:spMkLst>
        </pc:spChg>
        <pc:spChg chg="mod">
          <ac:chgData name="Palit, Tapti" userId="dec6fbcd-7598-406a-8cbf-504d4a3bac15" providerId="ADAL" clId="{ECD42228-5B96-4A72-B268-C46DF994E6B7}" dt="2024-01-29T16:41:14.806" v="80926" actId="20577"/>
          <ac:spMkLst>
            <pc:docMk/>
            <pc:sldMk cId="2035366857" sldId="1117"/>
            <ac:spMk id="8" creationId="{44EDCAB2-9584-52B6-E584-745069BDD665}"/>
          </ac:spMkLst>
        </pc:spChg>
        <pc:spChg chg="mod">
          <ac:chgData name="Palit, Tapti" userId="dec6fbcd-7598-406a-8cbf-504d4a3bac15" providerId="ADAL" clId="{ECD42228-5B96-4A72-B268-C46DF994E6B7}" dt="2024-01-30T15:47:24.549" v="91922" actId="207"/>
          <ac:spMkLst>
            <pc:docMk/>
            <pc:sldMk cId="2035366857" sldId="1117"/>
            <ac:spMk id="9" creationId="{102DCD12-7BCA-9412-91DD-88B2C053F109}"/>
          </ac:spMkLst>
        </pc:spChg>
        <pc:spChg chg="mod">
          <ac:chgData name="Palit, Tapti" userId="dec6fbcd-7598-406a-8cbf-504d4a3bac15" providerId="ADAL" clId="{ECD42228-5B96-4A72-B268-C46DF994E6B7}" dt="2024-02-07T03:03:51.577" v="100011" actId="20577"/>
          <ac:spMkLst>
            <pc:docMk/>
            <pc:sldMk cId="2035366857" sldId="1117"/>
            <ac:spMk id="14" creationId="{A19E8EDF-6681-42C8-AB61-DCACB7B7EEB5}"/>
          </ac:spMkLst>
        </pc:spChg>
        <pc:spChg chg="add mod">
          <ac:chgData name="Palit, Tapti" userId="dec6fbcd-7598-406a-8cbf-504d4a3bac15" providerId="ADAL" clId="{ECD42228-5B96-4A72-B268-C46DF994E6B7}" dt="2024-01-29T16:41:06.598" v="80924"/>
          <ac:spMkLst>
            <pc:docMk/>
            <pc:sldMk cId="2035366857" sldId="1117"/>
            <ac:spMk id="15" creationId="{F15DF9B3-054C-3DDD-9649-6972C84F976F}"/>
          </ac:spMkLst>
        </pc:spChg>
        <pc:spChg chg="add mod">
          <ac:chgData name="Palit, Tapti" userId="dec6fbcd-7598-406a-8cbf-504d4a3bac15" providerId="ADAL" clId="{ECD42228-5B96-4A72-B268-C46DF994E6B7}" dt="2024-01-29T16:41:06.598" v="80924"/>
          <ac:spMkLst>
            <pc:docMk/>
            <pc:sldMk cId="2035366857" sldId="1117"/>
            <ac:spMk id="16" creationId="{D00FC4C0-8320-E098-1BB4-21C50BF7FD0D}"/>
          </ac:spMkLst>
        </pc:spChg>
        <pc:spChg chg="add mod">
          <ac:chgData name="Palit, Tapti" userId="dec6fbcd-7598-406a-8cbf-504d4a3bac15" providerId="ADAL" clId="{ECD42228-5B96-4A72-B268-C46DF994E6B7}" dt="2024-01-29T16:41:06.598" v="80924"/>
          <ac:spMkLst>
            <pc:docMk/>
            <pc:sldMk cId="2035366857" sldId="1117"/>
            <ac:spMk id="17" creationId="{8DA6F574-2B45-7C64-8503-00E5C5718D24}"/>
          </ac:spMkLst>
        </pc:spChg>
        <pc:spChg chg="add mod">
          <ac:chgData name="Palit, Tapti" userId="dec6fbcd-7598-406a-8cbf-504d4a3bac15" providerId="ADAL" clId="{ECD42228-5B96-4A72-B268-C46DF994E6B7}" dt="2024-01-29T16:41:06.598" v="80924"/>
          <ac:spMkLst>
            <pc:docMk/>
            <pc:sldMk cId="2035366857" sldId="1117"/>
            <ac:spMk id="18" creationId="{E3FA74C3-5F45-566E-8190-BC2F1B7B842A}"/>
          </ac:spMkLst>
        </pc:spChg>
        <pc:spChg chg="add mod">
          <ac:chgData name="Palit, Tapti" userId="dec6fbcd-7598-406a-8cbf-504d4a3bac15" providerId="ADAL" clId="{ECD42228-5B96-4A72-B268-C46DF994E6B7}" dt="2024-01-29T16:41:06.598" v="80924"/>
          <ac:spMkLst>
            <pc:docMk/>
            <pc:sldMk cId="2035366857" sldId="1117"/>
            <ac:spMk id="19" creationId="{6204BA7B-6543-CE40-68F5-2A619EA429E3}"/>
          </ac:spMkLst>
        </pc:spChg>
        <pc:spChg chg="add mod">
          <ac:chgData name="Palit, Tapti" userId="dec6fbcd-7598-406a-8cbf-504d4a3bac15" providerId="ADAL" clId="{ECD42228-5B96-4A72-B268-C46DF994E6B7}" dt="2024-01-29T16:41:06.598" v="80924"/>
          <ac:spMkLst>
            <pc:docMk/>
            <pc:sldMk cId="2035366857" sldId="1117"/>
            <ac:spMk id="20" creationId="{D1C8C079-B048-B4BC-8EE2-CCE2F85378D2}"/>
          </ac:spMkLst>
        </pc:spChg>
        <pc:spChg chg="add mod">
          <ac:chgData name="Palit, Tapti" userId="dec6fbcd-7598-406a-8cbf-504d4a3bac15" providerId="ADAL" clId="{ECD42228-5B96-4A72-B268-C46DF994E6B7}" dt="2024-01-29T16:41:06.598" v="80924"/>
          <ac:spMkLst>
            <pc:docMk/>
            <pc:sldMk cId="2035366857" sldId="1117"/>
            <ac:spMk id="21" creationId="{BEF419A3-D81C-1642-8E33-3C504BB51AEE}"/>
          </ac:spMkLst>
        </pc:spChg>
        <pc:spChg chg="add mod">
          <ac:chgData name="Palit, Tapti" userId="dec6fbcd-7598-406a-8cbf-504d4a3bac15" providerId="ADAL" clId="{ECD42228-5B96-4A72-B268-C46DF994E6B7}" dt="2024-01-29T16:41:06.598" v="80924"/>
          <ac:spMkLst>
            <pc:docMk/>
            <pc:sldMk cId="2035366857" sldId="1117"/>
            <ac:spMk id="22" creationId="{3FD8C058-A903-1616-6D7F-8EBF05604E74}"/>
          </ac:spMkLst>
        </pc:spChg>
        <pc:spChg chg="add mod">
          <ac:chgData name="Palit, Tapti" userId="dec6fbcd-7598-406a-8cbf-504d4a3bac15" providerId="ADAL" clId="{ECD42228-5B96-4A72-B268-C46DF994E6B7}" dt="2024-01-29T16:41:06.598" v="80924"/>
          <ac:spMkLst>
            <pc:docMk/>
            <pc:sldMk cId="2035366857" sldId="1117"/>
            <ac:spMk id="23" creationId="{2499A41C-9067-77BB-F3ED-A3F04BF3727E}"/>
          </ac:spMkLst>
        </pc:spChg>
        <pc:spChg chg="add mod">
          <ac:chgData name="Palit, Tapti" userId="dec6fbcd-7598-406a-8cbf-504d4a3bac15" providerId="ADAL" clId="{ECD42228-5B96-4A72-B268-C46DF994E6B7}" dt="2024-01-29T16:41:06.598" v="80924"/>
          <ac:spMkLst>
            <pc:docMk/>
            <pc:sldMk cId="2035366857" sldId="1117"/>
            <ac:spMk id="24" creationId="{1B361F22-9658-A33C-8FF0-A84D75173A55}"/>
          </ac:spMkLst>
        </pc:spChg>
        <pc:spChg chg="add mod">
          <ac:chgData name="Palit, Tapti" userId="dec6fbcd-7598-406a-8cbf-504d4a3bac15" providerId="ADAL" clId="{ECD42228-5B96-4A72-B268-C46DF994E6B7}" dt="2024-01-29T16:41:06.598" v="80924"/>
          <ac:spMkLst>
            <pc:docMk/>
            <pc:sldMk cId="2035366857" sldId="1117"/>
            <ac:spMk id="25" creationId="{B35240B4-7929-5F34-1BDF-DBED96C7115C}"/>
          </ac:spMkLst>
        </pc:spChg>
        <pc:spChg chg="add mod">
          <ac:chgData name="Palit, Tapti" userId="dec6fbcd-7598-406a-8cbf-504d4a3bac15" providerId="ADAL" clId="{ECD42228-5B96-4A72-B268-C46DF994E6B7}" dt="2024-01-29T16:41:06.598" v="80924"/>
          <ac:spMkLst>
            <pc:docMk/>
            <pc:sldMk cId="2035366857" sldId="1117"/>
            <ac:spMk id="26" creationId="{0BB536CE-BF98-157D-61C7-87CF3D28ED9A}"/>
          </ac:spMkLst>
        </pc:spChg>
        <pc:spChg chg="add mod">
          <ac:chgData name="Palit, Tapti" userId="dec6fbcd-7598-406a-8cbf-504d4a3bac15" providerId="ADAL" clId="{ECD42228-5B96-4A72-B268-C46DF994E6B7}" dt="2024-01-29T16:41:06.598" v="80924"/>
          <ac:spMkLst>
            <pc:docMk/>
            <pc:sldMk cId="2035366857" sldId="1117"/>
            <ac:spMk id="27" creationId="{6314F91B-3293-3EBD-9B9F-67285B225F23}"/>
          </ac:spMkLst>
        </pc:spChg>
        <pc:spChg chg="add mod">
          <ac:chgData name="Palit, Tapti" userId="dec6fbcd-7598-406a-8cbf-504d4a3bac15" providerId="ADAL" clId="{ECD42228-5B96-4A72-B268-C46DF994E6B7}" dt="2024-01-29T16:41:06.598" v="80924"/>
          <ac:spMkLst>
            <pc:docMk/>
            <pc:sldMk cId="2035366857" sldId="1117"/>
            <ac:spMk id="28" creationId="{D93BC563-1E66-D748-C54F-596C37931408}"/>
          </ac:spMkLst>
        </pc:spChg>
        <pc:spChg chg="add mod">
          <ac:chgData name="Palit, Tapti" userId="dec6fbcd-7598-406a-8cbf-504d4a3bac15" providerId="ADAL" clId="{ECD42228-5B96-4A72-B268-C46DF994E6B7}" dt="2024-01-29T16:41:06.598" v="80924"/>
          <ac:spMkLst>
            <pc:docMk/>
            <pc:sldMk cId="2035366857" sldId="1117"/>
            <ac:spMk id="29" creationId="{FDE0358E-7FFB-567D-1A2D-7A8F3A4DC675}"/>
          </ac:spMkLst>
        </pc:spChg>
        <pc:spChg chg="add mod">
          <ac:chgData name="Palit, Tapti" userId="dec6fbcd-7598-406a-8cbf-504d4a3bac15" providerId="ADAL" clId="{ECD42228-5B96-4A72-B268-C46DF994E6B7}" dt="2024-01-29T16:41:06.598" v="80924"/>
          <ac:spMkLst>
            <pc:docMk/>
            <pc:sldMk cId="2035366857" sldId="1117"/>
            <ac:spMk id="31" creationId="{0B534233-6F97-E181-53E7-CC999EE05B7E}"/>
          </ac:spMkLst>
        </pc:spChg>
        <pc:spChg chg="add mod">
          <ac:chgData name="Palit, Tapti" userId="dec6fbcd-7598-406a-8cbf-504d4a3bac15" providerId="ADAL" clId="{ECD42228-5B96-4A72-B268-C46DF994E6B7}" dt="2024-01-29T16:41:06.598" v="80924"/>
          <ac:spMkLst>
            <pc:docMk/>
            <pc:sldMk cId="2035366857" sldId="1117"/>
            <ac:spMk id="33" creationId="{D06FDAC4-DEFD-0D67-173C-5E38EFE0B9A1}"/>
          </ac:spMkLst>
        </pc:spChg>
        <pc:spChg chg="add mod">
          <ac:chgData name="Palit, Tapti" userId="dec6fbcd-7598-406a-8cbf-504d4a3bac15" providerId="ADAL" clId="{ECD42228-5B96-4A72-B268-C46DF994E6B7}" dt="2024-01-29T16:41:06.598" v="80924"/>
          <ac:spMkLst>
            <pc:docMk/>
            <pc:sldMk cId="2035366857" sldId="1117"/>
            <ac:spMk id="34" creationId="{70085623-9C92-2F43-0B8F-E06D3D72382A}"/>
          </ac:spMkLst>
        </pc:spChg>
        <pc:spChg chg="add mod">
          <ac:chgData name="Palit, Tapti" userId="dec6fbcd-7598-406a-8cbf-504d4a3bac15" providerId="ADAL" clId="{ECD42228-5B96-4A72-B268-C46DF994E6B7}" dt="2024-01-30T15:47:16.379" v="91920"/>
          <ac:spMkLst>
            <pc:docMk/>
            <pc:sldMk cId="2035366857" sldId="1117"/>
            <ac:spMk id="35" creationId="{B90DC011-56D6-D7E4-2D59-4F687E2D8286}"/>
          </ac:spMkLst>
        </pc:spChg>
        <pc:spChg chg="add del mod">
          <ac:chgData name="Palit, Tapti" userId="dec6fbcd-7598-406a-8cbf-504d4a3bac15" providerId="ADAL" clId="{ECD42228-5B96-4A72-B268-C46DF994E6B7}" dt="2024-02-09T04:47:12.203" v="104516" actId="478"/>
          <ac:spMkLst>
            <pc:docMk/>
            <pc:sldMk cId="2035366857" sldId="1117"/>
            <ac:spMk id="37" creationId="{8B932BE5-6FD1-2458-4299-DD8CEB538DB6}"/>
          </ac:spMkLst>
        </pc:spChg>
        <pc:spChg chg="add del mod">
          <ac:chgData name="Palit, Tapti" userId="dec6fbcd-7598-406a-8cbf-504d4a3bac15" providerId="ADAL" clId="{ECD42228-5B96-4A72-B268-C46DF994E6B7}" dt="2024-02-09T04:47:15.190" v="104517" actId="478"/>
          <ac:spMkLst>
            <pc:docMk/>
            <pc:sldMk cId="2035366857" sldId="1117"/>
            <ac:spMk id="38" creationId="{26488FEF-0EA3-3F39-447A-92F4269CEB34}"/>
          </ac:spMkLst>
        </pc:spChg>
        <pc:picChg chg="add mod">
          <ac:chgData name="Palit, Tapti" userId="dec6fbcd-7598-406a-8cbf-504d4a3bac15" providerId="ADAL" clId="{ECD42228-5B96-4A72-B268-C46DF994E6B7}" dt="2024-01-30T15:47:16.379" v="91920"/>
          <ac:picMkLst>
            <pc:docMk/>
            <pc:sldMk cId="2035366857" sldId="1117"/>
            <ac:picMk id="6" creationId="{691916C8-3016-8D59-3D8A-B8665DB419E3}"/>
          </ac:picMkLst>
        </pc:picChg>
        <pc:picChg chg="add mod">
          <ac:chgData name="Palit, Tapti" userId="dec6fbcd-7598-406a-8cbf-504d4a3bac15" providerId="ADAL" clId="{ECD42228-5B96-4A72-B268-C46DF994E6B7}" dt="2024-01-30T15:47:16.379" v="91920"/>
          <ac:picMkLst>
            <pc:docMk/>
            <pc:sldMk cId="2035366857" sldId="1117"/>
            <ac:picMk id="36" creationId="{7CEBA119-5593-6FEB-7877-A59CBD4BD9BD}"/>
          </ac:picMkLst>
        </pc:picChg>
        <pc:cxnChg chg="add mod">
          <ac:chgData name="Palit, Tapti" userId="dec6fbcd-7598-406a-8cbf-504d4a3bac15" providerId="ADAL" clId="{ECD42228-5B96-4A72-B268-C46DF994E6B7}" dt="2024-01-29T16:41:06.598" v="80924"/>
          <ac:cxnSpMkLst>
            <pc:docMk/>
            <pc:sldMk cId="2035366857" sldId="1117"/>
            <ac:cxnSpMk id="7" creationId="{9ABF00C0-1B45-0BB2-7BD2-10B1AEDE7794}"/>
          </ac:cxnSpMkLst>
        </pc:cxnChg>
        <pc:cxnChg chg="add mod">
          <ac:chgData name="Palit, Tapti" userId="dec6fbcd-7598-406a-8cbf-504d4a3bac15" providerId="ADAL" clId="{ECD42228-5B96-4A72-B268-C46DF994E6B7}" dt="2024-01-29T16:41:06.598" v="80924"/>
          <ac:cxnSpMkLst>
            <pc:docMk/>
            <pc:sldMk cId="2035366857" sldId="1117"/>
            <ac:cxnSpMk id="10" creationId="{063FCB0F-86A8-2380-D293-0A466EBCA0F0}"/>
          </ac:cxnSpMkLst>
        </pc:cxnChg>
        <pc:cxnChg chg="add mod">
          <ac:chgData name="Palit, Tapti" userId="dec6fbcd-7598-406a-8cbf-504d4a3bac15" providerId="ADAL" clId="{ECD42228-5B96-4A72-B268-C46DF994E6B7}" dt="2024-01-29T16:41:06.598" v="80924"/>
          <ac:cxnSpMkLst>
            <pc:docMk/>
            <pc:sldMk cId="2035366857" sldId="1117"/>
            <ac:cxnSpMk id="11" creationId="{5DD75200-D877-F3CD-0837-DCD2F458D1B8}"/>
          </ac:cxnSpMkLst>
        </pc:cxnChg>
        <pc:cxnChg chg="add mod">
          <ac:chgData name="Palit, Tapti" userId="dec6fbcd-7598-406a-8cbf-504d4a3bac15" providerId="ADAL" clId="{ECD42228-5B96-4A72-B268-C46DF994E6B7}" dt="2024-01-29T16:41:06.598" v="80924"/>
          <ac:cxnSpMkLst>
            <pc:docMk/>
            <pc:sldMk cId="2035366857" sldId="1117"/>
            <ac:cxnSpMk id="12" creationId="{7A51912A-0F92-69FA-673A-53714D640A0F}"/>
          </ac:cxnSpMkLst>
        </pc:cxnChg>
        <pc:cxnChg chg="add mod">
          <ac:chgData name="Palit, Tapti" userId="dec6fbcd-7598-406a-8cbf-504d4a3bac15" providerId="ADAL" clId="{ECD42228-5B96-4A72-B268-C46DF994E6B7}" dt="2024-01-29T16:41:06.598" v="80924"/>
          <ac:cxnSpMkLst>
            <pc:docMk/>
            <pc:sldMk cId="2035366857" sldId="1117"/>
            <ac:cxnSpMk id="13" creationId="{33465E6C-E237-6568-B5C2-093C6191FCC0}"/>
          </ac:cxnSpMkLst>
        </pc:cxnChg>
        <pc:cxnChg chg="add mod">
          <ac:chgData name="Palit, Tapti" userId="dec6fbcd-7598-406a-8cbf-504d4a3bac15" providerId="ADAL" clId="{ECD42228-5B96-4A72-B268-C46DF994E6B7}" dt="2024-01-29T16:41:06.598" v="80924"/>
          <ac:cxnSpMkLst>
            <pc:docMk/>
            <pc:sldMk cId="2035366857" sldId="1117"/>
            <ac:cxnSpMk id="30" creationId="{5C31C089-018B-0786-4EC5-EC05C6B6A96E}"/>
          </ac:cxnSpMkLst>
        </pc:cxnChg>
        <pc:cxnChg chg="add mod">
          <ac:chgData name="Palit, Tapti" userId="dec6fbcd-7598-406a-8cbf-504d4a3bac15" providerId="ADAL" clId="{ECD42228-5B96-4A72-B268-C46DF994E6B7}" dt="2024-01-29T16:41:06.598" v="80924"/>
          <ac:cxnSpMkLst>
            <pc:docMk/>
            <pc:sldMk cId="2035366857" sldId="1117"/>
            <ac:cxnSpMk id="32" creationId="{376AEA8A-0A9C-8C7D-9BC2-C2D157128023}"/>
          </ac:cxnSpMkLst>
        </pc:cxnChg>
      </pc:sldChg>
      <pc:sldChg chg="add del">
        <pc:chgData name="Palit, Tapti" userId="dec6fbcd-7598-406a-8cbf-504d4a3bac15" providerId="ADAL" clId="{ECD42228-5B96-4A72-B268-C46DF994E6B7}" dt="2024-01-29T16:40:18.547" v="80918" actId="47"/>
        <pc:sldMkLst>
          <pc:docMk/>
          <pc:sldMk cId="3657844509" sldId="1117"/>
        </pc:sldMkLst>
      </pc:sldChg>
      <pc:sldChg chg="addSp delSp modSp add del mod modAnim addCm chgLayout modNotesTx">
        <pc:chgData name="Palit, Tapti" userId="dec6fbcd-7598-406a-8cbf-504d4a3bac15" providerId="ADAL" clId="{ECD42228-5B96-4A72-B268-C46DF994E6B7}" dt="2024-02-11T17:49:16.699" v="110372" actId="2696"/>
        <pc:sldMkLst>
          <pc:docMk/>
          <pc:sldMk cId="1937015687" sldId="1118"/>
        </pc:sldMkLst>
        <pc:spChg chg="mod ord">
          <ac:chgData name="Palit, Tapti" userId="dec6fbcd-7598-406a-8cbf-504d4a3bac15" providerId="ADAL" clId="{ECD42228-5B96-4A72-B268-C46DF994E6B7}" dt="2024-01-29T16:46:13.304" v="81133" actId="700"/>
          <ac:spMkLst>
            <pc:docMk/>
            <pc:sldMk cId="1937015687" sldId="1118"/>
            <ac:spMk id="2" creationId="{72255B09-C652-86B4-3A5C-C987FF2F36D4}"/>
          </ac:spMkLst>
        </pc:spChg>
        <pc:spChg chg="mod ord">
          <ac:chgData name="Palit, Tapti" userId="dec6fbcd-7598-406a-8cbf-504d4a3bac15" providerId="ADAL" clId="{ECD42228-5B96-4A72-B268-C46DF994E6B7}" dt="2024-02-11T15:26:16.930" v="110369" actId="20577"/>
          <ac:spMkLst>
            <pc:docMk/>
            <pc:sldMk cId="1937015687" sldId="1118"/>
            <ac:spMk id="3" creationId="{323C4707-8358-58C6-2162-E4F42AA7F78D}"/>
          </ac:spMkLst>
        </pc:spChg>
        <pc:spChg chg="add del mod ord">
          <ac:chgData name="Palit, Tapti" userId="dec6fbcd-7598-406a-8cbf-504d4a3bac15" providerId="ADAL" clId="{ECD42228-5B96-4A72-B268-C46DF994E6B7}" dt="2024-01-29T16:46:13.304" v="81133" actId="700"/>
          <ac:spMkLst>
            <pc:docMk/>
            <pc:sldMk cId="1937015687" sldId="1118"/>
            <ac:spMk id="4" creationId="{6D3C78A8-E77F-E399-E109-CE12674DAA3B}"/>
          </ac:spMkLst>
        </pc:spChg>
        <pc:spChg chg="mod">
          <ac:chgData name="Palit, Tapti" userId="dec6fbcd-7598-406a-8cbf-504d4a3bac15" providerId="ADAL" clId="{ECD42228-5B96-4A72-B268-C46DF994E6B7}" dt="2024-02-11T15:08:51.387" v="110310" actId="14100"/>
          <ac:spMkLst>
            <pc:docMk/>
            <pc:sldMk cId="1937015687" sldId="1118"/>
            <ac:spMk id="10" creationId="{F225B689-31D9-CFC7-F94F-6CF19C7B201F}"/>
          </ac:spMkLst>
        </pc:spChg>
        <pc:spChg chg="mod">
          <ac:chgData name="Palit, Tapti" userId="dec6fbcd-7598-406a-8cbf-504d4a3bac15" providerId="ADAL" clId="{ECD42228-5B96-4A72-B268-C46DF994E6B7}" dt="2024-02-11T15:08:07.484" v="110300" actId="1076"/>
          <ac:spMkLst>
            <pc:docMk/>
            <pc:sldMk cId="1937015687" sldId="1118"/>
            <ac:spMk id="12" creationId="{B99E7010-9130-3A35-F2B8-D92EB4C6A96F}"/>
          </ac:spMkLst>
        </pc:spChg>
        <pc:spChg chg="mod">
          <ac:chgData name="Palit, Tapti" userId="dec6fbcd-7598-406a-8cbf-504d4a3bac15" providerId="ADAL" clId="{ECD42228-5B96-4A72-B268-C46DF994E6B7}" dt="2024-02-11T15:07:56.330" v="110298" actId="1076"/>
          <ac:spMkLst>
            <pc:docMk/>
            <pc:sldMk cId="1937015687" sldId="1118"/>
            <ac:spMk id="13" creationId="{E9FF5A50-C798-72DE-F6DB-72DD77DFE6B0}"/>
          </ac:spMkLst>
        </pc:spChg>
        <pc:spChg chg="mod">
          <ac:chgData name="Palit, Tapti" userId="dec6fbcd-7598-406a-8cbf-504d4a3bac15" providerId="ADAL" clId="{ECD42228-5B96-4A72-B268-C46DF994E6B7}" dt="2024-02-11T15:10:06.763" v="110334" actId="14100"/>
          <ac:spMkLst>
            <pc:docMk/>
            <pc:sldMk cId="1937015687" sldId="1118"/>
            <ac:spMk id="15" creationId="{031A9CFC-6DD2-74E0-0FB8-C2F9DF209CFC}"/>
          </ac:spMkLst>
        </pc:spChg>
        <pc:spChg chg="add mod">
          <ac:chgData name="Palit, Tapti" userId="dec6fbcd-7598-406a-8cbf-504d4a3bac15" providerId="ADAL" clId="{ECD42228-5B96-4A72-B268-C46DF994E6B7}" dt="2024-02-11T15:09:07.145" v="110316" actId="1076"/>
          <ac:spMkLst>
            <pc:docMk/>
            <pc:sldMk cId="1937015687" sldId="1118"/>
            <ac:spMk id="25" creationId="{EF1C57C0-3F06-E691-7718-CF1190670894}"/>
          </ac:spMkLst>
        </pc:spChg>
        <pc:spChg chg="mod topLvl">
          <ac:chgData name="Palit, Tapti" userId="dec6fbcd-7598-406a-8cbf-504d4a3bac15" providerId="ADAL" clId="{ECD42228-5B96-4A72-B268-C46DF994E6B7}" dt="2024-02-11T15:10:15.619" v="110335" actId="164"/>
          <ac:spMkLst>
            <pc:docMk/>
            <pc:sldMk cId="1937015687" sldId="1118"/>
            <ac:spMk id="27" creationId="{0A029BF7-D0AB-953F-BC4C-9A194BD949FD}"/>
          </ac:spMkLst>
        </pc:spChg>
        <pc:spChg chg="mod topLvl">
          <ac:chgData name="Palit, Tapti" userId="dec6fbcd-7598-406a-8cbf-504d4a3bac15" providerId="ADAL" clId="{ECD42228-5B96-4A72-B268-C46DF994E6B7}" dt="2024-02-11T15:10:15.619" v="110335" actId="164"/>
          <ac:spMkLst>
            <pc:docMk/>
            <pc:sldMk cId="1937015687" sldId="1118"/>
            <ac:spMk id="28" creationId="{F42191D1-CE77-09D0-04EC-B70B87012E82}"/>
          </ac:spMkLst>
        </pc:spChg>
        <pc:spChg chg="mod topLvl">
          <ac:chgData name="Palit, Tapti" userId="dec6fbcd-7598-406a-8cbf-504d4a3bac15" providerId="ADAL" clId="{ECD42228-5B96-4A72-B268-C46DF994E6B7}" dt="2024-02-11T15:10:15.619" v="110335" actId="164"/>
          <ac:spMkLst>
            <pc:docMk/>
            <pc:sldMk cId="1937015687" sldId="1118"/>
            <ac:spMk id="31" creationId="{4C7AFA93-43F4-BCBF-6122-672852231B3C}"/>
          </ac:spMkLst>
        </pc:spChg>
        <pc:spChg chg="mod">
          <ac:chgData name="Palit, Tapti" userId="dec6fbcd-7598-406a-8cbf-504d4a3bac15" providerId="ADAL" clId="{ECD42228-5B96-4A72-B268-C46DF994E6B7}" dt="2024-02-11T15:09:55.011" v="110331" actId="1076"/>
          <ac:spMkLst>
            <pc:docMk/>
            <pc:sldMk cId="1937015687" sldId="1118"/>
            <ac:spMk id="34" creationId="{B3595EF2-2D8F-8DFA-AD64-9F5462C472EA}"/>
          </ac:spMkLst>
        </pc:spChg>
        <pc:spChg chg="mod topLvl">
          <ac:chgData name="Palit, Tapti" userId="dec6fbcd-7598-406a-8cbf-504d4a3bac15" providerId="ADAL" clId="{ECD42228-5B96-4A72-B268-C46DF994E6B7}" dt="2024-02-11T15:10:15.619" v="110335" actId="164"/>
          <ac:spMkLst>
            <pc:docMk/>
            <pc:sldMk cId="1937015687" sldId="1118"/>
            <ac:spMk id="35" creationId="{CDCFDBD0-801A-4AE6-5A33-CAE9F5EC9467}"/>
          </ac:spMkLst>
        </pc:spChg>
        <pc:spChg chg="add mod">
          <ac:chgData name="Palit, Tapti" userId="dec6fbcd-7598-406a-8cbf-504d4a3bac15" providerId="ADAL" clId="{ECD42228-5B96-4A72-B268-C46DF994E6B7}" dt="2024-02-11T15:10:15.619" v="110335" actId="164"/>
          <ac:spMkLst>
            <pc:docMk/>
            <pc:sldMk cId="1937015687" sldId="1118"/>
            <ac:spMk id="37" creationId="{F5493CD6-F161-0544-99CB-2F1F71E4F738}"/>
          </ac:spMkLst>
        </pc:spChg>
        <pc:spChg chg="del">
          <ac:chgData name="Palit, Tapti" userId="dec6fbcd-7598-406a-8cbf-504d4a3bac15" providerId="ADAL" clId="{ECD42228-5B96-4A72-B268-C46DF994E6B7}" dt="2024-01-29T16:43:46.952" v="80951" actId="478"/>
          <ac:spMkLst>
            <pc:docMk/>
            <pc:sldMk cId="1937015687" sldId="1118"/>
            <ac:spMk id="77" creationId="{787EE70D-5A65-FF46-E74A-321F148D7F85}"/>
          </ac:spMkLst>
        </pc:spChg>
        <pc:spChg chg="del">
          <ac:chgData name="Palit, Tapti" userId="dec6fbcd-7598-406a-8cbf-504d4a3bac15" providerId="ADAL" clId="{ECD42228-5B96-4A72-B268-C46DF994E6B7}" dt="2024-01-29T16:43:46.952" v="80951" actId="478"/>
          <ac:spMkLst>
            <pc:docMk/>
            <pc:sldMk cId="1937015687" sldId="1118"/>
            <ac:spMk id="78" creationId="{6A30B2D1-6111-7F61-1F73-BEE4976A2917}"/>
          </ac:spMkLst>
        </pc:spChg>
        <pc:spChg chg="del">
          <ac:chgData name="Palit, Tapti" userId="dec6fbcd-7598-406a-8cbf-504d4a3bac15" providerId="ADAL" clId="{ECD42228-5B96-4A72-B268-C46DF994E6B7}" dt="2024-01-29T16:43:46.952" v="80951" actId="478"/>
          <ac:spMkLst>
            <pc:docMk/>
            <pc:sldMk cId="1937015687" sldId="1118"/>
            <ac:spMk id="87" creationId="{F0204E75-4C5E-F7C7-8CAF-066FE380941D}"/>
          </ac:spMkLst>
        </pc:spChg>
        <pc:spChg chg="del">
          <ac:chgData name="Palit, Tapti" userId="dec6fbcd-7598-406a-8cbf-504d4a3bac15" providerId="ADAL" clId="{ECD42228-5B96-4A72-B268-C46DF994E6B7}" dt="2024-01-29T16:43:46.952" v="80951" actId="478"/>
          <ac:spMkLst>
            <pc:docMk/>
            <pc:sldMk cId="1937015687" sldId="1118"/>
            <ac:spMk id="89" creationId="{7F283E79-F947-78A7-3ABA-90551D6F6DC9}"/>
          </ac:spMkLst>
        </pc:spChg>
        <pc:spChg chg="del">
          <ac:chgData name="Palit, Tapti" userId="dec6fbcd-7598-406a-8cbf-504d4a3bac15" providerId="ADAL" clId="{ECD42228-5B96-4A72-B268-C46DF994E6B7}" dt="2024-01-29T16:43:46.952" v="80951" actId="478"/>
          <ac:spMkLst>
            <pc:docMk/>
            <pc:sldMk cId="1937015687" sldId="1118"/>
            <ac:spMk id="96" creationId="{68AEEC0B-0C53-93F6-3422-EEAA8D00AB0F}"/>
          </ac:spMkLst>
        </pc:spChg>
        <pc:spChg chg="del">
          <ac:chgData name="Palit, Tapti" userId="dec6fbcd-7598-406a-8cbf-504d4a3bac15" providerId="ADAL" clId="{ECD42228-5B96-4A72-B268-C46DF994E6B7}" dt="2024-01-29T16:43:46.952" v="80951" actId="478"/>
          <ac:spMkLst>
            <pc:docMk/>
            <pc:sldMk cId="1937015687" sldId="1118"/>
            <ac:spMk id="97" creationId="{94250A9F-396F-CC42-2343-1F8F28E16C73}"/>
          </ac:spMkLst>
        </pc:spChg>
        <pc:spChg chg="del">
          <ac:chgData name="Palit, Tapti" userId="dec6fbcd-7598-406a-8cbf-504d4a3bac15" providerId="ADAL" clId="{ECD42228-5B96-4A72-B268-C46DF994E6B7}" dt="2024-01-29T16:43:46.952" v="80951" actId="478"/>
          <ac:spMkLst>
            <pc:docMk/>
            <pc:sldMk cId="1937015687" sldId="1118"/>
            <ac:spMk id="98" creationId="{F4926BF4-4F84-99BF-7127-10C8F111C4C2}"/>
          </ac:spMkLst>
        </pc:spChg>
        <pc:spChg chg="del">
          <ac:chgData name="Palit, Tapti" userId="dec6fbcd-7598-406a-8cbf-504d4a3bac15" providerId="ADAL" clId="{ECD42228-5B96-4A72-B268-C46DF994E6B7}" dt="2024-01-29T16:43:46.952" v="80951" actId="478"/>
          <ac:spMkLst>
            <pc:docMk/>
            <pc:sldMk cId="1937015687" sldId="1118"/>
            <ac:spMk id="99" creationId="{2C60728E-E2CA-BF4E-EC78-412B85E8DF74}"/>
          </ac:spMkLst>
        </pc:spChg>
        <pc:spChg chg="del">
          <ac:chgData name="Palit, Tapti" userId="dec6fbcd-7598-406a-8cbf-504d4a3bac15" providerId="ADAL" clId="{ECD42228-5B96-4A72-B268-C46DF994E6B7}" dt="2024-01-29T16:43:46.952" v="80951" actId="478"/>
          <ac:spMkLst>
            <pc:docMk/>
            <pc:sldMk cId="1937015687" sldId="1118"/>
            <ac:spMk id="103" creationId="{6C7E4519-AFB2-C74A-D408-D91915D60281}"/>
          </ac:spMkLst>
        </pc:spChg>
        <pc:spChg chg="del">
          <ac:chgData name="Palit, Tapti" userId="dec6fbcd-7598-406a-8cbf-504d4a3bac15" providerId="ADAL" clId="{ECD42228-5B96-4A72-B268-C46DF994E6B7}" dt="2024-01-29T16:43:46.952" v="80951" actId="478"/>
          <ac:spMkLst>
            <pc:docMk/>
            <pc:sldMk cId="1937015687" sldId="1118"/>
            <ac:spMk id="104" creationId="{DA47DFD7-B7D7-4A42-EF7D-ABCF3C032269}"/>
          </ac:spMkLst>
        </pc:spChg>
        <pc:spChg chg="del">
          <ac:chgData name="Palit, Tapti" userId="dec6fbcd-7598-406a-8cbf-504d4a3bac15" providerId="ADAL" clId="{ECD42228-5B96-4A72-B268-C46DF994E6B7}" dt="2024-01-29T16:43:46.952" v="80951" actId="478"/>
          <ac:spMkLst>
            <pc:docMk/>
            <pc:sldMk cId="1937015687" sldId="1118"/>
            <ac:spMk id="105" creationId="{CE157EEE-15E2-3608-A05D-08EB11DBAD33}"/>
          </ac:spMkLst>
        </pc:spChg>
        <pc:spChg chg="del">
          <ac:chgData name="Palit, Tapti" userId="dec6fbcd-7598-406a-8cbf-504d4a3bac15" providerId="ADAL" clId="{ECD42228-5B96-4A72-B268-C46DF994E6B7}" dt="2024-01-29T16:43:46.952" v="80951" actId="478"/>
          <ac:spMkLst>
            <pc:docMk/>
            <pc:sldMk cId="1937015687" sldId="1118"/>
            <ac:spMk id="107" creationId="{CAC59AC9-31A9-820F-31F1-983FC6E6BAB1}"/>
          </ac:spMkLst>
        </pc:spChg>
        <pc:spChg chg="del">
          <ac:chgData name="Palit, Tapti" userId="dec6fbcd-7598-406a-8cbf-504d4a3bac15" providerId="ADAL" clId="{ECD42228-5B96-4A72-B268-C46DF994E6B7}" dt="2024-01-29T16:43:46.952" v="80951" actId="478"/>
          <ac:spMkLst>
            <pc:docMk/>
            <pc:sldMk cId="1937015687" sldId="1118"/>
            <ac:spMk id="108" creationId="{AE0B7C96-162A-7983-F7DE-EC5AC0623AC8}"/>
          </ac:spMkLst>
        </pc:spChg>
        <pc:spChg chg="del">
          <ac:chgData name="Palit, Tapti" userId="dec6fbcd-7598-406a-8cbf-504d4a3bac15" providerId="ADAL" clId="{ECD42228-5B96-4A72-B268-C46DF994E6B7}" dt="2024-01-29T16:43:46.952" v="80951" actId="478"/>
          <ac:spMkLst>
            <pc:docMk/>
            <pc:sldMk cId="1937015687" sldId="1118"/>
            <ac:spMk id="110" creationId="{BC232711-1100-962D-EE5F-CAB6B6F40665}"/>
          </ac:spMkLst>
        </pc:spChg>
        <pc:spChg chg="del">
          <ac:chgData name="Palit, Tapti" userId="dec6fbcd-7598-406a-8cbf-504d4a3bac15" providerId="ADAL" clId="{ECD42228-5B96-4A72-B268-C46DF994E6B7}" dt="2024-01-29T16:43:46.952" v="80951" actId="478"/>
          <ac:spMkLst>
            <pc:docMk/>
            <pc:sldMk cId="1937015687" sldId="1118"/>
            <ac:spMk id="114" creationId="{0A6EBDBD-7A0B-B01C-0442-096CEBC3F0D1}"/>
          </ac:spMkLst>
        </pc:spChg>
        <pc:spChg chg="del">
          <ac:chgData name="Palit, Tapti" userId="dec6fbcd-7598-406a-8cbf-504d4a3bac15" providerId="ADAL" clId="{ECD42228-5B96-4A72-B268-C46DF994E6B7}" dt="2024-01-29T16:43:46.952" v="80951" actId="478"/>
          <ac:spMkLst>
            <pc:docMk/>
            <pc:sldMk cId="1937015687" sldId="1118"/>
            <ac:spMk id="117" creationId="{B52D5980-E65C-0CEF-BB92-8C4DAE30B9D7}"/>
          </ac:spMkLst>
        </pc:spChg>
        <pc:spChg chg="del">
          <ac:chgData name="Palit, Tapti" userId="dec6fbcd-7598-406a-8cbf-504d4a3bac15" providerId="ADAL" clId="{ECD42228-5B96-4A72-B268-C46DF994E6B7}" dt="2024-01-29T16:43:46.952" v="80951" actId="478"/>
          <ac:spMkLst>
            <pc:docMk/>
            <pc:sldMk cId="1937015687" sldId="1118"/>
            <ac:spMk id="118" creationId="{A671799D-CDE4-6C38-A10F-1B59A78B0B4A}"/>
          </ac:spMkLst>
        </pc:spChg>
        <pc:spChg chg="del">
          <ac:chgData name="Palit, Tapti" userId="dec6fbcd-7598-406a-8cbf-504d4a3bac15" providerId="ADAL" clId="{ECD42228-5B96-4A72-B268-C46DF994E6B7}" dt="2024-01-29T16:43:46.952" v="80951" actId="478"/>
          <ac:spMkLst>
            <pc:docMk/>
            <pc:sldMk cId="1937015687" sldId="1118"/>
            <ac:spMk id="119" creationId="{CCE6DED6-1059-3A9C-F355-274E6934AB53}"/>
          </ac:spMkLst>
        </pc:spChg>
        <pc:spChg chg="del">
          <ac:chgData name="Palit, Tapti" userId="dec6fbcd-7598-406a-8cbf-504d4a3bac15" providerId="ADAL" clId="{ECD42228-5B96-4A72-B268-C46DF994E6B7}" dt="2024-01-29T16:43:46.952" v="80951" actId="478"/>
          <ac:spMkLst>
            <pc:docMk/>
            <pc:sldMk cId="1937015687" sldId="1118"/>
            <ac:spMk id="120" creationId="{1FBABAE2-129D-59DB-E52A-1901559DC305}"/>
          </ac:spMkLst>
        </pc:spChg>
        <pc:spChg chg="del">
          <ac:chgData name="Palit, Tapti" userId="dec6fbcd-7598-406a-8cbf-504d4a3bac15" providerId="ADAL" clId="{ECD42228-5B96-4A72-B268-C46DF994E6B7}" dt="2024-01-29T16:43:46.952" v="80951" actId="478"/>
          <ac:spMkLst>
            <pc:docMk/>
            <pc:sldMk cId="1937015687" sldId="1118"/>
            <ac:spMk id="121" creationId="{36C14A44-08FE-2DAD-141B-91ED1B59CAD0}"/>
          </ac:spMkLst>
        </pc:spChg>
        <pc:spChg chg="del">
          <ac:chgData name="Palit, Tapti" userId="dec6fbcd-7598-406a-8cbf-504d4a3bac15" providerId="ADAL" clId="{ECD42228-5B96-4A72-B268-C46DF994E6B7}" dt="2024-01-29T16:43:46.952" v="80951" actId="478"/>
          <ac:spMkLst>
            <pc:docMk/>
            <pc:sldMk cId="1937015687" sldId="1118"/>
            <ac:spMk id="122" creationId="{5CCE2D50-73BC-CA4F-FE18-0F1E907B6205}"/>
          </ac:spMkLst>
        </pc:spChg>
        <pc:spChg chg="del">
          <ac:chgData name="Palit, Tapti" userId="dec6fbcd-7598-406a-8cbf-504d4a3bac15" providerId="ADAL" clId="{ECD42228-5B96-4A72-B268-C46DF994E6B7}" dt="2024-01-29T16:43:46.952" v="80951" actId="478"/>
          <ac:spMkLst>
            <pc:docMk/>
            <pc:sldMk cId="1937015687" sldId="1118"/>
            <ac:spMk id="129" creationId="{2B09296F-57CD-EF18-3C9E-704FDBC22131}"/>
          </ac:spMkLst>
        </pc:spChg>
        <pc:spChg chg="del">
          <ac:chgData name="Palit, Tapti" userId="dec6fbcd-7598-406a-8cbf-504d4a3bac15" providerId="ADAL" clId="{ECD42228-5B96-4A72-B268-C46DF994E6B7}" dt="2024-01-29T16:43:46.952" v="80951" actId="478"/>
          <ac:spMkLst>
            <pc:docMk/>
            <pc:sldMk cId="1937015687" sldId="1118"/>
            <ac:spMk id="150" creationId="{89721B6A-856E-7501-1C03-1FCCBA27816B}"/>
          </ac:spMkLst>
        </pc:spChg>
        <pc:spChg chg="del">
          <ac:chgData name="Palit, Tapti" userId="dec6fbcd-7598-406a-8cbf-504d4a3bac15" providerId="ADAL" clId="{ECD42228-5B96-4A72-B268-C46DF994E6B7}" dt="2024-01-29T16:43:52.880" v="80952" actId="478"/>
          <ac:spMkLst>
            <pc:docMk/>
            <pc:sldMk cId="1937015687" sldId="1118"/>
            <ac:spMk id="154" creationId="{D1BDA3AE-CCEC-C7C2-880C-B1D136D6EE87}"/>
          </ac:spMkLst>
        </pc:spChg>
        <pc:grpChg chg="add mod">
          <ac:chgData name="Palit, Tapti" userId="dec6fbcd-7598-406a-8cbf-504d4a3bac15" providerId="ADAL" clId="{ECD42228-5B96-4A72-B268-C46DF994E6B7}" dt="2024-02-11T15:08:55.174" v="110312" actId="14100"/>
          <ac:grpSpMkLst>
            <pc:docMk/>
            <pc:sldMk cId="1937015687" sldId="1118"/>
            <ac:grpSpMk id="8" creationId="{CEA634DC-5BB2-CBD3-1EF2-7FAB17EDBFB4}"/>
          </ac:grpSpMkLst>
        </pc:grpChg>
        <pc:grpChg chg="add del mod">
          <ac:chgData name="Palit, Tapti" userId="dec6fbcd-7598-406a-8cbf-504d4a3bac15" providerId="ADAL" clId="{ECD42228-5B96-4A72-B268-C46DF994E6B7}" dt="2024-02-11T15:10:00.174" v="110332" actId="165"/>
          <ac:grpSpMkLst>
            <pc:docMk/>
            <pc:sldMk cId="1937015687" sldId="1118"/>
            <ac:grpSpMk id="26" creationId="{00409E75-95D1-A2A2-F514-26C42F700D1E}"/>
          </ac:grpSpMkLst>
        </pc:grpChg>
        <pc:grpChg chg="add mod">
          <ac:chgData name="Palit, Tapti" userId="dec6fbcd-7598-406a-8cbf-504d4a3bac15" providerId="ADAL" clId="{ECD42228-5B96-4A72-B268-C46DF994E6B7}" dt="2024-02-11T15:10:15.619" v="110335" actId="164"/>
          <ac:grpSpMkLst>
            <pc:docMk/>
            <pc:sldMk cId="1937015687" sldId="1118"/>
            <ac:grpSpMk id="41" creationId="{48CFA222-4350-86AB-6745-1EA542148646}"/>
          </ac:grpSpMkLst>
        </pc:grpChg>
        <pc:grpChg chg="del">
          <ac:chgData name="Palit, Tapti" userId="dec6fbcd-7598-406a-8cbf-504d4a3bac15" providerId="ADAL" clId="{ECD42228-5B96-4A72-B268-C46DF994E6B7}" dt="2024-01-29T16:43:46.952" v="80951" actId="478"/>
          <ac:grpSpMkLst>
            <pc:docMk/>
            <pc:sldMk cId="1937015687" sldId="1118"/>
            <ac:grpSpMk id="44" creationId="{7948B81D-07A4-E230-616A-B467EB054B12}"/>
          </ac:grpSpMkLst>
        </pc:grpChg>
        <pc:grpChg chg="del">
          <ac:chgData name="Palit, Tapti" userId="dec6fbcd-7598-406a-8cbf-504d4a3bac15" providerId="ADAL" clId="{ECD42228-5B96-4A72-B268-C46DF994E6B7}" dt="2024-01-29T16:43:46.952" v="80951" actId="478"/>
          <ac:grpSpMkLst>
            <pc:docMk/>
            <pc:sldMk cId="1937015687" sldId="1118"/>
            <ac:grpSpMk id="47" creationId="{86B59FAB-C145-9D70-75FC-00A93714005F}"/>
          </ac:grpSpMkLst>
        </pc:grpChg>
        <pc:graphicFrameChg chg="del">
          <ac:chgData name="Palit, Tapti" userId="dec6fbcd-7598-406a-8cbf-504d4a3bac15" providerId="ADAL" clId="{ECD42228-5B96-4A72-B268-C46DF994E6B7}" dt="2024-02-11T15:06:51.514" v="110280" actId="478"/>
          <ac:graphicFrameMkLst>
            <pc:docMk/>
            <pc:sldMk cId="1937015687" sldId="1118"/>
            <ac:graphicFrameMk id="11" creationId="{CAEB00BF-1913-3815-B768-94709F4067D0}"/>
          </ac:graphicFrameMkLst>
        </pc:graphicFrameChg>
        <pc:graphicFrameChg chg="del">
          <ac:chgData name="Palit, Tapti" userId="dec6fbcd-7598-406a-8cbf-504d4a3bac15" providerId="ADAL" clId="{ECD42228-5B96-4A72-B268-C46DF994E6B7}" dt="2024-02-11T15:09:00.452" v="110313" actId="478"/>
          <ac:graphicFrameMkLst>
            <pc:docMk/>
            <pc:sldMk cId="1937015687" sldId="1118"/>
            <ac:graphicFrameMk id="29" creationId="{E92F9F5C-372F-A9B8-444F-E34437A51BFE}"/>
          </ac:graphicFrameMkLst>
        </pc:graphicFrameChg>
        <pc:picChg chg="del">
          <ac:chgData name="Palit, Tapti" userId="dec6fbcd-7598-406a-8cbf-504d4a3bac15" providerId="ADAL" clId="{ECD42228-5B96-4A72-B268-C46DF994E6B7}" dt="2024-01-29T16:43:46.952" v="80951" actId="478"/>
          <ac:picMkLst>
            <pc:docMk/>
            <pc:sldMk cId="1937015687" sldId="1118"/>
            <ac:picMk id="43" creationId="{75AB9CCD-8766-53D5-0DB6-643136F6500A}"/>
          </ac:picMkLst>
        </pc:picChg>
        <pc:cxnChg chg="mod">
          <ac:chgData name="Palit, Tapti" userId="dec6fbcd-7598-406a-8cbf-504d4a3bac15" providerId="ADAL" clId="{ECD42228-5B96-4A72-B268-C46DF994E6B7}" dt="2024-02-11T15:08:55.174" v="110312" actId="14100"/>
          <ac:cxnSpMkLst>
            <pc:docMk/>
            <pc:sldMk cId="1937015687" sldId="1118"/>
            <ac:cxnSpMk id="5" creationId="{409E7AA4-FF1D-14EC-625B-7E03FAD962B8}"/>
          </ac:cxnSpMkLst>
        </pc:cxnChg>
        <pc:cxnChg chg="mod">
          <ac:chgData name="Palit, Tapti" userId="dec6fbcd-7598-406a-8cbf-504d4a3bac15" providerId="ADAL" clId="{ECD42228-5B96-4A72-B268-C46DF994E6B7}" dt="2024-02-11T15:08:07.484" v="110300" actId="1076"/>
          <ac:cxnSpMkLst>
            <pc:docMk/>
            <pc:sldMk cId="1937015687" sldId="1118"/>
            <ac:cxnSpMk id="14" creationId="{C181B611-4B30-E83B-5C97-73793F58F6B4}"/>
          </ac:cxnSpMkLst>
        </pc:cxnChg>
        <pc:cxnChg chg="mod">
          <ac:chgData name="Palit, Tapti" userId="dec6fbcd-7598-406a-8cbf-504d4a3bac15" providerId="ADAL" clId="{ECD42228-5B96-4A72-B268-C46DF994E6B7}" dt="2024-02-11T15:09:00.452" v="110313" actId="478"/>
          <ac:cxnSpMkLst>
            <pc:docMk/>
            <pc:sldMk cId="1937015687" sldId="1118"/>
            <ac:cxnSpMk id="30" creationId="{2CEA86D1-D052-3C1E-2119-304BED842412}"/>
          </ac:cxnSpMkLst>
        </pc:cxnChg>
        <pc:cxnChg chg="mod topLvl">
          <ac:chgData name="Palit, Tapti" userId="dec6fbcd-7598-406a-8cbf-504d4a3bac15" providerId="ADAL" clId="{ECD42228-5B96-4A72-B268-C46DF994E6B7}" dt="2024-02-11T15:10:15.619" v="110335" actId="164"/>
          <ac:cxnSpMkLst>
            <pc:docMk/>
            <pc:sldMk cId="1937015687" sldId="1118"/>
            <ac:cxnSpMk id="32" creationId="{683099EA-C462-0B7B-C75B-B7793372ED47}"/>
          </ac:cxnSpMkLst>
        </pc:cxnChg>
        <pc:cxnChg chg="add mod">
          <ac:chgData name="Palit, Tapti" userId="dec6fbcd-7598-406a-8cbf-504d4a3bac15" providerId="ADAL" clId="{ECD42228-5B96-4A72-B268-C46DF994E6B7}" dt="2024-02-11T15:10:15.619" v="110335" actId="164"/>
          <ac:cxnSpMkLst>
            <pc:docMk/>
            <pc:sldMk cId="1937015687" sldId="1118"/>
            <ac:cxnSpMk id="38" creationId="{0BC6A28B-0F23-2D2F-9629-E85BBD3B48F2}"/>
          </ac:cxnSpMkLst>
        </pc:cxnChg>
        <pc:cxnChg chg="del">
          <ac:chgData name="Palit, Tapti" userId="dec6fbcd-7598-406a-8cbf-504d4a3bac15" providerId="ADAL" clId="{ECD42228-5B96-4A72-B268-C46DF994E6B7}" dt="2024-01-29T16:43:46.952" v="80951" actId="478"/>
          <ac:cxnSpMkLst>
            <pc:docMk/>
            <pc:sldMk cId="1937015687" sldId="1118"/>
            <ac:cxnSpMk id="58" creationId="{1E61FAB5-1EA9-EDF6-5B06-919779489407}"/>
          </ac:cxnSpMkLst>
        </pc:cxnChg>
        <pc:cxnChg chg="del">
          <ac:chgData name="Palit, Tapti" userId="dec6fbcd-7598-406a-8cbf-504d4a3bac15" providerId="ADAL" clId="{ECD42228-5B96-4A72-B268-C46DF994E6B7}" dt="2024-01-29T16:43:46.952" v="80951" actId="478"/>
          <ac:cxnSpMkLst>
            <pc:docMk/>
            <pc:sldMk cId="1937015687" sldId="1118"/>
            <ac:cxnSpMk id="71" creationId="{7550C2A0-279C-8B48-F491-0553B5D306FB}"/>
          </ac:cxnSpMkLst>
        </pc:cxnChg>
        <pc:cxnChg chg="del">
          <ac:chgData name="Palit, Tapti" userId="dec6fbcd-7598-406a-8cbf-504d4a3bac15" providerId="ADAL" clId="{ECD42228-5B96-4A72-B268-C46DF994E6B7}" dt="2024-01-29T16:43:46.952" v="80951" actId="478"/>
          <ac:cxnSpMkLst>
            <pc:docMk/>
            <pc:sldMk cId="1937015687" sldId="1118"/>
            <ac:cxnSpMk id="91" creationId="{4550AF6F-9137-0F31-8B03-75438E5A7C2B}"/>
          </ac:cxnSpMkLst>
        </pc:cxnChg>
        <pc:cxnChg chg="del">
          <ac:chgData name="Palit, Tapti" userId="dec6fbcd-7598-406a-8cbf-504d4a3bac15" providerId="ADAL" clId="{ECD42228-5B96-4A72-B268-C46DF994E6B7}" dt="2024-01-29T16:43:46.952" v="80951" actId="478"/>
          <ac:cxnSpMkLst>
            <pc:docMk/>
            <pc:sldMk cId="1937015687" sldId="1118"/>
            <ac:cxnSpMk id="92" creationId="{A61E719C-7619-13AF-9A81-FA27CDBA6FE1}"/>
          </ac:cxnSpMkLst>
        </pc:cxnChg>
        <pc:cxnChg chg="del">
          <ac:chgData name="Palit, Tapti" userId="dec6fbcd-7598-406a-8cbf-504d4a3bac15" providerId="ADAL" clId="{ECD42228-5B96-4A72-B268-C46DF994E6B7}" dt="2024-01-29T16:43:46.952" v="80951" actId="478"/>
          <ac:cxnSpMkLst>
            <pc:docMk/>
            <pc:sldMk cId="1937015687" sldId="1118"/>
            <ac:cxnSpMk id="113" creationId="{6ABB52B3-32C9-C0DE-11B7-23087F2BA581}"/>
          </ac:cxnSpMkLst>
        </pc:cxnChg>
        <pc:cxnChg chg="del">
          <ac:chgData name="Palit, Tapti" userId="dec6fbcd-7598-406a-8cbf-504d4a3bac15" providerId="ADAL" clId="{ECD42228-5B96-4A72-B268-C46DF994E6B7}" dt="2024-01-29T16:43:46.952" v="80951" actId="478"/>
          <ac:cxnSpMkLst>
            <pc:docMk/>
            <pc:sldMk cId="1937015687" sldId="1118"/>
            <ac:cxnSpMk id="134" creationId="{652EBC45-C851-E9FD-4663-289381858A2D}"/>
          </ac:cxnSpMkLst>
        </pc:cxnChg>
        <pc:cxnChg chg="del">
          <ac:chgData name="Palit, Tapti" userId="dec6fbcd-7598-406a-8cbf-504d4a3bac15" providerId="ADAL" clId="{ECD42228-5B96-4A72-B268-C46DF994E6B7}" dt="2024-01-29T16:43:46.952" v="80951" actId="478"/>
          <ac:cxnSpMkLst>
            <pc:docMk/>
            <pc:sldMk cId="1937015687" sldId="1118"/>
            <ac:cxnSpMk id="137" creationId="{FF2F8006-D1DF-85E8-467C-80E165017E50}"/>
          </ac:cxnSpMkLst>
        </pc:cxnChg>
        <pc:cxnChg chg="del">
          <ac:chgData name="Palit, Tapti" userId="dec6fbcd-7598-406a-8cbf-504d4a3bac15" providerId="ADAL" clId="{ECD42228-5B96-4A72-B268-C46DF994E6B7}" dt="2024-01-29T16:43:46.952" v="80951" actId="478"/>
          <ac:cxnSpMkLst>
            <pc:docMk/>
            <pc:sldMk cId="1937015687" sldId="1118"/>
            <ac:cxnSpMk id="140" creationId="{4339B1C1-FDE2-B568-F72A-D2661D9D3F9E}"/>
          </ac:cxnSpMkLst>
        </pc:cxnChg>
        <pc:cxnChg chg="del">
          <ac:chgData name="Palit, Tapti" userId="dec6fbcd-7598-406a-8cbf-504d4a3bac15" providerId="ADAL" clId="{ECD42228-5B96-4A72-B268-C46DF994E6B7}" dt="2024-01-29T16:43:52.880" v="80952" actId="478"/>
          <ac:cxnSpMkLst>
            <pc:docMk/>
            <pc:sldMk cId="1937015687" sldId="1118"/>
            <ac:cxnSpMk id="151" creationId="{872F8B54-D139-981A-A8F9-2B0069CF6168}"/>
          </ac:cxnSpMkLst>
        </pc:cxnChg>
        <pc:cxnChg chg="del">
          <ac:chgData name="Palit, Tapti" userId="dec6fbcd-7598-406a-8cbf-504d4a3bac15" providerId="ADAL" clId="{ECD42228-5B96-4A72-B268-C46DF994E6B7}" dt="2024-01-29T16:43:46.952" v="80951" actId="478"/>
          <ac:cxnSpMkLst>
            <pc:docMk/>
            <pc:sldMk cId="1937015687" sldId="1118"/>
            <ac:cxnSpMk id="179" creationId="{49996DEF-F319-2AA6-9B30-27315E38C918}"/>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4:58:25.644" v="110229"/>
              <pc2:cmMkLst xmlns:pc2="http://schemas.microsoft.com/office/powerpoint/2019/9/main/command">
                <pc:docMk/>
                <pc:sldMk cId="1937015687" sldId="1118"/>
                <pc2:cmMk id="{3EE8D086-0589-495F-B6C8-DED901AC6CC4}"/>
              </pc2:cmMkLst>
            </pc226:cmChg>
          </p:ext>
        </pc:extLst>
      </pc:sldChg>
      <pc:sldChg chg="add mod modShow">
        <pc:chgData name="Palit, Tapti" userId="dec6fbcd-7598-406a-8cbf-504d4a3bac15" providerId="ADAL" clId="{ECD42228-5B96-4A72-B268-C46DF994E6B7}" dt="2024-02-11T17:49:22.532" v="110374" actId="729"/>
        <pc:sldMkLst>
          <pc:docMk/>
          <pc:sldMk cId="3809358861" sldId="1118"/>
        </pc:sldMkLst>
      </pc:sldChg>
      <pc:sldChg chg="add mod modShow">
        <pc:chgData name="Palit, Tapti" userId="dec6fbcd-7598-406a-8cbf-504d4a3bac15" providerId="ADAL" clId="{ECD42228-5B96-4A72-B268-C46DF994E6B7}" dt="2024-02-11T17:50:16.356" v="110377" actId="729"/>
        <pc:sldMkLst>
          <pc:docMk/>
          <pc:sldMk cId="167600299" sldId="1119"/>
        </pc:sldMkLst>
      </pc:sldChg>
      <pc:sldChg chg="addSp delSp modSp add del mod modAnim modNotesTx">
        <pc:chgData name="Palit, Tapti" userId="dec6fbcd-7598-406a-8cbf-504d4a3bac15" providerId="ADAL" clId="{ECD42228-5B96-4A72-B268-C46DF994E6B7}" dt="2024-02-11T17:50:10.453" v="110375" actId="2696"/>
        <pc:sldMkLst>
          <pc:docMk/>
          <pc:sldMk cId="375535627" sldId="1119"/>
        </pc:sldMkLst>
        <pc:spChg chg="mod">
          <ac:chgData name="Palit, Tapti" userId="dec6fbcd-7598-406a-8cbf-504d4a3bac15" providerId="ADAL" clId="{ECD42228-5B96-4A72-B268-C46DF994E6B7}" dt="2024-02-11T15:26:26.587" v="110370"/>
          <ac:spMkLst>
            <pc:docMk/>
            <pc:sldMk cId="375535627" sldId="1119"/>
            <ac:spMk id="3" creationId="{323C4707-8358-58C6-2162-E4F42AA7F78D}"/>
          </ac:spMkLst>
        </pc:spChg>
        <pc:spChg chg="del">
          <ac:chgData name="Palit, Tapti" userId="dec6fbcd-7598-406a-8cbf-504d4a3bac15" providerId="ADAL" clId="{ECD42228-5B96-4A72-B268-C46DF994E6B7}" dt="2024-02-11T15:10:41.264" v="110336" actId="478"/>
          <ac:spMkLst>
            <pc:docMk/>
            <pc:sldMk cId="375535627" sldId="1119"/>
            <ac:spMk id="6" creationId="{911789DD-F69F-5DF2-FB02-5E201199A46F}"/>
          </ac:spMkLst>
        </pc:spChg>
        <pc:spChg chg="del">
          <ac:chgData name="Palit, Tapti" userId="dec6fbcd-7598-406a-8cbf-504d4a3bac15" providerId="ADAL" clId="{ECD42228-5B96-4A72-B268-C46DF994E6B7}" dt="2024-02-11T15:10:41.264" v="110336" actId="478"/>
          <ac:spMkLst>
            <pc:docMk/>
            <pc:sldMk cId="375535627" sldId="1119"/>
            <ac:spMk id="7" creationId="{4024C68C-BB9E-D84C-198E-DFFF0DA439E0}"/>
          </ac:spMkLst>
        </pc:spChg>
        <pc:spChg chg="add mod">
          <ac:chgData name="Palit, Tapti" userId="dec6fbcd-7598-406a-8cbf-504d4a3bac15" providerId="ADAL" clId="{ECD42228-5B96-4A72-B268-C46DF994E6B7}" dt="2024-02-11T15:10:41.866" v="110337"/>
          <ac:spMkLst>
            <pc:docMk/>
            <pc:sldMk cId="375535627" sldId="1119"/>
            <ac:spMk id="8" creationId="{2CA70D10-DD1E-1461-351D-19E2E8C85644}"/>
          </ac:spMkLst>
        </pc:spChg>
        <pc:spChg chg="add mod">
          <ac:chgData name="Palit, Tapti" userId="dec6fbcd-7598-406a-8cbf-504d4a3bac15" providerId="ADAL" clId="{ECD42228-5B96-4A72-B268-C46DF994E6B7}" dt="2024-02-11T15:10:41.866" v="110337"/>
          <ac:spMkLst>
            <pc:docMk/>
            <pc:sldMk cId="375535627" sldId="1119"/>
            <ac:spMk id="10" creationId="{52252DDC-6DD6-DFCA-59FE-B3D6CF8F1B25}"/>
          </ac:spMkLst>
        </pc:spChg>
        <pc:spChg chg="add mod">
          <ac:chgData name="Palit, Tapti" userId="dec6fbcd-7598-406a-8cbf-504d4a3bac15" providerId="ADAL" clId="{ECD42228-5B96-4A72-B268-C46DF994E6B7}" dt="2024-02-11T15:25:35.052" v="110344" actId="1076"/>
          <ac:spMkLst>
            <pc:docMk/>
            <pc:sldMk cId="375535627" sldId="1119"/>
            <ac:spMk id="15" creationId="{262A8F11-7B4D-A8F6-3F3B-194B3C5DCAC5}"/>
          </ac:spMkLst>
        </pc:spChg>
        <pc:spChg chg="add mod">
          <ac:chgData name="Palit, Tapti" userId="dec6fbcd-7598-406a-8cbf-504d4a3bac15" providerId="ADAL" clId="{ECD42228-5B96-4A72-B268-C46DF994E6B7}" dt="2024-02-11T15:25:42.901" v="110345" actId="1076"/>
          <ac:spMkLst>
            <pc:docMk/>
            <pc:sldMk cId="375535627" sldId="1119"/>
            <ac:spMk id="16" creationId="{9A9075A7-BD42-9494-F077-7ECD4BDE66EC}"/>
          </ac:spMkLst>
        </pc:spChg>
        <pc:spChg chg="mod">
          <ac:chgData name="Palit, Tapti" userId="dec6fbcd-7598-406a-8cbf-504d4a3bac15" providerId="ADAL" clId="{ECD42228-5B96-4A72-B268-C46DF994E6B7}" dt="2024-02-11T15:10:41.866" v="110337"/>
          <ac:spMkLst>
            <pc:docMk/>
            <pc:sldMk cId="375535627" sldId="1119"/>
            <ac:spMk id="18" creationId="{07520113-6462-3CFA-B71B-B4C39855011F}"/>
          </ac:spMkLst>
        </pc:spChg>
        <pc:spChg chg="mod">
          <ac:chgData name="Palit, Tapti" userId="dec6fbcd-7598-406a-8cbf-504d4a3bac15" providerId="ADAL" clId="{ECD42228-5B96-4A72-B268-C46DF994E6B7}" dt="2024-02-11T15:10:41.866" v="110337"/>
          <ac:spMkLst>
            <pc:docMk/>
            <pc:sldMk cId="375535627" sldId="1119"/>
            <ac:spMk id="19" creationId="{574CB5C6-84BF-97A4-9CF0-88AB8381BC43}"/>
          </ac:spMkLst>
        </pc:spChg>
        <pc:spChg chg="mod">
          <ac:chgData name="Palit, Tapti" userId="dec6fbcd-7598-406a-8cbf-504d4a3bac15" providerId="ADAL" clId="{ECD42228-5B96-4A72-B268-C46DF994E6B7}" dt="2024-02-11T15:10:41.866" v="110337"/>
          <ac:spMkLst>
            <pc:docMk/>
            <pc:sldMk cId="375535627" sldId="1119"/>
            <ac:spMk id="20" creationId="{3D15C5EB-9F25-612D-69C0-77CE4345E077}"/>
          </ac:spMkLst>
        </pc:spChg>
        <pc:spChg chg="mod">
          <ac:chgData name="Palit, Tapti" userId="dec6fbcd-7598-406a-8cbf-504d4a3bac15" providerId="ADAL" clId="{ECD42228-5B96-4A72-B268-C46DF994E6B7}" dt="2024-02-11T15:10:41.866" v="110337"/>
          <ac:spMkLst>
            <pc:docMk/>
            <pc:sldMk cId="375535627" sldId="1119"/>
            <ac:spMk id="22" creationId="{43CE9239-0EE7-D2FC-227B-B7034A631827}"/>
          </ac:spMkLst>
        </pc:spChg>
        <pc:spChg chg="mod">
          <ac:chgData name="Palit, Tapti" userId="dec6fbcd-7598-406a-8cbf-504d4a3bac15" providerId="ADAL" clId="{ECD42228-5B96-4A72-B268-C46DF994E6B7}" dt="2024-02-11T15:10:41.866" v="110337"/>
          <ac:spMkLst>
            <pc:docMk/>
            <pc:sldMk cId="375535627" sldId="1119"/>
            <ac:spMk id="24" creationId="{F5CD51B2-87EE-7064-E7D7-B19B32EAFE7F}"/>
          </ac:spMkLst>
        </pc:spChg>
        <pc:spChg chg="mod">
          <ac:chgData name="Palit, Tapti" userId="dec6fbcd-7598-406a-8cbf-504d4a3bac15" providerId="ADAL" clId="{ECD42228-5B96-4A72-B268-C46DF994E6B7}" dt="2024-02-11T15:10:41.866" v="110337"/>
          <ac:spMkLst>
            <pc:docMk/>
            <pc:sldMk cId="375535627" sldId="1119"/>
            <ac:spMk id="25" creationId="{5E3F465C-766F-A164-4BBE-773212467136}"/>
          </ac:spMkLst>
        </pc:spChg>
        <pc:spChg chg="mod">
          <ac:chgData name="Palit, Tapti" userId="dec6fbcd-7598-406a-8cbf-504d4a3bac15" providerId="ADAL" clId="{ECD42228-5B96-4A72-B268-C46DF994E6B7}" dt="2024-02-11T15:10:41.866" v="110337"/>
          <ac:spMkLst>
            <pc:docMk/>
            <pc:sldMk cId="375535627" sldId="1119"/>
            <ac:spMk id="26" creationId="{F713734D-8D50-5C0A-BB2B-E271F1161FBB}"/>
          </ac:spMkLst>
        </pc:spChg>
        <pc:spChg chg="mod">
          <ac:chgData name="Palit, Tapti" userId="dec6fbcd-7598-406a-8cbf-504d4a3bac15" providerId="ADAL" clId="{ECD42228-5B96-4A72-B268-C46DF994E6B7}" dt="2024-02-11T15:10:41.866" v="110337"/>
          <ac:spMkLst>
            <pc:docMk/>
            <pc:sldMk cId="375535627" sldId="1119"/>
            <ac:spMk id="28" creationId="{A808994A-97AD-2FAE-A305-C8A95F501E9F}"/>
          </ac:spMkLst>
        </pc:spChg>
        <pc:spChg chg="mod">
          <ac:chgData name="Palit, Tapti" userId="dec6fbcd-7598-406a-8cbf-504d4a3bac15" providerId="ADAL" clId="{ECD42228-5B96-4A72-B268-C46DF994E6B7}" dt="2024-02-11T15:10:41.866" v="110337"/>
          <ac:spMkLst>
            <pc:docMk/>
            <pc:sldMk cId="375535627" sldId="1119"/>
            <ac:spMk id="31" creationId="{5781F2EB-40EC-5BEC-EED8-6E34DDE4B3CE}"/>
          </ac:spMkLst>
        </pc:spChg>
        <pc:spChg chg="del">
          <ac:chgData name="Palit, Tapti" userId="dec6fbcd-7598-406a-8cbf-504d4a3bac15" providerId="ADAL" clId="{ECD42228-5B96-4A72-B268-C46DF994E6B7}" dt="2024-02-11T15:10:41.264" v="110336" actId="478"/>
          <ac:spMkLst>
            <pc:docMk/>
            <pc:sldMk cId="375535627" sldId="1119"/>
            <ac:spMk id="33" creationId="{99431B00-B6BB-6728-793E-B547162454E1}"/>
          </ac:spMkLst>
        </pc:spChg>
        <pc:spChg chg="del">
          <ac:chgData name="Palit, Tapti" userId="dec6fbcd-7598-406a-8cbf-504d4a3bac15" providerId="ADAL" clId="{ECD42228-5B96-4A72-B268-C46DF994E6B7}" dt="2024-02-11T15:10:41.264" v="110336" actId="478"/>
          <ac:spMkLst>
            <pc:docMk/>
            <pc:sldMk cId="375535627" sldId="1119"/>
            <ac:spMk id="34" creationId="{B3595EF2-2D8F-8DFA-AD64-9F5462C472EA}"/>
          </ac:spMkLst>
        </pc:spChg>
        <pc:spChg chg="del">
          <ac:chgData name="Palit, Tapti" userId="dec6fbcd-7598-406a-8cbf-504d4a3bac15" providerId="ADAL" clId="{ECD42228-5B96-4A72-B268-C46DF994E6B7}" dt="2024-01-29T16:48:26.814" v="81300" actId="478"/>
          <ac:spMkLst>
            <pc:docMk/>
            <pc:sldMk cId="375535627" sldId="1119"/>
            <ac:spMk id="89" creationId="{7F283E79-F947-78A7-3ABA-90551D6F6DC9}"/>
          </ac:spMkLst>
        </pc:spChg>
        <pc:spChg chg="del">
          <ac:chgData name="Palit, Tapti" userId="dec6fbcd-7598-406a-8cbf-504d4a3bac15" providerId="ADAL" clId="{ECD42228-5B96-4A72-B268-C46DF994E6B7}" dt="2024-01-29T16:48:26.814" v="81300" actId="478"/>
          <ac:spMkLst>
            <pc:docMk/>
            <pc:sldMk cId="375535627" sldId="1119"/>
            <ac:spMk id="96" creationId="{68AEEC0B-0C53-93F6-3422-EEAA8D00AB0F}"/>
          </ac:spMkLst>
        </pc:spChg>
        <pc:spChg chg="del">
          <ac:chgData name="Palit, Tapti" userId="dec6fbcd-7598-406a-8cbf-504d4a3bac15" providerId="ADAL" clId="{ECD42228-5B96-4A72-B268-C46DF994E6B7}" dt="2024-01-29T16:48:26.814" v="81300" actId="478"/>
          <ac:spMkLst>
            <pc:docMk/>
            <pc:sldMk cId="375535627" sldId="1119"/>
            <ac:spMk id="97" creationId="{94250A9F-396F-CC42-2343-1F8F28E16C73}"/>
          </ac:spMkLst>
        </pc:spChg>
        <pc:spChg chg="del">
          <ac:chgData name="Palit, Tapti" userId="dec6fbcd-7598-406a-8cbf-504d4a3bac15" providerId="ADAL" clId="{ECD42228-5B96-4A72-B268-C46DF994E6B7}" dt="2024-01-29T16:48:26.814" v="81300" actId="478"/>
          <ac:spMkLst>
            <pc:docMk/>
            <pc:sldMk cId="375535627" sldId="1119"/>
            <ac:spMk id="98" creationId="{F4926BF4-4F84-99BF-7127-10C8F111C4C2}"/>
          </ac:spMkLst>
        </pc:spChg>
        <pc:spChg chg="del">
          <ac:chgData name="Palit, Tapti" userId="dec6fbcd-7598-406a-8cbf-504d4a3bac15" providerId="ADAL" clId="{ECD42228-5B96-4A72-B268-C46DF994E6B7}" dt="2024-01-29T16:48:26.814" v="81300" actId="478"/>
          <ac:spMkLst>
            <pc:docMk/>
            <pc:sldMk cId="375535627" sldId="1119"/>
            <ac:spMk id="99" creationId="{2C60728E-E2CA-BF4E-EC78-412B85E8DF74}"/>
          </ac:spMkLst>
        </pc:spChg>
        <pc:spChg chg="del">
          <ac:chgData name="Palit, Tapti" userId="dec6fbcd-7598-406a-8cbf-504d4a3bac15" providerId="ADAL" clId="{ECD42228-5B96-4A72-B268-C46DF994E6B7}" dt="2024-01-29T16:48:26.814" v="81300" actId="478"/>
          <ac:spMkLst>
            <pc:docMk/>
            <pc:sldMk cId="375535627" sldId="1119"/>
            <ac:spMk id="103" creationId="{6C7E4519-AFB2-C74A-D408-D91915D60281}"/>
          </ac:spMkLst>
        </pc:spChg>
        <pc:spChg chg="del">
          <ac:chgData name="Palit, Tapti" userId="dec6fbcd-7598-406a-8cbf-504d4a3bac15" providerId="ADAL" clId="{ECD42228-5B96-4A72-B268-C46DF994E6B7}" dt="2024-01-29T16:48:26.814" v="81300" actId="478"/>
          <ac:spMkLst>
            <pc:docMk/>
            <pc:sldMk cId="375535627" sldId="1119"/>
            <ac:spMk id="104" creationId="{DA47DFD7-B7D7-4A42-EF7D-ABCF3C032269}"/>
          </ac:spMkLst>
        </pc:spChg>
        <pc:spChg chg="del">
          <ac:chgData name="Palit, Tapti" userId="dec6fbcd-7598-406a-8cbf-504d4a3bac15" providerId="ADAL" clId="{ECD42228-5B96-4A72-B268-C46DF994E6B7}" dt="2024-01-29T16:48:26.814" v="81300" actId="478"/>
          <ac:spMkLst>
            <pc:docMk/>
            <pc:sldMk cId="375535627" sldId="1119"/>
            <ac:spMk id="105" creationId="{CE157EEE-15E2-3608-A05D-08EB11DBAD33}"/>
          </ac:spMkLst>
        </pc:spChg>
        <pc:spChg chg="del">
          <ac:chgData name="Palit, Tapti" userId="dec6fbcd-7598-406a-8cbf-504d4a3bac15" providerId="ADAL" clId="{ECD42228-5B96-4A72-B268-C46DF994E6B7}" dt="2024-01-29T16:48:26.814" v="81300" actId="478"/>
          <ac:spMkLst>
            <pc:docMk/>
            <pc:sldMk cId="375535627" sldId="1119"/>
            <ac:spMk id="107" creationId="{CAC59AC9-31A9-820F-31F1-983FC6E6BAB1}"/>
          </ac:spMkLst>
        </pc:spChg>
        <pc:spChg chg="del">
          <ac:chgData name="Palit, Tapti" userId="dec6fbcd-7598-406a-8cbf-504d4a3bac15" providerId="ADAL" clId="{ECD42228-5B96-4A72-B268-C46DF994E6B7}" dt="2024-01-29T16:48:26.814" v="81300" actId="478"/>
          <ac:spMkLst>
            <pc:docMk/>
            <pc:sldMk cId="375535627" sldId="1119"/>
            <ac:spMk id="108" creationId="{AE0B7C96-162A-7983-F7DE-EC5AC0623AC8}"/>
          </ac:spMkLst>
        </pc:spChg>
        <pc:spChg chg="del">
          <ac:chgData name="Palit, Tapti" userId="dec6fbcd-7598-406a-8cbf-504d4a3bac15" providerId="ADAL" clId="{ECD42228-5B96-4A72-B268-C46DF994E6B7}" dt="2024-01-29T16:48:26.814" v="81300" actId="478"/>
          <ac:spMkLst>
            <pc:docMk/>
            <pc:sldMk cId="375535627" sldId="1119"/>
            <ac:spMk id="110" creationId="{BC232711-1100-962D-EE5F-CAB6B6F40665}"/>
          </ac:spMkLst>
        </pc:spChg>
        <pc:spChg chg="del">
          <ac:chgData name="Palit, Tapti" userId="dec6fbcd-7598-406a-8cbf-504d4a3bac15" providerId="ADAL" clId="{ECD42228-5B96-4A72-B268-C46DF994E6B7}" dt="2024-01-29T16:48:26.814" v="81300" actId="478"/>
          <ac:spMkLst>
            <pc:docMk/>
            <pc:sldMk cId="375535627" sldId="1119"/>
            <ac:spMk id="114" creationId="{0A6EBDBD-7A0B-B01C-0442-096CEBC3F0D1}"/>
          </ac:spMkLst>
        </pc:spChg>
        <pc:spChg chg="del">
          <ac:chgData name="Palit, Tapti" userId="dec6fbcd-7598-406a-8cbf-504d4a3bac15" providerId="ADAL" clId="{ECD42228-5B96-4A72-B268-C46DF994E6B7}" dt="2024-01-29T16:48:26.814" v="81300" actId="478"/>
          <ac:spMkLst>
            <pc:docMk/>
            <pc:sldMk cId="375535627" sldId="1119"/>
            <ac:spMk id="117" creationId="{B52D5980-E65C-0CEF-BB92-8C4DAE30B9D7}"/>
          </ac:spMkLst>
        </pc:spChg>
        <pc:spChg chg="del">
          <ac:chgData name="Palit, Tapti" userId="dec6fbcd-7598-406a-8cbf-504d4a3bac15" providerId="ADAL" clId="{ECD42228-5B96-4A72-B268-C46DF994E6B7}" dt="2024-01-29T16:48:26.814" v="81300" actId="478"/>
          <ac:spMkLst>
            <pc:docMk/>
            <pc:sldMk cId="375535627" sldId="1119"/>
            <ac:spMk id="118" creationId="{A671799D-CDE4-6C38-A10F-1B59A78B0B4A}"/>
          </ac:spMkLst>
        </pc:spChg>
        <pc:spChg chg="del">
          <ac:chgData name="Palit, Tapti" userId="dec6fbcd-7598-406a-8cbf-504d4a3bac15" providerId="ADAL" clId="{ECD42228-5B96-4A72-B268-C46DF994E6B7}" dt="2024-01-29T16:48:26.814" v="81300" actId="478"/>
          <ac:spMkLst>
            <pc:docMk/>
            <pc:sldMk cId="375535627" sldId="1119"/>
            <ac:spMk id="119" creationId="{CCE6DED6-1059-3A9C-F355-274E6934AB53}"/>
          </ac:spMkLst>
        </pc:spChg>
        <pc:spChg chg="del">
          <ac:chgData name="Palit, Tapti" userId="dec6fbcd-7598-406a-8cbf-504d4a3bac15" providerId="ADAL" clId="{ECD42228-5B96-4A72-B268-C46DF994E6B7}" dt="2024-01-29T16:48:26.814" v="81300" actId="478"/>
          <ac:spMkLst>
            <pc:docMk/>
            <pc:sldMk cId="375535627" sldId="1119"/>
            <ac:spMk id="120" creationId="{1FBABAE2-129D-59DB-E52A-1901559DC305}"/>
          </ac:spMkLst>
        </pc:spChg>
        <pc:spChg chg="del">
          <ac:chgData name="Palit, Tapti" userId="dec6fbcd-7598-406a-8cbf-504d4a3bac15" providerId="ADAL" clId="{ECD42228-5B96-4A72-B268-C46DF994E6B7}" dt="2024-01-29T16:48:26.814" v="81300" actId="478"/>
          <ac:spMkLst>
            <pc:docMk/>
            <pc:sldMk cId="375535627" sldId="1119"/>
            <ac:spMk id="121" creationId="{36C14A44-08FE-2DAD-141B-91ED1B59CAD0}"/>
          </ac:spMkLst>
        </pc:spChg>
        <pc:spChg chg="del">
          <ac:chgData name="Palit, Tapti" userId="dec6fbcd-7598-406a-8cbf-504d4a3bac15" providerId="ADAL" clId="{ECD42228-5B96-4A72-B268-C46DF994E6B7}" dt="2024-01-29T16:48:26.814" v="81300" actId="478"/>
          <ac:spMkLst>
            <pc:docMk/>
            <pc:sldMk cId="375535627" sldId="1119"/>
            <ac:spMk id="122" creationId="{5CCE2D50-73BC-CA4F-FE18-0F1E907B6205}"/>
          </ac:spMkLst>
        </pc:spChg>
        <pc:spChg chg="del">
          <ac:chgData name="Palit, Tapti" userId="dec6fbcd-7598-406a-8cbf-504d4a3bac15" providerId="ADAL" clId="{ECD42228-5B96-4A72-B268-C46DF994E6B7}" dt="2024-01-29T16:48:26.814" v="81300" actId="478"/>
          <ac:spMkLst>
            <pc:docMk/>
            <pc:sldMk cId="375535627" sldId="1119"/>
            <ac:spMk id="129" creationId="{2B09296F-57CD-EF18-3C9E-704FDBC22131}"/>
          </ac:spMkLst>
        </pc:spChg>
        <pc:spChg chg="del">
          <ac:chgData name="Palit, Tapti" userId="dec6fbcd-7598-406a-8cbf-504d4a3bac15" providerId="ADAL" clId="{ECD42228-5B96-4A72-B268-C46DF994E6B7}" dt="2024-01-29T16:48:26.814" v="81300" actId="478"/>
          <ac:spMkLst>
            <pc:docMk/>
            <pc:sldMk cId="375535627" sldId="1119"/>
            <ac:spMk id="150" creationId="{89721B6A-856E-7501-1C03-1FCCBA27816B}"/>
          </ac:spMkLst>
        </pc:spChg>
        <pc:grpChg chg="add mod">
          <ac:chgData name="Palit, Tapti" userId="dec6fbcd-7598-406a-8cbf-504d4a3bac15" providerId="ADAL" clId="{ECD42228-5B96-4A72-B268-C46DF994E6B7}" dt="2024-02-11T15:10:41.866" v="110337"/>
          <ac:grpSpMkLst>
            <pc:docMk/>
            <pc:sldMk cId="375535627" sldId="1119"/>
            <ac:grpSpMk id="17" creationId="{FD110959-8639-818B-F923-B4949B51943D}"/>
          </ac:grpSpMkLst>
        </pc:grpChg>
        <pc:grpChg chg="add mod">
          <ac:chgData name="Palit, Tapti" userId="dec6fbcd-7598-406a-8cbf-504d4a3bac15" providerId="ADAL" clId="{ECD42228-5B96-4A72-B268-C46DF994E6B7}" dt="2024-02-11T15:10:41.866" v="110337"/>
          <ac:grpSpMkLst>
            <pc:docMk/>
            <pc:sldMk cId="375535627" sldId="1119"/>
            <ac:grpSpMk id="23" creationId="{F24E3ED1-9EB5-5758-9266-A726CF4CBDFE}"/>
          </ac:grpSpMkLst>
        </pc:grpChg>
        <pc:graphicFrameChg chg="del">
          <ac:chgData name="Palit, Tapti" userId="dec6fbcd-7598-406a-8cbf-504d4a3bac15" providerId="ADAL" clId="{ECD42228-5B96-4A72-B268-C46DF994E6B7}" dt="2024-02-11T15:10:41.264" v="110336" actId="478"/>
          <ac:graphicFrameMkLst>
            <pc:docMk/>
            <pc:sldMk cId="375535627" sldId="1119"/>
            <ac:graphicFrameMk id="11" creationId="{CAEB00BF-1913-3815-B768-94709F4067D0}"/>
          </ac:graphicFrameMkLst>
        </pc:graphicFrameChg>
        <pc:graphicFrameChg chg="del">
          <ac:chgData name="Palit, Tapti" userId="dec6fbcd-7598-406a-8cbf-504d4a3bac15" providerId="ADAL" clId="{ECD42228-5B96-4A72-B268-C46DF994E6B7}" dt="2024-02-11T15:10:41.264" v="110336" actId="478"/>
          <ac:graphicFrameMkLst>
            <pc:docMk/>
            <pc:sldMk cId="375535627" sldId="1119"/>
            <ac:graphicFrameMk id="29" creationId="{E92F9F5C-372F-A9B8-444F-E34437A51BFE}"/>
          </ac:graphicFrameMkLst>
        </pc:graphicFrameChg>
        <pc:cxnChg chg="del mod">
          <ac:chgData name="Palit, Tapti" userId="dec6fbcd-7598-406a-8cbf-504d4a3bac15" providerId="ADAL" clId="{ECD42228-5B96-4A72-B268-C46DF994E6B7}" dt="2024-02-11T15:10:41.264" v="110336" actId="478"/>
          <ac:cxnSpMkLst>
            <pc:docMk/>
            <pc:sldMk cId="375535627" sldId="1119"/>
            <ac:cxnSpMk id="5" creationId="{409E7AA4-FF1D-14EC-625B-7E03FAD962B8}"/>
          </ac:cxnSpMkLst>
        </pc:cxnChg>
        <pc:cxnChg chg="del mod">
          <ac:chgData name="Palit, Tapti" userId="dec6fbcd-7598-406a-8cbf-504d4a3bac15" providerId="ADAL" clId="{ECD42228-5B96-4A72-B268-C46DF994E6B7}" dt="2024-02-11T15:10:41.264" v="110336" actId="478"/>
          <ac:cxnSpMkLst>
            <pc:docMk/>
            <pc:sldMk cId="375535627" sldId="1119"/>
            <ac:cxnSpMk id="9" creationId="{322C07F5-F288-B275-039B-C748C110D31E}"/>
          </ac:cxnSpMkLst>
        </pc:cxnChg>
        <pc:cxnChg chg="add mod">
          <ac:chgData name="Palit, Tapti" userId="dec6fbcd-7598-406a-8cbf-504d4a3bac15" providerId="ADAL" clId="{ECD42228-5B96-4A72-B268-C46DF994E6B7}" dt="2024-02-11T15:10:41.866" v="110337"/>
          <ac:cxnSpMkLst>
            <pc:docMk/>
            <pc:sldMk cId="375535627" sldId="1119"/>
            <ac:cxnSpMk id="12" creationId="{FC6F026B-15E9-F228-2AB1-7362753FE47C}"/>
          </ac:cxnSpMkLst>
        </pc:cxnChg>
        <pc:cxnChg chg="add mod">
          <ac:chgData name="Palit, Tapti" userId="dec6fbcd-7598-406a-8cbf-504d4a3bac15" providerId="ADAL" clId="{ECD42228-5B96-4A72-B268-C46DF994E6B7}" dt="2024-02-11T15:10:41.866" v="110337"/>
          <ac:cxnSpMkLst>
            <pc:docMk/>
            <pc:sldMk cId="375535627" sldId="1119"/>
            <ac:cxnSpMk id="13" creationId="{A0DF71F3-5927-80BD-1240-C4D2CB2BE423}"/>
          </ac:cxnSpMkLst>
        </pc:cxnChg>
        <pc:cxnChg chg="add mod">
          <ac:chgData name="Palit, Tapti" userId="dec6fbcd-7598-406a-8cbf-504d4a3bac15" providerId="ADAL" clId="{ECD42228-5B96-4A72-B268-C46DF994E6B7}" dt="2024-02-11T15:10:41.866" v="110337"/>
          <ac:cxnSpMkLst>
            <pc:docMk/>
            <pc:sldMk cId="375535627" sldId="1119"/>
            <ac:cxnSpMk id="14" creationId="{8316B6AF-181E-468F-DBCD-5E3EE6764BB6}"/>
          </ac:cxnSpMkLst>
        </pc:cxnChg>
        <pc:cxnChg chg="mod">
          <ac:chgData name="Palit, Tapti" userId="dec6fbcd-7598-406a-8cbf-504d4a3bac15" providerId="ADAL" clId="{ECD42228-5B96-4A72-B268-C46DF994E6B7}" dt="2024-02-11T15:10:41.866" v="110337"/>
          <ac:cxnSpMkLst>
            <pc:docMk/>
            <pc:sldMk cId="375535627" sldId="1119"/>
            <ac:cxnSpMk id="21" creationId="{2E3D1DC8-C72F-B856-97BB-DC3B3B5441F2}"/>
          </ac:cxnSpMkLst>
        </pc:cxnChg>
        <pc:cxnChg chg="mod">
          <ac:chgData name="Palit, Tapti" userId="dec6fbcd-7598-406a-8cbf-504d4a3bac15" providerId="ADAL" clId="{ECD42228-5B96-4A72-B268-C46DF994E6B7}" dt="2024-02-11T15:10:41.866" v="110337"/>
          <ac:cxnSpMkLst>
            <pc:docMk/>
            <pc:sldMk cId="375535627" sldId="1119"/>
            <ac:cxnSpMk id="27" creationId="{AFFC1121-705E-4C9B-57A2-F10696D2258A}"/>
          </ac:cxnSpMkLst>
        </pc:cxnChg>
        <pc:cxnChg chg="del mod">
          <ac:chgData name="Palit, Tapti" userId="dec6fbcd-7598-406a-8cbf-504d4a3bac15" providerId="ADAL" clId="{ECD42228-5B96-4A72-B268-C46DF994E6B7}" dt="2024-02-11T15:10:41.264" v="110336" actId="478"/>
          <ac:cxnSpMkLst>
            <pc:docMk/>
            <pc:sldMk cId="375535627" sldId="1119"/>
            <ac:cxnSpMk id="30" creationId="{2CEA86D1-D052-3C1E-2119-304BED842412}"/>
          </ac:cxnSpMkLst>
        </pc:cxnChg>
        <pc:cxnChg chg="mod">
          <ac:chgData name="Palit, Tapti" userId="dec6fbcd-7598-406a-8cbf-504d4a3bac15" providerId="ADAL" clId="{ECD42228-5B96-4A72-B268-C46DF994E6B7}" dt="2024-02-11T15:10:41.866" v="110337"/>
          <ac:cxnSpMkLst>
            <pc:docMk/>
            <pc:sldMk cId="375535627" sldId="1119"/>
            <ac:cxnSpMk id="32" creationId="{BFA33B06-8FBA-8FC1-C0A6-11303C7BF3EF}"/>
          </ac:cxnSpMkLst>
        </pc:cxnChg>
        <pc:cxnChg chg="del mod">
          <ac:chgData name="Palit, Tapti" userId="dec6fbcd-7598-406a-8cbf-504d4a3bac15" providerId="ADAL" clId="{ECD42228-5B96-4A72-B268-C46DF994E6B7}" dt="2024-01-29T16:48:26.814" v="81300" actId="478"/>
          <ac:cxnSpMkLst>
            <pc:docMk/>
            <pc:sldMk cId="375535627" sldId="1119"/>
            <ac:cxnSpMk id="91" creationId="{4550AF6F-9137-0F31-8B03-75438E5A7C2B}"/>
          </ac:cxnSpMkLst>
        </pc:cxnChg>
        <pc:cxnChg chg="del mod">
          <ac:chgData name="Palit, Tapti" userId="dec6fbcd-7598-406a-8cbf-504d4a3bac15" providerId="ADAL" clId="{ECD42228-5B96-4A72-B268-C46DF994E6B7}" dt="2024-01-29T16:48:26.814" v="81300" actId="478"/>
          <ac:cxnSpMkLst>
            <pc:docMk/>
            <pc:sldMk cId="375535627" sldId="1119"/>
            <ac:cxnSpMk id="92" creationId="{A61E719C-7619-13AF-9A81-FA27CDBA6FE1}"/>
          </ac:cxnSpMkLst>
        </pc:cxnChg>
        <pc:cxnChg chg="del mod">
          <ac:chgData name="Palit, Tapti" userId="dec6fbcd-7598-406a-8cbf-504d4a3bac15" providerId="ADAL" clId="{ECD42228-5B96-4A72-B268-C46DF994E6B7}" dt="2024-01-29T16:48:26.814" v="81300" actId="478"/>
          <ac:cxnSpMkLst>
            <pc:docMk/>
            <pc:sldMk cId="375535627" sldId="1119"/>
            <ac:cxnSpMk id="113" creationId="{6ABB52B3-32C9-C0DE-11B7-23087F2BA581}"/>
          </ac:cxnSpMkLst>
        </pc:cxnChg>
        <pc:cxnChg chg="del mod">
          <ac:chgData name="Palit, Tapti" userId="dec6fbcd-7598-406a-8cbf-504d4a3bac15" providerId="ADAL" clId="{ECD42228-5B96-4A72-B268-C46DF994E6B7}" dt="2024-01-29T16:48:26.814" v="81300" actId="478"/>
          <ac:cxnSpMkLst>
            <pc:docMk/>
            <pc:sldMk cId="375535627" sldId="1119"/>
            <ac:cxnSpMk id="134" creationId="{652EBC45-C851-E9FD-4663-289381858A2D}"/>
          </ac:cxnSpMkLst>
        </pc:cxnChg>
        <pc:cxnChg chg="del mod">
          <ac:chgData name="Palit, Tapti" userId="dec6fbcd-7598-406a-8cbf-504d4a3bac15" providerId="ADAL" clId="{ECD42228-5B96-4A72-B268-C46DF994E6B7}" dt="2024-01-29T16:48:26.814" v="81300" actId="478"/>
          <ac:cxnSpMkLst>
            <pc:docMk/>
            <pc:sldMk cId="375535627" sldId="1119"/>
            <ac:cxnSpMk id="137" creationId="{FF2F8006-D1DF-85E8-467C-80E165017E50}"/>
          </ac:cxnSpMkLst>
        </pc:cxnChg>
        <pc:cxnChg chg="del mod">
          <ac:chgData name="Palit, Tapti" userId="dec6fbcd-7598-406a-8cbf-504d4a3bac15" providerId="ADAL" clId="{ECD42228-5B96-4A72-B268-C46DF994E6B7}" dt="2024-01-29T16:48:26.814" v="81300" actId="478"/>
          <ac:cxnSpMkLst>
            <pc:docMk/>
            <pc:sldMk cId="375535627" sldId="1119"/>
            <ac:cxnSpMk id="140" creationId="{4339B1C1-FDE2-B568-F72A-D2661D9D3F9E}"/>
          </ac:cxnSpMkLst>
        </pc:cxnChg>
        <pc:cxnChg chg="del mod">
          <ac:chgData name="Palit, Tapti" userId="dec6fbcd-7598-406a-8cbf-504d4a3bac15" providerId="ADAL" clId="{ECD42228-5B96-4A72-B268-C46DF994E6B7}" dt="2024-01-29T16:48:26.814" v="81300" actId="478"/>
          <ac:cxnSpMkLst>
            <pc:docMk/>
            <pc:sldMk cId="375535627" sldId="1119"/>
            <ac:cxnSpMk id="179" creationId="{49996DEF-F319-2AA6-9B30-27315E38C918}"/>
          </ac:cxnSpMkLst>
        </pc:cxnChg>
      </pc:sldChg>
      <pc:sldChg chg="addSp modSp add del mod">
        <pc:chgData name="Palit, Tapti" userId="dec6fbcd-7598-406a-8cbf-504d4a3bac15" providerId="ADAL" clId="{ECD42228-5B96-4A72-B268-C46DF994E6B7}" dt="2024-01-29T16:57:11.372" v="82395" actId="47"/>
        <pc:sldMkLst>
          <pc:docMk/>
          <pc:sldMk cId="3248595979" sldId="1120"/>
        </pc:sldMkLst>
        <pc:spChg chg="add mod">
          <ac:chgData name="Palit, Tapti" userId="dec6fbcd-7598-406a-8cbf-504d4a3bac15" providerId="ADAL" clId="{ECD42228-5B96-4A72-B268-C46DF994E6B7}" dt="2024-01-29T16:56:09.439" v="82385" actId="1076"/>
          <ac:spMkLst>
            <pc:docMk/>
            <pc:sldMk cId="3248595979" sldId="1120"/>
            <ac:spMk id="10" creationId="{0ACC13D5-74D8-21F7-1E1D-5533F7EC53C4}"/>
          </ac:spMkLst>
        </pc:spChg>
      </pc:sldChg>
      <pc:sldChg chg="addSp delSp modSp add del mod">
        <pc:chgData name="Palit, Tapti" userId="dec6fbcd-7598-406a-8cbf-504d4a3bac15" providerId="ADAL" clId="{ECD42228-5B96-4A72-B268-C46DF994E6B7}" dt="2024-01-29T23:40:55.871" v="82947" actId="2696"/>
        <pc:sldMkLst>
          <pc:docMk/>
          <pc:sldMk cId="1081492446" sldId="1121"/>
        </pc:sldMkLst>
        <pc:spChg chg="mod">
          <ac:chgData name="Palit, Tapti" userId="dec6fbcd-7598-406a-8cbf-504d4a3bac15" providerId="ADAL" clId="{ECD42228-5B96-4A72-B268-C46DF994E6B7}" dt="2024-01-29T23:40:29.055" v="82936" actId="20577"/>
          <ac:spMkLst>
            <pc:docMk/>
            <pc:sldMk cId="1081492446" sldId="1121"/>
            <ac:spMk id="2" creationId="{DF81ABB8-1B14-A1DB-FEB4-C89048CF950D}"/>
          </ac:spMkLst>
        </pc:spChg>
        <pc:spChg chg="mod">
          <ac:chgData name="Palit, Tapti" userId="dec6fbcd-7598-406a-8cbf-504d4a3bac15" providerId="ADAL" clId="{ECD42228-5B96-4A72-B268-C46DF994E6B7}" dt="2024-01-29T16:56:54.189" v="82392" actId="1076"/>
          <ac:spMkLst>
            <pc:docMk/>
            <pc:sldMk cId="1081492446" sldId="1121"/>
            <ac:spMk id="5" creationId="{F5325E51-9A03-34B3-70C8-A9DD4DCF2733}"/>
          </ac:spMkLst>
        </pc:spChg>
        <pc:spChg chg="mod">
          <ac:chgData name="Palit, Tapti" userId="dec6fbcd-7598-406a-8cbf-504d4a3bac15" providerId="ADAL" clId="{ECD42228-5B96-4A72-B268-C46DF994E6B7}" dt="2024-01-29T16:56:54.189" v="82392" actId="1076"/>
          <ac:spMkLst>
            <pc:docMk/>
            <pc:sldMk cId="1081492446" sldId="1121"/>
            <ac:spMk id="8" creationId="{4C34F45F-C406-B79A-70E5-77FF2A2CEE10}"/>
          </ac:spMkLst>
        </pc:spChg>
        <pc:spChg chg="mod">
          <ac:chgData name="Palit, Tapti" userId="dec6fbcd-7598-406a-8cbf-504d4a3bac15" providerId="ADAL" clId="{ECD42228-5B96-4A72-B268-C46DF994E6B7}" dt="2024-01-29T16:56:54.189" v="82392" actId="1076"/>
          <ac:spMkLst>
            <pc:docMk/>
            <pc:sldMk cId="1081492446" sldId="1121"/>
            <ac:spMk id="9" creationId="{E8A3ACF4-A4B5-DAC5-60AF-086B7BB7543A}"/>
          </ac:spMkLst>
        </pc:spChg>
        <pc:spChg chg="del">
          <ac:chgData name="Palit, Tapti" userId="dec6fbcd-7598-406a-8cbf-504d4a3bac15" providerId="ADAL" clId="{ECD42228-5B96-4A72-B268-C46DF994E6B7}" dt="2024-01-29T16:58:01.564" v="82419" actId="478"/>
          <ac:spMkLst>
            <pc:docMk/>
            <pc:sldMk cId="1081492446" sldId="1121"/>
            <ac:spMk id="14" creationId="{0BF84F92-DAAC-13DB-2477-37524B5AD0D5}"/>
          </ac:spMkLst>
        </pc:spChg>
        <pc:spChg chg="mod">
          <ac:chgData name="Palit, Tapti" userId="dec6fbcd-7598-406a-8cbf-504d4a3bac15" providerId="ADAL" clId="{ECD42228-5B96-4A72-B268-C46DF994E6B7}" dt="2024-01-29T16:57:00.238" v="82393" actId="1076"/>
          <ac:spMkLst>
            <pc:docMk/>
            <pc:sldMk cId="1081492446" sldId="1121"/>
            <ac:spMk id="24" creationId="{6497ABFD-BCF8-15EF-C4A2-1E504BF29A13}"/>
          </ac:spMkLst>
        </pc:spChg>
        <pc:spChg chg="mod">
          <ac:chgData name="Palit, Tapti" userId="dec6fbcd-7598-406a-8cbf-504d4a3bac15" providerId="ADAL" clId="{ECD42228-5B96-4A72-B268-C46DF994E6B7}" dt="2024-01-29T16:57:00.238" v="82393" actId="1076"/>
          <ac:spMkLst>
            <pc:docMk/>
            <pc:sldMk cId="1081492446" sldId="1121"/>
            <ac:spMk id="27" creationId="{9D8244E9-5278-3F65-B6C3-9F1D20EE80C4}"/>
          </ac:spMkLst>
        </pc:spChg>
        <pc:spChg chg="mod">
          <ac:chgData name="Palit, Tapti" userId="dec6fbcd-7598-406a-8cbf-504d4a3bac15" providerId="ADAL" clId="{ECD42228-5B96-4A72-B268-C46DF994E6B7}" dt="2024-01-29T16:57:00.238" v="82393" actId="1076"/>
          <ac:spMkLst>
            <pc:docMk/>
            <pc:sldMk cId="1081492446" sldId="1121"/>
            <ac:spMk id="28" creationId="{89EFB966-D926-FE1D-3A0F-09593BBA96B6}"/>
          </ac:spMkLst>
        </pc:spChg>
        <pc:grpChg chg="add mod">
          <ac:chgData name="Palit, Tapti" userId="dec6fbcd-7598-406a-8cbf-504d4a3bac15" providerId="ADAL" clId="{ECD42228-5B96-4A72-B268-C46DF994E6B7}" dt="2024-01-29T16:56:54.189" v="82392" actId="1076"/>
          <ac:grpSpMkLst>
            <pc:docMk/>
            <pc:sldMk cId="1081492446" sldId="1121"/>
            <ac:grpSpMk id="3" creationId="{8802A7CD-C81D-AC14-D8DD-28D452157CA1}"/>
          </ac:grpSpMkLst>
        </pc:grpChg>
        <pc:grpChg chg="add mod">
          <ac:chgData name="Palit, Tapti" userId="dec6fbcd-7598-406a-8cbf-504d4a3bac15" providerId="ADAL" clId="{ECD42228-5B96-4A72-B268-C46DF994E6B7}" dt="2024-01-29T16:57:00.238" v="82393" actId="1076"/>
          <ac:grpSpMkLst>
            <pc:docMk/>
            <pc:sldMk cId="1081492446" sldId="1121"/>
            <ac:grpSpMk id="10" creationId="{A72CF34A-10E8-8AF6-CAA6-8822ED810375}"/>
          </ac:grpSpMkLst>
        </pc:grpChg>
        <pc:picChg chg="mod">
          <ac:chgData name="Palit, Tapti" userId="dec6fbcd-7598-406a-8cbf-504d4a3bac15" providerId="ADAL" clId="{ECD42228-5B96-4A72-B268-C46DF994E6B7}" dt="2024-01-29T16:56:54.189" v="82392" actId="1076"/>
          <ac:picMkLst>
            <pc:docMk/>
            <pc:sldMk cId="1081492446" sldId="1121"/>
            <ac:picMk id="1026" creationId="{CD184DF7-9985-7FE1-7F56-194039AB6F5D}"/>
          </ac:picMkLst>
        </pc:picChg>
        <pc:picChg chg="mod">
          <ac:chgData name="Palit, Tapti" userId="dec6fbcd-7598-406a-8cbf-504d4a3bac15" providerId="ADAL" clId="{ECD42228-5B96-4A72-B268-C46DF994E6B7}" dt="2024-01-29T16:57:00.238" v="82393" actId="1076"/>
          <ac:picMkLst>
            <pc:docMk/>
            <pc:sldMk cId="1081492446" sldId="1121"/>
            <ac:picMk id="1042" creationId="{E33E5CE2-438C-D233-4794-DC9F8C98E60D}"/>
          </ac:picMkLst>
        </pc:picChg>
      </pc:sldChg>
      <pc:sldChg chg="modSp add mod modNotesTx">
        <pc:chgData name="Palit, Tapti" userId="dec6fbcd-7598-406a-8cbf-504d4a3bac15" providerId="ADAL" clId="{ECD42228-5B96-4A72-B268-C46DF994E6B7}" dt="2024-03-10T16:31:17.577" v="116169" actId="20577"/>
        <pc:sldMkLst>
          <pc:docMk/>
          <pc:sldMk cId="2732538138" sldId="1121"/>
        </pc:sldMkLst>
        <pc:spChg chg="mod">
          <ac:chgData name="Palit, Tapti" userId="dec6fbcd-7598-406a-8cbf-504d4a3bac15" providerId="ADAL" clId="{ECD42228-5B96-4A72-B268-C46DF994E6B7}" dt="2024-03-10T16:31:17.577" v="116169" actId="20577"/>
          <ac:spMkLst>
            <pc:docMk/>
            <pc:sldMk cId="2732538138" sldId="1121"/>
            <ac:spMk id="28" creationId="{89EFB966-D926-FE1D-3A0F-09593BBA96B6}"/>
          </ac:spMkLst>
        </pc:spChg>
      </pc:sldChg>
      <pc:sldChg chg="addSp modSp add del mod modNotesTx">
        <pc:chgData name="Palit, Tapti" userId="dec6fbcd-7598-406a-8cbf-504d4a3bac15" providerId="ADAL" clId="{ECD42228-5B96-4A72-B268-C46DF994E6B7}" dt="2024-01-29T23:40:55.871" v="82947" actId="2696"/>
        <pc:sldMkLst>
          <pc:docMk/>
          <pc:sldMk cId="2842448328" sldId="1122"/>
        </pc:sldMkLst>
        <pc:spChg chg="mod">
          <ac:chgData name="Palit, Tapti" userId="dec6fbcd-7598-406a-8cbf-504d4a3bac15" providerId="ADAL" clId="{ECD42228-5B96-4A72-B268-C46DF994E6B7}" dt="2024-01-29T23:40:48.999" v="82946" actId="20577"/>
          <ac:spMkLst>
            <pc:docMk/>
            <pc:sldMk cId="2842448328" sldId="1122"/>
            <ac:spMk id="2" creationId="{DF81ABB8-1B14-A1DB-FEB4-C89048CF950D}"/>
          </ac:spMkLst>
        </pc:spChg>
        <pc:spChg chg="add mod">
          <ac:chgData name="Palit, Tapti" userId="dec6fbcd-7598-406a-8cbf-504d4a3bac15" providerId="ADAL" clId="{ECD42228-5B96-4A72-B268-C46DF994E6B7}" dt="2024-01-29T23:40:44.437" v="82939" actId="14100"/>
          <ac:spMkLst>
            <pc:docMk/>
            <pc:sldMk cId="2842448328" sldId="1122"/>
            <ac:spMk id="11" creationId="{E6C9E4BB-7046-A258-F021-70F6427D7B0B}"/>
          </ac:spMkLst>
        </pc:spChg>
        <pc:spChg chg="add mod">
          <ac:chgData name="Palit, Tapti" userId="dec6fbcd-7598-406a-8cbf-504d4a3bac15" providerId="ADAL" clId="{ECD42228-5B96-4A72-B268-C46DF994E6B7}" dt="2024-01-29T23:40:40.390" v="82938" actId="1076"/>
          <ac:spMkLst>
            <pc:docMk/>
            <pc:sldMk cId="2842448328" sldId="1122"/>
            <ac:spMk id="13" creationId="{1D461FCE-B264-5568-6F2E-EAC0865A939A}"/>
          </ac:spMkLst>
        </pc:spChg>
      </pc:sldChg>
      <pc:sldChg chg="delSp modSp add mod modNotesTx">
        <pc:chgData name="Palit, Tapti" userId="dec6fbcd-7598-406a-8cbf-504d4a3bac15" providerId="ADAL" clId="{ECD42228-5B96-4A72-B268-C46DF994E6B7}" dt="2024-03-10T16:31:23.895" v="116176" actId="20577"/>
        <pc:sldMkLst>
          <pc:docMk/>
          <pc:sldMk cId="4283525494" sldId="1122"/>
        </pc:sldMkLst>
        <pc:spChg chg="mod">
          <ac:chgData name="Palit, Tapti" userId="dec6fbcd-7598-406a-8cbf-504d4a3bac15" providerId="ADAL" clId="{ECD42228-5B96-4A72-B268-C46DF994E6B7}" dt="2024-02-08T20:39:36.473" v="100661" actId="692"/>
          <ac:spMkLst>
            <pc:docMk/>
            <pc:sldMk cId="4283525494" sldId="1122"/>
            <ac:spMk id="11" creationId="{E6C9E4BB-7046-A258-F021-70F6427D7B0B}"/>
          </ac:spMkLst>
        </pc:spChg>
        <pc:spChg chg="mod">
          <ac:chgData name="Palit, Tapti" userId="dec6fbcd-7598-406a-8cbf-504d4a3bac15" providerId="ADAL" clId="{ECD42228-5B96-4A72-B268-C46DF994E6B7}" dt="2024-02-09T04:31:45.298" v="104422" actId="207"/>
          <ac:spMkLst>
            <pc:docMk/>
            <pc:sldMk cId="4283525494" sldId="1122"/>
            <ac:spMk id="13" creationId="{1D461FCE-B264-5568-6F2E-EAC0865A939A}"/>
          </ac:spMkLst>
        </pc:spChg>
        <pc:spChg chg="del">
          <ac:chgData name="Palit, Tapti" userId="dec6fbcd-7598-406a-8cbf-504d4a3bac15" providerId="ADAL" clId="{ECD42228-5B96-4A72-B268-C46DF994E6B7}" dt="2024-01-29T23:41:37.825" v="82949" actId="478"/>
          <ac:spMkLst>
            <pc:docMk/>
            <pc:sldMk cId="4283525494" sldId="1122"/>
            <ac:spMk id="14" creationId="{0BF84F92-DAAC-13DB-2477-37524B5AD0D5}"/>
          </ac:spMkLst>
        </pc:spChg>
        <pc:spChg chg="mod">
          <ac:chgData name="Palit, Tapti" userId="dec6fbcd-7598-406a-8cbf-504d4a3bac15" providerId="ADAL" clId="{ECD42228-5B96-4A72-B268-C46DF994E6B7}" dt="2024-03-10T16:31:23.895" v="116176" actId="20577"/>
          <ac:spMkLst>
            <pc:docMk/>
            <pc:sldMk cId="4283525494" sldId="1122"/>
            <ac:spMk id="28" creationId="{89EFB966-D926-FE1D-3A0F-09593BBA96B6}"/>
          </ac:spMkLst>
        </pc:spChg>
      </pc:sldChg>
      <pc:sldChg chg="del">
        <pc:chgData name="Palit, Tapti" userId="dec6fbcd-7598-406a-8cbf-504d4a3bac15" providerId="ADAL" clId="{ECD42228-5B96-4A72-B268-C46DF994E6B7}" dt="2024-01-30T15:45:42.468" v="91912" actId="47"/>
        <pc:sldMkLst>
          <pc:docMk/>
          <pc:sldMk cId="1400518434" sldId="1123"/>
        </pc:sldMkLst>
      </pc:sldChg>
      <pc:sldChg chg="add del mod ord modShow">
        <pc:chgData name="Palit, Tapti" userId="dec6fbcd-7598-406a-8cbf-504d4a3bac15" providerId="ADAL" clId="{ECD42228-5B96-4A72-B268-C46DF994E6B7}" dt="2024-02-07T01:13:55.108" v="98826" actId="47"/>
        <pc:sldMkLst>
          <pc:docMk/>
          <pc:sldMk cId="2109658825" sldId="1124"/>
        </pc:sldMkLst>
      </pc:sldChg>
      <pc:sldChg chg="addSp delSp modSp new del mod delAnim modAnim chgLayout">
        <pc:chgData name="Palit, Tapti" userId="dec6fbcd-7598-406a-8cbf-504d4a3bac15" providerId="ADAL" clId="{ECD42228-5B96-4A72-B268-C46DF994E6B7}" dt="2024-01-31T01:49:36.738" v="95007" actId="2696"/>
        <pc:sldMkLst>
          <pc:docMk/>
          <pc:sldMk cId="3896687080" sldId="1124"/>
        </pc:sldMkLst>
        <pc:spChg chg="add del mod">
          <ac:chgData name="Palit, Tapti" userId="dec6fbcd-7598-406a-8cbf-504d4a3bac15" providerId="ADAL" clId="{ECD42228-5B96-4A72-B268-C46DF994E6B7}" dt="2024-01-31T01:29:50.246" v="94872" actId="21"/>
          <ac:spMkLst>
            <pc:docMk/>
            <pc:sldMk cId="3896687080" sldId="1124"/>
            <ac:spMk id="2" creationId="{8AFA1C2D-F87D-643E-8627-6197110AD817}"/>
          </ac:spMkLst>
        </pc:spChg>
        <pc:spChg chg="del">
          <ac:chgData name="Palit, Tapti" userId="dec6fbcd-7598-406a-8cbf-504d4a3bac15" providerId="ADAL" clId="{ECD42228-5B96-4A72-B268-C46DF994E6B7}" dt="2024-01-30T06:44:21.654" v="90287" actId="478"/>
          <ac:spMkLst>
            <pc:docMk/>
            <pc:sldMk cId="3896687080" sldId="1124"/>
            <ac:spMk id="2" creationId="{D8138FA2-5308-9D18-0E29-840BE09AF7A0}"/>
          </ac:spMkLst>
        </pc:spChg>
        <pc:spChg chg="mod ord">
          <ac:chgData name="Palit, Tapti" userId="dec6fbcd-7598-406a-8cbf-504d4a3bac15" providerId="ADAL" clId="{ECD42228-5B96-4A72-B268-C46DF994E6B7}" dt="2024-01-30T06:52:49.750" v="90432" actId="6264"/>
          <ac:spMkLst>
            <pc:docMk/>
            <pc:sldMk cId="3896687080" sldId="1124"/>
            <ac:spMk id="3" creationId="{342A55F9-3996-82C4-B8EC-4BB9EEC6C8CB}"/>
          </ac:spMkLst>
        </pc:spChg>
        <pc:spChg chg="mod ord">
          <ac:chgData name="Palit, Tapti" userId="dec6fbcd-7598-406a-8cbf-504d4a3bac15" providerId="ADAL" clId="{ECD42228-5B96-4A72-B268-C46DF994E6B7}" dt="2024-01-30T06:52:49.750" v="90432" actId="6264"/>
          <ac:spMkLst>
            <pc:docMk/>
            <pc:sldMk cId="3896687080" sldId="1124"/>
            <ac:spMk id="4" creationId="{8CB07219-029D-2B76-7E92-E9C20EC2F97E}"/>
          </ac:spMkLst>
        </pc:spChg>
        <pc:spChg chg="add mod">
          <ac:chgData name="Palit, Tapti" userId="dec6fbcd-7598-406a-8cbf-504d4a3bac15" providerId="ADAL" clId="{ECD42228-5B96-4A72-B268-C46DF994E6B7}" dt="2024-01-31T01:38:30.648" v="94924" actId="1076"/>
          <ac:spMkLst>
            <pc:docMk/>
            <pc:sldMk cId="3896687080" sldId="1124"/>
            <ac:spMk id="7" creationId="{5D680613-8C39-0F80-07B0-E18CBD60942D}"/>
          </ac:spMkLst>
        </pc:spChg>
        <pc:spChg chg="del mod">
          <ac:chgData name="Palit, Tapti" userId="dec6fbcd-7598-406a-8cbf-504d4a3bac15" providerId="ADAL" clId="{ECD42228-5B96-4A72-B268-C46DF994E6B7}" dt="2024-01-30T06:55:00.880" v="90463" actId="478"/>
          <ac:spMkLst>
            <pc:docMk/>
            <pc:sldMk cId="3896687080" sldId="1124"/>
            <ac:spMk id="9" creationId="{7E209AFC-6299-AB3E-D433-FF0D56D97166}"/>
          </ac:spMkLst>
        </pc:spChg>
        <pc:spChg chg="add mod">
          <ac:chgData name="Palit, Tapti" userId="dec6fbcd-7598-406a-8cbf-504d4a3bac15" providerId="ADAL" clId="{ECD42228-5B96-4A72-B268-C46DF994E6B7}" dt="2024-01-31T01:38:30.648" v="94924" actId="1076"/>
          <ac:spMkLst>
            <pc:docMk/>
            <pc:sldMk cId="3896687080" sldId="1124"/>
            <ac:spMk id="9" creationId="{FC6F2B38-43C4-5065-ADB2-E53605B2F595}"/>
          </ac:spMkLst>
        </pc:spChg>
        <pc:spChg chg="del mod topLvl">
          <ac:chgData name="Palit, Tapti" userId="dec6fbcd-7598-406a-8cbf-504d4a3bac15" providerId="ADAL" clId="{ECD42228-5B96-4A72-B268-C46DF994E6B7}" dt="2024-01-30T06:55:04.559" v="90464" actId="478"/>
          <ac:spMkLst>
            <pc:docMk/>
            <pc:sldMk cId="3896687080" sldId="1124"/>
            <ac:spMk id="10" creationId="{210BB515-FDD7-1942-7CDF-5F5D35E452B0}"/>
          </ac:spMkLst>
        </pc:spChg>
        <pc:spChg chg="del mod">
          <ac:chgData name="Palit, Tapti" userId="dec6fbcd-7598-406a-8cbf-504d4a3bac15" providerId="ADAL" clId="{ECD42228-5B96-4A72-B268-C46DF994E6B7}" dt="2024-01-30T06:46:39.169" v="90344" actId="478"/>
          <ac:spMkLst>
            <pc:docMk/>
            <pc:sldMk cId="3896687080" sldId="1124"/>
            <ac:spMk id="11" creationId="{4BFCFC33-67FC-7F4F-3BCE-F6914F5B2E6C}"/>
          </ac:spMkLst>
        </pc:spChg>
        <pc:spChg chg="del mod">
          <ac:chgData name="Palit, Tapti" userId="dec6fbcd-7598-406a-8cbf-504d4a3bac15" providerId="ADAL" clId="{ECD42228-5B96-4A72-B268-C46DF994E6B7}" dt="2024-01-30T06:46:40.622" v="90345" actId="478"/>
          <ac:spMkLst>
            <pc:docMk/>
            <pc:sldMk cId="3896687080" sldId="1124"/>
            <ac:spMk id="12" creationId="{86E0F82F-CAAA-14F6-547C-35B2E26A76E9}"/>
          </ac:spMkLst>
        </pc:spChg>
        <pc:spChg chg="mod">
          <ac:chgData name="Palit, Tapti" userId="dec6fbcd-7598-406a-8cbf-504d4a3bac15" providerId="ADAL" clId="{ECD42228-5B96-4A72-B268-C46DF994E6B7}" dt="2024-01-31T01:38:30.648" v="94924" actId="1076"/>
          <ac:spMkLst>
            <pc:docMk/>
            <pc:sldMk cId="3896687080" sldId="1124"/>
            <ac:spMk id="13" creationId="{707E6CCA-D4B3-EA2E-874E-42B5B36DD585}"/>
          </ac:spMkLst>
        </pc:spChg>
        <pc:spChg chg="mod">
          <ac:chgData name="Palit, Tapti" userId="dec6fbcd-7598-406a-8cbf-504d4a3bac15" providerId="ADAL" clId="{ECD42228-5B96-4A72-B268-C46DF994E6B7}" dt="2024-01-31T01:38:30.648" v="94924" actId="1076"/>
          <ac:spMkLst>
            <pc:docMk/>
            <pc:sldMk cId="3896687080" sldId="1124"/>
            <ac:spMk id="14" creationId="{DEFE99F6-F2CA-B3F9-B162-81D78A6EBD59}"/>
          </ac:spMkLst>
        </pc:spChg>
        <pc:spChg chg="del mod">
          <ac:chgData name="Palit, Tapti" userId="dec6fbcd-7598-406a-8cbf-504d4a3bac15" providerId="ADAL" clId="{ECD42228-5B96-4A72-B268-C46DF994E6B7}" dt="2024-01-30T06:46:27.137" v="90340" actId="478"/>
          <ac:spMkLst>
            <pc:docMk/>
            <pc:sldMk cId="3896687080" sldId="1124"/>
            <ac:spMk id="15" creationId="{53676947-CA30-9569-1625-5ACF6590544C}"/>
          </ac:spMkLst>
        </pc:spChg>
        <pc:spChg chg="del mod">
          <ac:chgData name="Palit, Tapti" userId="dec6fbcd-7598-406a-8cbf-504d4a3bac15" providerId="ADAL" clId="{ECD42228-5B96-4A72-B268-C46DF994E6B7}" dt="2024-01-30T06:46:30.156" v="90341" actId="478"/>
          <ac:spMkLst>
            <pc:docMk/>
            <pc:sldMk cId="3896687080" sldId="1124"/>
            <ac:spMk id="16" creationId="{D5725E9D-2F64-17FE-9BFC-C3D95838CD1C}"/>
          </ac:spMkLst>
        </pc:spChg>
        <pc:spChg chg="add del mod">
          <ac:chgData name="Palit, Tapti" userId="dec6fbcd-7598-406a-8cbf-504d4a3bac15" providerId="ADAL" clId="{ECD42228-5B96-4A72-B268-C46DF994E6B7}" dt="2024-01-30T06:47:46.043" v="90357" actId="478"/>
          <ac:spMkLst>
            <pc:docMk/>
            <pc:sldMk cId="3896687080" sldId="1124"/>
            <ac:spMk id="18" creationId="{EC9C869C-357B-9CFA-16E1-ECB097B0BBE0}"/>
          </ac:spMkLst>
        </pc:spChg>
        <pc:spChg chg="mod">
          <ac:chgData name="Palit, Tapti" userId="dec6fbcd-7598-406a-8cbf-504d4a3bac15" providerId="ADAL" clId="{ECD42228-5B96-4A72-B268-C46DF994E6B7}" dt="2024-01-30T06:47:30.403" v="90352"/>
          <ac:spMkLst>
            <pc:docMk/>
            <pc:sldMk cId="3896687080" sldId="1124"/>
            <ac:spMk id="20" creationId="{7B08B087-4056-CB04-EFE3-EE6FDCEC262D}"/>
          </ac:spMkLst>
        </pc:spChg>
        <pc:spChg chg="mod">
          <ac:chgData name="Palit, Tapti" userId="dec6fbcd-7598-406a-8cbf-504d4a3bac15" providerId="ADAL" clId="{ECD42228-5B96-4A72-B268-C46DF994E6B7}" dt="2024-01-30T06:47:30.403" v="90352"/>
          <ac:spMkLst>
            <pc:docMk/>
            <pc:sldMk cId="3896687080" sldId="1124"/>
            <ac:spMk id="21" creationId="{6E2FE323-111B-195B-2163-C3802FD4A598}"/>
          </ac:spMkLst>
        </pc:spChg>
        <pc:spChg chg="mod">
          <ac:chgData name="Palit, Tapti" userId="dec6fbcd-7598-406a-8cbf-504d4a3bac15" providerId="ADAL" clId="{ECD42228-5B96-4A72-B268-C46DF994E6B7}" dt="2024-01-30T06:47:30.403" v="90352"/>
          <ac:spMkLst>
            <pc:docMk/>
            <pc:sldMk cId="3896687080" sldId="1124"/>
            <ac:spMk id="23" creationId="{A6523CEF-367C-F5DF-A1DA-0D75FC4FF623}"/>
          </ac:spMkLst>
        </pc:spChg>
        <pc:spChg chg="mod">
          <ac:chgData name="Palit, Tapti" userId="dec6fbcd-7598-406a-8cbf-504d4a3bac15" providerId="ADAL" clId="{ECD42228-5B96-4A72-B268-C46DF994E6B7}" dt="2024-01-30T06:47:30.403" v="90352"/>
          <ac:spMkLst>
            <pc:docMk/>
            <pc:sldMk cId="3896687080" sldId="1124"/>
            <ac:spMk id="24" creationId="{00085288-B7A7-A8ED-711E-5EBFC9CC0B2C}"/>
          </ac:spMkLst>
        </pc:spChg>
        <pc:spChg chg="mod">
          <ac:chgData name="Palit, Tapti" userId="dec6fbcd-7598-406a-8cbf-504d4a3bac15" providerId="ADAL" clId="{ECD42228-5B96-4A72-B268-C46DF994E6B7}" dt="2024-01-30T06:47:30.403" v="90352"/>
          <ac:spMkLst>
            <pc:docMk/>
            <pc:sldMk cId="3896687080" sldId="1124"/>
            <ac:spMk id="25" creationId="{BEACB857-9567-1FB6-C103-CE7715B2824F}"/>
          </ac:spMkLst>
        </pc:spChg>
        <pc:spChg chg="mod">
          <ac:chgData name="Palit, Tapti" userId="dec6fbcd-7598-406a-8cbf-504d4a3bac15" providerId="ADAL" clId="{ECD42228-5B96-4A72-B268-C46DF994E6B7}" dt="2024-01-30T06:47:30.403" v="90352"/>
          <ac:spMkLst>
            <pc:docMk/>
            <pc:sldMk cId="3896687080" sldId="1124"/>
            <ac:spMk id="26" creationId="{C1DBD8F2-6BC9-9EC1-CF7B-A32766D9F7A8}"/>
          </ac:spMkLst>
        </pc:spChg>
        <pc:spChg chg="mod">
          <ac:chgData name="Palit, Tapti" userId="dec6fbcd-7598-406a-8cbf-504d4a3bac15" providerId="ADAL" clId="{ECD42228-5B96-4A72-B268-C46DF994E6B7}" dt="2024-01-30T06:47:30.403" v="90352"/>
          <ac:spMkLst>
            <pc:docMk/>
            <pc:sldMk cId="3896687080" sldId="1124"/>
            <ac:spMk id="27" creationId="{90E54158-AEDA-1CE7-42AB-87F3C6927310}"/>
          </ac:spMkLst>
        </pc:spChg>
        <pc:spChg chg="add mod">
          <ac:chgData name="Palit, Tapti" userId="dec6fbcd-7598-406a-8cbf-504d4a3bac15" providerId="ADAL" clId="{ECD42228-5B96-4A72-B268-C46DF994E6B7}" dt="2024-01-31T01:38:30.648" v="94924" actId="1076"/>
          <ac:spMkLst>
            <pc:docMk/>
            <pc:sldMk cId="3896687080" sldId="1124"/>
            <ac:spMk id="29" creationId="{C326CCA7-FA18-97E3-801C-B404519E12AC}"/>
          </ac:spMkLst>
        </pc:spChg>
        <pc:spChg chg="add del mod">
          <ac:chgData name="Palit, Tapti" userId="dec6fbcd-7598-406a-8cbf-504d4a3bac15" providerId="ADAL" clId="{ECD42228-5B96-4A72-B268-C46DF994E6B7}" dt="2024-01-30T06:54:15.533" v="90454" actId="478"/>
          <ac:spMkLst>
            <pc:docMk/>
            <pc:sldMk cId="3896687080" sldId="1124"/>
            <ac:spMk id="30" creationId="{50A85849-589D-94B4-377B-7088D051A4D7}"/>
          </ac:spMkLst>
        </pc:spChg>
        <pc:spChg chg="add mod">
          <ac:chgData name="Palit, Tapti" userId="dec6fbcd-7598-406a-8cbf-504d4a3bac15" providerId="ADAL" clId="{ECD42228-5B96-4A72-B268-C46DF994E6B7}" dt="2024-01-31T01:38:30.648" v="94924" actId="1076"/>
          <ac:spMkLst>
            <pc:docMk/>
            <pc:sldMk cId="3896687080" sldId="1124"/>
            <ac:spMk id="31" creationId="{A44AD7C1-DF53-3446-3B22-9012B6CA3455}"/>
          </ac:spMkLst>
        </pc:spChg>
        <pc:spChg chg="add mod">
          <ac:chgData name="Palit, Tapti" userId="dec6fbcd-7598-406a-8cbf-504d4a3bac15" providerId="ADAL" clId="{ECD42228-5B96-4A72-B268-C46DF994E6B7}" dt="2024-01-31T01:38:30.648" v="94924" actId="1076"/>
          <ac:spMkLst>
            <pc:docMk/>
            <pc:sldMk cId="3896687080" sldId="1124"/>
            <ac:spMk id="32" creationId="{28E6B5CE-DD28-EBD7-4DC1-AFF2D994D22D}"/>
          </ac:spMkLst>
        </pc:spChg>
        <pc:spChg chg="add mod">
          <ac:chgData name="Palit, Tapti" userId="dec6fbcd-7598-406a-8cbf-504d4a3bac15" providerId="ADAL" clId="{ECD42228-5B96-4A72-B268-C46DF994E6B7}" dt="2024-01-31T01:38:30.648" v="94924" actId="1076"/>
          <ac:spMkLst>
            <pc:docMk/>
            <pc:sldMk cId="3896687080" sldId="1124"/>
            <ac:spMk id="33" creationId="{891A046A-6CBE-3879-CD36-50A8615298C5}"/>
          </ac:spMkLst>
        </pc:spChg>
        <pc:spChg chg="add mod">
          <ac:chgData name="Palit, Tapti" userId="dec6fbcd-7598-406a-8cbf-504d4a3bac15" providerId="ADAL" clId="{ECD42228-5B96-4A72-B268-C46DF994E6B7}" dt="2024-01-31T01:38:30.648" v="94924" actId="1076"/>
          <ac:spMkLst>
            <pc:docMk/>
            <pc:sldMk cId="3896687080" sldId="1124"/>
            <ac:spMk id="34" creationId="{33C6B0A7-08DB-6DD4-0DDC-C3D6E3DDCFF1}"/>
          </ac:spMkLst>
        </pc:spChg>
        <pc:spChg chg="del mod">
          <ac:chgData name="Palit, Tapti" userId="dec6fbcd-7598-406a-8cbf-504d4a3bac15" providerId="ADAL" clId="{ECD42228-5B96-4A72-B268-C46DF994E6B7}" dt="2024-01-30T06:53:13.931" v="90438" actId="478"/>
          <ac:spMkLst>
            <pc:docMk/>
            <pc:sldMk cId="3896687080" sldId="1124"/>
            <ac:spMk id="59" creationId="{A03F7B58-C380-4275-5E63-4440246092EB}"/>
          </ac:spMkLst>
        </pc:spChg>
        <pc:spChg chg="del mod">
          <ac:chgData name="Palit, Tapti" userId="dec6fbcd-7598-406a-8cbf-504d4a3bac15" providerId="ADAL" clId="{ECD42228-5B96-4A72-B268-C46DF994E6B7}" dt="2024-01-30T06:53:17.744" v="90439" actId="478"/>
          <ac:spMkLst>
            <pc:docMk/>
            <pc:sldMk cId="3896687080" sldId="1124"/>
            <ac:spMk id="60" creationId="{BB417B65-7E80-B118-4535-32442A59FD7B}"/>
          </ac:spMkLst>
        </pc:spChg>
        <pc:spChg chg="add del mod">
          <ac:chgData name="Palit, Tapti" userId="dec6fbcd-7598-406a-8cbf-504d4a3bac15" providerId="ADAL" clId="{ECD42228-5B96-4A72-B268-C46DF994E6B7}" dt="2024-01-30T06:52:49.750" v="90432" actId="6264"/>
          <ac:spMkLst>
            <pc:docMk/>
            <pc:sldMk cId="3896687080" sldId="1124"/>
            <ac:spMk id="3078" creationId="{182E18F3-25EE-7F69-D967-536F16488FDB}"/>
          </ac:spMkLst>
        </pc:spChg>
        <pc:spChg chg="add del mod">
          <ac:chgData name="Palit, Tapti" userId="dec6fbcd-7598-406a-8cbf-504d4a3bac15" providerId="ADAL" clId="{ECD42228-5B96-4A72-B268-C46DF994E6B7}" dt="2024-01-30T06:52:49.750" v="90432" actId="6264"/>
          <ac:spMkLst>
            <pc:docMk/>
            <pc:sldMk cId="3896687080" sldId="1124"/>
            <ac:spMk id="3079" creationId="{33ED5C47-88CD-ECAA-841D-C76A27E18E6F}"/>
          </ac:spMkLst>
        </pc:spChg>
        <pc:spChg chg="add del mod ord">
          <ac:chgData name="Palit, Tapti" userId="dec6fbcd-7598-406a-8cbf-504d4a3bac15" providerId="ADAL" clId="{ECD42228-5B96-4A72-B268-C46DF994E6B7}" dt="2024-01-30T06:53:27.229" v="90441" actId="478"/>
          <ac:spMkLst>
            <pc:docMk/>
            <pc:sldMk cId="3896687080" sldId="1124"/>
            <ac:spMk id="3080" creationId="{58A710BC-6863-4C62-B1B3-C4B2C498C71E}"/>
          </ac:spMkLst>
        </pc:spChg>
        <pc:spChg chg="add del mod">
          <ac:chgData name="Palit, Tapti" userId="dec6fbcd-7598-406a-8cbf-504d4a3bac15" providerId="ADAL" clId="{ECD42228-5B96-4A72-B268-C46DF994E6B7}" dt="2024-01-31T01:34:36.064" v="94893" actId="478"/>
          <ac:spMkLst>
            <pc:docMk/>
            <pc:sldMk cId="3896687080" sldId="1124"/>
            <ac:spMk id="3085" creationId="{937AA10A-920F-7D1C-E6FD-72A56F97A0FD}"/>
          </ac:spMkLst>
        </pc:spChg>
        <pc:spChg chg="add del mod">
          <ac:chgData name="Palit, Tapti" userId="dec6fbcd-7598-406a-8cbf-504d4a3bac15" providerId="ADAL" clId="{ECD42228-5B96-4A72-B268-C46DF994E6B7}" dt="2024-01-31T01:34:50.252" v="94896" actId="478"/>
          <ac:spMkLst>
            <pc:docMk/>
            <pc:sldMk cId="3896687080" sldId="1124"/>
            <ac:spMk id="3086" creationId="{593A451B-4039-0269-4EA6-9815307733E4}"/>
          </ac:spMkLst>
        </pc:spChg>
        <pc:spChg chg="add del mod">
          <ac:chgData name="Palit, Tapti" userId="dec6fbcd-7598-406a-8cbf-504d4a3bac15" providerId="ADAL" clId="{ECD42228-5B96-4A72-B268-C46DF994E6B7}" dt="2024-01-31T01:34:50.252" v="94896" actId="478"/>
          <ac:spMkLst>
            <pc:docMk/>
            <pc:sldMk cId="3896687080" sldId="1124"/>
            <ac:spMk id="3087" creationId="{E3EFACA3-3B4E-16BF-3ABD-68240EA45F15}"/>
          </ac:spMkLst>
        </pc:spChg>
        <pc:spChg chg="add del mod">
          <ac:chgData name="Palit, Tapti" userId="dec6fbcd-7598-406a-8cbf-504d4a3bac15" providerId="ADAL" clId="{ECD42228-5B96-4A72-B268-C46DF994E6B7}" dt="2024-01-31T01:34:50.252" v="94896" actId="478"/>
          <ac:spMkLst>
            <pc:docMk/>
            <pc:sldMk cId="3896687080" sldId="1124"/>
            <ac:spMk id="3088" creationId="{B04B1324-C379-9F9B-9E7E-50965A3855BD}"/>
          </ac:spMkLst>
        </pc:spChg>
        <pc:spChg chg="add del mod">
          <ac:chgData name="Palit, Tapti" userId="dec6fbcd-7598-406a-8cbf-504d4a3bac15" providerId="ADAL" clId="{ECD42228-5B96-4A72-B268-C46DF994E6B7}" dt="2024-01-31T01:34:50.252" v="94896" actId="478"/>
          <ac:spMkLst>
            <pc:docMk/>
            <pc:sldMk cId="3896687080" sldId="1124"/>
            <ac:spMk id="3089" creationId="{23DAFF67-80EC-95B5-9B8A-D8D7CA604A4F}"/>
          </ac:spMkLst>
        </pc:spChg>
        <pc:spChg chg="add del mod">
          <ac:chgData name="Palit, Tapti" userId="dec6fbcd-7598-406a-8cbf-504d4a3bac15" providerId="ADAL" clId="{ECD42228-5B96-4A72-B268-C46DF994E6B7}" dt="2024-01-31T01:34:32.837" v="94892" actId="478"/>
          <ac:spMkLst>
            <pc:docMk/>
            <pc:sldMk cId="3896687080" sldId="1124"/>
            <ac:spMk id="3090" creationId="{B126A3A6-B265-F1A1-A733-9F313E351DDB}"/>
          </ac:spMkLst>
        </pc:spChg>
        <pc:spChg chg="add del mod">
          <ac:chgData name="Palit, Tapti" userId="dec6fbcd-7598-406a-8cbf-504d4a3bac15" providerId="ADAL" clId="{ECD42228-5B96-4A72-B268-C46DF994E6B7}" dt="2024-01-31T01:34:50.252" v="94896" actId="478"/>
          <ac:spMkLst>
            <pc:docMk/>
            <pc:sldMk cId="3896687080" sldId="1124"/>
            <ac:spMk id="3091" creationId="{3B783634-7737-5FEC-B331-BFFC619FAAC7}"/>
          </ac:spMkLst>
        </pc:spChg>
        <pc:spChg chg="add del mod">
          <ac:chgData name="Palit, Tapti" userId="dec6fbcd-7598-406a-8cbf-504d4a3bac15" providerId="ADAL" clId="{ECD42228-5B96-4A72-B268-C46DF994E6B7}" dt="2024-01-31T01:34:41.422" v="94895" actId="478"/>
          <ac:spMkLst>
            <pc:docMk/>
            <pc:sldMk cId="3896687080" sldId="1124"/>
            <ac:spMk id="3092" creationId="{1D4469DD-DFF5-6BCA-C426-69303DCE5146}"/>
          </ac:spMkLst>
        </pc:spChg>
        <pc:spChg chg="add del mod">
          <ac:chgData name="Palit, Tapti" userId="dec6fbcd-7598-406a-8cbf-504d4a3bac15" providerId="ADAL" clId="{ECD42228-5B96-4A72-B268-C46DF994E6B7}" dt="2024-01-31T01:34:50.252" v="94896" actId="478"/>
          <ac:spMkLst>
            <pc:docMk/>
            <pc:sldMk cId="3896687080" sldId="1124"/>
            <ac:spMk id="3093" creationId="{685789C6-FF8C-162A-12CF-483786111FC9}"/>
          </ac:spMkLst>
        </pc:spChg>
        <pc:spChg chg="add del mod">
          <ac:chgData name="Palit, Tapti" userId="dec6fbcd-7598-406a-8cbf-504d4a3bac15" providerId="ADAL" clId="{ECD42228-5B96-4A72-B268-C46DF994E6B7}" dt="2024-01-31T01:34:39.085" v="94894" actId="478"/>
          <ac:spMkLst>
            <pc:docMk/>
            <pc:sldMk cId="3896687080" sldId="1124"/>
            <ac:spMk id="3094" creationId="{7E59F2A6-2A43-BC8E-C3D9-864B95B5273E}"/>
          </ac:spMkLst>
        </pc:spChg>
        <pc:grpChg chg="add del mod">
          <ac:chgData name="Palit, Tapti" userId="dec6fbcd-7598-406a-8cbf-504d4a3bac15" providerId="ADAL" clId="{ECD42228-5B96-4A72-B268-C46DF994E6B7}" dt="2024-01-30T06:55:04.559" v="90464" actId="478"/>
          <ac:grpSpMkLst>
            <pc:docMk/>
            <pc:sldMk cId="3896687080" sldId="1124"/>
            <ac:grpSpMk id="7" creationId="{3E0184B1-56EF-98A2-7FAE-9435B709A4C4}"/>
          </ac:grpSpMkLst>
        </pc:grpChg>
        <pc:grpChg chg="mod topLvl">
          <ac:chgData name="Palit, Tapti" userId="dec6fbcd-7598-406a-8cbf-504d4a3bac15" providerId="ADAL" clId="{ECD42228-5B96-4A72-B268-C46DF994E6B7}" dt="2024-01-31T01:38:30.648" v="94924" actId="1076"/>
          <ac:grpSpMkLst>
            <pc:docMk/>
            <pc:sldMk cId="3896687080" sldId="1124"/>
            <ac:grpSpMk id="8" creationId="{221518ED-C698-FC8F-70EC-01BBC2F703A1}"/>
          </ac:grpSpMkLst>
        </pc:grpChg>
        <pc:grpChg chg="add mod">
          <ac:chgData name="Palit, Tapti" userId="dec6fbcd-7598-406a-8cbf-504d4a3bac15" providerId="ADAL" clId="{ECD42228-5B96-4A72-B268-C46DF994E6B7}" dt="2024-01-31T01:38:30.648" v="94924" actId="1076"/>
          <ac:grpSpMkLst>
            <pc:docMk/>
            <pc:sldMk cId="3896687080" sldId="1124"/>
            <ac:grpSpMk id="10" creationId="{01685421-BDA5-C09F-058D-DBF46938EBBB}"/>
          </ac:grpSpMkLst>
        </pc:grpChg>
        <pc:grpChg chg="add mod">
          <ac:chgData name="Palit, Tapti" userId="dec6fbcd-7598-406a-8cbf-504d4a3bac15" providerId="ADAL" clId="{ECD42228-5B96-4A72-B268-C46DF994E6B7}" dt="2024-01-31T01:38:30.648" v="94924" actId="1076"/>
          <ac:grpSpMkLst>
            <pc:docMk/>
            <pc:sldMk cId="3896687080" sldId="1124"/>
            <ac:grpSpMk id="11" creationId="{E8F5E11A-0A5B-EE58-2EA2-89EFE3A587D5}"/>
          </ac:grpSpMkLst>
        </pc:grpChg>
        <pc:grpChg chg="add mod">
          <ac:chgData name="Palit, Tapti" userId="dec6fbcd-7598-406a-8cbf-504d4a3bac15" providerId="ADAL" clId="{ECD42228-5B96-4A72-B268-C46DF994E6B7}" dt="2024-01-31T01:38:30.648" v="94924" actId="1076"/>
          <ac:grpSpMkLst>
            <pc:docMk/>
            <pc:sldMk cId="3896687080" sldId="1124"/>
            <ac:grpSpMk id="12" creationId="{0D752D9A-C38B-C91E-6690-73A228E5F9F2}"/>
          </ac:grpSpMkLst>
        </pc:grpChg>
        <pc:grpChg chg="add mod">
          <ac:chgData name="Palit, Tapti" userId="dec6fbcd-7598-406a-8cbf-504d4a3bac15" providerId="ADAL" clId="{ECD42228-5B96-4A72-B268-C46DF994E6B7}" dt="2024-01-31T01:36:48.031" v="94913" actId="164"/>
          <ac:grpSpMkLst>
            <pc:docMk/>
            <pc:sldMk cId="3896687080" sldId="1124"/>
            <ac:grpSpMk id="15" creationId="{C4AD68BA-1977-6CED-C1CF-EC4004DC93D2}"/>
          </ac:grpSpMkLst>
        </pc:grpChg>
        <pc:grpChg chg="add mod">
          <ac:chgData name="Palit, Tapti" userId="dec6fbcd-7598-406a-8cbf-504d4a3bac15" providerId="ADAL" clId="{ECD42228-5B96-4A72-B268-C46DF994E6B7}" dt="2024-01-31T01:38:30.648" v="94924" actId="1076"/>
          <ac:grpSpMkLst>
            <pc:docMk/>
            <pc:sldMk cId="3896687080" sldId="1124"/>
            <ac:grpSpMk id="16" creationId="{5846B863-5941-D70E-F14B-970B0F8290F3}"/>
          </ac:grpSpMkLst>
        </pc:grpChg>
        <pc:grpChg chg="add del mod">
          <ac:chgData name="Palit, Tapti" userId="dec6fbcd-7598-406a-8cbf-504d4a3bac15" providerId="ADAL" clId="{ECD42228-5B96-4A72-B268-C46DF994E6B7}" dt="2024-01-30T06:47:40.684" v="90355" actId="478"/>
          <ac:grpSpMkLst>
            <pc:docMk/>
            <pc:sldMk cId="3896687080" sldId="1124"/>
            <ac:grpSpMk id="19" creationId="{D13FF52A-8861-228C-3259-EFAB1F67EEEF}"/>
          </ac:grpSpMkLst>
        </pc:grpChg>
        <pc:grpChg chg="add del mod">
          <ac:chgData name="Palit, Tapti" userId="dec6fbcd-7598-406a-8cbf-504d4a3bac15" providerId="ADAL" clId="{ECD42228-5B96-4A72-B268-C46DF994E6B7}" dt="2024-01-30T06:47:43.909" v="90356" actId="478"/>
          <ac:grpSpMkLst>
            <pc:docMk/>
            <pc:sldMk cId="3896687080" sldId="1124"/>
            <ac:grpSpMk id="22" creationId="{EE5F7B64-54E3-8CA8-5FAC-62240E131AD9}"/>
          </ac:grpSpMkLst>
        </pc:grpChg>
        <pc:grpChg chg="add mod">
          <ac:chgData name="Palit, Tapti" userId="dec6fbcd-7598-406a-8cbf-504d4a3bac15" providerId="ADAL" clId="{ECD42228-5B96-4A72-B268-C46DF994E6B7}" dt="2024-01-31T01:37:14.457" v="94920" actId="1076"/>
          <ac:grpSpMkLst>
            <pc:docMk/>
            <pc:sldMk cId="3896687080" sldId="1124"/>
            <ac:grpSpMk id="49" creationId="{31AB3B0F-4277-6AA4-E96B-540DA5FE22BD}"/>
          </ac:grpSpMkLst>
        </pc:grpChg>
        <pc:grpChg chg="add mod">
          <ac:chgData name="Palit, Tapti" userId="dec6fbcd-7598-406a-8cbf-504d4a3bac15" providerId="ADAL" clId="{ECD42228-5B96-4A72-B268-C46DF994E6B7}" dt="2024-01-31T01:37:08.480" v="94917" actId="1076"/>
          <ac:grpSpMkLst>
            <pc:docMk/>
            <pc:sldMk cId="3896687080" sldId="1124"/>
            <ac:grpSpMk id="50" creationId="{CCBE725C-C28A-B4F8-BA48-4A242D201186}"/>
          </ac:grpSpMkLst>
        </pc:grpChg>
        <pc:grpChg chg="add mod">
          <ac:chgData name="Palit, Tapti" userId="dec6fbcd-7598-406a-8cbf-504d4a3bac15" providerId="ADAL" clId="{ECD42228-5B96-4A72-B268-C46DF994E6B7}" dt="2024-01-31T01:37:12.352" v="94919" actId="1076"/>
          <ac:grpSpMkLst>
            <pc:docMk/>
            <pc:sldMk cId="3896687080" sldId="1124"/>
            <ac:grpSpMk id="51" creationId="{33AC9D74-CB1B-59D9-0648-280C9E2A2010}"/>
          </ac:grpSpMkLst>
        </pc:grpChg>
        <pc:picChg chg="add mod">
          <ac:chgData name="Palit, Tapti" userId="dec6fbcd-7598-406a-8cbf-504d4a3bac15" providerId="ADAL" clId="{ECD42228-5B96-4A72-B268-C46DF994E6B7}" dt="2024-01-31T01:38:30.648" v="94924" actId="1076"/>
          <ac:picMkLst>
            <pc:docMk/>
            <pc:sldMk cId="3896687080" sldId="1124"/>
            <ac:picMk id="5" creationId="{E81D91B0-A348-E959-9D54-3CF734ED2042}"/>
          </ac:picMkLst>
        </pc:picChg>
        <pc:picChg chg="add del mod">
          <ac:chgData name="Palit, Tapti" userId="dec6fbcd-7598-406a-8cbf-504d4a3bac15" providerId="ADAL" clId="{ECD42228-5B96-4A72-B268-C46DF994E6B7}" dt="2024-01-31T01:38:30.648" v="94924" actId="1076"/>
          <ac:picMkLst>
            <pc:docMk/>
            <pc:sldMk cId="3896687080" sldId="1124"/>
            <ac:picMk id="6" creationId="{4B958B1C-CDC1-BF47-AB32-F260E360FE8D}"/>
          </ac:picMkLst>
        </pc:picChg>
        <pc:picChg chg="add mod">
          <ac:chgData name="Palit, Tapti" userId="dec6fbcd-7598-406a-8cbf-504d4a3bac15" providerId="ADAL" clId="{ECD42228-5B96-4A72-B268-C46DF994E6B7}" dt="2024-01-31T01:38:30.648" v="94924" actId="1076"/>
          <ac:picMkLst>
            <pc:docMk/>
            <pc:sldMk cId="3896687080" sldId="1124"/>
            <ac:picMk id="17" creationId="{326585B3-FCF5-7CEF-61E2-D3123A56D460}"/>
          </ac:picMkLst>
        </pc:picChg>
        <pc:picChg chg="add mod">
          <ac:chgData name="Palit, Tapti" userId="dec6fbcd-7598-406a-8cbf-504d4a3bac15" providerId="ADAL" clId="{ECD42228-5B96-4A72-B268-C46DF994E6B7}" dt="2024-01-31T01:37:08.480" v="94917" actId="1076"/>
          <ac:picMkLst>
            <pc:docMk/>
            <pc:sldMk cId="3896687080" sldId="1124"/>
            <ac:picMk id="37" creationId="{6A2F111F-73E1-59C4-96A8-CE172A2B439E}"/>
          </ac:picMkLst>
        </pc:picChg>
        <pc:picChg chg="add mod">
          <ac:chgData name="Palit, Tapti" userId="dec6fbcd-7598-406a-8cbf-504d4a3bac15" providerId="ADAL" clId="{ECD42228-5B96-4A72-B268-C46DF994E6B7}" dt="2024-01-31T01:37:14.457" v="94920" actId="1076"/>
          <ac:picMkLst>
            <pc:docMk/>
            <pc:sldMk cId="3896687080" sldId="1124"/>
            <ac:picMk id="41" creationId="{B12C4C90-E70F-E883-A311-9D7305D4547D}"/>
          </ac:picMkLst>
        </pc:picChg>
        <pc:picChg chg="add mod">
          <ac:chgData name="Palit, Tapti" userId="dec6fbcd-7598-406a-8cbf-504d4a3bac15" providerId="ADAL" clId="{ECD42228-5B96-4A72-B268-C46DF994E6B7}" dt="2024-01-31T01:37:14.457" v="94920" actId="1076"/>
          <ac:picMkLst>
            <pc:docMk/>
            <pc:sldMk cId="3896687080" sldId="1124"/>
            <ac:picMk id="48" creationId="{06B10B71-1871-0FFA-03B2-81318E3869D7}"/>
          </ac:picMkLst>
        </pc:picChg>
        <pc:picChg chg="mod">
          <ac:chgData name="Palit, Tapti" userId="dec6fbcd-7598-406a-8cbf-504d4a3bac15" providerId="ADAL" clId="{ECD42228-5B96-4A72-B268-C46DF994E6B7}" dt="2024-01-31T01:37:12.352" v="94919" actId="1076"/>
          <ac:picMkLst>
            <pc:docMk/>
            <pc:sldMk cId="3896687080" sldId="1124"/>
            <ac:picMk id="52" creationId="{B7E08E81-F283-042B-0F74-9220C5E47265}"/>
          </ac:picMkLst>
        </pc:picChg>
        <pc:picChg chg="mod">
          <ac:chgData name="Palit, Tapti" userId="dec6fbcd-7598-406a-8cbf-504d4a3bac15" providerId="ADAL" clId="{ECD42228-5B96-4A72-B268-C46DF994E6B7}" dt="2024-01-31T01:37:12.352" v="94919" actId="1076"/>
          <ac:picMkLst>
            <pc:docMk/>
            <pc:sldMk cId="3896687080" sldId="1124"/>
            <ac:picMk id="53" creationId="{5F48B515-7C08-3720-4D8A-2AC11E66F731}"/>
          </ac:picMkLst>
        </pc:picChg>
        <pc:picChg chg="mod">
          <ac:chgData name="Palit, Tapti" userId="dec6fbcd-7598-406a-8cbf-504d4a3bac15" providerId="ADAL" clId="{ECD42228-5B96-4A72-B268-C46DF994E6B7}" dt="2024-01-31T01:37:12.352" v="94919" actId="1076"/>
          <ac:picMkLst>
            <pc:docMk/>
            <pc:sldMk cId="3896687080" sldId="1124"/>
            <ac:picMk id="54" creationId="{D7B70E8D-A42E-C252-9C0D-5CE3543B8BD5}"/>
          </ac:picMkLst>
        </pc:picChg>
        <pc:picChg chg="mod">
          <ac:chgData name="Palit, Tapti" userId="dec6fbcd-7598-406a-8cbf-504d4a3bac15" providerId="ADAL" clId="{ECD42228-5B96-4A72-B268-C46DF994E6B7}" dt="2024-01-31T01:37:12.352" v="94919" actId="1076"/>
          <ac:picMkLst>
            <pc:docMk/>
            <pc:sldMk cId="3896687080" sldId="1124"/>
            <ac:picMk id="55" creationId="{A0902ED6-BC2E-AE01-095F-2574C9C80F1B}"/>
          </ac:picMkLst>
        </pc:picChg>
        <pc:picChg chg="add mod">
          <ac:chgData name="Palit, Tapti" userId="dec6fbcd-7598-406a-8cbf-504d4a3bac15" providerId="ADAL" clId="{ECD42228-5B96-4A72-B268-C46DF994E6B7}" dt="2024-01-31T01:45:59.569" v="94932" actId="1076"/>
          <ac:picMkLst>
            <pc:docMk/>
            <pc:sldMk cId="3896687080" sldId="1124"/>
            <ac:picMk id="2050" creationId="{84E4954C-E5D5-19D5-7C71-00CB4FAE5CB0}"/>
          </ac:picMkLst>
        </pc:picChg>
        <pc:picChg chg="add mod">
          <ac:chgData name="Palit, Tapti" userId="dec6fbcd-7598-406a-8cbf-504d4a3bac15" providerId="ADAL" clId="{ECD42228-5B96-4A72-B268-C46DF994E6B7}" dt="2024-01-31T01:46:09.842" v="94936" actId="1076"/>
          <ac:picMkLst>
            <pc:docMk/>
            <pc:sldMk cId="3896687080" sldId="1124"/>
            <ac:picMk id="2052" creationId="{2D23F08C-D198-05E0-D58D-67AC7845C1AD}"/>
          </ac:picMkLst>
        </pc:picChg>
        <pc:picChg chg="add mod">
          <ac:chgData name="Palit, Tapti" userId="dec6fbcd-7598-406a-8cbf-504d4a3bac15" providerId="ADAL" clId="{ECD42228-5B96-4A72-B268-C46DF994E6B7}" dt="2024-01-31T01:37:08.480" v="94917" actId="1076"/>
          <ac:picMkLst>
            <pc:docMk/>
            <pc:sldMk cId="3896687080" sldId="1124"/>
            <ac:picMk id="3074" creationId="{76C524F4-BB43-B78A-115A-F1951B87950A}"/>
          </ac:picMkLst>
        </pc:picChg>
        <pc:cxnChg chg="add mod">
          <ac:chgData name="Palit, Tapti" userId="dec6fbcd-7598-406a-8cbf-504d4a3bac15" providerId="ADAL" clId="{ECD42228-5B96-4A72-B268-C46DF994E6B7}" dt="2024-01-31T01:38:30.648" v="94924" actId="1076"/>
          <ac:cxnSpMkLst>
            <pc:docMk/>
            <pc:sldMk cId="3896687080" sldId="1124"/>
            <ac:cxnSpMk id="28" creationId="{36F8F4A2-D3FA-C94B-CB78-ADC6C86A0F06}"/>
          </ac:cxnSpMkLst>
        </pc:cxnChg>
        <pc:cxnChg chg="add mod">
          <ac:chgData name="Palit, Tapti" userId="dec6fbcd-7598-406a-8cbf-504d4a3bac15" providerId="ADAL" clId="{ECD42228-5B96-4A72-B268-C46DF994E6B7}" dt="2024-01-31T01:37:08.480" v="94917" actId="1076"/>
          <ac:cxnSpMkLst>
            <pc:docMk/>
            <pc:sldMk cId="3896687080" sldId="1124"/>
            <ac:cxnSpMk id="38" creationId="{33810D5A-4D9C-CF93-445C-5E195D3144BD}"/>
          </ac:cxnSpMkLst>
        </pc:cxnChg>
        <pc:cxnChg chg="mod">
          <ac:chgData name="Palit, Tapti" userId="dec6fbcd-7598-406a-8cbf-504d4a3bac15" providerId="ADAL" clId="{ECD42228-5B96-4A72-B268-C46DF994E6B7}" dt="2024-01-31T01:37:12.352" v="94919" actId="1076"/>
          <ac:cxnSpMkLst>
            <pc:docMk/>
            <pc:sldMk cId="3896687080" sldId="1124"/>
            <ac:cxnSpMk id="56" creationId="{F3FBDBD8-8BC7-7202-68C6-16E842567C47}"/>
          </ac:cxnSpMkLst>
        </pc:cxnChg>
        <pc:cxnChg chg="mod">
          <ac:chgData name="Palit, Tapti" userId="dec6fbcd-7598-406a-8cbf-504d4a3bac15" providerId="ADAL" clId="{ECD42228-5B96-4A72-B268-C46DF994E6B7}" dt="2024-01-31T01:37:12.352" v="94919" actId="1076"/>
          <ac:cxnSpMkLst>
            <pc:docMk/>
            <pc:sldMk cId="3896687080" sldId="1124"/>
            <ac:cxnSpMk id="57" creationId="{24CCAA3D-3135-DFAD-653A-8161BE9C44D2}"/>
          </ac:cxnSpMkLst>
        </pc:cxnChg>
        <pc:cxnChg chg="mod">
          <ac:chgData name="Palit, Tapti" userId="dec6fbcd-7598-406a-8cbf-504d4a3bac15" providerId="ADAL" clId="{ECD42228-5B96-4A72-B268-C46DF994E6B7}" dt="2024-01-31T01:37:12.352" v="94919" actId="1076"/>
          <ac:cxnSpMkLst>
            <pc:docMk/>
            <pc:sldMk cId="3896687080" sldId="1124"/>
            <ac:cxnSpMk id="58" creationId="{503BC692-C119-F3A0-106D-62A789E21A69}"/>
          </ac:cxnSpMkLst>
        </pc:cxnChg>
      </pc:sldChg>
      <pc:sldChg chg="addSp delSp modSp add del mod">
        <pc:chgData name="Palit, Tapti" userId="dec6fbcd-7598-406a-8cbf-504d4a3bac15" providerId="ADAL" clId="{ECD42228-5B96-4A72-B268-C46DF994E6B7}" dt="2024-01-30T00:58:59.560" v="83450" actId="47"/>
        <pc:sldMkLst>
          <pc:docMk/>
          <pc:sldMk cId="2906794145" sldId="1125"/>
        </pc:sldMkLst>
        <pc:spChg chg="add mod">
          <ac:chgData name="Palit, Tapti" userId="dec6fbcd-7598-406a-8cbf-504d4a3bac15" providerId="ADAL" clId="{ECD42228-5B96-4A72-B268-C46DF994E6B7}" dt="2024-01-29T23:52:31.135" v="83086" actId="1076"/>
          <ac:spMkLst>
            <pc:docMk/>
            <pc:sldMk cId="2906794145" sldId="1125"/>
            <ac:spMk id="8" creationId="{E2F573C9-FBE3-C582-BF04-993759D44956}"/>
          </ac:spMkLst>
        </pc:spChg>
        <pc:spChg chg="add mod">
          <ac:chgData name="Palit, Tapti" userId="dec6fbcd-7598-406a-8cbf-504d4a3bac15" providerId="ADAL" clId="{ECD42228-5B96-4A72-B268-C46DF994E6B7}" dt="2024-01-29T23:52:40.743" v="83089" actId="1076"/>
          <ac:spMkLst>
            <pc:docMk/>
            <pc:sldMk cId="2906794145" sldId="1125"/>
            <ac:spMk id="14" creationId="{66060DBA-9034-76D5-05B2-AE0580942269}"/>
          </ac:spMkLst>
        </pc:spChg>
        <pc:spChg chg="mod">
          <ac:chgData name="Palit, Tapti" userId="dec6fbcd-7598-406a-8cbf-504d4a3bac15" providerId="ADAL" clId="{ECD42228-5B96-4A72-B268-C46DF994E6B7}" dt="2024-01-30T00:42:53.487" v="83115" actId="1076"/>
          <ac:spMkLst>
            <pc:docMk/>
            <pc:sldMk cId="2906794145" sldId="1125"/>
            <ac:spMk id="15" creationId="{632CDA17-2240-B34F-44F8-5573404E1E94}"/>
          </ac:spMkLst>
        </pc:spChg>
        <pc:spChg chg="add mod">
          <ac:chgData name="Palit, Tapti" userId="dec6fbcd-7598-406a-8cbf-504d4a3bac15" providerId="ADAL" clId="{ECD42228-5B96-4A72-B268-C46DF994E6B7}" dt="2024-01-29T23:52:31.135" v="83086" actId="1076"/>
          <ac:spMkLst>
            <pc:docMk/>
            <pc:sldMk cId="2906794145" sldId="1125"/>
            <ac:spMk id="19" creationId="{3BF2C539-FCDA-C84B-3616-825CDAC7B529}"/>
          </ac:spMkLst>
        </pc:spChg>
        <pc:spChg chg="add mod">
          <ac:chgData name="Palit, Tapti" userId="dec6fbcd-7598-406a-8cbf-504d4a3bac15" providerId="ADAL" clId="{ECD42228-5B96-4A72-B268-C46DF994E6B7}" dt="2024-01-30T00:43:01.263" v="83116" actId="1076"/>
          <ac:spMkLst>
            <pc:docMk/>
            <pc:sldMk cId="2906794145" sldId="1125"/>
            <ac:spMk id="21" creationId="{92768B26-839F-D918-A22C-48E525879E55}"/>
          </ac:spMkLst>
        </pc:spChg>
        <pc:spChg chg="add mod">
          <ac:chgData name="Palit, Tapti" userId="dec6fbcd-7598-406a-8cbf-504d4a3bac15" providerId="ADAL" clId="{ECD42228-5B96-4A72-B268-C46DF994E6B7}" dt="2024-01-30T00:44:47.441" v="83135"/>
          <ac:spMkLst>
            <pc:docMk/>
            <pc:sldMk cId="2906794145" sldId="1125"/>
            <ac:spMk id="22" creationId="{AD9E782D-B842-7776-26E3-D2ADBFDAEFE9}"/>
          </ac:spMkLst>
        </pc:spChg>
        <pc:spChg chg="del">
          <ac:chgData name="Palit, Tapti" userId="dec6fbcd-7598-406a-8cbf-504d4a3bac15" providerId="ADAL" clId="{ECD42228-5B96-4A72-B268-C46DF994E6B7}" dt="2024-01-30T00:44:47.029" v="83134" actId="478"/>
          <ac:spMkLst>
            <pc:docMk/>
            <pc:sldMk cId="2906794145" sldId="1125"/>
            <ac:spMk id="27" creationId="{A514031C-BE6B-B376-1F8D-A6CBB52D164E}"/>
          </ac:spMkLst>
        </pc:spChg>
        <pc:cxnChg chg="add mod">
          <ac:chgData name="Palit, Tapti" userId="dec6fbcd-7598-406a-8cbf-504d4a3bac15" providerId="ADAL" clId="{ECD42228-5B96-4A72-B268-C46DF994E6B7}" dt="2024-01-29T23:52:44.494" v="83090" actId="14100"/>
          <ac:cxnSpMkLst>
            <pc:docMk/>
            <pc:sldMk cId="2906794145" sldId="1125"/>
            <ac:cxnSpMk id="18" creationId="{6DC576F9-EE04-D5F5-5597-30B9DF79A19A}"/>
          </ac:cxnSpMkLst>
        </pc:cxnChg>
      </pc:sldChg>
      <pc:sldChg chg="addSp delSp modSp add mod modAnim modNotesTx">
        <pc:chgData name="Palit, Tapti" userId="dec6fbcd-7598-406a-8cbf-504d4a3bac15" providerId="ADAL" clId="{ECD42228-5B96-4A72-B268-C46DF994E6B7}" dt="2024-02-09T19:17:46.250" v="108702" actId="20577"/>
        <pc:sldMkLst>
          <pc:docMk/>
          <pc:sldMk cId="1907210277" sldId="1126"/>
        </pc:sldMkLst>
        <pc:spChg chg="add del mod">
          <ac:chgData name="Palit, Tapti" userId="dec6fbcd-7598-406a-8cbf-504d4a3bac15" providerId="ADAL" clId="{ECD42228-5B96-4A72-B268-C46DF994E6B7}" dt="2024-02-09T04:39:17.207" v="104442" actId="478"/>
          <ac:spMkLst>
            <pc:docMk/>
            <pc:sldMk cId="1907210277" sldId="1126"/>
            <ac:spMk id="2" creationId="{7BDD6DF6-98A0-6064-A2FB-21E37BAA61A9}"/>
          </ac:spMkLst>
        </pc:spChg>
        <pc:spChg chg="del">
          <ac:chgData name="Palit, Tapti" userId="dec6fbcd-7598-406a-8cbf-504d4a3bac15" providerId="ADAL" clId="{ECD42228-5B96-4A72-B268-C46DF994E6B7}" dt="2024-01-30T01:16:15.788" v="83686" actId="478"/>
          <ac:spMkLst>
            <pc:docMk/>
            <pc:sldMk cId="1907210277" sldId="1126"/>
            <ac:spMk id="5" creationId="{183ECB8E-03C0-B0D3-470A-5FC92381CE4D}"/>
          </ac:spMkLst>
        </pc:spChg>
        <pc:spChg chg="add mod">
          <ac:chgData name="Palit, Tapti" userId="dec6fbcd-7598-406a-8cbf-504d4a3bac15" providerId="ADAL" clId="{ECD42228-5B96-4A72-B268-C46DF994E6B7}" dt="2024-01-30T03:13:54.668" v="85229"/>
          <ac:spMkLst>
            <pc:docMk/>
            <pc:sldMk cId="1907210277" sldId="1126"/>
            <ac:spMk id="5" creationId="{90CE665F-3F16-E88F-A27A-912FB207BB2D}"/>
          </ac:spMkLst>
        </pc:spChg>
        <pc:spChg chg="add del mod">
          <ac:chgData name="Palit, Tapti" userId="dec6fbcd-7598-406a-8cbf-504d4a3bac15" providerId="ADAL" clId="{ECD42228-5B96-4A72-B268-C46DF994E6B7}" dt="2024-01-30T01:16:29.700" v="83689" actId="478"/>
          <ac:spMkLst>
            <pc:docMk/>
            <pc:sldMk cId="1907210277" sldId="1126"/>
            <ac:spMk id="8" creationId="{73566DC2-76D5-81CC-21A2-ED302146137E}"/>
          </ac:spMkLst>
        </pc:spChg>
        <pc:spChg chg="del">
          <ac:chgData name="Palit, Tapti" userId="dec6fbcd-7598-406a-8cbf-504d4a3bac15" providerId="ADAL" clId="{ECD42228-5B96-4A72-B268-C46DF994E6B7}" dt="2024-01-30T03:13:54.281" v="85228" actId="478"/>
          <ac:spMkLst>
            <pc:docMk/>
            <pc:sldMk cId="1907210277" sldId="1126"/>
            <ac:spMk id="9" creationId="{FEE50486-ED62-0211-8495-141514841F17}"/>
          </ac:spMkLst>
        </pc:spChg>
        <pc:spChg chg="del mod">
          <ac:chgData name="Palit, Tapti" userId="dec6fbcd-7598-406a-8cbf-504d4a3bac15" providerId="ADAL" clId="{ECD42228-5B96-4A72-B268-C46DF994E6B7}" dt="2024-01-30T01:16:15.788" v="83686" actId="478"/>
          <ac:spMkLst>
            <pc:docMk/>
            <pc:sldMk cId="1907210277" sldId="1126"/>
            <ac:spMk id="10" creationId="{10D98153-4479-02BF-2FCF-023EAF8C4F94}"/>
          </ac:spMkLst>
        </pc:spChg>
        <pc:spChg chg="mod">
          <ac:chgData name="Palit, Tapti" userId="dec6fbcd-7598-406a-8cbf-504d4a3bac15" providerId="ADAL" clId="{ECD42228-5B96-4A72-B268-C46DF994E6B7}" dt="2024-01-30T05:07:08.136" v="86971" actId="692"/>
          <ac:spMkLst>
            <pc:docMk/>
            <pc:sldMk cId="1907210277" sldId="1126"/>
            <ac:spMk id="11" creationId="{5CD12B5E-EED1-D7C2-F857-A3873CADFBBF}"/>
          </ac:spMkLst>
        </pc:spChg>
        <pc:spChg chg="del">
          <ac:chgData name="Palit, Tapti" userId="dec6fbcd-7598-406a-8cbf-504d4a3bac15" providerId="ADAL" clId="{ECD42228-5B96-4A72-B268-C46DF994E6B7}" dt="2024-01-30T01:16:15.788" v="83686" actId="478"/>
          <ac:spMkLst>
            <pc:docMk/>
            <pc:sldMk cId="1907210277" sldId="1126"/>
            <ac:spMk id="13" creationId="{B7304097-DFBF-D910-D073-D97AFE7F2778}"/>
          </ac:spMkLst>
        </pc:spChg>
        <pc:spChg chg="del">
          <ac:chgData name="Palit, Tapti" userId="dec6fbcd-7598-406a-8cbf-504d4a3bac15" providerId="ADAL" clId="{ECD42228-5B96-4A72-B268-C46DF994E6B7}" dt="2024-01-30T01:16:17.706" v="83687" actId="478"/>
          <ac:spMkLst>
            <pc:docMk/>
            <pc:sldMk cId="1907210277" sldId="1126"/>
            <ac:spMk id="14" creationId="{E7E615E4-1209-91C9-5D49-B54071413CD2}"/>
          </ac:spMkLst>
        </pc:spChg>
        <pc:spChg chg="mod">
          <ac:chgData name="Palit, Tapti" userId="dec6fbcd-7598-406a-8cbf-504d4a3bac15" providerId="ADAL" clId="{ECD42228-5B96-4A72-B268-C46DF994E6B7}" dt="2024-01-30T16:51:54.649" v="93084" actId="20577"/>
          <ac:spMkLst>
            <pc:docMk/>
            <pc:sldMk cId="1907210277" sldId="1126"/>
            <ac:spMk id="15" creationId="{632CDA17-2240-B34F-44F8-5573404E1E94}"/>
          </ac:spMkLst>
        </pc:spChg>
        <pc:spChg chg="del">
          <ac:chgData name="Palit, Tapti" userId="dec6fbcd-7598-406a-8cbf-504d4a3bac15" providerId="ADAL" clId="{ECD42228-5B96-4A72-B268-C46DF994E6B7}" dt="2024-01-30T01:16:15.788" v="83686" actId="478"/>
          <ac:spMkLst>
            <pc:docMk/>
            <pc:sldMk cId="1907210277" sldId="1126"/>
            <ac:spMk id="16" creationId="{4645C22E-44FF-BF81-7755-C7FCA524B6E1}"/>
          </ac:spMkLst>
        </pc:spChg>
        <pc:spChg chg="del">
          <ac:chgData name="Palit, Tapti" userId="dec6fbcd-7598-406a-8cbf-504d4a3bac15" providerId="ADAL" clId="{ECD42228-5B96-4A72-B268-C46DF994E6B7}" dt="2024-01-30T01:16:15.788" v="83686" actId="478"/>
          <ac:spMkLst>
            <pc:docMk/>
            <pc:sldMk cId="1907210277" sldId="1126"/>
            <ac:spMk id="17" creationId="{5ECEFDC6-8E69-121D-C0F4-8405CA0DE315}"/>
          </ac:spMkLst>
        </pc:spChg>
        <pc:spChg chg="add del mod">
          <ac:chgData name="Palit, Tapti" userId="dec6fbcd-7598-406a-8cbf-504d4a3bac15" providerId="ADAL" clId="{ECD42228-5B96-4A72-B268-C46DF994E6B7}" dt="2024-01-30T01:16:29.700" v="83689" actId="478"/>
          <ac:spMkLst>
            <pc:docMk/>
            <pc:sldMk cId="1907210277" sldId="1126"/>
            <ac:spMk id="18" creationId="{9CE7F821-8F5E-35E9-D3A0-9E108B9099D1}"/>
          </ac:spMkLst>
        </pc:spChg>
        <pc:spChg chg="add del mod">
          <ac:chgData name="Palit, Tapti" userId="dec6fbcd-7598-406a-8cbf-504d4a3bac15" providerId="ADAL" clId="{ECD42228-5B96-4A72-B268-C46DF994E6B7}" dt="2024-01-30T01:16:29.700" v="83689" actId="478"/>
          <ac:spMkLst>
            <pc:docMk/>
            <pc:sldMk cId="1907210277" sldId="1126"/>
            <ac:spMk id="20" creationId="{C920DD5B-0B19-3E68-9FDC-A6E22090974C}"/>
          </ac:spMkLst>
        </pc:spChg>
        <pc:spChg chg="add del mod">
          <ac:chgData name="Palit, Tapti" userId="dec6fbcd-7598-406a-8cbf-504d4a3bac15" providerId="ADAL" clId="{ECD42228-5B96-4A72-B268-C46DF994E6B7}" dt="2024-01-30T01:16:29.700" v="83689" actId="478"/>
          <ac:spMkLst>
            <pc:docMk/>
            <pc:sldMk cId="1907210277" sldId="1126"/>
            <ac:spMk id="21" creationId="{1FE74F5B-A5E2-CADA-511C-B67DB38E926A}"/>
          </ac:spMkLst>
        </pc:spChg>
        <pc:spChg chg="add del mod">
          <ac:chgData name="Palit, Tapti" userId="dec6fbcd-7598-406a-8cbf-504d4a3bac15" providerId="ADAL" clId="{ECD42228-5B96-4A72-B268-C46DF994E6B7}" dt="2024-01-30T00:56:01.164" v="83394" actId="478"/>
          <ac:spMkLst>
            <pc:docMk/>
            <pc:sldMk cId="1907210277" sldId="1126"/>
            <ac:spMk id="22" creationId="{F12D1A11-0B47-728C-AF38-90C067A06FFE}"/>
          </ac:spMkLst>
        </pc:spChg>
        <pc:spChg chg="add del mod">
          <ac:chgData name="Palit, Tapti" userId="dec6fbcd-7598-406a-8cbf-504d4a3bac15" providerId="ADAL" clId="{ECD42228-5B96-4A72-B268-C46DF994E6B7}" dt="2024-01-30T01:16:29.700" v="83689" actId="478"/>
          <ac:spMkLst>
            <pc:docMk/>
            <pc:sldMk cId="1907210277" sldId="1126"/>
            <ac:spMk id="23" creationId="{E1A621D9-0858-8CA7-5B75-A027ADBD5566}"/>
          </ac:spMkLst>
        </pc:spChg>
        <pc:spChg chg="add del mod">
          <ac:chgData name="Palit, Tapti" userId="dec6fbcd-7598-406a-8cbf-504d4a3bac15" providerId="ADAL" clId="{ECD42228-5B96-4A72-B268-C46DF994E6B7}" dt="2024-01-30T01:16:29.700" v="83689" actId="478"/>
          <ac:spMkLst>
            <pc:docMk/>
            <pc:sldMk cId="1907210277" sldId="1126"/>
            <ac:spMk id="24" creationId="{13D60017-8D4D-E6A3-7A15-401548A94A4A}"/>
          </ac:spMkLst>
        </pc:spChg>
        <pc:spChg chg="add del mod">
          <ac:chgData name="Palit, Tapti" userId="dec6fbcd-7598-406a-8cbf-504d4a3bac15" providerId="ADAL" clId="{ECD42228-5B96-4A72-B268-C46DF994E6B7}" dt="2024-01-30T01:10:29.636" v="83655" actId="478"/>
          <ac:spMkLst>
            <pc:docMk/>
            <pc:sldMk cId="1907210277" sldId="1126"/>
            <ac:spMk id="25" creationId="{00F6D4E2-7ADE-90D6-0A07-34901F37BAF1}"/>
          </ac:spMkLst>
        </pc:spChg>
        <pc:spChg chg="add mod">
          <ac:chgData name="Palit, Tapti" userId="dec6fbcd-7598-406a-8cbf-504d4a3bac15" providerId="ADAL" clId="{ECD42228-5B96-4A72-B268-C46DF994E6B7}" dt="2024-01-30T02:21:06.514" v="83877" actId="20577"/>
          <ac:spMkLst>
            <pc:docMk/>
            <pc:sldMk cId="1907210277" sldId="1126"/>
            <ac:spMk id="28" creationId="{0BB92474-9F7D-8583-B6E6-546EE2C35EA3}"/>
          </ac:spMkLst>
        </pc:spChg>
        <pc:spChg chg="del">
          <ac:chgData name="Palit, Tapti" userId="dec6fbcd-7598-406a-8cbf-504d4a3bac15" providerId="ADAL" clId="{ECD42228-5B96-4A72-B268-C46DF994E6B7}" dt="2024-01-30T01:16:15.788" v="83686" actId="478"/>
          <ac:spMkLst>
            <pc:docMk/>
            <pc:sldMk cId="1907210277" sldId="1126"/>
            <ac:spMk id="29" creationId="{B51B138B-CA6E-D442-540A-519FABFF1C4E}"/>
          </ac:spMkLst>
        </pc:spChg>
        <pc:spChg chg="add mod">
          <ac:chgData name="Palit, Tapti" userId="dec6fbcd-7598-406a-8cbf-504d4a3bac15" providerId="ADAL" clId="{ECD42228-5B96-4A72-B268-C46DF994E6B7}" dt="2024-01-30T01:16:18.125" v="83688"/>
          <ac:spMkLst>
            <pc:docMk/>
            <pc:sldMk cId="1907210277" sldId="1126"/>
            <ac:spMk id="30" creationId="{05EF7DC6-8C3C-5F09-D653-C3FF8565CAC3}"/>
          </ac:spMkLst>
        </pc:spChg>
        <pc:spChg chg="add mod">
          <ac:chgData name="Palit, Tapti" userId="dec6fbcd-7598-406a-8cbf-504d4a3bac15" providerId="ADAL" clId="{ECD42228-5B96-4A72-B268-C46DF994E6B7}" dt="2024-01-30T05:07:08.136" v="86971" actId="692"/>
          <ac:spMkLst>
            <pc:docMk/>
            <pc:sldMk cId="1907210277" sldId="1126"/>
            <ac:spMk id="31" creationId="{0245205A-3FF9-D000-F90C-EBE75ADC807A}"/>
          </ac:spMkLst>
        </pc:spChg>
        <pc:spChg chg="add mod">
          <ac:chgData name="Palit, Tapti" userId="dec6fbcd-7598-406a-8cbf-504d4a3bac15" providerId="ADAL" clId="{ECD42228-5B96-4A72-B268-C46DF994E6B7}" dt="2024-01-30T01:16:18.125" v="83688"/>
          <ac:spMkLst>
            <pc:docMk/>
            <pc:sldMk cId="1907210277" sldId="1126"/>
            <ac:spMk id="33" creationId="{E873247A-7CC7-2683-004D-5E70A1CAD89C}"/>
          </ac:spMkLst>
        </pc:spChg>
        <pc:spChg chg="add mod">
          <ac:chgData name="Palit, Tapti" userId="dec6fbcd-7598-406a-8cbf-504d4a3bac15" providerId="ADAL" clId="{ECD42228-5B96-4A72-B268-C46DF994E6B7}" dt="2024-01-30T01:16:18.125" v="83688"/>
          <ac:spMkLst>
            <pc:docMk/>
            <pc:sldMk cId="1907210277" sldId="1126"/>
            <ac:spMk id="34" creationId="{05C968E7-E1A8-C587-91D9-B8234207F430}"/>
          </ac:spMkLst>
        </pc:spChg>
        <pc:spChg chg="add mod">
          <ac:chgData name="Palit, Tapti" userId="dec6fbcd-7598-406a-8cbf-504d4a3bac15" providerId="ADAL" clId="{ECD42228-5B96-4A72-B268-C46DF994E6B7}" dt="2024-01-30T01:16:18.125" v="83688"/>
          <ac:spMkLst>
            <pc:docMk/>
            <pc:sldMk cId="1907210277" sldId="1126"/>
            <ac:spMk id="35" creationId="{C4940E9A-E616-8454-24F9-03094694FC3C}"/>
          </ac:spMkLst>
        </pc:spChg>
        <pc:spChg chg="add mod">
          <ac:chgData name="Palit, Tapti" userId="dec6fbcd-7598-406a-8cbf-504d4a3bac15" providerId="ADAL" clId="{ECD42228-5B96-4A72-B268-C46DF994E6B7}" dt="2024-01-30T01:16:18.125" v="83688"/>
          <ac:spMkLst>
            <pc:docMk/>
            <pc:sldMk cId="1907210277" sldId="1126"/>
            <ac:spMk id="36" creationId="{A70294A3-7D67-E544-CEA4-4FB19789C376}"/>
          </ac:spMkLst>
        </pc:spChg>
        <pc:spChg chg="mod topLvl">
          <ac:chgData name="Palit, Tapti" userId="dec6fbcd-7598-406a-8cbf-504d4a3bac15" providerId="ADAL" clId="{ECD42228-5B96-4A72-B268-C46DF994E6B7}" dt="2024-02-09T04:56:49.876" v="104547" actId="165"/>
          <ac:spMkLst>
            <pc:docMk/>
            <pc:sldMk cId="1907210277" sldId="1126"/>
            <ac:spMk id="38" creationId="{526C0130-E9D2-33FC-D7DC-863C280431E3}"/>
          </ac:spMkLst>
        </pc:spChg>
        <pc:spChg chg="mod topLvl">
          <ac:chgData name="Palit, Tapti" userId="dec6fbcd-7598-406a-8cbf-504d4a3bac15" providerId="ADAL" clId="{ECD42228-5B96-4A72-B268-C46DF994E6B7}" dt="2024-02-09T04:56:49.876" v="104547" actId="165"/>
          <ac:spMkLst>
            <pc:docMk/>
            <pc:sldMk cId="1907210277" sldId="1126"/>
            <ac:spMk id="39" creationId="{83E50C67-6D28-4F47-5D68-71433170D720}"/>
          </ac:spMkLst>
        </pc:spChg>
        <pc:spChg chg="mod topLvl">
          <ac:chgData name="Palit, Tapti" userId="dec6fbcd-7598-406a-8cbf-504d4a3bac15" providerId="ADAL" clId="{ECD42228-5B96-4A72-B268-C46DF994E6B7}" dt="2024-02-09T04:56:49.876" v="104547" actId="165"/>
          <ac:spMkLst>
            <pc:docMk/>
            <pc:sldMk cId="1907210277" sldId="1126"/>
            <ac:spMk id="41" creationId="{05FF6E8F-ABE7-1EBA-7007-E3E482D42494}"/>
          </ac:spMkLst>
        </pc:spChg>
        <pc:spChg chg="mod topLvl">
          <ac:chgData name="Palit, Tapti" userId="dec6fbcd-7598-406a-8cbf-504d4a3bac15" providerId="ADAL" clId="{ECD42228-5B96-4A72-B268-C46DF994E6B7}" dt="2024-02-09T19:17:46.250" v="108702" actId="20577"/>
          <ac:spMkLst>
            <pc:docMk/>
            <pc:sldMk cId="1907210277" sldId="1126"/>
            <ac:spMk id="43" creationId="{0BDD37DA-2DBB-5FB5-D3BE-254C7DC43683}"/>
          </ac:spMkLst>
        </pc:spChg>
        <pc:spChg chg="mod topLvl">
          <ac:chgData name="Palit, Tapti" userId="dec6fbcd-7598-406a-8cbf-504d4a3bac15" providerId="ADAL" clId="{ECD42228-5B96-4A72-B268-C46DF994E6B7}" dt="2024-02-09T04:56:49.876" v="104547" actId="165"/>
          <ac:spMkLst>
            <pc:docMk/>
            <pc:sldMk cId="1907210277" sldId="1126"/>
            <ac:spMk id="44" creationId="{9BA9965A-0AC8-FBE4-52A2-AB6B93B14C49}"/>
          </ac:spMkLst>
        </pc:spChg>
        <pc:spChg chg="mod topLvl">
          <ac:chgData name="Palit, Tapti" userId="dec6fbcd-7598-406a-8cbf-504d4a3bac15" providerId="ADAL" clId="{ECD42228-5B96-4A72-B268-C46DF994E6B7}" dt="2024-02-09T04:56:49.876" v="104547" actId="165"/>
          <ac:spMkLst>
            <pc:docMk/>
            <pc:sldMk cId="1907210277" sldId="1126"/>
            <ac:spMk id="45" creationId="{3F521C2C-DD78-07BC-A996-F48EF14ACE2D}"/>
          </ac:spMkLst>
        </pc:spChg>
        <pc:grpChg chg="add del mod">
          <ac:chgData name="Palit, Tapti" userId="dec6fbcd-7598-406a-8cbf-504d4a3bac15" providerId="ADAL" clId="{ECD42228-5B96-4A72-B268-C46DF994E6B7}" dt="2024-02-09T04:56:49.876" v="104547" actId="165"/>
          <ac:grpSpMkLst>
            <pc:docMk/>
            <pc:sldMk cId="1907210277" sldId="1126"/>
            <ac:grpSpMk id="37" creationId="{0841A27C-B68F-D177-7085-3CF57792204F}"/>
          </ac:grpSpMkLst>
        </pc:grpChg>
        <pc:picChg chg="add mod">
          <ac:chgData name="Palit, Tapti" userId="dec6fbcd-7598-406a-8cbf-504d4a3bac15" providerId="ADAL" clId="{ECD42228-5B96-4A72-B268-C46DF994E6B7}" dt="2024-01-30T01:16:18.125" v="83688"/>
          <ac:picMkLst>
            <pc:docMk/>
            <pc:sldMk cId="1907210277" sldId="1126"/>
            <ac:picMk id="32" creationId="{544F83E3-20A2-78E2-B296-8CC7CD68C350}"/>
          </ac:picMkLst>
        </pc:picChg>
        <pc:picChg chg="mod topLvl">
          <ac:chgData name="Palit, Tapti" userId="dec6fbcd-7598-406a-8cbf-504d4a3bac15" providerId="ADAL" clId="{ECD42228-5B96-4A72-B268-C46DF994E6B7}" dt="2024-02-09T04:56:49.876" v="104547" actId="165"/>
          <ac:picMkLst>
            <pc:docMk/>
            <pc:sldMk cId="1907210277" sldId="1126"/>
            <ac:picMk id="40" creationId="{7B19AC72-2D30-1B1D-30FF-50E14D0F1B81}"/>
          </ac:picMkLst>
        </pc:picChg>
        <pc:picChg chg="del mod">
          <ac:chgData name="Palit, Tapti" userId="dec6fbcd-7598-406a-8cbf-504d4a3bac15" providerId="ADAL" clId="{ECD42228-5B96-4A72-B268-C46DF994E6B7}" dt="2024-01-30T01:16:15.788" v="83686" actId="478"/>
          <ac:picMkLst>
            <pc:docMk/>
            <pc:sldMk cId="1907210277" sldId="1126"/>
            <ac:picMk id="1026" creationId="{FA72C589-D3CD-285E-5D5F-E6CB0EC94BDE}"/>
          </ac:picMkLst>
        </pc:picChg>
        <pc:picChg chg="add del mod">
          <ac:chgData name="Palit, Tapti" userId="dec6fbcd-7598-406a-8cbf-504d4a3bac15" providerId="ADAL" clId="{ECD42228-5B96-4A72-B268-C46DF994E6B7}" dt="2024-01-30T01:16:29.700" v="83689" actId="478"/>
          <ac:picMkLst>
            <pc:docMk/>
            <pc:sldMk cId="1907210277" sldId="1126"/>
            <ac:picMk id="2050" creationId="{B7BD09AD-3B0E-B4F6-950E-986213587B42}"/>
          </ac:picMkLst>
        </pc:picChg>
        <pc:cxnChg chg="del">
          <ac:chgData name="Palit, Tapti" userId="dec6fbcd-7598-406a-8cbf-504d4a3bac15" providerId="ADAL" clId="{ECD42228-5B96-4A72-B268-C46DF994E6B7}" dt="2024-01-30T01:16:15.788" v="83686" actId="478"/>
          <ac:cxnSpMkLst>
            <pc:docMk/>
            <pc:sldMk cId="1907210277" sldId="1126"/>
            <ac:cxnSpMk id="6" creationId="{9A228DE5-2A47-7DC0-AB7D-AA240CDBFA38}"/>
          </ac:cxnSpMkLst>
        </pc:cxnChg>
        <pc:cxnChg chg="del">
          <ac:chgData name="Palit, Tapti" userId="dec6fbcd-7598-406a-8cbf-504d4a3bac15" providerId="ADAL" clId="{ECD42228-5B96-4A72-B268-C46DF994E6B7}" dt="2024-01-30T01:16:15.788" v="83686" actId="478"/>
          <ac:cxnSpMkLst>
            <pc:docMk/>
            <pc:sldMk cId="1907210277" sldId="1126"/>
            <ac:cxnSpMk id="7" creationId="{61D65FAB-D08A-1F97-5A56-A0AFDCACE3EE}"/>
          </ac:cxnSpMkLst>
        </pc:cxnChg>
        <pc:cxnChg chg="add del mod">
          <ac:chgData name="Palit, Tapti" userId="dec6fbcd-7598-406a-8cbf-504d4a3bac15" providerId="ADAL" clId="{ECD42228-5B96-4A72-B268-C46DF994E6B7}" dt="2024-01-30T01:16:29.700" v="83689" actId="478"/>
          <ac:cxnSpMkLst>
            <pc:docMk/>
            <pc:sldMk cId="1907210277" sldId="1126"/>
            <ac:cxnSpMk id="19" creationId="{CFA081C0-990E-A9FB-5814-5B705AEE100C}"/>
          </ac:cxnSpMkLst>
        </pc:cxnChg>
        <pc:cxnChg chg="add mod">
          <ac:chgData name="Palit, Tapti" userId="dec6fbcd-7598-406a-8cbf-504d4a3bac15" providerId="ADAL" clId="{ECD42228-5B96-4A72-B268-C46DF994E6B7}" dt="2024-01-30T01:16:18.125" v="83688"/>
          <ac:cxnSpMkLst>
            <pc:docMk/>
            <pc:sldMk cId="1907210277" sldId="1126"/>
            <ac:cxnSpMk id="26" creationId="{7E94F37E-3FC5-7E82-D7C8-258C3D760675}"/>
          </ac:cxnSpMkLst>
        </pc:cxnChg>
        <pc:cxnChg chg="add mod">
          <ac:chgData name="Palit, Tapti" userId="dec6fbcd-7598-406a-8cbf-504d4a3bac15" providerId="ADAL" clId="{ECD42228-5B96-4A72-B268-C46DF994E6B7}" dt="2024-01-30T01:16:18.125" v="83688"/>
          <ac:cxnSpMkLst>
            <pc:docMk/>
            <pc:sldMk cId="1907210277" sldId="1126"/>
            <ac:cxnSpMk id="27" creationId="{EE1B3562-A45E-014C-0F32-09FB1CB49313}"/>
          </ac:cxnSpMkLst>
        </pc:cxnChg>
        <pc:cxnChg chg="mod topLvl">
          <ac:chgData name="Palit, Tapti" userId="dec6fbcd-7598-406a-8cbf-504d4a3bac15" providerId="ADAL" clId="{ECD42228-5B96-4A72-B268-C46DF994E6B7}" dt="2024-02-09T04:56:49.876" v="104547" actId="165"/>
          <ac:cxnSpMkLst>
            <pc:docMk/>
            <pc:sldMk cId="1907210277" sldId="1126"/>
            <ac:cxnSpMk id="42" creationId="{1CA58725-40B1-1166-C4B3-68D70D0843F8}"/>
          </ac:cxnSpMkLst>
        </pc:cxnChg>
      </pc:sldChg>
      <pc:sldChg chg="addSp delSp modSp add del mod modNotesTx">
        <pc:chgData name="Palit, Tapti" userId="dec6fbcd-7598-406a-8cbf-504d4a3bac15" providerId="ADAL" clId="{ECD42228-5B96-4A72-B268-C46DF994E6B7}" dt="2024-01-30T01:18:05.945" v="83705" actId="47"/>
        <pc:sldMkLst>
          <pc:docMk/>
          <pc:sldMk cId="2486230573" sldId="1127"/>
        </pc:sldMkLst>
        <pc:spChg chg="del">
          <ac:chgData name="Palit, Tapti" userId="dec6fbcd-7598-406a-8cbf-504d4a3bac15" providerId="ADAL" clId="{ECD42228-5B96-4A72-B268-C46DF994E6B7}" dt="2024-01-30T00:54:26.638" v="83371" actId="478"/>
          <ac:spMkLst>
            <pc:docMk/>
            <pc:sldMk cId="2486230573" sldId="1127"/>
            <ac:spMk id="2" creationId="{7BDD6DF6-98A0-6064-A2FB-21E37BAA61A9}"/>
          </ac:spMkLst>
        </pc:spChg>
        <pc:spChg chg="mod">
          <ac:chgData name="Palit, Tapti" userId="dec6fbcd-7598-406a-8cbf-504d4a3bac15" providerId="ADAL" clId="{ECD42228-5B96-4A72-B268-C46DF994E6B7}" dt="2024-01-30T01:12:36.839" v="83667" actId="14100"/>
          <ac:spMkLst>
            <pc:docMk/>
            <pc:sldMk cId="2486230573" sldId="1127"/>
            <ac:spMk id="8" creationId="{73566DC2-76D5-81CC-21A2-ED302146137E}"/>
          </ac:spMkLst>
        </pc:spChg>
        <pc:spChg chg="mod">
          <ac:chgData name="Palit, Tapti" userId="dec6fbcd-7598-406a-8cbf-504d4a3bac15" providerId="ADAL" clId="{ECD42228-5B96-4A72-B268-C46DF994E6B7}" dt="2024-01-30T01:12:16.328" v="83665" actId="14100"/>
          <ac:spMkLst>
            <pc:docMk/>
            <pc:sldMk cId="2486230573" sldId="1127"/>
            <ac:spMk id="10" creationId="{10D98153-4479-02BF-2FCF-023EAF8C4F94}"/>
          </ac:spMkLst>
        </pc:spChg>
        <pc:spChg chg="mod">
          <ac:chgData name="Palit, Tapti" userId="dec6fbcd-7598-406a-8cbf-504d4a3bac15" providerId="ADAL" clId="{ECD42228-5B96-4A72-B268-C46DF994E6B7}" dt="2024-01-30T01:12:16.328" v="83665" actId="14100"/>
          <ac:spMkLst>
            <pc:docMk/>
            <pc:sldMk cId="2486230573" sldId="1127"/>
            <ac:spMk id="11" creationId="{5CD12B5E-EED1-D7C2-F857-A3873CADFBBF}"/>
          </ac:spMkLst>
        </pc:spChg>
        <pc:spChg chg="del">
          <ac:chgData name="Palit, Tapti" userId="dec6fbcd-7598-406a-8cbf-504d4a3bac15" providerId="ADAL" clId="{ECD42228-5B96-4A72-B268-C46DF994E6B7}" dt="2024-01-30T00:56:22.205" v="83397" actId="478"/>
          <ac:spMkLst>
            <pc:docMk/>
            <pc:sldMk cId="2486230573" sldId="1127"/>
            <ac:spMk id="18" creationId="{9CE7F821-8F5E-35E9-D3A0-9E108B9099D1}"/>
          </ac:spMkLst>
        </pc:spChg>
        <pc:spChg chg="del">
          <ac:chgData name="Palit, Tapti" userId="dec6fbcd-7598-406a-8cbf-504d4a3bac15" providerId="ADAL" clId="{ECD42228-5B96-4A72-B268-C46DF994E6B7}" dt="2024-01-30T00:56:22.205" v="83397" actId="478"/>
          <ac:spMkLst>
            <pc:docMk/>
            <pc:sldMk cId="2486230573" sldId="1127"/>
            <ac:spMk id="20" creationId="{C920DD5B-0B19-3E68-9FDC-A6E22090974C}"/>
          </ac:spMkLst>
        </pc:spChg>
        <pc:spChg chg="del">
          <ac:chgData name="Palit, Tapti" userId="dec6fbcd-7598-406a-8cbf-504d4a3bac15" providerId="ADAL" clId="{ECD42228-5B96-4A72-B268-C46DF994E6B7}" dt="2024-01-30T00:56:22.205" v="83397" actId="478"/>
          <ac:spMkLst>
            <pc:docMk/>
            <pc:sldMk cId="2486230573" sldId="1127"/>
            <ac:spMk id="21" creationId="{1FE74F5B-A5E2-CADA-511C-B67DB38E926A}"/>
          </ac:spMkLst>
        </pc:spChg>
        <pc:spChg chg="del">
          <ac:chgData name="Palit, Tapti" userId="dec6fbcd-7598-406a-8cbf-504d4a3bac15" providerId="ADAL" clId="{ECD42228-5B96-4A72-B268-C46DF994E6B7}" dt="2024-01-30T00:56:05.751" v="83395" actId="478"/>
          <ac:spMkLst>
            <pc:docMk/>
            <pc:sldMk cId="2486230573" sldId="1127"/>
            <ac:spMk id="22" creationId="{F12D1A11-0B47-728C-AF38-90C067A06FFE}"/>
          </ac:spMkLst>
        </pc:spChg>
        <pc:spChg chg="del">
          <ac:chgData name="Palit, Tapti" userId="dec6fbcd-7598-406a-8cbf-504d4a3bac15" providerId="ADAL" clId="{ECD42228-5B96-4A72-B268-C46DF994E6B7}" dt="2024-01-30T00:56:22.205" v="83397" actId="478"/>
          <ac:spMkLst>
            <pc:docMk/>
            <pc:sldMk cId="2486230573" sldId="1127"/>
            <ac:spMk id="23" creationId="{E1A621D9-0858-8CA7-5B75-A027ADBD5566}"/>
          </ac:spMkLst>
        </pc:spChg>
        <pc:spChg chg="add mod">
          <ac:chgData name="Palit, Tapti" userId="dec6fbcd-7598-406a-8cbf-504d4a3bac15" providerId="ADAL" clId="{ECD42228-5B96-4A72-B268-C46DF994E6B7}" dt="2024-01-30T00:54:33.741" v="83372"/>
          <ac:spMkLst>
            <pc:docMk/>
            <pc:sldMk cId="2486230573" sldId="1127"/>
            <ac:spMk id="26" creationId="{8217CCF3-DBE5-D959-8FA5-2B0D27DCCF90}"/>
          </ac:spMkLst>
        </pc:spChg>
        <pc:spChg chg="add mod">
          <ac:chgData name="Palit, Tapti" userId="dec6fbcd-7598-406a-8cbf-504d4a3bac15" providerId="ADAL" clId="{ECD42228-5B96-4A72-B268-C46DF994E6B7}" dt="2024-01-30T00:54:43.986" v="83382" actId="1038"/>
          <ac:spMkLst>
            <pc:docMk/>
            <pc:sldMk cId="2486230573" sldId="1127"/>
            <ac:spMk id="28" creationId="{220B2034-DE3F-6408-2B6D-476B0033EE96}"/>
          </ac:spMkLst>
        </pc:spChg>
        <pc:spChg chg="mod">
          <ac:chgData name="Palit, Tapti" userId="dec6fbcd-7598-406a-8cbf-504d4a3bac15" providerId="ADAL" clId="{ECD42228-5B96-4A72-B268-C46DF994E6B7}" dt="2024-01-30T00:54:55.004" v="83384"/>
          <ac:spMkLst>
            <pc:docMk/>
            <pc:sldMk cId="2486230573" sldId="1127"/>
            <ac:spMk id="29" creationId="{B51B138B-CA6E-D442-540A-519FABFF1C4E}"/>
          </ac:spMkLst>
        </pc:spChg>
        <pc:spChg chg="add del mod">
          <ac:chgData name="Palit, Tapti" userId="dec6fbcd-7598-406a-8cbf-504d4a3bac15" providerId="ADAL" clId="{ECD42228-5B96-4A72-B268-C46DF994E6B7}" dt="2024-01-30T01:11:19.580" v="83660" actId="478"/>
          <ac:spMkLst>
            <pc:docMk/>
            <pc:sldMk cId="2486230573" sldId="1127"/>
            <ac:spMk id="31" creationId="{7469C2B7-1142-1307-6D2A-0CDA04984DE4}"/>
          </ac:spMkLst>
        </pc:spChg>
        <pc:spChg chg="add del mod">
          <ac:chgData name="Palit, Tapti" userId="dec6fbcd-7598-406a-8cbf-504d4a3bac15" providerId="ADAL" clId="{ECD42228-5B96-4A72-B268-C46DF994E6B7}" dt="2024-01-30T01:11:19.580" v="83660" actId="478"/>
          <ac:spMkLst>
            <pc:docMk/>
            <pc:sldMk cId="2486230573" sldId="1127"/>
            <ac:spMk id="33" creationId="{7C3F61FE-E53A-DBAC-3795-39862163F05A}"/>
          </ac:spMkLst>
        </pc:spChg>
        <pc:spChg chg="add del mod">
          <ac:chgData name="Palit, Tapti" userId="dec6fbcd-7598-406a-8cbf-504d4a3bac15" providerId="ADAL" clId="{ECD42228-5B96-4A72-B268-C46DF994E6B7}" dt="2024-01-30T01:11:19.580" v="83660" actId="478"/>
          <ac:spMkLst>
            <pc:docMk/>
            <pc:sldMk cId="2486230573" sldId="1127"/>
            <ac:spMk id="34" creationId="{B4C4A011-398A-8A75-0257-7F38A5B6D51C}"/>
          </ac:spMkLst>
        </pc:spChg>
        <pc:spChg chg="add del mod">
          <ac:chgData name="Palit, Tapti" userId="dec6fbcd-7598-406a-8cbf-504d4a3bac15" providerId="ADAL" clId="{ECD42228-5B96-4A72-B268-C46DF994E6B7}" dt="2024-01-30T01:11:19.580" v="83660" actId="478"/>
          <ac:spMkLst>
            <pc:docMk/>
            <pc:sldMk cId="2486230573" sldId="1127"/>
            <ac:spMk id="35" creationId="{DDBA92C2-8DB7-A296-E752-6A272110AF6A}"/>
          </ac:spMkLst>
        </pc:spChg>
        <pc:spChg chg="add mod">
          <ac:chgData name="Palit, Tapti" userId="dec6fbcd-7598-406a-8cbf-504d4a3bac15" providerId="ADAL" clId="{ECD42228-5B96-4A72-B268-C46DF994E6B7}" dt="2024-01-30T01:11:20.094" v="83661"/>
          <ac:spMkLst>
            <pc:docMk/>
            <pc:sldMk cId="2486230573" sldId="1127"/>
            <ac:spMk id="37" creationId="{1BC98B6D-08EB-9D7F-205D-4F33192D8970}"/>
          </ac:spMkLst>
        </pc:spChg>
        <pc:spChg chg="add mod">
          <ac:chgData name="Palit, Tapti" userId="dec6fbcd-7598-406a-8cbf-504d4a3bac15" providerId="ADAL" clId="{ECD42228-5B96-4A72-B268-C46DF994E6B7}" dt="2024-01-30T01:11:20.094" v="83661"/>
          <ac:spMkLst>
            <pc:docMk/>
            <pc:sldMk cId="2486230573" sldId="1127"/>
            <ac:spMk id="39" creationId="{5759D6F5-73F7-737A-D9FC-F3733ED80A88}"/>
          </ac:spMkLst>
        </pc:spChg>
        <pc:spChg chg="add mod">
          <ac:chgData name="Palit, Tapti" userId="dec6fbcd-7598-406a-8cbf-504d4a3bac15" providerId="ADAL" clId="{ECD42228-5B96-4A72-B268-C46DF994E6B7}" dt="2024-01-30T01:11:20.094" v="83661"/>
          <ac:spMkLst>
            <pc:docMk/>
            <pc:sldMk cId="2486230573" sldId="1127"/>
            <ac:spMk id="40" creationId="{5DBE9C2C-4F46-46D3-A6FC-7F83C24DD17A}"/>
          </ac:spMkLst>
        </pc:spChg>
        <pc:spChg chg="add mod">
          <ac:chgData name="Palit, Tapti" userId="dec6fbcd-7598-406a-8cbf-504d4a3bac15" providerId="ADAL" clId="{ECD42228-5B96-4A72-B268-C46DF994E6B7}" dt="2024-01-30T01:11:20.094" v="83661"/>
          <ac:spMkLst>
            <pc:docMk/>
            <pc:sldMk cId="2486230573" sldId="1127"/>
            <ac:spMk id="41" creationId="{D2F852B0-3E4C-1815-F183-2AAEC9B9C28D}"/>
          </ac:spMkLst>
        </pc:spChg>
        <pc:picChg chg="add mod">
          <ac:chgData name="Palit, Tapti" userId="dec6fbcd-7598-406a-8cbf-504d4a3bac15" providerId="ADAL" clId="{ECD42228-5B96-4A72-B268-C46DF994E6B7}" dt="2024-01-30T00:54:33.741" v="83372"/>
          <ac:picMkLst>
            <pc:docMk/>
            <pc:sldMk cId="2486230573" sldId="1127"/>
            <ac:picMk id="25" creationId="{EBE0CA88-ECCC-9171-B4E9-FF26C143EA31}"/>
          </ac:picMkLst>
        </pc:picChg>
        <pc:picChg chg="add mod">
          <ac:chgData name="Palit, Tapti" userId="dec6fbcd-7598-406a-8cbf-504d4a3bac15" providerId="ADAL" clId="{ECD42228-5B96-4A72-B268-C46DF994E6B7}" dt="2024-01-30T00:58:47.577" v="83424"/>
          <ac:picMkLst>
            <pc:docMk/>
            <pc:sldMk cId="2486230573" sldId="1127"/>
            <ac:picMk id="36" creationId="{CAE367BA-35D7-BD9B-69D1-7D2FBA591821}"/>
          </ac:picMkLst>
        </pc:picChg>
        <pc:cxnChg chg="del mod">
          <ac:chgData name="Palit, Tapti" userId="dec6fbcd-7598-406a-8cbf-504d4a3bac15" providerId="ADAL" clId="{ECD42228-5B96-4A72-B268-C46DF994E6B7}" dt="2024-01-30T00:56:22.205" v="83397" actId="478"/>
          <ac:cxnSpMkLst>
            <pc:docMk/>
            <pc:sldMk cId="2486230573" sldId="1127"/>
            <ac:cxnSpMk id="19" creationId="{CFA081C0-990E-A9FB-5814-5B705AEE100C}"/>
          </ac:cxnSpMkLst>
        </pc:cxnChg>
        <pc:cxnChg chg="add mod">
          <ac:chgData name="Palit, Tapti" userId="dec6fbcd-7598-406a-8cbf-504d4a3bac15" providerId="ADAL" clId="{ECD42228-5B96-4A72-B268-C46DF994E6B7}" dt="2024-01-30T00:54:47.190" v="83383" actId="14100"/>
          <ac:cxnSpMkLst>
            <pc:docMk/>
            <pc:sldMk cId="2486230573" sldId="1127"/>
            <ac:cxnSpMk id="27" creationId="{108A2BBC-6107-51EB-C7D8-A0DBB0AAB369}"/>
          </ac:cxnSpMkLst>
        </pc:cxnChg>
        <pc:cxnChg chg="add del mod">
          <ac:chgData name="Palit, Tapti" userId="dec6fbcd-7598-406a-8cbf-504d4a3bac15" providerId="ADAL" clId="{ECD42228-5B96-4A72-B268-C46DF994E6B7}" dt="2024-01-30T01:11:19.580" v="83660" actId="478"/>
          <ac:cxnSpMkLst>
            <pc:docMk/>
            <pc:sldMk cId="2486230573" sldId="1127"/>
            <ac:cxnSpMk id="32" creationId="{30CA09BA-4800-85A5-723B-137F858D6882}"/>
          </ac:cxnSpMkLst>
        </pc:cxnChg>
        <pc:cxnChg chg="add mod">
          <ac:chgData name="Palit, Tapti" userId="dec6fbcd-7598-406a-8cbf-504d4a3bac15" providerId="ADAL" clId="{ECD42228-5B96-4A72-B268-C46DF994E6B7}" dt="2024-01-30T01:11:20.094" v="83661"/>
          <ac:cxnSpMkLst>
            <pc:docMk/>
            <pc:sldMk cId="2486230573" sldId="1127"/>
            <ac:cxnSpMk id="38" creationId="{B023D479-37C6-4CA7-7693-B16D1BE647B8}"/>
          </ac:cxnSpMkLst>
        </pc:cxnChg>
      </pc:sldChg>
      <pc:sldChg chg="addSp delSp modSp add del mod modNotesTx">
        <pc:chgData name="Palit, Tapti" userId="dec6fbcd-7598-406a-8cbf-504d4a3bac15" providerId="ADAL" clId="{ECD42228-5B96-4A72-B268-C46DF994E6B7}" dt="2024-01-30T01:18:42.871" v="83710" actId="47"/>
        <pc:sldMkLst>
          <pc:docMk/>
          <pc:sldMk cId="3640734426" sldId="1128"/>
        </pc:sldMkLst>
        <pc:spChg chg="add mod">
          <ac:chgData name="Palit, Tapti" userId="dec6fbcd-7598-406a-8cbf-504d4a3bac15" providerId="ADAL" clId="{ECD42228-5B96-4A72-B268-C46DF994E6B7}" dt="2024-01-30T00:55:26.888" v="83387"/>
          <ac:spMkLst>
            <pc:docMk/>
            <pc:sldMk cId="3640734426" sldId="1128"/>
            <ac:spMk id="2" creationId="{F3B65564-8C78-3E12-3F3A-9D17DE1A4B4F}"/>
          </ac:spMkLst>
        </pc:spChg>
        <pc:spChg chg="mod">
          <ac:chgData name="Palit, Tapti" userId="dec6fbcd-7598-406a-8cbf-504d4a3bac15" providerId="ADAL" clId="{ECD42228-5B96-4A72-B268-C46DF994E6B7}" dt="2024-01-30T01:13:22.356" v="83674" actId="1035"/>
          <ac:spMkLst>
            <pc:docMk/>
            <pc:sldMk cId="3640734426" sldId="1128"/>
            <ac:spMk id="8" creationId="{73566DC2-76D5-81CC-21A2-ED302146137E}"/>
          </ac:spMkLst>
        </pc:spChg>
        <pc:spChg chg="mod">
          <ac:chgData name="Palit, Tapti" userId="dec6fbcd-7598-406a-8cbf-504d4a3bac15" providerId="ADAL" clId="{ECD42228-5B96-4A72-B268-C46DF994E6B7}" dt="2024-01-30T01:12:28.041" v="83666" actId="14100"/>
          <ac:spMkLst>
            <pc:docMk/>
            <pc:sldMk cId="3640734426" sldId="1128"/>
            <ac:spMk id="10" creationId="{10D98153-4479-02BF-2FCF-023EAF8C4F94}"/>
          </ac:spMkLst>
        </pc:spChg>
        <pc:spChg chg="mod">
          <ac:chgData name="Palit, Tapti" userId="dec6fbcd-7598-406a-8cbf-504d4a3bac15" providerId="ADAL" clId="{ECD42228-5B96-4A72-B268-C46DF994E6B7}" dt="2024-01-30T01:12:28.041" v="83666" actId="14100"/>
          <ac:spMkLst>
            <pc:docMk/>
            <pc:sldMk cId="3640734426" sldId="1128"/>
            <ac:spMk id="11" creationId="{5CD12B5E-EED1-D7C2-F857-A3873CADFBBF}"/>
          </ac:spMkLst>
        </pc:spChg>
        <pc:spChg chg="del">
          <ac:chgData name="Palit, Tapti" userId="dec6fbcd-7598-406a-8cbf-504d4a3bac15" providerId="ADAL" clId="{ECD42228-5B96-4A72-B268-C46DF994E6B7}" dt="2024-01-30T00:57:01.414" v="83403" actId="478"/>
          <ac:spMkLst>
            <pc:docMk/>
            <pc:sldMk cId="3640734426" sldId="1128"/>
            <ac:spMk id="18" creationId="{9CE7F821-8F5E-35E9-D3A0-9E108B9099D1}"/>
          </ac:spMkLst>
        </pc:spChg>
        <pc:spChg chg="del">
          <ac:chgData name="Palit, Tapti" userId="dec6fbcd-7598-406a-8cbf-504d4a3bac15" providerId="ADAL" clId="{ECD42228-5B96-4A72-B268-C46DF994E6B7}" dt="2024-01-30T00:57:01.414" v="83403" actId="478"/>
          <ac:spMkLst>
            <pc:docMk/>
            <pc:sldMk cId="3640734426" sldId="1128"/>
            <ac:spMk id="20" creationId="{C920DD5B-0B19-3E68-9FDC-A6E22090974C}"/>
          </ac:spMkLst>
        </pc:spChg>
        <pc:spChg chg="del">
          <ac:chgData name="Palit, Tapti" userId="dec6fbcd-7598-406a-8cbf-504d4a3bac15" providerId="ADAL" clId="{ECD42228-5B96-4A72-B268-C46DF994E6B7}" dt="2024-01-30T00:57:01.414" v="83403" actId="478"/>
          <ac:spMkLst>
            <pc:docMk/>
            <pc:sldMk cId="3640734426" sldId="1128"/>
            <ac:spMk id="21" creationId="{1FE74F5B-A5E2-CADA-511C-B67DB38E926A}"/>
          </ac:spMkLst>
        </pc:spChg>
        <pc:spChg chg="del">
          <ac:chgData name="Palit, Tapti" userId="dec6fbcd-7598-406a-8cbf-504d4a3bac15" providerId="ADAL" clId="{ECD42228-5B96-4A72-B268-C46DF994E6B7}" dt="2024-01-30T00:55:57.809" v="83393" actId="478"/>
          <ac:spMkLst>
            <pc:docMk/>
            <pc:sldMk cId="3640734426" sldId="1128"/>
            <ac:spMk id="22" creationId="{F12D1A11-0B47-728C-AF38-90C067A06FFE}"/>
          </ac:spMkLst>
        </pc:spChg>
        <pc:spChg chg="del">
          <ac:chgData name="Palit, Tapti" userId="dec6fbcd-7598-406a-8cbf-504d4a3bac15" providerId="ADAL" clId="{ECD42228-5B96-4A72-B268-C46DF994E6B7}" dt="2024-01-30T00:57:01.414" v="83403" actId="478"/>
          <ac:spMkLst>
            <pc:docMk/>
            <pc:sldMk cId="3640734426" sldId="1128"/>
            <ac:spMk id="23" creationId="{E1A621D9-0858-8CA7-5B75-A027ADBD5566}"/>
          </ac:spMkLst>
        </pc:spChg>
        <pc:spChg chg="add mod">
          <ac:chgData name="Palit, Tapti" userId="dec6fbcd-7598-406a-8cbf-504d4a3bac15" providerId="ADAL" clId="{ECD42228-5B96-4A72-B268-C46DF994E6B7}" dt="2024-01-30T01:12:55.831" v="83671" actId="1076"/>
          <ac:spMkLst>
            <pc:docMk/>
            <pc:sldMk cId="3640734426" sldId="1128"/>
            <ac:spMk id="30" creationId="{F4093C84-C4FB-3009-D9B0-D3D78CC19C59}"/>
          </ac:spMkLst>
        </pc:spChg>
        <pc:spChg chg="add mod">
          <ac:chgData name="Palit, Tapti" userId="dec6fbcd-7598-406a-8cbf-504d4a3bac15" providerId="ADAL" clId="{ECD42228-5B96-4A72-B268-C46DF994E6B7}" dt="2024-01-30T00:57:32.311" v="83409" actId="1076"/>
          <ac:spMkLst>
            <pc:docMk/>
            <pc:sldMk cId="3640734426" sldId="1128"/>
            <ac:spMk id="31" creationId="{85875F0A-BDB9-A741-1698-138AB179537F}"/>
          </ac:spMkLst>
        </pc:spChg>
        <pc:spChg chg="add mod">
          <ac:chgData name="Palit, Tapti" userId="dec6fbcd-7598-406a-8cbf-504d4a3bac15" providerId="ADAL" clId="{ECD42228-5B96-4A72-B268-C46DF994E6B7}" dt="2024-01-30T01:13:00.029" v="83672" actId="1076"/>
          <ac:spMkLst>
            <pc:docMk/>
            <pc:sldMk cId="3640734426" sldId="1128"/>
            <ac:spMk id="33" creationId="{44FC1F04-F4A0-CAD2-9AF3-E02422785443}"/>
          </ac:spMkLst>
        </pc:spChg>
        <pc:spChg chg="add del mod">
          <ac:chgData name="Palit, Tapti" userId="dec6fbcd-7598-406a-8cbf-504d4a3bac15" providerId="ADAL" clId="{ECD42228-5B96-4A72-B268-C46DF994E6B7}" dt="2024-01-30T01:12:48.999" v="83668" actId="478"/>
          <ac:spMkLst>
            <pc:docMk/>
            <pc:sldMk cId="3640734426" sldId="1128"/>
            <ac:spMk id="36" creationId="{EDD58A49-C928-EF51-6867-6557C724621B}"/>
          </ac:spMkLst>
        </pc:spChg>
        <pc:spChg chg="add del mod">
          <ac:chgData name="Palit, Tapti" userId="dec6fbcd-7598-406a-8cbf-504d4a3bac15" providerId="ADAL" clId="{ECD42228-5B96-4A72-B268-C46DF994E6B7}" dt="2024-01-30T01:12:48.999" v="83668" actId="478"/>
          <ac:spMkLst>
            <pc:docMk/>
            <pc:sldMk cId="3640734426" sldId="1128"/>
            <ac:spMk id="38" creationId="{39D78A29-B3E5-F842-26EB-5A40B18A3D2B}"/>
          </ac:spMkLst>
        </pc:spChg>
        <pc:spChg chg="add del mod">
          <ac:chgData name="Palit, Tapti" userId="dec6fbcd-7598-406a-8cbf-504d4a3bac15" providerId="ADAL" clId="{ECD42228-5B96-4A72-B268-C46DF994E6B7}" dt="2024-01-30T01:12:48.999" v="83668" actId="478"/>
          <ac:spMkLst>
            <pc:docMk/>
            <pc:sldMk cId="3640734426" sldId="1128"/>
            <ac:spMk id="39" creationId="{2F42C7FF-DA03-F9D8-4984-F4E0B90D9784}"/>
          </ac:spMkLst>
        </pc:spChg>
        <pc:spChg chg="add del mod">
          <ac:chgData name="Palit, Tapti" userId="dec6fbcd-7598-406a-8cbf-504d4a3bac15" providerId="ADAL" clId="{ECD42228-5B96-4A72-B268-C46DF994E6B7}" dt="2024-01-30T01:12:48.999" v="83668" actId="478"/>
          <ac:spMkLst>
            <pc:docMk/>
            <pc:sldMk cId="3640734426" sldId="1128"/>
            <ac:spMk id="40" creationId="{EA370BC4-E68B-1763-8939-4852AD39893A}"/>
          </ac:spMkLst>
        </pc:spChg>
        <pc:spChg chg="add mod">
          <ac:chgData name="Palit, Tapti" userId="dec6fbcd-7598-406a-8cbf-504d4a3bac15" providerId="ADAL" clId="{ECD42228-5B96-4A72-B268-C46DF994E6B7}" dt="2024-01-30T01:12:49.565" v="83669"/>
          <ac:spMkLst>
            <pc:docMk/>
            <pc:sldMk cId="3640734426" sldId="1128"/>
            <ac:spMk id="44" creationId="{ED741D06-172D-4F74-7D7F-A476F70471F1}"/>
          </ac:spMkLst>
        </pc:spChg>
        <pc:spChg chg="add mod">
          <ac:chgData name="Palit, Tapti" userId="dec6fbcd-7598-406a-8cbf-504d4a3bac15" providerId="ADAL" clId="{ECD42228-5B96-4A72-B268-C46DF994E6B7}" dt="2024-01-30T01:12:49.565" v="83669"/>
          <ac:spMkLst>
            <pc:docMk/>
            <pc:sldMk cId="3640734426" sldId="1128"/>
            <ac:spMk id="46" creationId="{0D75352D-DCCD-0972-8A2A-75677F7685A0}"/>
          </ac:spMkLst>
        </pc:spChg>
        <pc:spChg chg="add mod">
          <ac:chgData name="Palit, Tapti" userId="dec6fbcd-7598-406a-8cbf-504d4a3bac15" providerId="ADAL" clId="{ECD42228-5B96-4A72-B268-C46DF994E6B7}" dt="2024-01-30T01:12:49.565" v="83669"/>
          <ac:spMkLst>
            <pc:docMk/>
            <pc:sldMk cId="3640734426" sldId="1128"/>
            <ac:spMk id="47" creationId="{2FE56038-F022-686A-5603-12E0BF725206}"/>
          </ac:spMkLst>
        </pc:spChg>
        <pc:spChg chg="add mod">
          <ac:chgData name="Palit, Tapti" userId="dec6fbcd-7598-406a-8cbf-504d4a3bac15" providerId="ADAL" clId="{ECD42228-5B96-4A72-B268-C46DF994E6B7}" dt="2024-01-30T01:12:49.565" v="83669"/>
          <ac:spMkLst>
            <pc:docMk/>
            <pc:sldMk cId="3640734426" sldId="1128"/>
            <ac:spMk id="48" creationId="{E92AA9AB-F52B-EA7C-D2B6-6CBE76408535}"/>
          </ac:spMkLst>
        </pc:spChg>
        <pc:picChg chg="add mod">
          <ac:chgData name="Palit, Tapti" userId="dec6fbcd-7598-406a-8cbf-504d4a3bac15" providerId="ADAL" clId="{ECD42228-5B96-4A72-B268-C46DF994E6B7}" dt="2024-01-30T00:58:53.902" v="83449" actId="1038"/>
          <ac:picMkLst>
            <pc:docMk/>
            <pc:sldMk cId="3640734426" sldId="1128"/>
            <ac:picMk id="43" creationId="{195BB6E2-3618-DD21-322B-008C7D0D29E7}"/>
          </ac:picMkLst>
        </pc:picChg>
        <pc:cxnChg chg="del mod">
          <ac:chgData name="Palit, Tapti" userId="dec6fbcd-7598-406a-8cbf-504d4a3bac15" providerId="ADAL" clId="{ECD42228-5B96-4A72-B268-C46DF994E6B7}" dt="2024-01-30T00:57:01.414" v="83403" actId="478"/>
          <ac:cxnSpMkLst>
            <pc:docMk/>
            <pc:sldMk cId="3640734426" sldId="1128"/>
            <ac:cxnSpMk id="19" creationId="{CFA081C0-990E-A9FB-5814-5B705AEE100C}"/>
          </ac:cxnSpMkLst>
        </pc:cxnChg>
        <pc:cxnChg chg="add mod">
          <ac:chgData name="Palit, Tapti" userId="dec6fbcd-7598-406a-8cbf-504d4a3bac15" providerId="ADAL" clId="{ECD42228-5B96-4A72-B268-C46DF994E6B7}" dt="2024-01-30T01:12:55.831" v="83671" actId="1076"/>
          <ac:cxnSpMkLst>
            <pc:docMk/>
            <pc:sldMk cId="3640734426" sldId="1128"/>
            <ac:cxnSpMk id="32" creationId="{DCEEF1A6-0749-A1F5-E438-82A35F78D366}"/>
          </ac:cxnSpMkLst>
        </pc:cxnChg>
        <pc:cxnChg chg="add del mod">
          <ac:chgData name="Palit, Tapti" userId="dec6fbcd-7598-406a-8cbf-504d4a3bac15" providerId="ADAL" clId="{ECD42228-5B96-4A72-B268-C46DF994E6B7}" dt="2024-01-30T01:12:48.999" v="83668" actId="478"/>
          <ac:cxnSpMkLst>
            <pc:docMk/>
            <pc:sldMk cId="3640734426" sldId="1128"/>
            <ac:cxnSpMk id="37" creationId="{1414EE74-94CA-F082-AC79-F90F1B174A8C}"/>
          </ac:cxnSpMkLst>
        </pc:cxnChg>
        <pc:cxnChg chg="add mod">
          <ac:chgData name="Palit, Tapti" userId="dec6fbcd-7598-406a-8cbf-504d4a3bac15" providerId="ADAL" clId="{ECD42228-5B96-4A72-B268-C46DF994E6B7}" dt="2024-01-30T01:12:49.565" v="83669"/>
          <ac:cxnSpMkLst>
            <pc:docMk/>
            <pc:sldMk cId="3640734426" sldId="1128"/>
            <ac:cxnSpMk id="45" creationId="{E0CA28DB-8FCF-F53C-813B-DA538A3CBFA4}"/>
          </ac:cxnSpMkLst>
        </pc:cxnChg>
      </pc:sldChg>
      <pc:sldChg chg="addSp delSp modSp add mod modClrScheme chgLayout modNotesTx">
        <pc:chgData name="Palit, Tapti" userId="dec6fbcd-7598-406a-8cbf-504d4a3bac15" providerId="ADAL" clId="{ECD42228-5B96-4A72-B268-C46DF994E6B7}" dt="2024-02-12T19:21:05.393" v="112427" actId="20577"/>
        <pc:sldMkLst>
          <pc:docMk/>
          <pc:sldMk cId="1372902057" sldId="1129"/>
        </pc:sldMkLst>
        <pc:spChg chg="add mod">
          <ac:chgData name="Palit, Tapti" userId="dec6fbcd-7598-406a-8cbf-504d4a3bac15" providerId="ADAL" clId="{ECD42228-5B96-4A72-B268-C46DF994E6B7}" dt="2024-01-30T03:14:22.141" v="85235"/>
          <ac:spMkLst>
            <pc:docMk/>
            <pc:sldMk cId="1372902057" sldId="1129"/>
            <ac:spMk id="2" creationId="{0DEF62EF-5704-40E1-F95D-A048D20621C3}"/>
          </ac:spMkLst>
        </pc:spChg>
        <pc:spChg chg="del">
          <ac:chgData name="Palit, Tapti" userId="dec6fbcd-7598-406a-8cbf-504d4a3bac15" providerId="ADAL" clId="{ECD42228-5B96-4A72-B268-C46DF994E6B7}" dt="2024-01-30T01:00:43.277" v="83489" actId="478"/>
          <ac:spMkLst>
            <pc:docMk/>
            <pc:sldMk cId="1372902057" sldId="1129"/>
            <ac:spMk id="2" creationId="{7BDD6DF6-98A0-6064-A2FB-21E37BAA61A9}"/>
          </ac:spMkLst>
        </pc:spChg>
        <pc:spChg chg="mod ord">
          <ac:chgData name="Palit, Tapti" userId="dec6fbcd-7598-406a-8cbf-504d4a3bac15" providerId="ADAL" clId="{ECD42228-5B96-4A72-B268-C46DF994E6B7}" dt="2024-01-30T01:07:02.965" v="83623" actId="700"/>
          <ac:spMkLst>
            <pc:docMk/>
            <pc:sldMk cId="1372902057" sldId="1129"/>
            <ac:spMk id="3" creationId="{F41F5800-0C87-D92F-5B6B-52E096B070E2}"/>
          </ac:spMkLst>
        </pc:spChg>
        <pc:spChg chg="mod ord">
          <ac:chgData name="Palit, Tapti" userId="dec6fbcd-7598-406a-8cbf-504d4a3bac15" providerId="ADAL" clId="{ECD42228-5B96-4A72-B268-C46DF994E6B7}" dt="2024-01-30T01:07:02.965" v="83623" actId="700"/>
          <ac:spMkLst>
            <pc:docMk/>
            <pc:sldMk cId="1372902057" sldId="1129"/>
            <ac:spMk id="4" creationId="{72B504F4-99B0-8DB2-F091-585A12AE0CD7}"/>
          </ac:spMkLst>
        </pc:spChg>
        <pc:spChg chg="mod">
          <ac:chgData name="Palit, Tapti" userId="dec6fbcd-7598-406a-8cbf-504d4a3bac15" providerId="ADAL" clId="{ECD42228-5B96-4A72-B268-C46DF994E6B7}" dt="2024-01-30T01:06:23.071" v="83618" actId="1076"/>
          <ac:spMkLst>
            <pc:docMk/>
            <pc:sldMk cId="1372902057" sldId="1129"/>
            <ac:spMk id="5" creationId="{183ECB8E-03C0-B0D3-470A-5FC92381CE4D}"/>
          </ac:spMkLst>
        </pc:spChg>
        <pc:spChg chg="mod">
          <ac:chgData name="Palit, Tapti" userId="dec6fbcd-7598-406a-8cbf-504d4a3bac15" providerId="ADAL" clId="{ECD42228-5B96-4A72-B268-C46DF994E6B7}" dt="2024-01-30T05:08:08.031" v="86978" actId="692"/>
          <ac:spMkLst>
            <pc:docMk/>
            <pc:sldMk cId="1372902057" sldId="1129"/>
            <ac:spMk id="8" creationId="{73566DC2-76D5-81CC-21A2-ED302146137E}"/>
          </ac:spMkLst>
        </pc:spChg>
        <pc:spChg chg="del mod">
          <ac:chgData name="Palit, Tapti" userId="dec6fbcd-7598-406a-8cbf-504d4a3bac15" providerId="ADAL" clId="{ECD42228-5B96-4A72-B268-C46DF994E6B7}" dt="2024-01-30T03:14:21.764" v="85234" actId="478"/>
          <ac:spMkLst>
            <pc:docMk/>
            <pc:sldMk cId="1372902057" sldId="1129"/>
            <ac:spMk id="9" creationId="{FEE50486-ED62-0211-8495-141514841F17}"/>
          </ac:spMkLst>
        </pc:spChg>
        <pc:spChg chg="mod">
          <ac:chgData name="Palit, Tapti" userId="dec6fbcd-7598-406a-8cbf-504d4a3bac15" providerId="ADAL" clId="{ECD42228-5B96-4A72-B268-C46DF994E6B7}" dt="2024-01-30T05:08:04.406" v="86977" actId="692"/>
          <ac:spMkLst>
            <pc:docMk/>
            <pc:sldMk cId="1372902057" sldId="1129"/>
            <ac:spMk id="10" creationId="{10D98153-4479-02BF-2FCF-023EAF8C4F94}"/>
          </ac:spMkLst>
        </pc:spChg>
        <pc:spChg chg="mod">
          <ac:chgData name="Palit, Tapti" userId="dec6fbcd-7598-406a-8cbf-504d4a3bac15" providerId="ADAL" clId="{ECD42228-5B96-4A72-B268-C46DF994E6B7}" dt="2024-01-30T05:08:04.406" v="86977" actId="692"/>
          <ac:spMkLst>
            <pc:docMk/>
            <pc:sldMk cId="1372902057" sldId="1129"/>
            <ac:spMk id="11" creationId="{5CD12B5E-EED1-D7C2-F857-A3873CADFBBF}"/>
          </ac:spMkLst>
        </pc:spChg>
        <pc:spChg chg="mod">
          <ac:chgData name="Palit, Tapti" userId="dec6fbcd-7598-406a-8cbf-504d4a3bac15" providerId="ADAL" clId="{ECD42228-5B96-4A72-B268-C46DF994E6B7}" dt="2024-01-30T01:06:23.071" v="83618" actId="1076"/>
          <ac:spMkLst>
            <pc:docMk/>
            <pc:sldMk cId="1372902057" sldId="1129"/>
            <ac:spMk id="13" creationId="{B7304097-DFBF-D910-D073-D97AFE7F2778}"/>
          </ac:spMkLst>
        </pc:spChg>
        <pc:spChg chg="mod">
          <ac:chgData name="Palit, Tapti" userId="dec6fbcd-7598-406a-8cbf-504d4a3bac15" providerId="ADAL" clId="{ECD42228-5B96-4A72-B268-C46DF994E6B7}" dt="2024-01-30T01:06:23.071" v="83618" actId="1076"/>
          <ac:spMkLst>
            <pc:docMk/>
            <pc:sldMk cId="1372902057" sldId="1129"/>
            <ac:spMk id="14" creationId="{E7E615E4-1209-91C9-5D49-B54071413CD2}"/>
          </ac:spMkLst>
        </pc:spChg>
        <pc:spChg chg="mod">
          <ac:chgData name="Palit, Tapti" userId="dec6fbcd-7598-406a-8cbf-504d4a3bac15" providerId="ADAL" clId="{ECD42228-5B96-4A72-B268-C46DF994E6B7}" dt="2024-01-30T19:44:02.285" v="94719" actId="14100"/>
          <ac:spMkLst>
            <pc:docMk/>
            <pc:sldMk cId="1372902057" sldId="1129"/>
            <ac:spMk id="15" creationId="{632CDA17-2240-B34F-44F8-5573404E1E94}"/>
          </ac:spMkLst>
        </pc:spChg>
        <pc:spChg chg="mod">
          <ac:chgData name="Palit, Tapti" userId="dec6fbcd-7598-406a-8cbf-504d4a3bac15" providerId="ADAL" clId="{ECD42228-5B96-4A72-B268-C46DF994E6B7}" dt="2024-01-30T01:06:23.071" v="83618" actId="1076"/>
          <ac:spMkLst>
            <pc:docMk/>
            <pc:sldMk cId="1372902057" sldId="1129"/>
            <ac:spMk id="16" creationId="{4645C22E-44FF-BF81-7755-C7FCA524B6E1}"/>
          </ac:spMkLst>
        </pc:spChg>
        <pc:spChg chg="mod">
          <ac:chgData name="Palit, Tapti" userId="dec6fbcd-7598-406a-8cbf-504d4a3bac15" providerId="ADAL" clId="{ECD42228-5B96-4A72-B268-C46DF994E6B7}" dt="2024-01-30T01:06:23.071" v="83618" actId="1076"/>
          <ac:spMkLst>
            <pc:docMk/>
            <pc:sldMk cId="1372902057" sldId="1129"/>
            <ac:spMk id="17" creationId="{5ECEFDC6-8E69-121D-C0F4-8405CA0DE315}"/>
          </ac:spMkLst>
        </pc:spChg>
        <pc:spChg chg="del mod">
          <ac:chgData name="Palit, Tapti" userId="dec6fbcd-7598-406a-8cbf-504d4a3bac15" providerId="ADAL" clId="{ECD42228-5B96-4A72-B268-C46DF994E6B7}" dt="2024-01-30T01:14:17.718" v="83679" actId="478"/>
          <ac:spMkLst>
            <pc:docMk/>
            <pc:sldMk cId="1372902057" sldId="1129"/>
            <ac:spMk id="18" creationId="{9CE7F821-8F5E-35E9-D3A0-9E108B9099D1}"/>
          </ac:spMkLst>
        </pc:spChg>
        <pc:spChg chg="del mod">
          <ac:chgData name="Palit, Tapti" userId="dec6fbcd-7598-406a-8cbf-504d4a3bac15" providerId="ADAL" clId="{ECD42228-5B96-4A72-B268-C46DF994E6B7}" dt="2024-01-30T01:14:17.718" v="83679" actId="478"/>
          <ac:spMkLst>
            <pc:docMk/>
            <pc:sldMk cId="1372902057" sldId="1129"/>
            <ac:spMk id="20" creationId="{C920DD5B-0B19-3E68-9FDC-A6E22090974C}"/>
          </ac:spMkLst>
        </pc:spChg>
        <pc:spChg chg="del mod">
          <ac:chgData name="Palit, Tapti" userId="dec6fbcd-7598-406a-8cbf-504d4a3bac15" providerId="ADAL" clId="{ECD42228-5B96-4A72-B268-C46DF994E6B7}" dt="2024-01-30T01:14:17.718" v="83679" actId="478"/>
          <ac:spMkLst>
            <pc:docMk/>
            <pc:sldMk cId="1372902057" sldId="1129"/>
            <ac:spMk id="21" creationId="{1FE74F5B-A5E2-CADA-511C-B67DB38E926A}"/>
          </ac:spMkLst>
        </pc:spChg>
        <pc:spChg chg="add del mod ord">
          <ac:chgData name="Palit, Tapti" userId="dec6fbcd-7598-406a-8cbf-504d4a3bac15" providerId="ADAL" clId="{ECD42228-5B96-4A72-B268-C46DF994E6B7}" dt="2024-01-30T01:03:49.620" v="83595" actId="478"/>
          <ac:spMkLst>
            <pc:docMk/>
            <pc:sldMk cId="1372902057" sldId="1129"/>
            <ac:spMk id="22" creationId="{E87570F9-3D26-4EF2-7195-5F55947EE93D}"/>
          </ac:spMkLst>
        </pc:spChg>
        <pc:spChg chg="del mod">
          <ac:chgData name="Palit, Tapti" userId="dec6fbcd-7598-406a-8cbf-504d4a3bac15" providerId="ADAL" clId="{ECD42228-5B96-4A72-B268-C46DF994E6B7}" dt="2024-01-30T01:14:17.718" v="83679" actId="478"/>
          <ac:spMkLst>
            <pc:docMk/>
            <pc:sldMk cId="1372902057" sldId="1129"/>
            <ac:spMk id="23" creationId="{E1A621D9-0858-8CA7-5B75-A027ADBD5566}"/>
          </ac:spMkLst>
        </pc:spChg>
        <pc:spChg chg="mod">
          <ac:chgData name="Palit, Tapti" userId="dec6fbcd-7598-406a-8cbf-504d4a3bac15" providerId="ADAL" clId="{ECD42228-5B96-4A72-B268-C46DF994E6B7}" dt="2024-01-30T01:16:45.178" v="83691" actId="164"/>
          <ac:spMkLst>
            <pc:docMk/>
            <pc:sldMk cId="1372902057" sldId="1129"/>
            <ac:spMk id="24" creationId="{13D60017-8D4D-E6A3-7A15-401548A94A4A}"/>
          </ac:spMkLst>
        </pc:spChg>
        <pc:spChg chg="add mod">
          <ac:chgData name="Palit, Tapti" userId="dec6fbcd-7598-406a-8cbf-504d4a3bac15" providerId="ADAL" clId="{ECD42228-5B96-4A72-B268-C46DF994E6B7}" dt="2024-01-30T19:43:54.278" v="94716" actId="14100"/>
          <ac:spMkLst>
            <pc:docMk/>
            <pc:sldMk cId="1372902057" sldId="1129"/>
            <ac:spMk id="25" creationId="{D8CE2F53-4EA6-D6D2-4026-CEDAAC13FFF1}"/>
          </ac:spMkLst>
        </pc:spChg>
        <pc:spChg chg="add del mod">
          <ac:chgData name="Palit, Tapti" userId="dec6fbcd-7598-406a-8cbf-504d4a3bac15" providerId="ADAL" clId="{ECD42228-5B96-4A72-B268-C46DF994E6B7}" dt="2024-01-30T01:06:59.383" v="83622" actId="6264"/>
          <ac:spMkLst>
            <pc:docMk/>
            <pc:sldMk cId="1372902057" sldId="1129"/>
            <ac:spMk id="26" creationId="{1CA71B15-11F3-7A7F-6A65-21725E086090}"/>
          </ac:spMkLst>
        </pc:spChg>
        <pc:spChg chg="add del mod">
          <ac:chgData name="Palit, Tapti" userId="dec6fbcd-7598-406a-8cbf-504d4a3bac15" providerId="ADAL" clId="{ECD42228-5B96-4A72-B268-C46DF994E6B7}" dt="2024-01-30T01:06:59.383" v="83622" actId="6264"/>
          <ac:spMkLst>
            <pc:docMk/>
            <pc:sldMk cId="1372902057" sldId="1129"/>
            <ac:spMk id="27" creationId="{F8F20AFD-0064-FFBE-AB0F-5C9E013D6B85}"/>
          </ac:spMkLst>
        </pc:spChg>
        <pc:spChg chg="add del mod ord">
          <ac:chgData name="Palit, Tapti" userId="dec6fbcd-7598-406a-8cbf-504d4a3bac15" providerId="ADAL" clId="{ECD42228-5B96-4A72-B268-C46DF994E6B7}" dt="2024-01-30T01:06:59.383" v="83622" actId="6264"/>
          <ac:spMkLst>
            <pc:docMk/>
            <pc:sldMk cId="1372902057" sldId="1129"/>
            <ac:spMk id="28" creationId="{0CBDFF62-46F2-32AD-E500-B63254737013}"/>
          </ac:spMkLst>
        </pc:spChg>
        <pc:spChg chg="mod">
          <ac:chgData name="Palit, Tapti" userId="dec6fbcd-7598-406a-8cbf-504d4a3bac15" providerId="ADAL" clId="{ECD42228-5B96-4A72-B268-C46DF994E6B7}" dt="2024-01-30T02:21:28.913" v="83880" actId="20577"/>
          <ac:spMkLst>
            <pc:docMk/>
            <pc:sldMk cId="1372902057" sldId="1129"/>
            <ac:spMk id="29" creationId="{B51B138B-CA6E-D442-540A-519FABFF1C4E}"/>
          </ac:spMkLst>
        </pc:spChg>
        <pc:spChg chg="add del mod ord">
          <ac:chgData name="Palit, Tapti" userId="dec6fbcd-7598-406a-8cbf-504d4a3bac15" providerId="ADAL" clId="{ECD42228-5B96-4A72-B268-C46DF994E6B7}" dt="2024-01-30T01:07:12.411" v="83626" actId="478"/>
          <ac:spMkLst>
            <pc:docMk/>
            <pc:sldMk cId="1372902057" sldId="1129"/>
            <ac:spMk id="30" creationId="{AC0C7352-D322-E185-3AF8-83CC6C621161}"/>
          </ac:spMkLst>
        </pc:spChg>
        <pc:spChg chg="add mod ord">
          <ac:chgData name="Palit, Tapti" userId="dec6fbcd-7598-406a-8cbf-504d4a3bac15" providerId="ADAL" clId="{ECD42228-5B96-4A72-B268-C46DF994E6B7}" dt="2024-01-30T01:07:05.899" v="83625" actId="20577"/>
          <ac:spMkLst>
            <pc:docMk/>
            <pc:sldMk cId="1372902057" sldId="1129"/>
            <ac:spMk id="31" creationId="{F4135F99-583B-4E5F-69AD-318FD5E2BB26}"/>
          </ac:spMkLst>
        </pc:spChg>
        <pc:spChg chg="add mod">
          <ac:chgData name="Palit, Tapti" userId="dec6fbcd-7598-406a-8cbf-504d4a3bac15" providerId="ADAL" clId="{ECD42228-5B96-4A72-B268-C46DF994E6B7}" dt="2024-01-30T01:16:45.178" v="83691" actId="164"/>
          <ac:spMkLst>
            <pc:docMk/>
            <pc:sldMk cId="1372902057" sldId="1129"/>
            <ac:spMk id="32" creationId="{76ABD35E-3C17-6D82-FDDC-00F1EDDBBF97}"/>
          </ac:spMkLst>
        </pc:spChg>
        <pc:spChg chg="add mod">
          <ac:chgData name="Palit, Tapti" userId="dec6fbcd-7598-406a-8cbf-504d4a3bac15" providerId="ADAL" clId="{ECD42228-5B96-4A72-B268-C46DF994E6B7}" dt="2024-02-09T19:18:01.587" v="108714" actId="20577"/>
          <ac:spMkLst>
            <pc:docMk/>
            <pc:sldMk cId="1372902057" sldId="1129"/>
            <ac:spMk id="34" creationId="{EF1A9D01-E090-B925-8DAD-D9CF108BE530}"/>
          </ac:spMkLst>
        </pc:spChg>
        <pc:spChg chg="add mod">
          <ac:chgData name="Palit, Tapti" userId="dec6fbcd-7598-406a-8cbf-504d4a3bac15" providerId="ADAL" clId="{ECD42228-5B96-4A72-B268-C46DF994E6B7}" dt="2024-01-30T01:16:45.178" v="83691" actId="164"/>
          <ac:spMkLst>
            <pc:docMk/>
            <pc:sldMk cId="1372902057" sldId="1129"/>
            <ac:spMk id="35" creationId="{E7352C26-A10D-5544-8CC1-F91800A8E48C}"/>
          </ac:spMkLst>
        </pc:spChg>
        <pc:spChg chg="add mod">
          <ac:chgData name="Palit, Tapti" userId="dec6fbcd-7598-406a-8cbf-504d4a3bac15" providerId="ADAL" clId="{ECD42228-5B96-4A72-B268-C46DF994E6B7}" dt="2024-01-30T01:16:45.178" v="83691" actId="164"/>
          <ac:spMkLst>
            <pc:docMk/>
            <pc:sldMk cId="1372902057" sldId="1129"/>
            <ac:spMk id="36" creationId="{E37154EC-FCF2-8411-FC57-6C10AF8C65EA}"/>
          </ac:spMkLst>
        </pc:spChg>
        <pc:spChg chg="add del mod">
          <ac:chgData name="Palit, Tapti" userId="dec6fbcd-7598-406a-8cbf-504d4a3bac15" providerId="ADAL" clId="{ECD42228-5B96-4A72-B268-C46DF994E6B7}" dt="2024-01-30T02:14:22.841" v="83780" actId="21"/>
          <ac:spMkLst>
            <pc:docMk/>
            <pc:sldMk cId="1372902057" sldId="1129"/>
            <ac:spMk id="38" creationId="{EAB3642B-B40C-7809-FE99-1B2DC54BF720}"/>
          </ac:spMkLst>
        </pc:spChg>
        <pc:grpChg chg="add mod">
          <ac:chgData name="Palit, Tapti" userId="dec6fbcd-7598-406a-8cbf-504d4a3bac15" providerId="ADAL" clId="{ECD42228-5B96-4A72-B268-C46DF994E6B7}" dt="2024-01-30T01:16:45.178" v="83691" actId="164"/>
          <ac:grpSpMkLst>
            <pc:docMk/>
            <pc:sldMk cId="1372902057" sldId="1129"/>
            <ac:grpSpMk id="37" creationId="{D4A5950A-B6D9-F6AD-6478-AA6426F9228C}"/>
          </ac:grpSpMkLst>
        </pc:grpChg>
        <pc:picChg chg="mod">
          <ac:chgData name="Palit, Tapti" userId="dec6fbcd-7598-406a-8cbf-504d4a3bac15" providerId="ADAL" clId="{ECD42228-5B96-4A72-B268-C46DF994E6B7}" dt="2024-01-30T01:01:50.774" v="83522" actId="1076"/>
          <ac:picMkLst>
            <pc:docMk/>
            <pc:sldMk cId="1372902057" sldId="1129"/>
            <ac:picMk id="1026" creationId="{FA72C589-D3CD-285E-5D5F-E6CB0EC94BDE}"/>
          </ac:picMkLst>
        </pc:picChg>
        <pc:picChg chg="mod">
          <ac:chgData name="Palit, Tapti" userId="dec6fbcd-7598-406a-8cbf-504d4a3bac15" providerId="ADAL" clId="{ECD42228-5B96-4A72-B268-C46DF994E6B7}" dt="2024-01-30T01:16:45.178" v="83691" actId="164"/>
          <ac:picMkLst>
            <pc:docMk/>
            <pc:sldMk cId="1372902057" sldId="1129"/>
            <ac:picMk id="2050" creationId="{B7BD09AD-3B0E-B4F6-950E-986213587B42}"/>
          </ac:picMkLst>
        </pc:picChg>
        <pc:picChg chg="add mod">
          <ac:chgData name="Palit, Tapti" userId="dec6fbcd-7598-406a-8cbf-504d4a3bac15" providerId="ADAL" clId="{ECD42228-5B96-4A72-B268-C46DF994E6B7}" dt="2024-01-30T01:05:42.694" v="83607" actId="1076"/>
          <ac:picMkLst>
            <pc:docMk/>
            <pc:sldMk cId="1372902057" sldId="1129"/>
            <ac:picMk id="3074" creationId="{ABC291D5-2EF1-529D-3824-4F2EBB2BE407}"/>
          </ac:picMkLst>
        </pc:picChg>
        <pc:cxnChg chg="mod">
          <ac:chgData name="Palit, Tapti" userId="dec6fbcd-7598-406a-8cbf-504d4a3bac15" providerId="ADAL" clId="{ECD42228-5B96-4A72-B268-C46DF994E6B7}" dt="2024-01-30T01:06:23.071" v="83618" actId="1076"/>
          <ac:cxnSpMkLst>
            <pc:docMk/>
            <pc:sldMk cId="1372902057" sldId="1129"/>
            <ac:cxnSpMk id="6" creationId="{9A228DE5-2A47-7DC0-AB7D-AA240CDBFA38}"/>
          </ac:cxnSpMkLst>
        </pc:cxnChg>
        <pc:cxnChg chg="mod">
          <ac:chgData name="Palit, Tapti" userId="dec6fbcd-7598-406a-8cbf-504d4a3bac15" providerId="ADAL" clId="{ECD42228-5B96-4A72-B268-C46DF994E6B7}" dt="2024-01-30T01:06:23.071" v="83618" actId="1076"/>
          <ac:cxnSpMkLst>
            <pc:docMk/>
            <pc:sldMk cId="1372902057" sldId="1129"/>
            <ac:cxnSpMk id="7" creationId="{61D65FAB-D08A-1F97-5A56-A0AFDCACE3EE}"/>
          </ac:cxnSpMkLst>
        </pc:cxnChg>
        <pc:cxnChg chg="del mod">
          <ac:chgData name="Palit, Tapti" userId="dec6fbcd-7598-406a-8cbf-504d4a3bac15" providerId="ADAL" clId="{ECD42228-5B96-4A72-B268-C46DF994E6B7}" dt="2024-01-30T01:14:17.718" v="83679" actId="478"/>
          <ac:cxnSpMkLst>
            <pc:docMk/>
            <pc:sldMk cId="1372902057" sldId="1129"/>
            <ac:cxnSpMk id="19" creationId="{CFA081C0-990E-A9FB-5814-5B705AEE100C}"/>
          </ac:cxnSpMkLst>
        </pc:cxnChg>
        <pc:cxnChg chg="add mod">
          <ac:chgData name="Palit, Tapti" userId="dec6fbcd-7598-406a-8cbf-504d4a3bac15" providerId="ADAL" clId="{ECD42228-5B96-4A72-B268-C46DF994E6B7}" dt="2024-01-30T01:16:45.178" v="83691" actId="164"/>
          <ac:cxnSpMkLst>
            <pc:docMk/>
            <pc:sldMk cId="1372902057" sldId="1129"/>
            <ac:cxnSpMk id="33" creationId="{7EC22010-EA68-BB02-6BDA-BCE2C09FF5DB}"/>
          </ac:cxnSpMkLst>
        </pc:cxnChg>
      </pc:sldChg>
      <pc:sldChg chg="addSp delSp modSp add mod modAnim modNotesTx">
        <pc:chgData name="Palit, Tapti" userId="dec6fbcd-7598-406a-8cbf-504d4a3bac15" providerId="ADAL" clId="{ECD42228-5B96-4A72-B268-C46DF994E6B7}" dt="2024-02-12T19:21:12.315" v="112433" actId="20577"/>
        <pc:sldMkLst>
          <pc:docMk/>
          <pc:sldMk cId="1250971762" sldId="1130"/>
        </pc:sldMkLst>
        <pc:spChg chg="add mod">
          <ac:chgData name="Palit, Tapti" userId="dec6fbcd-7598-406a-8cbf-504d4a3bac15" providerId="ADAL" clId="{ECD42228-5B96-4A72-B268-C46DF994E6B7}" dt="2024-01-30T01:08:39.734" v="83639" actId="1076"/>
          <ac:spMkLst>
            <pc:docMk/>
            <pc:sldMk cId="1250971762" sldId="1130"/>
            <ac:spMk id="2" creationId="{1DF948A5-67CC-8009-4B31-BF88BB55A8A6}"/>
          </ac:spMkLst>
        </pc:spChg>
        <pc:spChg chg="del mod">
          <ac:chgData name="Palit, Tapti" userId="dec6fbcd-7598-406a-8cbf-504d4a3bac15" providerId="ADAL" clId="{ECD42228-5B96-4A72-B268-C46DF994E6B7}" dt="2024-01-30T01:57:20.708" v="83713" actId="478"/>
          <ac:spMkLst>
            <pc:docMk/>
            <pc:sldMk cId="1250971762" sldId="1130"/>
            <ac:spMk id="8" creationId="{73566DC2-76D5-81CC-21A2-ED302146137E}"/>
          </ac:spMkLst>
        </pc:spChg>
        <pc:spChg chg="add mod">
          <ac:chgData name="Palit, Tapti" userId="dec6fbcd-7598-406a-8cbf-504d4a3bac15" providerId="ADAL" clId="{ECD42228-5B96-4A72-B268-C46DF994E6B7}" dt="2024-01-30T03:14:26.928" v="85237"/>
          <ac:spMkLst>
            <pc:docMk/>
            <pc:sldMk cId="1250971762" sldId="1130"/>
            <ac:spMk id="8" creationId="{AC4C4F51-B44D-6AB2-7C3F-5622C7005020}"/>
          </ac:spMkLst>
        </pc:spChg>
        <pc:spChg chg="add mod">
          <ac:chgData name="Palit, Tapti" userId="dec6fbcd-7598-406a-8cbf-504d4a3bac15" providerId="ADAL" clId="{ECD42228-5B96-4A72-B268-C46DF994E6B7}" dt="2024-01-30T04:51:11.580" v="86815" actId="1076"/>
          <ac:spMkLst>
            <pc:docMk/>
            <pc:sldMk cId="1250971762" sldId="1130"/>
            <ac:spMk id="9" creationId="{780AEA9F-8B70-2CC6-0251-8B890C476488}"/>
          </ac:spMkLst>
        </pc:spChg>
        <pc:spChg chg="del">
          <ac:chgData name="Palit, Tapti" userId="dec6fbcd-7598-406a-8cbf-504d4a3bac15" providerId="ADAL" clId="{ECD42228-5B96-4A72-B268-C46DF994E6B7}" dt="2024-01-30T03:14:26.456" v="85236" actId="478"/>
          <ac:spMkLst>
            <pc:docMk/>
            <pc:sldMk cId="1250971762" sldId="1130"/>
            <ac:spMk id="9" creationId="{FEE50486-ED62-0211-8495-141514841F17}"/>
          </ac:spMkLst>
        </pc:spChg>
        <pc:spChg chg="mod">
          <ac:chgData name="Palit, Tapti" userId="dec6fbcd-7598-406a-8cbf-504d4a3bac15" providerId="ADAL" clId="{ECD42228-5B96-4A72-B268-C46DF994E6B7}" dt="2024-01-30T05:08:19.654" v="86979" actId="692"/>
          <ac:spMkLst>
            <pc:docMk/>
            <pc:sldMk cId="1250971762" sldId="1130"/>
            <ac:spMk id="10" creationId="{10D98153-4479-02BF-2FCF-023EAF8C4F94}"/>
          </ac:spMkLst>
        </pc:spChg>
        <pc:spChg chg="mod">
          <ac:chgData name="Palit, Tapti" userId="dec6fbcd-7598-406a-8cbf-504d4a3bac15" providerId="ADAL" clId="{ECD42228-5B96-4A72-B268-C46DF994E6B7}" dt="2024-01-30T05:08:19.654" v="86979" actId="692"/>
          <ac:spMkLst>
            <pc:docMk/>
            <pc:sldMk cId="1250971762" sldId="1130"/>
            <ac:spMk id="11" creationId="{5CD12B5E-EED1-D7C2-F857-A3873CADFBBF}"/>
          </ac:spMkLst>
        </pc:spChg>
        <pc:spChg chg="mod">
          <ac:chgData name="Palit, Tapti" userId="dec6fbcd-7598-406a-8cbf-504d4a3bac15" providerId="ADAL" clId="{ECD42228-5B96-4A72-B268-C46DF994E6B7}" dt="2024-01-30T16:53:38.075" v="93107" actId="20577"/>
          <ac:spMkLst>
            <pc:docMk/>
            <pc:sldMk cId="1250971762" sldId="1130"/>
            <ac:spMk id="15" creationId="{632CDA17-2240-B34F-44F8-5573404E1E94}"/>
          </ac:spMkLst>
        </pc:spChg>
        <pc:spChg chg="del">
          <ac:chgData name="Palit, Tapti" userId="dec6fbcd-7598-406a-8cbf-504d4a3bac15" providerId="ADAL" clId="{ECD42228-5B96-4A72-B268-C46DF994E6B7}" dt="2024-01-30T02:11:24.331" v="83717" actId="478"/>
          <ac:spMkLst>
            <pc:docMk/>
            <pc:sldMk cId="1250971762" sldId="1130"/>
            <ac:spMk id="18" creationId="{9CE7F821-8F5E-35E9-D3A0-9E108B9099D1}"/>
          </ac:spMkLst>
        </pc:spChg>
        <pc:spChg chg="del">
          <ac:chgData name="Palit, Tapti" userId="dec6fbcd-7598-406a-8cbf-504d4a3bac15" providerId="ADAL" clId="{ECD42228-5B96-4A72-B268-C46DF994E6B7}" dt="2024-01-30T02:11:18.886" v="83716" actId="478"/>
          <ac:spMkLst>
            <pc:docMk/>
            <pc:sldMk cId="1250971762" sldId="1130"/>
            <ac:spMk id="20" creationId="{C920DD5B-0B19-3E68-9FDC-A6E22090974C}"/>
          </ac:spMkLst>
        </pc:spChg>
        <pc:spChg chg="del">
          <ac:chgData name="Palit, Tapti" userId="dec6fbcd-7598-406a-8cbf-504d4a3bac15" providerId="ADAL" clId="{ECD42228-5B96-4A72-B268-C46DF994E6B7}" dt="2024-01-30T02:11:24.331" v="83717" actId="478"/>
          <ac:spMkLst>
            <pc:docMk/>
            <pc:sldMk cId="1250971762" sldId="1130"/>
            <ac:spMk id="21" creationId="{1FE74F5B-A5E2-CADA-511C-B67DB38E926A}"/>
          </ac:spMkLst>
        </pc:spChg>
        <pc:spChg chg="del">
          <ac:chgData name="Palit, Tapti" userId="dec6fbcd-7598-406a-8cbf-504d4a3bac15" providerId="ADAL" clId="{ECD42228-5B96-4A72-B268-C46DF994E6B7}" dt="2024-01-30T02:11:24.331" v="83717" actId="478"/>
          <ac:spMkLst>
            <pc:docMk/>
            <pc:sldMk cId="1250971762" sldId="1130"/>
            <ac:spMk id="23" creationId="{E1A621D9-0858-8CA7-5B75-A027ADBD5566}"/>
          </ac:spMkLst>
        </pc:spChg>
        <pc:spChg chg="mod">
          <ac:chgData name="Palit, Tapti" userId="dec6fbcd-7598-406a-8cbf-504d4a3bac15" providerId="ADAL" clId="{ECD42228-5B96-4A72-B268-C46DF994E6B7}" dt="2024-01-30T04:54:51.899" v="86838" actId="14100"/>
          <ac:spMkLst>
            <pc:docMk/>
            <pc:sldMk cId="1250971762" sldId="1130"/>
            <ac:spMk id="25" creationId="{D8CE2F53-4EA6-D6D2-4026-CEDAAC13FFF1}"/>
          </ac:spMkLst>
        </pc:spChg>
        <pc:spChg chg="add mod">
          <ac:chgData name="Palit, Tapti" userId="dec6fbcd-7598-406a-8cbf-504d4a3bac15" providerId="ADAL" clId="{ECD42228-5B96-4A72-B268-C46DF994E6B7}" dt="2024-01-30T01:08:30.119" v="83636" actId="1076"/>
          <ac:spMkLst>
            <pc:docMk/>
            <pc:sldMk cId="1250971762" sldId="1130"/>
            <ac:spMk id="27" creationId="{2549F2C8-8AB0-271B-0421-EDC682AFE7B3}"/>
          </ac:spMkLst>
        </pc:spChg>
        <pc:spChg chg="mod">
          <ac:chgData name="Palit, Tapti" userId="dec6fbcd-7598-406a-8cbf-504d4a3bac15" providerId="ADAL" clId="{ECD42228-5B96-4A72-B268-C46DF994E6B7}" dt="2024-01-30T15:42:54.027" v="91818"/>
          <ac:spMkLst>
            <pc:docMk/>
            <pc:sldMk cId="1250971762" sldId="1130"/>
            <ac:spMk id="29" creationId="{B51B138B-CA6E-D442-540A-519FABFF1C4E}"/>
          </ac:spMkLst>
        </pc:spChg>
        <pc:spChg chg="add del mod">
          <ac:chgData name="Palit, Tapti" userId="dec6fbcd-7598-406a-8cbf-504d4a3bac15" providerId="ADAL" clId="{ECD42228-5B96-4A72-B268-C46DF994E6B7}" dt="2024-01-30T02:11:24.331" v="83717" actId="478"/>
          <ac:spMkLst>
            <pc:docMk/>
            <pc:sldMk cId="1250971762" sldId="1130"/>
            <ac:spMk id="33" creationId="{A7D7C0DF-8A80-5EB9-1110-6F67F0CA6D8A}"/>
          </ac:spMkLst>
        </pc:spChg>
        <pc:spChg chg="add del mod">
          <ac:chgData name="Palit, Tapti" userId="dec6fbcd-7598-406a-8cbf-504d4a3bac15" providerId="ADAL" clId="{ECD42228-5B96-4A72-B268-C46DF994E6B7}" dt="2024-01-30T02:11:24.331" v="83717" actId="478"/>
          <ac:spMkLst>
            <pc:docMk/>
            <pc:sldMk cId="1250971762" sldId="1130"/>
            <ac:spMk id="35" creationId="{A3380561-5AB5-4512-DC7F-58FA22C22CE6}"/>
          </ac:spMkLst>
        </pc:spChg>
        <pc:spChg chg="add del mod">
          <ac:chgData name="Palit, Tapti" userId="dec6fbcd-7598-406a-8cbf-504d4a3bac15" providerId="ADAL" clId="{ECD42228-5B96-4A72-B268-C46DF994E6B7}" dt="2024-01-30T02:11:14.600" v="83715" actId="478"/>
          <ac:spMkLst>
            <pc:docMk/>
            <pc:sldMk cId="1250971762" sldId="1130"/>
            <ac:spMk id="36" creationId="{323A9CC3-7F34-C0BC-E337-CB8CED28D28E}"/>
          </ac:spMkLst>
        </pc:spChg>
        <pc:spChg chg="mod">
          <ac:chgData name="Palit, Tapti" userId="dec6fbcd-7598-406a-8cbf-504d4a3bac15" providerId="ADAL" clId="{ECD42228-5B96-4A72-B268-C46DF994E6B7}" dt="2024-01-30T05:08:25.243" v="86980" actId="692"/>
          <ac:spMkLst>
            <pc:docMk/>
            <pc:sldMk cId="1250971762" sldId="1130"/>
            <ac:spMk id="38" creationId="{495533F4-0AE6-AB94-69CC-CAF49FCD5745}"/>
          </ac:spMkLst>
        </pc:spChg>
        <pc:spChg chg="mod">
          <ac:chgData name="Palit, Tapti" userId="dec6fbcd-7598-406a-8cbf-504d4a3bac15" providerId="ADAL" clId="{ECD42228-5B96-4A72-B268-C46DF994E6B7}" dt="2024-01-30T02:11:36.184" v="83730" actId="1035"/>
          <ac:spMkLst>
            <pc:docMk/>
            <pc:sldMk cId="1250971762" sldId="1130"/>
            <ac:spMk id="39" creationId="{B373EA4C-A500-D73B-6A35-957257A6FBE4}"/>
          </ac:spMkLst>
        </pc:spChg>
        <pc:spChg chg="mod">
          <ac:chgData name="Palit, Tapti" userId="dec6fbcd-7598-406a-8cbf-504d4a3bac15" providerId="ADAL" clId="{ECD42228-5B96-4A72-B268-C46DF994E6B7}" dt="2024-01-30T02:11:36.184" v="83730" actId="1035"/>
          <ac:spMkLst>
            <pc:docMk/>
            <pc:sldMk cId="1250971762" sldId="1130"/>
            <ac:spMk id="41" creationId="{C49E7E0E-DD53-2988-43FD-3256EB993C95}"/>
          </ac:spMkLst>
        </pc:spChg>
        <pc:spChg chg="mod">
          <ac:chgData name="Palit, Tapti" userId="dec6fbcd-7598-406a-8cbf-504d4a3bac15" providerId="ADAL" clId="{ECD42228-5B96-4A72-B268-C46DF994E6B7}" dt="2024-02-09T19:18:06.004" v="108718" actId="20577"/>
          <ac:spMkLst>
            <pc:docMk/>
            <pc:sldMk cId="1250971762" sldId="1130"/>
            <ac:spMk id="43" creationId="{2DE0DACE-3EFB-2CDB-F5B9-2616663FDB76}"/>
          </ac:spMkLst>
        </pc:spChg>
        <pc:spChg chg="mod">
          <ac:chgData name="Palit, Tapti" userId="dec6fbcd-7598-406a-8cbf-504d4a3bac15" providerId="ADAL" clId="{ECD42228-5B96-4A72-B268-C46DF994E6B7}" dt="2024-01-30T02:11:36.184" v="83730" actId="1035"/>
          <ac:spMkLst>
            <pc:docMk/>
            <pc:sldMk cId="1250971762" sldId="1130"/>
            <ac:spMk id="44" creationId="{357FF2C5-FEBF-7A69-D254-637758DF85EA}"/>
          </ac:spMkLst>
        </pc:spChg>
        <pc:spChg chg="mod">
          <ac:chgData name="Palit, Tapti" userId="dec6fbcd-7598-406a-8cbf-504d4a3bac15" providerId="ADAL" clId="{ECD42228-5B96-4A72-B268-C46DF994E6B7}" dt="2024-01-30T02:11:36.184" v="83730" actId="1035"/>
          <ac:spMkLst>
            <pc:docMk/>
            <pc:sldMk cId="1250971762" sldId="1130"/>
            <ac:spMk id="45" creationId="{E988A5A1-4444-4B58-9D66-F5FF837631A6}"/>
          </ac:spMkLst>
        </pc:spChg>
        <pc:spChg chg="add del mod">
          <ac:chgData name="Palit, Tapti" userId="dec6fbcd-7598-406a-8cbf-504d4a3bac15" providerId="ADAL" clId="{ECD42228-5B96-4A72-B268-C46DF994E6B7}" dt="2024-01-30T02:12:01.106" v="83735" actId="478"/>
          <ac:spMkLst>
            <pc:docMk/>
            <pc:sldMk cId="1250971762" sldId="1130"/>
            <ac:spMk id="46" creationId="{E69AE2CF-C9D4-2C01-E6C6-FEA01A3A3DEC}"/>
          </ac:spMkLst>
        </pc:spChg>
        <pc:spChg chg="add del mod">
          <ac:chgData name="Palit, Tapti" userId="dec6fbcd-7598-406a-8cbf-504d4a3bac15" providerId="ADAL" clId="{ECD42228-5B96-4A72-B268-C46DF994E6B7}" dt="2024-01-30T04:51:08.594" v="86813" actId="478"/>
          <ac:spMkLst>
            <pc:docMk/>
            <pc:sldMk cId="1250971762" sldId="1130"/>
            <ac:spMk id="47" creationId="{E4D4E495-6CD6-395D-9891-67F37940B2D6}"/>
          </ac:spMkLst>
        </pc:spChg>
        <pc:spChg chg="add mod">
          <ac:chgData name="Palit, Tapti" userId="dec6fbcd-7598-406a-8cbf-504d4a3bac15" providerId="ADAL" clId="{ECD42228-5B96-4A72-B268-C46DF994E6B7}" dt="2024-01-30T02:12:16.810" v="83738" actId="1076"/>
          <ac:spMkLst>
            <pc:docMk/>
            <pc:sldMk cId="1250971762" sldId="1130"/>
            <ac:spMk id="49" creationId="{06B7BC63-CC53-0C07-54D2-E99E71DDC919}"/>
          </ac:spMkLst>
        </pc:spChg>
        <pc:spChg chg="add mod">
          <ac:chgData name="Palit, Tapti" userId="dec6fbcd-7598-406a-8cbf-504d4a3bac15" providerId="ADAL" clId="{ECD42228-5B96-4A72-B268-C46DF994E6B7}" dt="2024-01-30T02:12:21.544" v="83739" actId="1076"/>
          <ac:spMkLst>
            <pc:docMk/>
            <pc:sldMk cId="1250971762" sldId="1130"/>
            <ac:spMk id="50" creationId="{3C4BE283-67E7-075D-CFA9-A721ADD44632}"/>
          </ac:spMkLst>
        </pc:spChg>
        <pc:spChg chg="add mod">
          <ac:chgData name="Palit, Tapti" userId="dec6fbcd-7598-406a-8cbf-504d4a3bac15" providerId="ADAL" clId="{ECD42228-5B96-4A72-B268-C46DF994E6B7}" dt="2024-01-30T02:12:06.309" v="83736"/>
          <ac:spMkLst>
            <pc:docMk/>
            <pc:sldMk cId="1250971762" sldId="1130"/>
            <ac:spMk id="51" creationId="{E67BD2EE-ADFB-6EA3-95E6-844FC0CCA7FB}"/>
          </ac:spMkLst>
        </pc:spChg>
        <pc:spChg chg="add del mod">
          <ac:chgData name="Palit, Tapti" userId="dec6fbcd-7598-406a-8cbf-504d4a3bac15" providerId="ADAL" clId="{ECD42228-5B96-4A72-B268-C46DF994E6B7}" dt="2024-02-09T04:40:32.160" v="104448" actId="478"/>
          <ac:spMkLst>
            <pc:docMk/>
            <pc:sldMk cId="1250971762" sldId="1130"/>
            <ac:spMk id="53" creationId="{EAB3642B-B40C-7809-FE99-1B2DC54BF720}"/>
          </ac:spMkLst>
        </pc:spChg>
        <pc:grpChg chg="add mod">
          <ac:chgData name="Palit, Tapti" userId="dec6fbcd-7598-406a-8cbf-504d4a3bac15" providerId="ADAL" clId="{ECD42228-5B96-4A72-B268-C46DF994E6B7}" dt="2024-01-30T02:11:36.184" v="83730" actId="1035"/>
          <ac:grpSpMkLst>
            <pc:docMk/>
            <pc:sldMk cId="1250971762" sldId="1130"/>
            <ac:grpSpMk id="37" creationId="{0244CF39-569F-65F8-5F84-BB2F0E7E81C6}"/>
          </ac:grpSpMkLst>
        </pc:grpChg>
        <pc:picChg chg="add mod">
          <ac:chgData name="Palit, Tapti" userId="dec6fbcd-7598-406a-8cbf-504d4a3bac15" providerId="ADAL" clId="{ECD42228-5B96-4A72-B268-C46DF994E6B7}" dt="2024-01-30T01:08:30.119" v="83636" actId="1076"/>
          <ac:picMkLst>
            <pc:docMk/>
            <pc:sldMk cId="1250971762" sldId="1130"/>
            <ac:picMk id="22" creationId="{D7DE50F1-3A2A-5923-DB0D-CE7D95CB7D9C}"/>
          </ac:picMkLst>
        </pc:picChg>
        <pc:picChg chg="mod">
          <ac:chgData name="Palit, Tapti" userId="dec6fbcd-7598-406a-8cbf-504d4a3bac15" providerId="ADAL" clId="{ECD42228-5B96-4A72-B268-C46DF994E6B7}" dt="2024-01-30T02:11:36.184" v="83730" actId="1035"/>
          <ac:picMkLst>
            <pc:docMk/>
            <pc:sldMk cId="1250971762" sldId="1130"/>
            <ac:picMk id="40" creationId="{84ACB5A8-1E70-423F-42F9-F44B8867FEA2}"/>
          </ac:picMkLst>
        </pc:picChg>
        <pc:picChg chg="del">
          <ac:chgData name="Palit, Tapti" userId="dec6fbcd-7598-406a-8cbf-504d4a3bac15" providerId="ADAL" clId="{ECD42228-5B96-4A72-B268-C46DF994E6B7}" dt="2024-01-30T01:57:22.820" v="83714" actId="478"/>
          <ac:picMkLst>
            <pc:docMk/>
            <pc:sldMk cId="1250971762" sldId="1130"/>
            <ac:picMk id="2050" creationId="{B7BD09AD-3B0E-B4F6-950E-986213587B42}"/>
          </ac:picMkLst>
        </pc:picChg>
        <pc:cxnChg chg="del mod">
          <ac:chgData name="Palit, Tapti" userId="dec6fbcd-7598-406a-8cbf-504d4a3bac15" providerId="ADAL" clId="{ECD42228-5B96-4A72-B268-C46DF994E6B7}" dt="2024-01-30T02:11:24.331" v="83717" actId="478"/>
          <ac:cxnSpMkLst>
            <pc:docMk/>
            <pc:sldMk cId="1250971762" sldId="1130"/>
            <ac:cxnSpMk id="19" creationId="{CFA081C0-990E-A9FB-5814-5B705AEE100C}"/>
          </ac:cxnSpMkLst>
        </pc:cxnChg>
        <pc:cxnChg chg="add mod">
          <ac:chgData name="Palit, Tapti" userId="dec6fbcd-7598-406a-8cbf-504d4a3bac15" providerId="ADAL" clId="{ECD42228-5B96-4A72-B268-C46DF994E6B7}" dt="2024-01-30T01:08:48.559" v="83641" actId="14100"/>
          <ac:cxnSpMkLst>
            <pc:docMk/>
            <pc:sldMk cId="1250971762" sldId="1130"/>
            <ac:cxnSpMk id="26" creationId="{533253F1-88CE-8F5B-BA68-C05E481B2590}"/>
          </ac:cxnSpMkLst>
        </pc:cxnChg>
        <pc:cxnChg chg="add del mod">
          <ac:chgData name="Palit, Tapti" userId="dec6fbcd-7598-406a-8cbf-504d4a3bac15" providerId="ADAL" clId="{ECD42228-5B96-4A72-B268-C46DF994E6B7}" dt="2024-01-30T02:11:18.886" v="83716" actId="478"/>
          <ac:cxnSpMkLst>
            <pc:docMk/>
            <pc:sldMk cId="1250971762" sldId="1130"/>
            <ac:cxnSpMk id="34" creationId="{BCEE797C-E337-AA3B-CE45-2E87E5629ABD}"/>
          </ac:cxnSpMkLst>
        </pc:cxnChg>
        <pc:cxnChg chg="mod">
          <ac:chgData name="Palit, Tapti" userId="dec6fbcd-7598-406a-8cbf-504d4a3bac15" providerId="ADAL" clId="{ECD42228-5B96-4A72-B268-C46DF994E6B7}" dt="2024-01-30T02:11:36.184" v="83730" actId="1035"/>
          <ac:cxnSpMkLst>
            <pc:docMk/>
            <pc:sldMk cId="1250971762" sldId="1130"/>
            <ac:cxnSpMk id="42" creationId="{596FC60B-4677-1ACC-D7F3-B1CA07E5F598}"/>
          </ac:cxnSpMkLst>
        </pc:cxnChg>
        <pc:cxnChg chg="add del mod">
          <ac:chgData name="Palit, Tapti" userId="dec6fbcd-7598-406a-8cbf-504d4a3bac15" providerId="ADAL" clId="{ECD42228-5B96-4A72-B268-C46DF994E6B7}" dt="2024-01-30T02:12:08.027" v="83737" actId="478"/>
          <ac:cxnSpMkLst>
            <pc:docMk/>
            <pc:sldMk cId="1250971762" sldId="1130"/>
            <ac:cxnSpMk id="48" creationId="{EA075BB3-02F0-3AA8-20F2-2153069BDA12}"/>
          </ac:cxnSpMkLst>
        </pc:cxnChg>
        <pc:cxnChg chg="add mod">
          <ac:chgData name="Palit, Tapti" userId="dec6fbcd-7598-406a-8cbf-504d4a3bac15" providerId="ADAL" clId="{ECD42228-5B96-4A72-B268-C46DF994E6B7}" dt="2024-01-30T02:12:06.309" v="83736"/>
          <ac:cxnSpMkLst>
            <pc:docMk/>
            <pc:sldMk cId="1250971762" sldId="1130"/>
            <ac:cxnSpMk id="52" creationId="{C1D5992D-D4D9-DCDF-67A0-CC7FF6928661}"/>
          </ac:cxnSpMkLst>
        </pc:cxnChg>
      </pc:sldChg>
      <pc:sldChg chg="addSp delSp modSp add mod">
        <pc:chgData name="Palit, Tapti" userId="dec6fbcd-7598-406a-8cbf-504d4a3bac15" providerId="ADAL" clId="{ECD42228-5B96-4A72-B268-C46DF994E6B7}" dt="2024-02-09T19:17:51.866" v="108706" actId="20577"/>
        <pc:sldMkLst>
          <pc:docMk/>
          <pc:sldMk cId="2179722726" sldId="1131"/>
        </pc:sldMkLst>
        <pc:spChg chg="del">
          <ac:chgData name="Palit, Tapti" userId="dec6fbcd-7598-406a-8cbf-504d4a3bac15" providerId="ADAL" clId="{ECD42228-5B96-4A72-B268-C46DF994E6B7}" dt="2024-01-30T01:17:56.981" v="83704" actId="478"/>
          <ac:spMkLst>
            <pc:docMk/>
            <pc:sldMk cId="2179722726" sldId="1131"/>
            <ac:spMk id="2" creationId="{7BDD6DF6-98A0-6064-A2FB-21E37BAA61A9}"/>
          </ac:spMkLst>
        </pc:spChg>
        <pc:spChg chg="add mod">
          <ac:chgData name="Palit, Tapti" userId="dec6fbcd-7598-406a-8cbf-504d4a3bac15" providerId="ADAL" clId="{ECD42228-5B96-4A72-B268-C46DF994E6B7}" dt="2024-01-30T03:13:58.321" v="85231"/>
          <ac:spMkLst>
            <pc:docMk/>
            <pc:sldMk cId="2179722726" sldId="1131"/>
            <ac:spMk id="2" creationId="{8B0F63E5-BC12-F6D3-276D-F9FFCFE3A208}"/>
          </ac:spMkLst>
        </pc:spChg>
        <pc:spChg chg="add mod">
          <ac:chgData name="Palit, Tapti" userId="dec6fbcd-7598-406a-8cbf-504d4a3bac15" providerId="ADAL" clId="{ECD42228-5B96-4A72-B268-C46DF994E6B7}" dt="2024-01-30T01:17:42.767" v="83698" actId="14100"/>
          <ac:spMkLst>
            <pc:docMk/>
            <pc:sldMk cId="2179722726" sldId="1131"/>
            <ac:spMk id="6" creationId="{8C1BC072-C536-7ECC-EFB0-B927DC0FAD64}"/>
          </ac:spMkLst>
        </pc:spChg>
        <pc:spChg chg="del">
          <ac:chgData name="Palit, Tapti" userId="dec6fbcd-7598-406a-8cbf-504d4a3bac15" providerId="ADAL" clId="{ECD42228-5B96-4A72-B268-C46DF994E6B7}" dt="2024-01-30T03:13:58.009" v="85230" actId="478"/>
          <ac:spMkLst>
            <pc:docMk/>
            <pc:sldMk cId="2179722726" sldId="1131"/>
            <ac:spMk id="9" creationId="{FEE50486-ED62-0211-8495-141514841F17}"/>
          </ac:spMkLst>
        </pc:spChg>
        <pc:spChg chg="add mod">
          <ac:chgData name="Palit, Tapti" userId="dec6fbcd-7598-406a-8cbf-504d4a3bac15" providerId="ADAL" clId="{ECD42228-5B96-4A72-B268-C46DF994E6B7}" dt="2024-01-30T01:17:50.290" v="83700" actId="1076"/>
          <ac:spMkLst>
            <pc:docMk/>
            <pc:sldMk cId="2179722726" sldId="1131"/>
            <ac:spMk id="10" creationId="{6149BC49-8D01-6757-C75F-958C1E24BDA7}"/>
          </ac:spMkLst>
        </pc:spChg>
        <pc:spChg chg="mod">
          <ac:chgData name="Palit, Tapti" userId="dec6fbcd-7598-406a-8cbf-504d4a3bac15" providerId="ADAL" clId="{ECD42228-5B96-4A72-B268-C46DF994E6B7}" dt="2024-01-30T05:07:34.133" v="86973" actId="692"/>
          <ac:spMkLst>
            <pc:docMk/>
            <pc:sldMk cId="2179722726" sldId="1131"/>
            <ac:spMk id="11" creationId="{5CD12B5E-EED1-D7C2-F857-A3873CADFBBF}"/>
          </ac:spMkLst>
        </pc:spChg>
        <pc:spChg chg="mod">
          <ac:chgData name="Palit, Tapti" userId="dec6fbcd-7598-406a-8cbf-504d4a3bac15" providerId="ADAL" clId="{ECD42228-5B96-4A72-B268-C46DF994E6B7}" dt="2024-01-30T16:51:58.945" v="93085" actId="20577"/>
          <ac:spMkLst>
            <pc:docMk/>
            <pc:sldMk cId="2179722726" sldId="1131"/>
            <ac:spMk id="15" creationId="{632CDA17-2240-B34F-44F8-5573404E1E94}"/>
          </ac:spMkLst>
        </pc:spChg>
        <pc:spChg chg="mod">
          <ac:chgData name="Palit, Tapti" userId="dec6fbcd-7598-406a-8cbf-504d4a3bac15" providerId="ADAL" clId="{ECD42228-5B96-4A72-B268-C46DF994E6B7}" dt="2024-01-30T13:20:22.949" v="91376"/>
          <ac:spMkLst>
            <pc:docMk/>
            <pc:sldMk cId="2179722726" sldId="1131"/>
            <ac:spMk id="28" creationId="{0BB92474-9F7D-8583-B6E6-546EE2C35EA3}"/>
          </ac:spMkLst>
        </pc:spChg>
        <pc:spChg chg="mod">
          <ac:chgData name="Palit, Tapti" userId="dec6fbcd-7598-406a-8cbf-504d4a3bac15" providerId="ADAL" clId="{ECD42228-5B96-4A72-B268-C46DF994E6B7}" dt="2024-01-30T01:17:53.317" v="83702" actId="1076"/>
          <ac:spMkLst>
            <pc:docMk/>
            <pc:sldMk cId="2179722726" sldId="1131"/>
            <ac:spMk id="30" creationId="{05EF7DC6-8C3C-5F09-D653-C3FF8565CAC3}"/>
          </ac:spMkLst>
        </pc:spChg>
        <pc:spChg chg="mod">
          <ac:chgData name="Palit, Tapti" userId="dec6fbcd-7598-406a-8cbf-504d4a3bac15" providerId="ADAL" clId="{ECD42228-5B96-4A72-B268-C46DF994E6B7}" dt="2024-01-30T05:07:34.133" v="86973" actId="692"/>
          <ac:spMkLst>
            <pc:docMk/>
            <pc:sldMk cId="2179722726" sldId="1131"/>
            <ac:spMk id="31" creationId="{0245205A-3FF9-D000-F90C-EBE75ADC807A}"/>
          </ac:spMkLst>
        </pc:spChg>
        <pc:spChg chg="mod">
          <ac:chgData name="Palit, Tapti" userId="dec6fbcd-7598-406a-8cbf-504d4a3bac15" providerId="ADAL" clId="{ECD42228-5B96-4A72-B268-C46DF994E6B7}" dt="2024-01-30T05:07:40.398" v="86974" actId="692"/>
          <ac:spMkLst>
            <pc:docMk/>
            <pc:sldMk cId="2179722726" sldId="1131"/>
            <ac:spMk id="38" creationId="{526C0130-E9D2-33FC-D7DC-863C280431E3}"/>
          </ac:spMkLst>
        </pc:spChg>
        <pc:spChg chg="mod">
          <ac:chgData name="Palit, Tapti" userId="dec6fbcd-7598-406a-8cbf-504d4a3bac15" providerId="ADAL" clId="{ECD42228-5B96-4A72-B268-C46DF994E6B7}" dt="2024-02-09T19:17:51.866" v="108706" actId="20577"/>
          <ac:spMkLst>
            <pc:docMk/>
            <pc:sldMk cId="2179722726" sldId="1131"/>
            <ac:spMk id="43" creationId="{0BDD37DA-2DBB-5FB5-D3BE-254C7DC43683}"/>
          </ac:spMkLst>
        </pc:spChg>
        <pc:picChg chg="add mod">
          <ac:chgData name="Palit, Tapti" userId="dec6fbcd-7598-406a-8cbf-504d4a3bac15" providerId="ADAL" clId="{ECD42228-5B96-4A72-B268-C46DF994E6B7}" dt="2024-01-30T01:17:42.767" v="83698" actId="14100"/>
          <ac:picMkLst>
            <pc:docMk/>
            <pc:sldMk cId="2179722726" sldId="1131"/>
            <ac:picMk id="5" creationId="{9AF999A7-B42E-EF62-7EDD-62ACC789D49F}"/>
          </ac:picMkLst>
        </pc:picChg>
        <pc:cxnChg chg="add mod">
          <ac:chgData name="Palit, Tapti" userId="dec6fbcd-7598-406a-8cbf-504d4a3bac15" providerId="ADAL" clId="{ECD42228-5B96-4A72-B268-C46DF994E6B7}" dt="2024-01-30T05:05:37.230" v="86961" actId="692"/>
          <ac:cxnSpMkLst>
            <pc:docMk/>
            <pc:sldMk cId="2179722726" sldId="1131"/>
            <ac:cxnSpMk id="7" creationId="{E9602CBC-2B7D-415D-FEA1-A5A7CECDFF34}"/>
          </ac:cxnSpMkLst>
        </pc:cxnChg>
      </pc:sldChg>
      <pc:sldChg chg="addSp delSp modSp add mod modAnim">
        <pc:chgData name="Palit, Tapti" userId="dec6fbcd-7598-406a-8cbf-504d4a3bac15" providerId="ADAL" clId="{ECD42228-5B96-4A72-B268-C46DF994E6B7}" dt="2024-02-09T19:17:56.679" v="108710" actId="20577"/>
        <pc:sldMkLst>
          <pc:docMk/>
          <pc:sldMk cId="1693193192" sldId="1132"/>
        </pc:sldMkLst>
        <pc:spChg chg="add mod">
          <ac:chgData name="Palit, Tapti" userId="dec6fbcd-7598-406a-8cbf-504d4a3bac15" providerId="ADAL" clId="{ECD42228-5B96-4A72-B268-C46DF994E6B7}" dt="2024-01-30T01:18:30.606" v="83708"/>
          <ac:spMkLst>
            <pc:docMk/>
            <pc:sldMk cId="1693193192" sldId="1132"/>
            <ac:spMk id="2" creationId="{D15BCE04-270C-0BDE-767B-54A720AFC847}"/>
          </ac:spMkLst>
        </pc:spChg>
        <pc:spChg chg="add del mod">
          <ac:chgData name="Palit, Tapti" userId="dec6fbcd-7598-406a-8cbf-504d4a3bac15" providerId="ADAL" clId="{ECD42228-5B96-4A72-B268-C46DF994E6B7}" dt="2024-02-09T04:40:00.071" v="104445" actId="478"/>
          <ac:spMkLst>
            <pc:docMk/>
            <pc:sldMk cId="1693193192" sldId="1132"/>
            <ac:spMk id="9" creationId="{4C6E1488-D89C-FE80-EF48-18E5FB47EAD8}"/>
          </ac:spMkLst>
        </pc:spChg>
        <pc:spChg chg="del">
          <ac:chgData name="Palit, Tapti" userId="dec6fbcd-7598-406a-8cbf-504d4a3bac15" providerId="ADAL" clId="{ECD42228-5B96-4A72-B268-C46DF994E6B7}" dt="2024-01-30T03:14:18.469" v="85232" actId="478"/>
          <ac:spMkLst>
            <pc:docMk/>
            <pc:sldMk cId="1693193192" sldId="1132"/>
            <ac:spMk id="9" creationId="{FEE50486-ED62-0211-8495-141514841F17}"/>
          </ac:spMkLst>
        </pc:spChg>
        <pc:spChg chg="mod">
          <ac:chgData name="Palit, Tapti" userId="dec6fbcd-7598-406a-8cbf-504d4a3bac15" providerId="ADAL" clId="{ECD42228-5B96-4A72-B268-C46DF994E6B7}" dt="2024-01-30T05:07:52.734" v="86975" actId="692"/>
          <ac:spMkLst>
            <pc:docMk/>
            <pc:sldMk cId="1693193192" sldId="1132"/>
            <ac:spMk id="11" creationId="{5CD12B5E-EED1-D7C2-F857-A3873CADFBBF}"/>
          </ac:spMkLst>
        </pc:spChg>
        <pc:spChg chg="add mod">
          <ac:chgData name="Palit, Tapti" userId="dec6fbcd-7598-406a-8cbf-504d4a3bac15" providerId="ADAL" clId="{ECD42228-5B96-4A72-B268-C46DF994E6B7}" dt="2024-01-30T01:18:30.606" v="83708"/>
          <ac:spMkLst>
            <pc:docMk/>
            <pc:sldMk cId="1693193192" sldId="1132"/>
            <ac:spMk id="13" creationId="{65EACAB2-6738-4AAE-E9BD-5E80B1DB42F9}"/>
          </ac:spMkLst>
        </pc:spChg>
        <pc:spChg chg="add mod">
          <ac:chgData name="Palit, Tapti" userId="dec6fbcd-7598-406a-8cbf-504d4a3bac15" providerId="ADAL" clId="{ECD42228-5B96-4A72-B268-C46DF994E6B7}" dt="2024-01-30T04:50:58.555" v="86812" actId="1076"/>
          <ac:spMkLst>
            <pc:docMk/>
            <pc:sldMk cId="1693193192" sldId="1132"/>
            <ac:spMk id="14" creationId="{C8A99462-E052-DE74-2665-EAA2BE40AA78}"/>
          </ac:spMkLst>
        </pc:spChg>
        <pc:spChg chg="mod">
          <ac:chgData name="Palit, Tapti" userId="dec6fbcd-7598-406a-8cbf-504d4a3bac15" providerId="ADAL" clId="{ECD42228-5B96-4A72-B268-C46DF994E6B7}" dt="2024-01-30T16:52:03.407" v="93086" actId="20577"/>
          <ac:spMkLst>
            <pc:docMk/>
            <pc:sldMk cId="1693193192" sldId="1132"/>
            <ac:spMk id="15" creationId="{632CDA17-2240-B34F-44F8-5573404E1E94}"/>
          </ac:spMkLst>
        </pc:spChg>
        <pc:spChg chg="add mod">
          <ac:chgData name="Palit, Tapti" userId="dec6fbcd-7598-406a-8cbf-504d4a3bac15" providerId="ADAL" clId="{ECD42228-5B96-4A72-B268-C46DF994E6B7}" dt="2024-01-30T03:14:18.994" v="85233"/>
          <ac:spMkLst>
            <pc:docMk/>
            <pc:sldMk cId="1693193192" sldId="1132"/>
            <ac:spMk id="16" creationId="{1A3897BF-98E9-E5F4-EADE-248A7F1A60C2}"/>
          </ac:spMkLst>
        </pc:spChg>
        <pc:spChg chg="mod">
          <ac:chgData name="Palit, Tapti" userId="dec6fbcd-7598-406a-8cbf-504d4a3bac15" providerId="ADAL" clId="{ECD42228-5B96-4A72-B268-C46DF994E6B7}" dt="2024-01-30T02:21:23.458" v="83879" actId="20577"/>
          <ac:spMkLst>
            <pc:docMk/>
            <pc:sldMk cId="1693193192" sldId="1132"/>
            <ac:spMk id="28" creationId="{0BB92474-9F7D-8583-B6E6-546EE2C35EA3}"/>
          </ac:spMkLst>
        </pc:spChg>
        <pc:spChg chg="mod">
          <ac:chgData name="Palit, Tapti" userId="dec6fbcd-7598-406a-8cbf-504d4a3bac15" providerId="ADAL" clId="{ECD42228-5B96-4A72-B268-C46DF994E6B7}" dt="2024-01-30T05:07:52.734" v="86975" actId="692"/>
          <ac:spMkLst>
            <pc:docMk/>
            <pc:sldMk cId="1693193192" sldId="1132"/>
            <ac:spMk id="31" creationId="{0245205A-3FF9-D000-F90C-EBE75ADC807A}"/>
          </ac:spMkLst>
        </pc:spChg>
        <pc:spChg chg="mod">
          <ac:chgData name="Palit, Tapti" userId="dec6fbcd-7598-406a-8cbf-504d4a3bac15" providerId="ADAL" clId="{ECD42228-5B96-4A72-B268-C46DF994E6B7}" dt="2024-01-30T05:07:58.033" v="86976" actId="692"/>
          <ac:spMkLst>
            <pc:docMk/>
            <pc:sldMk cId="1693193192" sldId="1132"/>
            <ac:spMk id="38" creationId="{526C0130-E9D2-33FC-D7DC-863C280431E3}"/>
          </ac:spMkLst>
        </pc:spChg>
        <pc:spChg chg="mod">
          <ac:chgData name="Palit, Tapti" userId="dec6fbcd-7598-406a-8cbf-504d4a3bac15" providerId="ADAL" clId="{ECD42228-5B96-4A72-B268-C46DF994E6B7}" dt="2024-02-09T19:17:56.679" v="108710" actId="20577"/>
          <ac:spMkLst>
            <pc:docMk/>
            <pc:sldMk cId="1693193192" sldId="1132"/>
            <ac:spMk id="43" creationId="{0BDD37DA-2DBB-5FB5-D3BE-254C7DC43683}"/>
          </ac:spMkLst>
        </pc:spChg>
        <pc:cxnChg chg="mod">
          <ac:chgData name="Palit, Tapti" userId="dec6fbcd-7598-406a-8cbf-504d4a3bac15" providerId="ADAL" clId="{ECD42228-5B96-4A72-B268-C46DF994E6B7}" dt="2024-01-30T05:05:32.484" v="86959" actId="692"/>
          <ac:cxnSpMkLst>
            <pc:docMk/>
            <pc:sldMk cId="1693193192" sldId="1132"/>
            <ac:cxnSpMk id="7" creationId="{E9602CBC-2B7D-415D-FEA1-A5A7CECDFF34}"/>
          </ac:cxnSpMkLst>
        </pc:cxnChg>
        <pc:cxnChg chg="add mod">
          <ac:chgData name="Palit, Tapti" userId="dec6fbcd-7598-406a-8cbf-504d4a3bac15" providerId="ADAL" clId="{ECD42228-5B96-4A72-B268-C46DF994E6B7}" dt="2024-01-30T01:18:30.606" v="83708"/>
          <ac:cxnSpMkLst>
            <pc:docMk/>
            <pc:sldMk cId="1693193192" sldId="1132"/>
            <ac:cxnSpMk id="8" creationId="{E0785F16-225C-A759-B950-AC646A502AFB}"/>
          </ac:cxnSpMkLst>
        </pc:cxnChg>
      </pc:sldChg>
      <pc:sldChg chg="add del">
        <pc:chgData name="Palit, Tapti" userId="dec6fbcd-7598-406a-8cbf-504d4a3bac15" providerId="ADAL" clId="{ECD42228-5B96-4A72-B268-C46DF994E6B7}" dt="2024-01-30T01:57:09.716" v="83712" actId="47"/>
        <pc:sldMkLst>
          <pc:docMk/>
          <pc:sldMk cId="1853396434" sldId="1133"/>
        </pc:sldMkLst>
      </pc:sldChg>
      <pc:sldChg chg="addSp modSp add del mod">
        <pc:chgData name="Palit, Tapti" userId="dec6fbcd-7598-406a-8cbf-504d4a3bac15" providerId="ADAL" clId="{ECD42228-5B96-4A72-B268-C46DF994E6B7}" dt="2024-01-30T02:25:47.183" v="84020" actId="47"/>
        <pc:sldMkLst>
          <pc:docMk/>
          <pc:sldMk cId="2918062200" sldId="1133"/>
        </pc:sldMkLst>
        <pc:spChg chg="mod">
          <ac:chgData name="Palit, Tapti" userId="dec6fbcd-7598-406a-8cbf-504d4a3bac15" providerId="ADAL" clId="{ECD42228-5B96-4A72-B268-C46DF994E6B7}" dt="2024-01-30T02:23:34.833" v="83943" actId="20577"/>
          <ac:spMkLst>
            <pc:docMk/>
            <pc:sldMk cId="2918062200" sldId="1133"/>
            <ac:spMk id="10" creationId="{60578343-3247-45B1-F912-EF15944628D4}"/>
          </ac:spMkLst>
        </pc:spChg>
        <pc:spChg chg="add mod">
          <ac:chgData name="Palit, Tapti" userId="dec6fbcd-7598-406a-8cbf-504d4a3bac15" providerId="ADAL" clId="{ECD42228-5B96-4A72-B268-C46DF994E6B7}" dt="2024-01-30T02:23:15.246" v="83925"/>
          <ac:spMkLst>
            <pc:docMk/>
            <pc:sldMk cId="2918062200" sldId="1133"/>
            <ac:spMk id="18" creationId="{EEBE3757-4A93-1140-8403-C1A453E8140D}"/>
          </ac:spMkLst>
        </pc:spChg>
        <pc:spChg chg="add mod">
          <ac:chgData name="Palit, Tapti" userId="dec6fbcd-7598-406a-8cbf-504d4a3bac15" providerId="ADAL" clId="{ECD42228-5B96-4A72-B268-C46DF994E6B7}" dt="2024-01-30T02:23:22.712" v="83927" actId="1076"/>
          <ac:spMkLst>
            <pc:docMk/>
            <pc:sldMk cId="2918062200" sldId="1133"/>
            <ac:spMk id="19" creationId="{20804210-6691-5131-D67D-E712D3F6AE15}"/>
          </ac:spMkLst>
        </pc:spChg>
        <pc:picChg chg="add mod">
          <ac:chgData name="Palit, Tapti" userId="dec6fbcd-7598-406a-8cbf-504d4a3bac15" providerId="ADAL" clId="{ECD42228-5B96-4A72-B268-C46DF994E6B7}" dt="2024-01-30T02:23:15.246" v="83925"/>
          <ac:picMkLst>
            <pc:docMk/>
            <pc:sldMk cId="2918062200" sldId="1133"/>
            <ac:picMk id="16" creationId="{7EEFA330-7CD5-778F-EFFB-74DBCF3954B2}"/>
          </ac:picMkLst>
        </pc:picChg>
        <pc:cxnChg chg="add mod">
          <ac:chgData name="Palit, Tapti" userId="dec6fbcd-7598-406a-8cbf-504d4a3bac15" providerId="ADAL" clId="{ECD42228-5B96-4A72-B268-C46DF994E6B7}" dt="2024-01-30T02:23:24.800" v="83928" actId="14100"/>
          <ac:cxnSpMkLst>
            <pc:docMk/>
            <pc:sldMk cId="2918062200" sldId="1133"/>
            <ac:cxnSpMk id="17" creationId="{40CCC5E0-7D5E-DBD3-BCC4-80FBF3741C06}"/>
          </ac:cxnSpMkLst>
        </pc:cxnChg>
      </pc:sldChg>
      <pc:sldChg chg="addSp delSp modSp add del mod">
        <pc:chgData name="Palit, Tapti" userId="dec6fbcd-7598-406a-8cbf-504d4a3bac15" providerId="ADAL" clId="{ECD42228-5B96-4A72-B268-C46DF994E6B7}" dt="2024-01-30T04:48:43.485" v="86779" actId="47"/>
        <pc:sldMkLst>
          <pc:docMk/>
          <pc:sldMk cId="3005581802" sldId="1134"/>
        </pc:sldMkLst>
        <pc:spChg chg="del">
          <ac:chgData name="Palit, Tapti" userId="dec6fbcd-7598-406a-8cbf-504d4a3bac15" providerId="ADAL" clId="{ECD42228-5B96-4A72-B268-C46DF994E6B7}" dt="2024-01-30T03:14:55.085" v="85240" actId="478"/>
          <ac:spMkLst>
            <pc:docMk/>
            <pc:sldMk cId="3005581802" sldId="1134"/>
            <ac:spMk id="2" creationId="{58F9C52F-0AE5-F439-633C-ED37D05782D8}"/>
          </ac:spMkLst>
        </pc:spChg>
        <pc:spChg chg="mod">
          <ac:chgData name="Palit, Tapti" userId="dec6fbcd-7598-406a-8cbf-504d4a3bac15" providerId="ADAL" clId="{ECD42228-5B96-4A72-B268-C46DF994E6B7}" dt="2024-01-30T04:47:51.493" v="86768" actId="1076"/>
          <ac:spMkLst>
            <pc:docMk/>
            <pc:sldMk cId="3005581802" sldId="1134"/>
            <ac:spMk id="8" creationId="{3AD16BBA-9E50-9D23-3A25-A65A60C6AE84}"/>
          </ac:spMkLst>
        </pc:spChg>
        <pc:spChg chg="mod">
          <ac:chgData name="Palit, Tapti" userId="dec6fbcd-7598-406a-8cbf-504d4a3bac15" providerId="ADAL" clId="{ECD42228-5B96-4A72-B268-C46DF994E6B7}" dt="2024-01-30T04:47:51.493" v="86768" actId="1076"/>
          <ac:spMkLst>
            <pc:docMk/>
            <pc:sldMk cId="3005581802" sldId="1134"/>
            <ac:spMk id="9" creationId="{8512971C-3AA0-0D9A-81F6-776FF61CE3C0}"/>
          </ac:spMkLst>
        </pc:spChg>
        <pc:spChg chg="mod">
          <ac:chgData name="Palit, Tapti" userId="dec6fbcd-7598-406a-8cbf-504d4a3bac15" providerId="ADAL" clId="{ECD42228-5B96-4A72-B268-C46DF994E6B7}" dt="2024-01-30T04:47:51.493" v="86768" actId="1076"/>
          <ac:spMkLst>
            <pc:docMk/>
            <pc:sldMk cId="3005581802" sldId="1134"/>
            <ac:spMk id="10" creationId="{60578343-3247-45B1-F912-EF15944628D4}"/>
          </ac:spMkLst>
        </pc:spChg>
        <pc:spChg chg="mod">
          <ac:chgData name="Palit, Tapti" userId="dec6fbcd-7598-406a-8cbf-504d4a3bac15" providerId="ADAL" clId="{ECD42228-5B96-4A72-B268-C46DF994E6B7}" dt="2024-01-30T04:47:51.493" v="86768" actId="1076"/>
          <ac:spMkLst>
            <pc:docMk/>
            <pc:sldMk cId="3005581802" sldId="1134"/>
            <ac:spMk id="11" creationId="{A34537B7-437F-0804-F74D-AE5DA61F843C}"/>
          </ac:spMkLst>
        </pc:spChg>
        <pc:spChg chg="mod">
          <ac:chgData name="Palit, Tapti" userId="dec6fbcd-7598-406a-8cbf-504d4a3bac15" providerId="ADAL" clId="{ECD42228-5B96-4A72-B268-C46DF994E6B7}" dt="2024-01-30T04:47:51.493" v="86768" actId="1076"/>
          <ac:spMkLst>
            <pc:docMk/>
            <pc:sldMk cId="3005581802" sldId="1134"/>
            <ac:spMk id="12" creationId="{7744297D-948A-9D8F-3FB1-941C5FF88E08}"/>
          </ac:spMkLst>
        </pc:spChg>
        <pc:spChg chg="mod">
          <ac:chgData name="Palit, Tapti" userId="dec6fbcd-7598-406a-8cbf-504d4a3bac15" providerId="ADAL" clId="{ECD42228-5B96-4A72-B268-C46DF994E6B7}" dt="2024-01-30T04:47:51.493" v="86768" actId="1076"/>
          <ac:spMkLst>
            <pc:docMk/>
            <pc:sldMk cId="3005581802" sldId="1134"/>
            <ac:spMk id="14" creationId="{ACAEF37B-D43E-8312-01C3-22B507D5A0C3}"/>
          </ac:spMkLst>
        </pc:spChg>
        <pc:spChg chg="mod">
          <ac:chgData name="Palit, Tapti" userId="dec6fbcd-7598-406a-8cbf-504d4a3bac15" providerId="ADAL" clId="{ECD42228-5B96-4A72-B268-C46DF994E6B7}" dt="2024-01-30T04:47:51.493" v="86768" actId="1076"/>
          <ac:spMkLst>
            <pc:docMk/>
            <pc:sldMk cId="3005581802" sldId="1134"/>
            <ac:spMk id="15" creationId="{9E603483-9179-2600-1DD8-23DA16760B0E}"/>
          </ac:spMkLst>
        </pc:spChg>
        <pc:spChg chg="add mod">
          <ac:chgData name="Palit, Tapti" userId="dec6fbcd-7598-406a-8cbf-504d4a3bac15" providerId="ADAL" clId="{ECD42228-5B96-4A72-B268-C46DF994E6B7}" dt="2024-01-30T02:25:30.313" v="84003"/>
          <ac:spMkLst>
            <pc:docMk/>
            <pc:sldMk cId="3005581802" sldId="1134"/>
            <ac:spMk id="18" creationId="{4670B7FD-18AB-E5C1-2764-E8D640626346}"/>
          </ac:spMkLst>
        </pc:spChg>
        <pc:spChg chg="add mod">
          <ac:chgData name="Palit, Tapti" userId="dec6fbcd-7598-406a-8cbf-504d4a3bac15" providerId="ADAL" clId="{ECD42228-5B96-4A72-B268-C46DF994E6B7}" dt="2024-01-30T04:47:51.493" v="86768" actId="1076"/>
          <ac:spMkLst>
            <pc:docMk/>
            <pc:sldMk cId="3005581802" sldId="1134"/>
            <ac:spMk id="19" creationId="{7BF6E2A4-1F35-7428-626D-9D62ECC79A8F}"/>
          </ac:spMkLst>
        </pc:spChg>
        <pc:spChg chg="mod">
          <ac:chgData name="Palit, Tapti" userId="dec6fbcd-7598-406a-8cbf-504d4a3bac15" providerId="ADAL" clId="{ECD42228-5B96-4A72-B268-C46DF994E6B7}" dt="2024-01-30T04:47:51.493" v="86768" actId="1076"/>
          <ac:spMkLst>
            <pc:docMk/>
            <pc:sldMk cId="3005581802" sldId="1134"/>
            <ac:spMk id="20" creationId="{AEBF150A-FCAA-9AC7-9FF4-170FA24F750B}"/>
          </ac:spMkLst>
        </pc:spChg>
        <pc:spChg chg="add mod">
          <ac:chgData name="Palit, Tapti" userId="dec6fbcd-7598-406a-8cbf-504d4a3bac15" providerId="ADAL" clId="{ECD42228-5B96-4A72-B268-C46DF994E6B7}" dt="2024-01-30T02:26:08.558" v="84024" actId="1076"/>
          <ac:spMkLst>
            <pc:docMk/>
            <pc:sldMk cId="3005581802" sldId="1134"/>
            <ac:spMk id="21" creationId="{53C83AEB-319E-F069-ABB4-DFD5FCB77068}"/>
          </ac:spMkLst>
        </pc:spChg>
        <pc:spChg chg="mod">
          <ac:chgData name="Palit, Tapti" userId="dec6fbcd-7598-406a-8cbf-504d4a3bac15" providerId="ADAL" clId="{ECD42228-5B96-4A72-B268-C46DF994E6B7}" dt="2024-01-30T04:47:51.493" v="86768" actId="1076"/>
          <ac:spMkLst>
            <pc:docMk/>
            <pc:sldMk cId="3005581802" sldId="1134"/>
            <ac:spMk id="24" creationId="{DC9E6FBF-EDC6-38E0-5ECC-0FC22CD0B37F}"/>
          </ac:spMkLst>
        </pc:spChg>
        <pc:spChg chg="mod">
          <ac:chgData name="Palit, Tapti" userId="dec6fbcd-7598-406a-8cbf-504d4a3bac15" providerId="ADAL" clId="{ECD42228-5B96-4A72-B268-C46DF994E6B7}" dt="2024-01-30T04:47:51.493" v="86768" actId="1076"/>
          <ac:spMkLst>
            <pc:docMk/>
            <pc:sldMk cId="3005581802" sldId="1134"/>
            <ac:spMk id="25" creationId="{6CB39F25-9659-6F6A-E67F-8D3BD41C2E98}"/>
          </ac:spMkLst>
        </pc:spChg>
        <pc:spChg chg="mod">
          <ac:chgData name="Palit, Tapti" userId="dec6fbcd-7598-406a-8cbf-504d4a3bac15" providerId="ADAL" clId="{ECD42228-5B96-4A72-B268-C46DF994E6B7}" dt="2024-01-30T04:47:51.493" v="86768" actId="1076"/>
          <ac:spMkLst>
            <pc:docMk/>
            <pc:sldMk cId="3005581802" sldId="1134"/>
            <ac:spMk id="28" creationId="{0727AA0B-7156-FABA-FCF6-CFF7304E9427}"/>
          </ac:spMkLst>
        </pc:spChg>
        <pc:picChg chg="mod">
          <ac:chgData name="Palit, Tapti" userId="dec6fbcd-7598-406a-8cbf-504d4a3bac15" providerId="ADAL" clId="{ECD42228-5B96-4A72-B268-C46DF994E6B7}" dt="2024-01-30T04:47:51.493" v="86768" actId="1076"/>
          <ac:picMkLst>
            <pc:docMk/>
            <pc:sldMk cId="3005581802" sldId="1134"/>
            <ac:picMk id="13" creationId="{2A0D23A5-6B70-EF75-319D-AD671772919E}"/>
          </ac:picMkLst>
        </pc:picChg>
        <pc:picChg chg="add mod">
          <ac:chgData name="Palit, Tapti" userId="dec6fbcd-7598-406a-8cbf-504d4a3bac15" providerId="ADAL" clId="{ECD42228-5B96-4A72-B268-C46DF994E6B7}" dt="2024-01-30T02:25:30.313" v="84003"/>
          <ac:picMkLst>
            <pc:docMk/>
            <pc:sldMk cId="3005581802" sldId="1134"/>
            <ac:picMk id="16" creationId="{779FA749-3074-EF52-1309-20C20D2C6B4F}"/>
          </ac:picMkLst>
        </pc:picChg>
        <pc:picChg chg="mod">
          <ac:chgData name="Palit, Tapti" userId="dec6fbcd-7598-406a-8cbf-504d4a3bac15" providerId="ADAL" clId="{ECD42228-5B96-4A72-B268-C46DF994E6B7}" dt="2024-01-30T04:47:51.493" v="86768" actId="1076"/>
          <ac:picMkLst>
            <pc:docMk/>
            <pc:sldMk cId="3005581802" sldId="1134"/>
            <ac:picMk id="26" creationId="{3276DAFB-B2BA-298D-13A6-8FE1C0525C85}"/>
          </ac:picMkLst>
        </pc:picChg>
        <pc:cxnChg chg="mod">
          <ac:chgData name="Palit, Tapti" userId="dec6fbcd-7598-406a-8cbf-504d4a3bac15" providerId="ADAL" clId="{ECD42228-5B96-4A72-B268-C46DF994E6B7}" dt="2024-01-30T04:47:51.493" v="86768" actId="1076"/>
          <ac:cxnSpMkLst>
            <pc:docMk/>
            <pc:sldMk cId="3005581802" sldId="1134"/>
            <ac:cxnSpMk id="6" creationId="{F1CE6DBC-315A-FA73-BE86-076DDA3B98B4}"/>
          </ac:cxnSpMkLst>
        </pc:cxnChg>
        <pc:cxnChg chg="mod">
          <ac:chgData name="Palit, Tapti" userId="dec6fbcd-7598-406a-8cbf-504d4a3bac15" providerId="ADAL" clId="{ECD42228-5B96-4A72-B268-C46DF994E6B7}" dt="2024-01-30T04:47:51.493" v="86768" actId="1076"/>
          <ac:cxnSpMkLst>
            <pc:docMk/>
            <pc:sldMk cId="3005581802" sldId="1134"/>
            <ac:cxnSpMk id="7" creationId="{9859F1F9-8EB8-7EAB-CC74-B05567FB2191}"/>
          </ac:cxnSpMkLst>
        </pc:cxnChg>
        <pc:cxnChg chg="add mod">
          <ac:chgData name="Palit, Tapti" userId="dec6fbcd-7598-406a-8cbf-504d4a3bac15" providerId="ADAL" clId="{ECD42228-5B96-4A72-B268-C46DF994E6B7}" dt="2024-01-30T04:47:51.493" v="86768" actId="1076"/>
          <ac:cxnSpMkLst>
            <pc:docMk/>
            <pc:sldMk cId="3005581802" sldId="1134"/>
            <ac:cxnSpMk id="17" creationId="{5D7D9715-F5DE-A0CE-2387-E53E8AE4B4BF}"/>
          </ac:cxnSpMkLst>
        </pc:cxnChg>
        <pc:cxnChg chg="mod">
          <ac:chgData name="Palit, Tapti" userId="dec6fbcd-7598-406a-8cbf-504d4a3bac15" providerId="ADAL" clId="{ECD42228-5B96-4A72-B268-C46DF994E6B7}" dt="2024-01-30T04:47:51.493" v="86768" actId="1076"/>
          <ac:cxnSpMkLst>
            <pc:docMk/>
            <pc:sldMk cId="3005581802" sldId="1134"/>
            <ac:cxnSpMk id="22" creationId="{9998D824-83E1-6A52-866E-EF4B4A183116}"/>
          </ac:cxnSpMkLst>
        </pc:cxnChg>
      </pc:sldChg>
      <pc:sldChg chg="addSp modSp add del mod">
        <pc:chgData name="Palit, Tapti" userId="dec6fbcd-7598-406a-8cbf-504d4a3bac15" providerId="ADAL" clId="{ECD42228-5B96-4A72-B268-C46DF994E6B7}" dt="2024-01-30T02:25:21.745" v="84001" actId="47"/>
        <pc:sldMkLst>
          <pc:docMk/>
          <pc:sldMk cId="4263940445" sldId="1134"/>
        </pc:sldMkLst>
        <pc:spChg chg="mod">
          <ac:chgData name="Palit, Tapti" userId="dec6fbcd-7598-406a-8cbf-504d4a3bac15" providerId="ADAL" clId="{ECD42228-5B96-4A72-B268-C46DF994E6B7}" dt="2024-01-30T02:24:42.875" v="83987" actId="20577"/>
          <ac:spMkLst>
            <pc:docMk/>
            <pc:sldMk cId="4263940445" sldId="1134"/>
            <ac:spMk id="10" creationId="{60578343-3247-45B1-F912-EF15944628D4}"/>
          </ac:spMkLst>
        </pc:spChg>
        <pc:spChg chg="add mod">
          <ac:chgData name="Palit, Tapti" userId="dec6fbcd-7598-406a-8cbf-504d4a3bac15" providerId="ADAL" clId="{ECD42228-5B96-4A72-B268-C46DF994E6B7}" dt="2024-01-30T02:24:29.068" v="83971"/>
          <ac:spMkLst>
            <pc:docMk/>
            <pc:sldMk cId="4263940445" sldId="1134"/>
            <ac:spMk id="18" creationId="{49C89FD1-9FEA-3B84-6384-81A23AD48264}"/>
          </ac:spMkLst>
        </pc:spChg>
        <pc:spChg chg="add mod">
          <ac:chgData name="Palit, Tapti" userId="dec6fbcd-7598-406a-8cbf-504d4a3bac15" providerId="ADAL" clId="{ECD42228-5B96-4A72-B268-C46DF994E6B7}" dt="2024-01-30T02:24:36.626" v="83972"/>
          <ac:spMkLst>
            <pc:docMk/>
            <pc:sldMk cId="4263940445" sldId="1134"/>
            <ac:spMk id="19" creationId="{7993C002-FBE0-57C1-8EF8-5F6CFCC36C92}"/>
          </ac:spMkLst>
        </pc:spChg>
        <pc:picChg chg="add mod">
          <ac:chgData name="Palit, Tapti" userId="dec6fbcd-7598-406a-8cbf-504d4a3bac15" providerId="ADAL" clId="{ECD42228-5B96-4A72-B268-C46DF994E6B7}" dt="2024-01-30T02:24:29.068" v="83971"/>
          <ac:picMkLst>
            <pc:docMk/>
            <pc:sldMk cId="4263940445" sldId="1134"/>
            <ac:picMk id="16" creationId="{1E0E8778-3FDB-C8FB-DD57-004FE1FECB73}"/>
          </ac:picMkLst>
        </pc:picChg>
        <pc:cxnChg chg="add mod">
          <ac:chgData name="Palit, Tapti" userId="dec6fbcd-7598-406a-8cbf-504d4a3bac15" providerId="ADAL" clId="{ECD42228-5B96-4A72-B268-C46DF994E6B7}" dt="2024-01-30T02:24:29.068" v="83971"/>
          <ac:cxnSpMkLst>
            <pc:docMk/>
            <pc:sldMk cId="4263940445" sldId="1134"/>
            <ac:cxnSpMk id="17" creationId="{53B49420-5FA2-97B3-40D6-268CC72A8896}"/>
          </ac:cxnSpMkLst>
        </pc:cxnChg>
      </pc:sldChg>
      <pc:sldChg chg="addSp delSp modSp add del mod">
        <pc:chgData name="Palit, Tapti" userId="dec6fbcd-7598-406a-8cbf-504d4a3bac15" providerId="ADAL" clId="{ECD42228-5B96-4A72-B268-C46DF994E6B7}" dt="2024-01-30T04:49:07.518" v="86783" actId="47"/>
        <pc:sldMkLst>
          <pc:docMk/>
          <pc:sldMk cId="2401552836" sldId="1135"/>
        </pc:sldMkLst>
        <pc:spChg chg="del">
          <ac:chgData name="Palit, Tapti" userId="dec6fbcd-7598-406a-8cbf-504d4a3bac15" providerId="ADAL" clId="{ECD42228-5B96-4A72-B268-C46DF994E6B7}" dt="2024-01-30T03:14:59.519" v="85242" actId="478"/>
          <ac:spMkLst>
            <pc:docMk/>
            <pc:sldMk cId="2401552836" sldId="1135"/>
            <ac:spMk id="2" creationId="{58F9C52F-0AE5-F439-633C-ED37D05782D8}"/>
          </ac:spMkLst>
        </pc:spChg>
        <pc:spChg chg="add mod">
          <ac:chgData name="Palit, Tapti" userId="dec6fbcd-7598-406a-8cbf-504d4a3bac15" providerId="ADAL" clId="{ECD42228-5B96-4A72-B268-C46DF994E6B7}" dt="2024-01-30T02:26:16.626" v="84027" actId="1076"/>
          <ac:spMkLst>
            <pc:docMk/>
            <pc:sldMk cId="2401552836" sldId="1135"/>
            <ac:spMk id="19" creationId="{E38C63B6-6591-BB6E-1D69-CBFE2EA39138}"/>
          </ac:spMkLst>
        </pc:spChg>
        <pc:spChg chg="add mod">
          <ac:chgData name="Palit, Tapti" userId="dec6fbcd-7598-406a-8cbf-504d4a3bac15" providerId="ADAL" clId="{ECD42228-5B96-4A72-B268-C46DF994E6B7}" dt="2024-01-30T03:14:59.841" v="85243"/>
          <ac:spMkLst>
            <pc:docMk/>
            <pc:sldMk cId="2401552836" sldId="1135"/>
            <ac:spMk id="21" creationId="{858A5EDD-4049-7F1E-81B6-8FCC41F4D8B4}"/>
          </ac:spMkLst>
        </pc:spChg>
      </pc:sldChg>
      <pc:sldChg chg="addSp delSp modSp new mod modAnim modCm modNotesTx">
        <pc:chgData name="Palit, Tapti" userId="dec6fbcd-7598-406a-8cbf-504d4a3bac15" providerId="ADAL" clId="{ECD42228-5B96-4A72-B268-C46DF994E6B7}" dt="2024-02-12T20:03:41.068" v="113044" actId="14100"/>
        <pc:sldMkLst>
          <pc:docMk/>
          <pc:sldMk cId="3381567474" sldId="1136"/>
        </pc:sldMkLst>
        <pc:spChg chg="del">
          <ac:chgData name="Palit, Tapti" userId="dec6fbcd-7598-406a-8cbf-504d4a3bac15" providerId="ADAL" clId="{ECD42228-5B96-4A72-B268-C46DF994E6B7}" dt="2024-01-30T02:31:47.403" v="84107" actId="1957"/>
          <ac:spMkLst>
            <pc:docMk/>
            <pc:sldMk cId="3381567474" sldId="1136"/>
            <ac:spMk id="2" creationId="{4B10F63F-02A2-FEDA-D830-A3F8DDA1D48F}"/>
          </ac:spMkLst>
        </pc:spChg>
        <pc:spChg chg="add mod">
          <ac:chgData name="Palit, Tapti" userId="dec6fbcd-7598-406a-8cbf-504d4a3bac15" providerId="ADAL" clId="{ECD42228-5B96-4A72-B268-C46DF994E6B7}" dt="2024-02-12T20:03:33.163" v="113042" actId="14100"/>
          <ac:spMkLst>
            <pc:docMk/>
            <pc:sldMk cId="3381567474" sldId="1136"/>
            <ac:spMk id="2" creationId="{E9B57E90-5907-C50A-A4A8-012D75F54656}"/>
          </ac:spMkLst>
        </pc:spChg>
        <pc:spChg chg="mod">
          <ac:chgData name="Palit, Tapti" userId="dec6fbcd-7598-406a-8cbf-504d4a3bac15" providerId="ADAL" clId="{ECD42228-5B96-4A72-B268-C46DF994E6B7}" dt="2024-01-30T02:31:05.795" v="84102" actId="20577"/>
          <ac:spMkLst>
            <pc:docMk/>
            <pc:sldMk cId="3381567474" sldId="1136"/>
            <ac:spMk id="3" creationId="{E388812B-50F8-7A98-C303-65356BEC3421}"/>
          </ac:spMkLst>
        </pc:spChg>
        <pc:spChg chg="add mod">
          <ac:chgData name="Palit, Tapti" userId="dec6fbcd-7598-406a-8cbf-504d4a3bac15" providerId="ADAL" clId="{ECD42228-5B96-4A72-B268-C46DF994E6B7}" dt="2024-02-12T20:03:41.068" v="113044" actId="14100"/>
          <ac:spMkLst>
            <pc:docMk/>
            <pc:sldMk cId="3381567474" sldId="1136"/>
            <ac:spMk id="4" creationId="{456D3308-9BA8-27DC-280A-AB1DDED5A6CC}"/>
          </ac:spMkLst>
        </pc:spChg>
        <pc:spChg chg="mod">
          <ac:chgData name="Palit, Tapti" userId="dec6fbcd-7598-406a-8cbf-504d4a3bac15" providerId="ADAL" clId="{ECD42228-5B96-4A72-B268-C46DF994E6B7}" dt="2024-01-30T21:11:12.698" v="94824" actId="20577"/>
          <ac:spMkLst>
            <pc:docMk/>
            <pc:sldMk cId="3381567474" sldId="1136"/>
            <ac:spMk id="5" creationId="{90CFBA76-ACEB-F709-CD5B-6382A7D92061}"/>
          </ac:spMkLst>
        </pc:spChg>
        <pc:graphicFrameChg chg="add mod">
          <ac:chgData name="Palit, Tapti" userId="dec6fbcd-7598-406a-8cbf-504d4a3bac15" providerId="ADAL" clId="{ECD42228-5B96-4A72-B268-C46DF994E6B7}" dt="2024-02-08T20:38:18.992" v="100655"/>
          <ac:graphicFrameMkLst>
            <pc:docMk/>
            <pc:sldMk cId="3381567474" sldId="1136"/>
            <ac:graphicFrameMk id="8" creationId="{84147327-13F8-6360-2B1E-AFF55027879B}"/>
          </ac:graphicFrameMkLst>
        </pc:graphicFrame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35:59.772" v="100630"/>
              <pc2:cmMkLst xmlns:pc2="http://schemas.microsoft.com/office/powerpoint/2019/9/main/command">
                <pc:docMk/>
                <pc:sldMk cId="3381567474" sldId="1136"/>
                <pc2:cmMk id="{FF5B8B9B-1D34-484E-8D9C-82A72807ABB9}"/>
              </pc2:cmMkLst>
              <pc226:cmRplyChg chg="add">
                <pc226:chgData name="Palit, Tapti" userId="dec6fbcd-7598-406a-8cbf-504d4a3bac15" providerId="ADAL" clId="{ECD42228-5B96-4A72-B268-C46DF994E6B7}" dt="2024-02-08T20:35:59.772" v="100630"/>
                <pc2:cmRplyMkLst xmlns:pc2="http://schemas.microsoft.com/office/powerpoint/2019/9/main/command">
                  <pc:docMk/>
                  <pc:sldMk cId="3381567474" sldId="1136"/>
                  <pc2:cmMk id="{FF5B8B9B-1D34-484E-8D9C-82A72807ABB9}"/>
                  <pc2:cmRplyMk id="{3CA42AAF-BD59-4EBB-B078-C6F83FCEE85F}"/>
                </pc2:cmRplyMkLst>
              </pc226:cmRplyChg>
            </pc226:cmChg>
            <pc226:cmChg xmlns:pc226="http://schemas.microsoft.com/office/powerpoint/2022/06/main/command" chg="">
              <pc226:chgData name="Palit, Tapti" userId="dec6fbcd-7598-406a-8cbf-504d4a3bac15" providerId="ADAL" clId="{ECD42228-5B96-4A72-B268-C46DF994E6B7}" dt="2024-02-08T20:43:45.159" v="100667"/>
              <pc2:cmMkLst xmlns:pc2="http://schemas.microsoft.com/office/powerpoint/2019/9/main/command">
                <pc:docMk/>
                <pc:sldMk cId="3381567474" sldId="1136"/>
                <pc2:cmMk id="{696EDED6-D312-481A-8ABE-000F785CF81B}"/>
              </pc2:cmMkLst>
              <pc226:cmRplyChg chg="add">
                <pc226:chgData name="Palit, Tapti" userId="dec6fbcd-7598-406a-8cbf-504d4a3bac15" providerId="ADAL" clId="{ECD42228-5B96-4A72-B268-C46DF994E6B7}" dt="2024-02-08T20:43:45.159" v="100667"/>
                <pc2:cmRplyMkLst xmlns:pc2="http://schemas.microsoft.com/office/powerpoint/2019/9/main/command">
                  <pc:docMk/>
                  <pc:sldMk cId="3381567474" sldId="1136"/>
                  <pc2:cmMk id="{696EDED6-D312-481A-8ABE-000F785CF81B}"/>
                  <pc2:cmRplyMk id="{0DE29DE7-1BA2-4F96-85B2-05E4FB47F005}"/>
                </pc2:cmRplyMkLst>
              </pc226:cmRplyChg>
            </pc226:cmChg>
          </p:ext>
        </pc:extLst>
      </pc:sldChg>
      <pc:sldChg chg="addSp delSp modSp new del mod modClrScheme chgLayout">
        <pc:chgData name="Palit, Tapti" userId="dec6fbcd-7598-406a-8cbf-504d4a3bac15" providerId="ADAL" clId="{ECD42228-5B96-4A72-B268-C46DF994E6B7}" dt="2024-01-30T04:36:09.521" v="86371" actId="47"/>
        <pc:sldMkLst>
          <pc:docMk/>
          <pc:sldMk cId="3248001443" sldId="1137"/>
        </pc:sldMkLst>
        <pc:spChg chg="add mod">
          <ac:chgData name="Palit, Tapti" userId="dec6fbcd-7598-406a-8cbf-504d4a3bac15" providerId="ADAL" clId="{ECD42228-5B96-4A72-B268-C46DF994E6B7}" dt="2024-01-30T04:35:53.695" v="86369"/>
          <ac:spMkLst>
            <pc:docMk/>
            <pc:sldMk cId="3248001443" sldId="1137"/>
            <ac:spMk id="2" creationId="{3512D21E-1C9E-11A6-6F9F-93A2572BE127}"/>
          </ac:spMkLst>
        </pc:spChg>
        <pc:spChg chg="del mod ord">
          <ac:chgData name="Palit, Tapti" userId="dec6fbcd-7598-406a-8cbf-504d4a3bac15" providerId="ADAL" clId="{ECD42228-5B96-4A72-B268-C46DF994E6B7}" dt="2024-01-30T02:27:16.653" v="84031" actId="700"/>
          <ac:spMkLst>
            <pc:docMk/>
            <pc:sldMk cId="3248001443" sldId="1137"/>
            <ac:spMk id="2" creationId="{CABB6FAC-67C3-770F-2958-D0152A18F9DB}"/>
          </ac:spMkLst>
        </pc:spChg>
        <pc:spChg chg="mod ord">
          <ac:chgData name="Palit, Tapti" userId="dec6fbcd-7598-406a-8cbf-504d4a3bac15" providerId="ADAL" clId="{ECD42228-5B96-4A72-B268-C46DF994E6B7}" dt="2024-01-30T02:27:16.653" v="84031" actId="700"/>
          <ac:spMkLst>
            <pc:docMk/>
            <pc:sldMk cId="3248001443" sldId="1137"/>
            <ac:spMk id="3" creationId="{EE4123C5-00AF-F5F4-F60B-E265593C0092}"/>
          </ac:spMkLst>
        </pc:spChg>
        <pc:spChg chg="add mod ord">
          <ac:chgData name="Palit, Tapti" userId="dec6fbcd-7598-406a-8cbf-504d4a3bac15" providerId="ADAL" clId="{ECD42228-5B96-4A72-B268-C46DF994E6B7}" dt="2024-01-30T02:27:24.546" v="84064" actId="20577"/>
          <ac:spMkLst>
            <pc:docMk/>
            <pc:sldMk cId="3248001443" sldId="1137"/>
            <ac:spMk id="4" creationId="{02142D20-429D-40B1-8862-80975D64ACCD}"/>
          </ac:spMkLst>
        </pc:spChg>
        <pc:spChg chg="add mod ord">
          <ac:chgData name="Palit, Tapti" userId="dec6fbcd-7598-406a-8cbf-504d4a3bac15" providerId="ADAL" clId="{ECD42228-5B96-4A72-B268-C46DF994E6B7}" dt="2024-01-30T02:27:16.653" v="84031" actId="700"/>
          <ac:spMkLst>
            <pc:docMk/>
            <pc:sldMk cId="3248001443" sldId="1137"/>
            <ac:spMk id="5" creationId="{CAA6BEAD-4EE9-FCC0-3C71-4EC083C6DEE6}"/>
          </ac:spMkLst>
        </pc:spChg>
        <pc:spChg chg="add mod ord">
          <ac:chgData name="Palit, Tapti" userId="dec6fbcd-7598-406a-8cbf-504d4a3bac15" providerId="ADAL" clId="{ECD42228-5B96-4A72-B268-C46DF994E6B7}" dt="2024-01-30T02:27:16.653" v="84031" actId="700"/>
          <ac:spMkLst>
            <pc:docMk/>
            <pc:sldMk cId="3248001443" sldId="1137"/>
            <ac:spMk id="6" creationId="{50A8D4C2-EDE8-13A5-4D81-4CE59E7EA683}"/>
          </ac:spMkLst>
        </pc:spChg>
        <pc:spChg chg="add mod">
          <ac:chgData name="Palit, Tapti" userId="dec6fbcd-7598-406a-8cbf-504d4a3bac15" providerId="ADAL" clId="{ECD42228-5B96-4A72-B268-C46DF994E6B7}" dt="2024-01-30T04:35:53.695" v="86369"/>
          <ac:spMkLst>
            <pc:docMk/>
            <pc:sldMk cId="3248001443" sldId="1137"/>
            <ac:spMk id="7" creationId="{3471DF9B-0C8B-B7E9-3D7E-AC300E10DEB6}"/>
          </ac:spMkLst>
        </pc:spChg>
        <pc:spChg chg="add mod">
          <ac:chgData name="Palit, Tapti" userId="dec6fbcd-7598-406a-8cbf-504d4a3bac15" providerId="ADAL" clId="{ECD42228-5B96-4A72-B268-C46DF994E6B7}" dt="2024-01-30T04:35:53.695" v="86369"/>
          <ac:spMkLst>
            <pc:docMk/>
            <pc:sldMk cId="3248001443" sldId="1137"/>
            <ac:spMk id="8" creationId="{24283945-C25A-65BB-AA3A-F2CD799641C4}"/>
          </ac:spMkLst>
        </pc:spChg>
        <pc:spChg chg="add mod">
          <ac:chgData name="Palit, Tapti" userId="dec6fbcd-7598-406a-8cbf-504d4a3bac15" providerId="ADAL" clId="{ECD42228-5B96-4A72-B268-C46DF994E6B7}" dt="2024-01-30T04:35:53.695" v="86369"/>
          <ac:spMkLst>
            <pc:docMk/>
            <pc:sldMk cId="3248001443" sldId="1137"/>
            <ac:spMk id="10" creationId="{31B01CEC-8438-39EF-78BC-6DE631DA5ED8}"/>
          </ac:spMkLst>
        </pc:spChg>
        <pc:picChg chg="add mod">
          <ac:chgData name="Palit, Tapti" userId="dec6fbcd-7598-406a-8cbf-504d4a3bac15" providerId="ADAL" clId="{ECD42228-5B96-4A72-B268-C46DF994E6B7}" dt="2024-01-30T04:35:53.695" v="86369"/>
          <ac:picMkLst>
            <pc:docMk/>
            <pc:sldMk cId="3248001443" sldId="1137"/>
            <ac:picMk id="9" creationId="{AADCA2B6-C107-E0D8-F1FF-2B554C86E1AD}"/>
          </ac:picMkLst>
        </pc:picChg>
        <pc:picChg chg="add mod">
          <ac:chgData name="Palit, Tapti" userId="dec6fbcd-7598-406a-8cbf-504d4a3bac15" providerId="ADAL" clId="{ECD42228-5B96-4A72-B268-C46DF994E6B7}" dt="2024-01-30T04:35:53.695" v="86369"/>
          <ac:picMkLst>
            <pc:docMk/>
            <pc:sldMk cId="3248001443" sldId="1137"/>
            <ac:picMk id="11" creationId="{762ACF50-41E8-0224-1CCA-C78A265F519F}"/>
          </ac:picMkLst>
        </pc:picChg>
      </pc:sldChg>
      <pc:sldChg chg="delSp modSp add del mod">
        <pc:chgData name="Palit, Tapti" userId="dec6fbcd-7598-406a-8cbf-504d4a3bac15" providerId="ADAL" clId="{ECD42228-5B96-4A72-B268-C46DF994E6B7}" dt="2024-01-30T21:15:01.348" v="94836" actId="47"/>
        <pc:sldMkLst>
          <pc:docMk/>
          <pc:sldMk cId="1317616153" sldId="1138"/>
        </pc:sldMkLst>
        <pc:spChg chg="del">
          <ac:chgData name="Palit, Tapti" userId="dec6fbcd-7598-406a-8cbf-504d4a3bac15" providerId="ADAL" clId="{ECD42228-5B96-4A72-B268-C46DF994E6B7}" dt="2024-01-30T21:14:54.462" v="94835" actId="478"/>
          <ac:spMkLst>
            <pc:docMk/>
            <pc:sldMk cId="1317616153" sldId="1138"/>
            <ac:spMk id="24" creationId="{4132DD54-4C39-8090-0C71-DA6CEBBAA406}"/>
          </ac:spMkLst>
        </pc:spChg>
        <pc:spChg chg="del mod">
          <ac:chgData name="Palit, Tapti" userId="dec6fbcd-7598-406a-8cbf-504d4a3bac15" providerId="ADAL" clId="{ECD42228-5B96-4A72-B268-C46DF994E6B7}" dt="2024-01-30T21:14:54.462" v="94835" actId="478"/>
          <ac:spMkLst>
            <pc:docMk/>
            <pc:sldMk cId="1317616153" sldId="1138"/>
            <ac:spMk id="26" creationId="{F9C2A450-85D3-6AF3-A69C-176963297F1D}"/>
          </ac:spMkLst>
        </pc:spChg>
        <pc:picChg chg="del">
          <ac:chgData name="Palit, Tapti" userId="dec6fbcd-7598-406a-8cbf-504d4a3bac15" providerId="ADAL" clId="{ECD42228-5B96-4A72-B268-C46DF994E6B7}" dt="2024-01-30T21:14:54.462" v="94835" actId="478"/>
          <ac:picMkLst>
            <pc:docMk/>
            <pc:sldMk cId="1317616153" sldId="1138"/>
            <ac:picMk id="23" creationId="{DC9417FC-B535-8CA4-9342-EF34B68BA1BF}"/>
          </ac:picMkLst>
        </pc:picChg>
        <pc:picChg chg="del">
          <ac:chgData name="Palit, Tapti" userId="dec6fbcd-7598-406a-8cbf-504d4a3bac15" providerId="ADAL" clId="{ECD42228-5B96-4A72-B268-C46DF994E6B7}" dt="2024-01-30T21:14:54.462" v="94835" actId="478"/>
          <ac:picMkLst>
            <pc:docMk/>
            <pc:sldMk cId="1317616153" sldId="1138"/>
            <ac:picMk id="25" creationId="{1A788A7E-10F2-3479-835C-7CBC9DCB1CEE}"/>
          </ac:picMkLst>
        </pc:picChg>
        <pc:picChg chg="del">
          <ac:chgData name="Palit, Tapti" userId="dec6fbcd-7598-406a-8cbf-504d4a3bac15" providerId="ADAL" clId="{ECD42228-5B96-4A72-B268-C46DF994E6B7}" dt="2024-01-30T21:14:54.462" v="94835" actId="478"/>
          <ac:picMkLst>
            <pc:docMk/>
            <pc:sldMk cId="1317616153" sldId="1138"/>
            <ac:picMk id="27" creationId="{94B6A3CA-5228-4849-10F6-15DB3ADFC3BB}"/>
          </ac:picMkLst>
        </pc:picChg>
        <pc:cxnChg chg="mod">
          <ac:chgData name="Palit, Tapti" userId="dec6fbcd-7598-406a-8cbf-504d4a3bac15" providerId="ADAL" clId="{ECD42228-5B96-4A72-B268-C46DF994E6B7}" dt="2024-01-30T19:18:47.364" v="93979" actId="692"/>
          <ac:cxnSpMkLst>
            <pc:docMk/>
            <pc:sldMk cId="1317616153" sldId="1138"/>
            <ac:cxnSpMk id="13" creationId="{8465CE3F-827E-53EB-44FB-AC23DBF372A2}"/>
          </ac:cxnSpMkLst>
        </pc:cxnChg>
        <pc:cxnChg chg="mod">
          <ac:chgData name="Palit, Tapti" userId="dec6fbcd-7598-406a-8cbf-504d4a3bac15" providerId="ADAL" clId="{ECD42228-5B96-4A72-B268-C46DF994E6B7}" dt="2024-01-30T19:18:50.711" v="93980" actId="692"/>
          <ac:cxnSpMkLst>
            <pc:docMk/>
            <pc:sldMk cId="1317616153" sldId="1138"/>
            <ac:cxnSpMk id="16" creationId="{5A127530-4974-BF96-62DF-A6CFE3A004F7}"/>
          </ac:cxnSpMkLst>
        </pc:cxnChg>
      </pc:sldChg>
      <pc:sldChg chg="addSp delSp modSp add mod ord modAnim">
        <pc:chgData name="Palit, Tapti" userId="dec6fbcd-7598-406a-8cbf-504d4a3bac15" providerId="ADAL" clId="{ECD42228-5B96-4A72-B268-C46DF994E6B7}" dt="2024-02-09T04:52:32.094" v="104535"/>
        <pc:sldMkLst>
          <pc:docMk/>
          <pc:sldMk cId="2804400997" sldId="1139"/>
        </pc:sldMkLst>
        <pc:spChg chg="del">
          <ac:chgData name="Palit, Tapti" userId="dec6fbcd-7598-406a-8cbf-504d4a3bac15" providerId="ADAL" clId="{ECD42228-5B96-4A72-B268-C46DF994E6B7}" dt="2024-01-30T03:19:32.968" v="85272" actId="478"/>
          <ac:spMkLst>
            <pc:docMk/>
            <pc:sldMk cId="2804400997" sldId="1139"/>
            <ac:spMk id="2" creationId="{B0D8DC43-0EAB-77CF-C302-345764FC2497}"/>
          </ac:spMkLst>
        </pc:spChg>
        <pc:spChg chg="mod">
          <ac:chgData name="Palit, Tapti" userId="dec6fbcd-7598-406a-8cbf-504d4a3bac15" providerId="ADAL" clId="{ECD42228-5B96-4A72-B268-C46DF994E6B7}" dt="2024-01-30T07:08:04.623" v="90841" actId="20577"/>
          <ac:spMkLst>
            <pc:docMk/>
            <pc:sldMk cId="2804400997" sldId="1139"/>
            <ac:spMk id="5" creationId="{86FADD99-6071-9343-BD21-FF17E57C884E}"/>
          </ac:spMkLst>
        </pc:spChg>
        <pc:spChg chg="del mod">
          <ac:chgData name="Palit, Tapti" userId="dec6fbcd-7598-406a-8cbf-504d4a3bac15" providerId="ADAL" clId="{ECD42228-5B96-4A72-B268-C46DF994E6B7}" dt="2024-02-09T04:43:32.101" v="104491" actId="478"/>
          <ac:spMkLst>
            <pc:docMk/>
            <pc:sldMk cId="2804400997" sldId="1139"/>
            <ac:spMk id="7" creationId="{0A390AE2-9CE4-81EB-6315-2DE2F897D709}"/>
          </ac:spMkLst>
        </pc:spChg>
        <pc:spChg chg="add mod">
          <ac:chgData name="Palit, Tapti" userId="dec6fbcd-7598-406a-8cbf-504d4a3bac15" providerId="ADAL" clId="{ECD42228-5B96-4A72-B268-C46DF994E6B7}" dt="2024-01-30T03:56:24.832" v="85866" actId="1076"/>
          <ac:spMkLst>
            <pc:docMk/>
            <pc:sldMk cId="2804400997" sldId="1139"/>
            <ac:spMk id="8" creationId="{404E5D02-C7BD-7A9F-A969-6D8A6F25DF86}"/>
          </ac:spMkLst>
        </pc:spChg>
        <pc:spChg chg="add mod">
          <ac:chgData name="Palit, Tapti" userId="dec6fbcd-7598-406a-8cbf-504d4a3bac15" providerId="ADAL" clId="{ECD42228-5B96-4A72-B268-C46DF994E6B7}" dt="2024-01-30T03:56:21.002" v="85865" actId="1076"/>
          <ac:spMkLst>
            <pc:docMk/>
            <pc:sldMk cId="2804400997" sldId="1139"/>
            <ac:spMk id="9" creationId="{FE3FA576-1359-7D36-4784-CB570FB70315}"/>
          </ac:spMkLst>
        </pc:spChg>
        <pc:spChg chg="add del mod">
          <ac:chgData name="Palit, Tapti" userId="dec6fbcd-7598-406a-8cbf-504d4a3bac15" providerId="ADAL" clId="{ECD42228-5B96-4A72-B268-C46DF994E6B7}" dt="2024-01-30T03:56:15.187" v="85864" actId="478"/>
          <ac:spMkLst>
            <pc:docMk/>
            <pc:sldMk cId="2804400997" sldId="1139"/>
            <ac:spMk id="10" creationId="{5CF694DC-386C-6B23-6684-3E13EA266D50}"/>
          </ac:spMkLst>
        </pc:spChg>
        <pc:spChg chg="add del mod">
          <ac:chgData name="Palit, Tapti" userId="dec6fbcd-7598-406a-8cbf-504d4a3bac15" providerId="ADAL" clId="{ECD42228-5B96-4A72-B268-C46DF994E6B7}" dt="2024-01-30T03:56:15.187" v="85864" actId="478"/>
          <ac:spMkLst>
            <pc:docMk/>
            <pc:sldMk cId="2804400997" sldId="1139"/>
            <ac:spMk id="11" creationId="{9331E253-45BA-7E55-2928-EFC1F3412247}"/>
          </ac:spMkLst>
        </pc:spChg>
        <pc:spChg chg="add mod">
          <ac:chgData name="Palit, Tapti" userId="dec6fbcd-7598-406a-8cbf-504d4a3bac15" providerId="ADAL" clId="{ECD42228-5B96-4A72-B268-C46DF994E6B7}" dt="2024-01-30T03:40:04.069" v="85579" actId="108"/>
          <ac:spMkLst>
            <pc:docMk/>
            <pc:sldMk cId="2804400997" sldId="1139"/>
            <ac:spMk id="12" creationId="{F6E21CA4-58ED-AF98-B091-9861E6D3D3BD}"/>
          </ac:spMkLst>
        </pc:spChg>
        <pc:spChg chg="add mod">
          <ac:chgData name="Palit, Tapti" userId="dec6fbcd-7598-406a-8cbf-504d4a3bac15" providerId="ADAL" clId="{ECD42228-5B96-4A72-B268-C46DF994E6B7}" dt="2024-01-30T03:40:06.822" v="85580" actId="108"/>
          <ac:spMkLst>
            <pc:docMk/>
            <pc:sldMk cId="2804400997" sldId="1139"/>
            <ac:spMk id="13" creationId="{8A8FBFCB-C472-E694-87DD-57F89928D45A}"/>
          </ac:spMkLst>
        </pc:spChg>
        <pc:spChg chg="add del mod">
          <ac:chgData name="Palit, Tapti" userId="dec6fbcd-7598-406a-8cbf-504d4a3bac15" providerId="ADAL" clId="{ECD42228-5B96-4A72-B268-C46DF994E6B7}" dt="2024-01-30T03:56:15.187" v="85864" actId="478"/>
          <ac:spMkLst>
            <pc:docMk/>
            <pc:sldMk cId="2804400997" sldId="1139"/>
            <ac:spMk id="14" creationId="{435AE03C-81A7-79BA-31F3-3683CF330704}"/>
          </ac:spMkLst>
        </pc:spChg>
        <pc:spChg chg="add mod">
          <ac:chgData name="Palit, Tapti" userId="dec6fbcd-7598-406a-8cbf-504d4a3bac15" providerId="ADAL" clId="{ECD42228-5B96-4A72-B268-C46DF994E6B7}" dt="2024-01-30T03:39:53.197" v="85576" actId="207"/>
          <ac:spMkLst>
            <pc:docMk/>
            <pc:sldMk cId="2804400997" sldId="1139"/>
            <ac:spMk id="15" creationId="{36EBB0D3-5286-277D-70E5-AFC358232F98}"/>
          </ac:spMkLst>
        </pc:spChg>
        <pc:spChg chg="add mod">
          <ac:chgData name="Palit, Tapti" userId="dec6fbcd-7598-406a-8cbf-504d4a3bac15" providerId="ADAL" clId="{ECD42228-5B96-4A72-B268-C46DF994E6B7}" dt="2024-01-30T03:57:24.722" v="85894" actId="1076"/>
          <ac:spMkLst>
            <pc:docMk/>
            <pc:sldMk cId="2804400997" sldId="1139"/>
            <ac:spMk id="16" creationId="{2A187A53-E5C6-EB07-ACF3-393CD3D4AEDA}"/>
          </ac:spMkLst>
        </pc:spChg>
        <pc:spChg chg="add mod">
          <ac:chgData name="Palit, Tapti" userId="dec6fbcd-7598-406a-8cbf-504d4a3bac15" providerId="ADAL" clId="{ECD42228-5B96-4A72-B268-C46DF994E6B7}" dt="2024-01-30T03:56:51.693" v="85885" actId="20577"/>
          <ac:spMkLst>
            <pc:docMk/>
            <pc:sldMk cId="2804400997" sldId="1139"/>
            <ac:spMk id="17" creationId="{74A50E91-DC0C-C85C-E200-4C960EFBCE67}"/>
          </ac:spMkLst>
        </pc:spChg>
        <pc:spChg chg="add del mod">
          <ac:chgData name="Palit, Tapti" userId="dec6fbcd-7598-406a-8cbf-504d4a3bac15" providerId="ADAL" clId="{ECD42228-5B96-4A72-B268-C46DF994E6B7}" dt="2024-01-30T03:56:15.187" v="85864" actId="478"/>
          <ac:spMkLst>
            <pc:docMk/>
            <pc:sldMk cId="2804400997" sldId="1139"/>
            <ac:spMk id="19" creationId="{7F81C9B6-C305-46CF-7543-A0793CCE739C}"/>
          </ac:spMkLst>
        </pc:spChg>
        <pc:spChg chg="add mod">
          <ac:chgData name="Palit, Tapti" userId="dec6fbcd-7598-406a-8cbf-504d4a3bac15" providerId="ADAL" clId="{ECD42228-5B96-4A72-B268-C46DF994E6B7}" dt="2024-01-30T03:56:42.017" v="85870" actId="1076"/>
          <ac:spMkLst>
            <pc:docMk/>
            <pc:sldMk cId="2804400997" sldId="1139"/>
            <ac:spMk id="22" creationId="{DFBAB18B-B695-F26B-3911-D08F72DB2AC1}"/>
          </ac:spMkLst>
        </pc:spChg>
        <pc:graphicFrameChg chg="del mod modGraphic">
          <ac:chgData name="Palit, Tapti" userId="dec6fbcd-7598-406a-8cbf-504d4a3bac15" providerId="ADAL" clId="{ECD42228-5B96-4A72-B268-C46DF994E6B7}" dt="2024-01-30T03:19:52.311" v="85283" actId="478"/>
          <ac:graphicFrameMkLst>
            <pc:docMk/>
            <pc:sldMk cId="2804400997" sldId="1139"/>
            <ac:graphicFrameMk id="6" creationId="{82D73C16-A132-AF74-FA7D-FADD1D52DEC4}"/>
          </ac:graphicFrameMkLst>
        </pc:graphicFrameChg>
        <pc:cxnChg chg="add del mod">
          <ac:chgData name="Palit, Tapti" userId="dec6fbcd-7598-406a-8cbf-504d4a3bac15" providerId="ADAL" clId="{ECD42228-5B96-4A72-B268-C46DF994E6B7}" dt="2024-01-30T05:18:53.522" v="87461" actId="478"/>
          <ac:cxnSpMkLst>
            <pc:docMk/>
            <pc:sldMk cId="2804400997" sldId="1139"/>
            <ac:cxnSpMk id="18" creationId="{A6038E17-CC26-E08F-C317-6C9DD75D396C}"/>
          </ac:cxnSpMkLst>
        </pc:cxnChg>
        <pc:cxnChg chg="add del mod">
          <ac:chgData name="Palit, Tapti" userId="dec6fbcd-7598-406a-8cbf-504d4a3bac15" providerId="ADAL" clId="{ECD42228-5B96-4A72-B268-C46DF994E6B7}" dt="2024-01-30T05:18:53.522" v="87461" actId="478"/>
          <ac:cxnSpMkLst>
            <pc:docMk/>
            <pc:sldMk cId="2804400997" sldId="1139"/>
            <ac:cxnSpMk id="20" creationId="{495B6547-944C-E411-8011-CF584D219AB0}"/>
          </ac:cxnSpMkLst>
        </pc:cxnChg>
      </pc:sldChg>
      <pc:sldChg chg="addSp delSp modSp add del mod">
        <pc:chgData name="Palit, Tapti" userId="dec6fbcd-7598-406a-8cbf-504d4a3bac15" providerId="ADAL" clId="{ECD42228-5B96-4A72-B268-C46DF994E6B7}" dt="2024-01-30T04:07:15.129" v="86011" actId="47"/>
        <pc:sldMkLst>
          <pc:docMk/>
          <pc:sldMk cId="544937592" sldId="1140"/>
        </pc:sldMkLst>
        <pc:spChg chg="add del mod">
          <ac:chgData name="Palit, Tapti" userId="dec6fbcd-7598-406a-8cbf-504d4a3bac15" providerId="ADAL" clId="{ECD42228-5B96-4A72-B268-C46DF994E6B7}" dt="2024-01-30T03:24:15.977" v="85385" actId="478"/>
          <ac:spMkLst>
            <pc:docMk/>
            <pc:sldMk cId="544937592" sldId="1140"/>
            <ac:spMk id="6" creationId="{5B0BB624-8913-F655-0790-0ED3C9B6CB37}"/>
          </ac:spMkLst>
        </pc:spChg>
        <pc:spChg chg="del">
          <ac:chgData name="Palit, Tapti" userId="dec6fbcd-7598-406a-8cbf-504d4a3bac15" providerId="ADAL" clId="{ECD42228-5B96-4A72-B268-C46DF994E6B7}" dt="2024-01-30T03:24:15.977" v="85385" actId="478"/>
          <ac:spMkLst>
            <pc:docMk/>
            <pc:sldMk cId="544937592" sldId="1140"/>
            <ac:spMk id="8" creationId="{404E5D02-C7BD-7A9F-A969-6D8A6F25DF86}"/>
          </ac:spMkLst>
        </pc:spChg>
        <pc:spChg chg="del">
          <ac:chgData name="Palit, Tapti" userId="dec6fbcd-7598-406a-8cbf-504d4a3bac15" providerId="ADAL" clId="{ECD42228-5B96-4A72-B268-C46DF994E6B7}" dt="2024-01-30T03:24:15.977" v="85385" actId="478"/>
          <ac:spMkLst>
            <pc:docMk/>
            <pc:sldMk cId="544937592" sldId="1140"/>
            <ac:spMk id="9" creationId="{FE3FA576-1359-7D36-4784-CB570FB70315}"/>
          </ac:spMkLst>
        </pc:spChg>
        <pc:spChg chg="del">
          <ac:chgData name="Palit, Tapti" userId="dec6fbcd-7598-406a-8cbf-504d4a3bac15" providerId="ADAL" clId="{ECD42228-5B96-4A72-B268-C46DF994E6B7}" dt="2024-01-30T03:24:15.977" v="85385" actId="478"/>
          <ac:spMkLst>
            <pc:docMk/>
            <pc:sldMk cId="544937592" sldId="1140"/>
            <ac:spMk id="10" creationId="{5CF694DC-386C-6B23-6684-3E13EA266D50}"/>
          </ac:spMkLst>
        </pc:spChg>
        <pc:spChg chg="del">
          <ac:chgData name="Palit, Tapti" userId="dec6fbcd-7598-406a-8cbf-504d4a3bac15" providerId="ADAL" clId="{ECD42228-5B96-4A72-B268-C46DF994E6B7}" dt="2024-01-30T03:24:15.977" v="85385" actId="478"/>
          <ac:spMkLst>
            <pc:docMk/>
            <pc:sldMk cId="544937592" sldId="1140"/>
            <ac:spMk id="11" creationId="{9331E253-45BA-7E55-2928-EFC1F3412247}"/>
          </ac:spMkLst>
        </pc:spChg>
        <pc:spChg chg="del">
          <ac:chgData name="Palit, Tapti" userId="dec6fbcd-7598-406a-8cbf-504d4a3bac15" providerId="ADAL" clId="{ECD42228-5B96-4A72-B268-C46DF994E6B7}" dt="2024-01-30T03:24:15.977" v="85385" actId="478"/>
          <ac:spMkLst>
            <pc:docMk/>
            <pc:sldMk cId="544937592" sldId="1140"/>
            <ac:spMk id="12" creationId="{F6E21CA4-58ED-AF98-B091-9861E6D3D3BD}"/>
          </ac:spMkLst>
        </pc:spChg>
        <pc:spChg chg="del">
          <ac:chgData name="Palit, Tapti" userId="dec6fbcd-7598-406a-8cbf-504d4a3bac15" providerId="ADAL" clId="{ECD42228-5B96-4A72-B268-C46DF994E6B7}" dt="2024-01-30T03:24:15.977" v="85385" actId="478"/>
          <ac:spMkLst>
            <pc:docMk/>
            <pc:sldMk cId="544937592" sldId="1140"/>
            <ac:spMk id="13" creationId="{8A8FBFCB-C472-E694-87DD-57F89928D45A}"/>
          </ac:spMkLst>
        </pc:spChg>
        <pc:spChg chg="del">
          <ac:chgData name="Palit, Tapti" userId="dec6fbcd-7598-406a-8cbf-504d4a3bac15" providerId="ADAL" clId="{ECD42228-5B96-4A72-B268-C46DF994E6B7}" dt="2024-01-30T03:24:15.977" v="85385" actId="478"/>
          <ac:spMkLst>
            <pc:docMk/>
            <pc:sldMk cId="544937592" sldId="1140"/>
            <ac:spMk id="14" creationId="{435AE03C-81A7-79BA-31F3-3683CF330704}"/>
          </ac:spMkLst>
        </pc:spChg>
        <pc:spChg chg="del">
          <ac:chgData name="Palit, Tapti" userId="dec6fbcd-7598-406a-8cbf-504d4a3bac15" providerId="ADAL" clId="{ECD42228-5B96-4A72-B268-C46DF994E6B7}" dt="2024-01-30T03:24:15.977" v="85385" actId="478"/>
          <ac:spMkLst>
            <pc:docMk/>
            <pc:sldMk cId="544937592" sldId="1140"/>
            <ac:spMk id="15" creationId="{36EBB0D3-5286-277D-70E5-AFC358232F98}"/>
          </ac:spMkLst>
        </pc:spChg>
        <pc:spChg chg="del mod">
          <ac:chgData name="Palit, Tapti" userId="dec6fbcd-7598-406a-8cbf-504d4a3bac15" providerId="ADAL" clId="{ECD42228-5B96-4A72-B268-C46DF994E6B7}" dt="2024-01-30T03:24:15.977" v="85385" actId="478"/>
          <ac:spMkLst>
            <pc:docMk/>
            <pc:sldMk cId="544937592" sldId="1140"/>
            <ac:spMk id="16" creationId="{2A187A53-E5C6-EB07-ACF3-393CD3D4AEDA}"/>
          </ac:spMkLst>
        </pc:spChg>
        <pc:spChg chg="del">
          <ac:chgData name="Palit, Tapti" userId="dec6fbcd-7598-406a-8cbf-504d4a3bac15" providerId="ADAL" clId="{ECD42228-5B96-4A72-B268-C46DF994E6B7}" dt="2024-01-30T03:24:15.977" v="85385" actId="478"/>
          <ac:spMkLst>
            <pc:docMk/>
            <pc:sldMk cId="544937592" sldId="1140"/>
            <ac:spMk id="19" creationId="{7F81C9B6-C305-46CF-7543-A0793CCE739C}"/>
          </ac:spMkLst>
        </pc:spChg>
        <pc:spChg chg="del">
          <ac:chgData name="Palit, Tapti" userId="dec6fbcd-7598-406a-8cbf-504d4a3bac15" providerId="ADAL" clId="{ECD42228-5B96-4A72-B268-C46DF994E6B7}" dt="2024-01-30T03:21:44.495" v="85315" actId="478"/>
          <ac:spMkLst>
            <pc:docMk/>
            <pc:sldMk cId="544937592" sldId="1140"/>
            <ac:spMk id="22" creationId="{DFBAB18B-B695-F26B-3911-D08F72DB2AC1}"/>
          </ac:spMkLst>
        </pc:spChg>
        <pc:spChg chg="add mod">
          <ac:chgData name="Palit, Tapti" userId="dec6fbcd-7598-406a-8cbf-504d4a3bac15" providerId="ADAL" clId="{ECD42228-5B96-4A72-B268-C46DF994E6B7}" dt="2024-01-30T03:40:44.276" v="85592" actId="108"/>
          <ac:spMkLst>
            <pc:docMk/>
            <pc:sldMk cId="544937592" sldId="1140"/>
            <ac:spMk id="37" creationId="{ADE16CD4-CB1A-FD04-C8EB-F5DBBF77BF56}"/>
          </ac:spMkLst>
        </pc:spChg>
        <pc:spChg chg="add mod">
          <ac:chgData name="Palit, Tapti" userId="dec6fbcd-7598-406a-8cbf-504d4a3bac15" providerId="ADAL" clId="{ECD42228-5B96-4A72-B268-C46DF994E6B7}" dt="2024-01-30T03:40:46.231" v="85593" actId="108"/>
          <ac:spMkLst>
            <pc:docMk/>
            <pc:sldMk cId="544937592" sldId="1140"/>
            <ac:spMk id="38" creationId="{76DE4C37-A1B1-94A1-ACE3-7985E965C3E2}"/>
          </ac:spMkLst>
        </pc:spChg>
        <pc:spChg chg="add mod">
          <ac:chgData name="Palit, Tapti" userId="dec6fbcd-7598-406a-8cbf-504d4a3bac15" providerId="ADAL" clId="{ECD42228-5B96-4A72-B268-C46DF994E6B7}" dt="2024-01-30T03:40:48.171" v="85594" actId="108"/>
          <ac:spMkLst>
            <pc:docMk/>
            <pc:sldMk cId="544937592" sldId="1140"/>
            <ac:spMk id="39" creationId="{44CFF3D7-66AF-A230-3B94-8959874BAA11}"/>
          </ac:spMkLst>
        </pc:spChg>
        <pc:spChg chg="add mod">
          <ac:chgData name="Palit, Tapti" userId="dec6fbcd-7598-406a-8cbf-504d4a3bac15" providerId="ADAL" clId="{ECD42228-5B96-4A72-B268-C46DF994E6B7}" dt="2024-01-30T03:40:50.172" v="85595" actId="108"/>
          <ac:spMkLst>
            <pc:docMk/>
            <pc:sldMk cId="544937592" sldId="1140"/>
            <ac:spMk id="40" creationId="{FD58BCEA-CBED-CACB-DA51-ACBAA975DD8B}"/>
          </ac:spMkLst>
        </pc:spChg>
        <pc:spChg chg="add mod">
          <ac:chgData name="Palit, Tapti" userId="dec6fbcd-7598-406a-8cbf-504d4a3bac15" providerId="ADAL" clId="{ECD42228-5B96-4A72-B268-C46DF994E6B7}" dt="2024-01-30T03:40:37.708" v="85589" actId="108"/>
          <ac:spMkLst>
            <pc:docMk/>
            <pc:sldMk cId="544937592" sldId="1140"/>
            <ac:spMk id="41" creationId="{3E9F6403-905D-32B8-C023-8388B45FFBE9}"/>
          </ac:spMkLst>
        </pc:spChg>
        <pc:spChg chg="add mod">
          <ac:chgData name="Palit, Tapti" userId="dec6fbcd-7598-406a-8cbf-504d4a3bac15" providerId="ADAL" clId="{ECD42228-5B96-4A72-B268-C46DF994E6B7}" dt="2024-01-30T03:40:39.878" v="85590" actId="108"/>
          <ac:spMkLst>
            <pc:docMk/>
            <pc:sldMk cId="544937592" sldId="1140"/>
            <ac:spMk id="42" creationId="{939C4C73-EF1D-2E96-3185-7236D796F263}"/>
          </ac:spMkLst>
        </pc:spChg>
        <pc:spChg chg="add mod">
          <ac:chgData name="Palit, Tapti" userId="dec6fbcd-7598-406a-8cbf-504d4a3bac15" providerId="ADAL" clId="{ECD42228-5B96-4A72-B268-C46DF994E6B7}" dt="2024-01-30T03:40:42.213" v="85591" actId="108"/>
          <ac:spMkLst>
            <pc:docMk/>
            <pc:sldMk cId="544937592" sldId="1140"/>
            <ac:spMk id="43" creationId="{9C2F7F82-29BD-4B97-5478-1674709F6CCE}"/>
          </ac:spMkLst>
        </pc:spChg>
        <pc:spChg chg="add mod">
          <ac:chgData name="Palit, Tapti" userId="dec6fbcd-7598-406a-8cbf-504d4a3bac15" providerId="ADAL" clId="{ECD42228-5B96-4A72-B268-C46DF994E6B7}" dt="2024-01-30T03:40:26.534" v="85586" actId="108"/>
          <ac:spMkLst>
            <pc:docMk/>
            <pc:sldMk cId="544937592" sldId="1140"/>
            <ac:spMk id="44" creationId="{801A420A-374D-14D2-94E5-71119F13390E}"/>
          </ac:spMkLst>
        </pc:spChg>
        <pc:spChg chg="add mod">
          <ac:chgData name="Palit, Tapti" userId="dec6fbcd-7598-406a-8cbf-504d4a3bac15" providerId="ADAL" clId="{ECD42228-5B96-4A72-B268-C46DF994E6B7}" dt="2024-01-30T03:40:32.878" v="85587" actId="108"/>
          <ac:spMkLst>
            <pc:docMk/>
            <pc:sldMk cId="544937592" sldId="1140"/>
            <ac:spMk id="45" creationId="{24FF282E-D794-0AD0-B5D8-945519FAF538}"/>
          </ac:spMkLst>
        </pc:spChg>
        <pc:spChg chg="add mod">
          <ac:chgData name="Palit, Tapti" userId="dec6fbcd-7598-406a-8cbf-504d4a3bac15" providerId="ADAL" clId="{ECD42228-5B96-4A72-B268-C46DF994E6B7}" dt="2024-01-30T03:40:35.252" v="85588" actId="108"/>
          <ac:spMkLst>
            <pc:docMk/>
            <pc:sldMk cId="544937592" sldId="1140"/>
            <ac:spMk id="48" creationId="{6091DAAD-841A-758D-4955-4E18EBF254C9}"/>
          </ac:spMkLst>
        </pc:spChg>
        <pc:spChg chg="add mod">
          <ac:chgData name="Palit, Tapti" userId="dec6fbcd-7598-406a-8cbf-504d4a3bac15" providerId="ADAL" clId="{ECD42228-5B96-4A72-B268-C46DF994E6B7}" dt="2024-01-30T03:24:16.447" v="85386"/>
          <ac:spMkLst>
            <pc:docMk/>
            <pc:sldMk cId="544937592" sldId="1140"/>
            <ac:spMk id="49" creationId="{165721CF-08C2-9DC5-2040-D306946CA22F}"/>
          </ac:spMkLst>
        </pc:spChg>
        <pc:cxnChg chg="add mod">
          <ac:chgData name="Palit, Tapti" userId="dec6fbcd-7598-406a-8cbf-504d4a3bac15" providerId="ADAL" clId="{ECD42228-5B96-4A72-B268-C46DF994E6B7}" dt="2024-01-30T03:50:10.429" v="85710" actId="692"/>
          <ac:cxnSpMkLst>
            <pc:docMk/>
            <pc:sldMk cId="544937592" sldId="1140"/>
            <ac:cxnSpMk id="2" creationId="{89BB4E2A-569B-0E7A-B225-9503308B8593}"/>
          </ac:cxnSpMkLst>
        </pc:cxnChg>
        <pc:cxnChg chg="add del mod">
          <ac:chgData name="Palit, Tapti" userId="dec6fbcd-7598-406a-8cbf-504d4a3bac15" providerId="ADAL" clId="{ECD42228-5B96-4A72-B268-C46DF994E6B7}" dt="2024-01-30T03:24:15.977" v="85385" actId="478"/>
          <ac:cxnSpMkLst>
            <pc:docMk/>
            <pc:sldMk cId="544937592" sldId="1140"/>
            <ac:cxnSpMk id="17" creationId="{1E93E1DF-A8E4-2603-851E-DB3C31DE8FCB}"/>
          </ac:cxnSpMkLst>
        </pc:cxnChg>
        <pc:cxnChg chg="del mod">
          <ac:chgData name="Palit, Tapti" userId="dec6fbcd-7598-406a-8cbf-504d4a3bac15" providerId="ADAL" clId="{ECD42228-5B96-4A72-B268-C46DF994E6B7}" dt="2024-01-30T03:24:15.977" v="85385" actId="478"/>
          <ac:cxnSpMkLst>
            <pc:docMk/>
            <pc:sldMk cId="544937592" sldId="1140"/>
            <ac:cxnSpMk id="18" creationId="{A6038E17-CC26-E08F-C317-6C9DD75D396C}"/>
          </ac:cxnSpMkLst>
        </pc:cxnChg>
        <pc:cxnChg chg="del mod">
          <ac:chgData name="Palit, Tapti" userId="dec6fbcd-7598-406a-8cbf-504d4a3bac15" providerId="ADAL" clId="{ECD42228-5B96-4A72-B268-C46DF994E6B7}" dt="2024-01-30T03:24:15.977" v="85385" actId="478"/>
          <ac:cxnSpMkLst>
            <pc:docMk/>
            <pc:sldMk cId="544937592" sldId="1140"/>
            <ac:cxnSpMk id="20" creationId="{495B6547-944C-E411-8011-CF584D219AB0}"/>
          </ac:cxnSpMkLst>
        </pc:cxnChg>
        <pc:cxnChg chg="add del mod">
          <ac:chgData name="Palit, Tapti" userId="dec6fbcd-7598-406a-8cbf-504d4a3bac15" providerId="ADAL" clId="{ECD42228-5B96-4A72-B268-C46DF994E6B7}" dt="2024-01-30T03:24:15.977" v="85385" actId="478"/>
          <ac:cxnSpMkLst>
            <pc:docMk/>
            <pc:sldMk cId="544937592" sldId="1140"/>
            <ac:cxnSpMk id="24" creationId="{79C84CB2-BD8B-B817-1B64-9210AE2C6FD9}"/>
          </ac:cxnSpMkLst>
        </pc:cxnChg>
        <pc:cxnChg chg="add del mod">
          <ac:chgData name="Palit, Tapti" userId="dec6fbcd-7598-406a-8cbf-504d4a3bac15" providerId="ADAL" clId="{ECD42228-5B96-4A72-B268-C46DF994E6B7}" dt="2024-01-30T03:24:15.977" v="85385" actId="478"/>
          <ac:cxnSpMkLst>
            <pc:docMk/>
            <pc:sldMk cId="544937592" sldId="1140"/>
            <ac:cxnSpMk id="27" creationId="{7F1CACD9-58C8-B193-F3AD-FFC2694EDF6C}"/>
          </ac:cxnSpMkLst>
        </pc:cxnChg>
        <pc:cxnChg chg="add del mod">
          <ac:chgData name="Palit, Tapti" userId="dec6fbcd-7598-406a-8cbf-504d4a3bac15" providerId="ADAL" clId="{ECD42228-5B96-4A72-B268-C46DF994E6B7}" dt="2024-01-30T03:24:15.977" v="85385" actId="478"/>
          <ac:cxnSpMkLst>
            <pc:docMk/>
            <pc:sldMk cId="544937592" sldId="1140"/>
            <ac:cxnSpMk id="30" creationId="{1C9AA52C-E65D-B930-AC2A-068D78FF288D}"/>
          </ac:cxnSpMkLst>
        </pc:cxnChg>
        <pc:cxnChg chg="add del mod">
          <ac:chgData name="Palit, Tapti" userId="dec6fbcd-7598-406a-8cbf-504d4a3bac15" providerId="ADAL" clId="{ECD42228-5B96-4A72-B268-C46DF994E6B7}" dt="2024-01-30T03:24:15.977" v="85385" actId="478"/>
          <ac:cxnSpMkLst>
            <pc:docMk/>
            <pc:sldMk cId="544937592" sldId="1140"/>
            <ac:cxnSpMk id="34" creationId="{5DBC7E4A-8B57-08D4-2E06-846482162360}"/>
          </ac:cxnSpMkLst>
        </pc:cxnChg>
        <pc:cxnChg chg="add mod">
          <ac:chgData name="Palit, Tapti" userId="dec6fbcd-7598-406a-8cbf-504d4a3bac15" providerId="ADAL" clId="{ECD42228-5B96-4A72-B268-C46DF994E6B7}" dt="2024-01-30T03:50:10.429" v="85710" actId="692"/>
          <ac:cxnSpMkLst>
            <pc:docMk/>
            <pc:sldMk cId="544937592" sldId="1140"/>
            <ac:cxnSpMk id="46" creationId="{611E7F4A-E0C0-1418-008E-7610C6600A70}"/>
          </ac:cxnSpMkLst>
        </pc:cxnChg>
        <pc:cxnChg chg="add mod">
          <ac:chgData name="Palit, Tapti" userId="dec6fbcd-7598-406a-8cbf-504d4a3bac15" providerId="ADAL" clId="{ECD42228-5B96-4A72-B268-C46DF994E6B7}" dt="2024-01-30T03:50:10.429" v="85710" actId="692"/>
          <ac:cxnSpMkLst>
            <pc:docMk/>
            <pc:sldMk cId="544937592" sldId="1140"/>
            <ac:cxnSpMk id="47" creationId="{C5AB59CA-8CF4-3FDC-AD0D-B9B5F220ACEC}"/>
          </ac:cxnSpMkLst>
        </pc:cxnChg>
        <pc:cxnChg chg="add mod">
          <ac:chgData name="Palit, Tapti" userId="dec6fbcd-7598-406a-8cbf-504d4a3bac15" providerId="ADAL" clId="{ECD42228-5B96-4A72-B268-C46DF994E6B7}" dt="2024-01-30T03:50:10.429" v="85710" actId="692"/>
          <ac:cxnSpMkLst>
            <pc:docMk/>
            <pc:sldMk cId="544937592" sldId="1140"/>
            <ac:cxnSpMk id="50" creationId="{82371F7E-94E0-B5C8-85BF-07D5104E7308}"/>
          </ac:cxnSpMkLst>
        </pc:cxnChg>
        <pc:cxnChg chg="add mod">
          <ac:chgData name="Palit, Tapti" userId="dec6fbcd-7598-406a-8cbf-504d4a3bac15" providerId="ADAL" clId="{ECD42228-5B96-4A72-B268-C46DF994E6B7}" dt="2024-01-30T03:50:10.429" v="85710" actId="692"/>
          <ac:cxnSpMkLst>
            <pc:docMk/>
            <pc:sldMk cId="544937592" sldId="1140"/>
            <ac:cxnSpMk id="53" creationId="{A9BB9D1F-0A22-BB20-A8AD-9FB257599D90}"/>
          </ac:cxnSpMkLst>
        </pc:cxnChg>
        <pc:cxnChg chg="add mod">
          <ac:chgData name="Palit, Tapti" userId="dec6fbcd-7598-406a-8cbf-504d4a3bac15" providerId="ADAL" clId="{ECD42228-5B96-4A72-B268-C46DF994E6B7}" dt="2024-01-30T03:50:10.429" v="85710" actId="692"/>
          <ac:cxnSpMkLst>
            <pc:docMk/>
            <pc:sldMk cId="544937592" sldId="1140"/>
            <ac:cxnSpMk id="56" creationId="{E68E77D9-99EB-8D86-9A10-D2A275CBC79F}"/>
          </ac:cxnSpMkLst>
        </pc:cxnChg>
        <pc:cxnChg chg="add mod">
          <ac:chgData name="Palit, Tapti" userId="dec6fbcd-7598-406a-8cbf-504d4a3bac15" providerId="ADAL" clId="{ECD42228-5B96-4A72-B268-C46DF994E6B7}" dt="2024-01-30T03:50:10.429" v="85710" actId="692"/>
          <ac:cxnSpMkLst>
            <pc:docMk/>
            <pc:sldMk cId="544937592" sldId="1140"/>
            <ac:cxnSpMk id="59" creationId="{C4DCAFE8-DCE6-A23F-1A33-EDD8273B0FDE}"/>
          </ac:cxnSpMkLst>
        </pc:cxnChg>
      </pc:sldChg>
      <pc:sldChg chg="addSp delSp modSp add del mod">
        <pc:chgData name="Palit, Tapti" userId="dec6fbcd-7598-406a-8cbf-504d4a3bac15" providerId="ADAL" clId="{ECD42228-5B96-4A72-B268-C46DF994E6B7}" dt="2024-01-30T03:26:55.016" v="85418" actId="47"/>
        <pc:sldMkLst>
          <pc:docMk/>
          <pc:sldMk cId="2241719173" sldId="1141"/>
        </pc:sldMkLst>
        <pc:spChg chg="mod">
          <ac:chgData name="Palit, Tapti" userId="dec6fbcd-7598-406a-8cbf-504d4a3bac15" providerId="ADAL" clId="{ECD42228-5B96-4A72-B268-C46DF994E6B7}" dt="2024-01-30T03:21:04.096" v="85300" actId="1076"/>
          <ac:spMkLst>
            <pc:docMk/>
            <pc:sldMk cId="2241719173" sldId="1141"/>
            <ac:spMk id="16" creationId="{2A187A53-E5C6-EB07-ACF3-393CD3D4AEDA}"/>
          </ac:spMkLst>
        </pc:spChg>
        <pc:spChg chg="del mod">
          <ac:chgData name="Palit, Tapti" userId="dec6fbcd-7598-406a-8cbf-504d4a3bac15" providerId="ADAL" clId="{ECD42228-5B96-4A72-B268-C46DF994E6B7}" dt="2024-01-30T03:21:49.429" v="85317" actId="478"/>
          <ac:spMkLst>
            <pc:docMk/>
            <pc:sldMk cId="2241719173" sldId="1141"/>
            <ac:spMk id="22" creationId="{DFBAB18B-B695-F26B-3911-D08F72DB2AC1}"/>
          </ac:spMkLst>
        </pc:spChg>
        <pc:spChg chg="add del mod">
          <ac:chgData name="Palit, Tapti" userId="dec6fbcd-7598-406a-8cbf-504d4a3bac15" providerId="ADAL" clId="{ECD42228-5B96-4A72-B268-C46DF994E6B7}" dt="2024-01-30T03:21:49.429" v="85317" actId="478"/>
          <ac:spMkLst>
            <pc:docMk/>
            <pc:sldMk cId="2241719173" sldId="1141"/>
            <ac:spMk id="35" creationId="{29AAF693-1C8A-9F2F-2291-4532029E5945}"/>
          </ac:spMkLst>
        </pc:spChg>
        <pc:spChg chg="add mod">
          <ac:chgData name="Palit, Tapti" userId="dec6fbcd-7598-406a-8cbf-504d4a3bac15" providerId="ADAL" clId="{ECD42228-5B96-4A72-B268-C46DF994E6B7}" dt="2024-01-30T03:21:49.792" v="85318"/>
          <ac:spMkLst>
            <pc:docMk/>
            <pc:sldMk cId="2241719173" sldId="1141"/>
            <ac:spMk id="36" creationId="{45990C4E-024C-F94A-7562-E86DC8EFB528}"/>
          </ac:spMkLst>
        </pc:spChg>
        <pc:spChg chg="add mod">
          <ac:chgData name="Palit, Tapti" userId="dec6fbcd-7598-406a-8cbf-504d4a3bac15" providerId="ADAL" clId="{ECD42228-5B96-4A72-B268-C46DF994E6B7}" dt="2024-01-30T03:23:57.345" v="85382" actId="1076"/>
          <ac:spMkLst>
            <pc:docMk/>
            <pc:sldMk cId="2241719173" sldId="1141"/>
            <ac:spMk id="39" creationId="{FFF9E94F-35D2-7901-D1A2-FE5BE49837EB}"/>
          </ac:spMkLst>
        </pc:spChg>
        <pc:cxnChg chg="add mod">
          <ac:chgData name="Palit, Tapti" userId="dec6fbcd-7598-406a-8cbf-504d4a3bac15" providerId="ADAL" clId="{ECD42228-5B96-4A72-B268-C46DF994E6B7}" dt="2024-01-30T03:22:44.830" v="85336" actId="692"/>
          <ac:cxnSpMkLst>
            <pc:docMk/>
            <pc:sldMk cId="2241719173" sldId="1141"/>
            <ac:cxnSpMk id="2" creationId="{CDDF159B-96B0-7F52-DFA1-FC58974B263F}"/>
          </ac:cxnSpMkLst>
        </pc:cxnChg>
        <pc:cxnChg chg="mod">
          <ac:chgData name="Palit, Tapti" userId="dec6fbcd-7598-406a-8cbf-504d4a3bac15" providerId="ADAL" clId="{ECD42228-5B96-4A72-B268-C46DF994E6B7}" dt="2024-01-30T03:22:44.830" v="85336" actId="692"/>
          <ac:cxnSpMkLst>
            <pc:docMk/>
            <pc:sldMk cId="2241719173" sldId="1141"/>
            <ac:cxnSpMk id="18" creationId="{A6038E17-CC26-E08F-C317-6C9DD75D396C}"/>
          </ac:cxnSpMkLst>
        </pc:cxnChg>
        <pc:cxnChg chg="mod">
          <ac:chgData name="Palit, Tapti" userId="dec6fbcd-7598-406a-8cbf-504d4a3bac15" providerId="ADAL" clId="{ECD42228-5B96-4A72-B268-C46DF994E6B7}" dt="2024-01-30T03:22:44.830" v="85336" actId="692"/>
          <ac:cxnSpMkLst>
            <pc:docMk/>
            <pc:sldMk cId="2241719173" sldId="1141"/>
            <ac:cxnSpMk id="20" creationId="{495B6547-944C-E411-8011-CF584D219AB0}"/>
          </ac:cxnSpMkLst>
        </pc:cxnChg>
        <pc:cxnChg chg="add mod">
          <ac:chgData name="Palit, Tapti" userId="dec6fbcd-7598-406a-8cbf-504d4a3bac15" providerId="ADAL" clId="{ECD42228-5B96-4A72-B268-C46DF994E6B7}" dt="2024-01-30T03:22:44.830" v="85336" actId="692"/>
          <ac:cxnSpMkLst>
            <pc:docMk/>
            <pc:sldMk cId="2241719173" sldId="1141"/>
            <ac:cxnSpMk id="21" creationId="{CE82AFD7-B47C-22E6-FB52-8F1E8972355E}"/>
          </ac:cxnSpMkLst>
        </pc:cxnChg>
        <pc:cxnChg chg="add mod">
          <ac:chgData name="Palit, Tapti" userId="dec6fbcd-7598-406a-8cbf-504d4a3bac15" providerId="ADAL" clId="{ECD42228-5B96-4A72-B268-C46DF994E6B7}" dt="2024-01-30T03:22:44.830" v="85336" actId="692"/>
          <ac:cxnSpMkLst>
            <pc:docMk/>
            <pc:sldMk cId="2241719173" sldId="1141"/>
            <ac:cxnSpMk id="25" creationId="{21D8CCDA-C97C-8B94-B099-E5AF9ABA8636}"/>
          </ac:cxnSpMkLst>
        </pc:cxnChg>
        <pc:cxnChg chg="add mod">
          <ac:chgData name="Palit, Tapti" userId="dec6fbcd-7598-406a-8cbf-504d4a3bac15" providerId="ADAL" clId="{ECD42228-5B96-4A72-B268-C46DF994E6B7}" dt="2024-01-30T03:22:44.830" v="85336" actId="692"/>
          <ac:cxnSpMkLst>
            <pc:docMk/>
            <pc:sldMk cId="2241719173" sldId="1141"/>
            <ac:cxnSpMk id="28" creationId="{A5779092-CFA6-EE3C-6C62-ED13D9327B5C}"/>
          </ac:cxnSpMkLst>
        </pc:cxnChg>
        <pc:cxnChg chg="add mod">
          <ac:chgData name="Palit, Tapti" userId="dec6fbcd-7598-406a-8cbf-504d4a3bac15" providerId="ADAL" clId="{ECD42228-5B96-4A72-B268-C46DF994E6B7}" dt="2024-01-30T03:22:44.830" v="85336" actId="692"/>
          <ac:cxnSpMkLst>
            <pc:docMk/>
            <pc:sldMk cId="2241719173" sldId="1141"/>
            <ac:cxnSpMk id="32" creationId="{FCDD6C2B-CA1A-25E1-043F-2239AA94F48B}"/>
          </ac:cxnSpMkLst>
        </pc:cxnChg>
        <pc:cxnChg chg="add mod">
          <ac:chgData name="Palit, Tapti" userId="dec6fbcd-7598-406a-8cbf-504d4a3bac15" providerId="ADAL" clId="{ECD42228-5B96-4A72-B268-C46DF994E6B7}" dt="2024-01-30T03:22:35.755" v="85333" actId="692"/>
          <ac:cxnSpMkLst>
            <pc:docMk/>
            <pc:sldMk cId="2241719173" sldId="1141"/>
            <ac:cxnSpMk id="38" creationId="{F5A7696D-C479-12EA-7ED2-BFD6318328C9}"/>
          </ac:cxnSpMkLst>
        </pc:cxnChg>
      </pc:sldChg>
      <pc:sldChg chg="addSp modSp add del mod">
        <pc:chgData name="Palit, Tapti" userId="dec6fbcd-7598-406a-8cbf-504d4a3bac15" providerId="ADAL" clId="{ECD42228-5B96-4A72-B268-C46DF994E6B7}" dt="2024-01-30T04:07:15.129" v="86011" actId="47"/>
        <pc:sldMkLst>
          <pc:docMk/>
          <pc:sldMk cId="907711509" sldId="1142"/>
        </pc:sldMkLst>
        <pc:spChg chg="add mod">
          <ac:chgData name="Palit, Tapti" userId="dec6fbcd-7598-406a-8cbf-504d4a3bac15" providerId="ADAL" clId="{ECD42228-5B96-4A72-B268-C46DF994E6B7}" dt="2024-01-30T03:31:50.177" v="85467" actId="1076"/>
          <ac:spMkLst>
            <pc:docMk/>
            <pc:sldMk cId="907711509" sldId="1142"/>
            <ac:spMk id="8" creationId="{5D4A45A8-2B64-A6C9-CC00-ABF9EAA1794F}"/>
          </ac:spMkLst>
        </pc:spChg>
        <pc:spChg chg="mod">
          <ac:chgData name="Palit, Tapti" userId="dec6fbcd-7598-406a-8cbf-504d4a3bac15" providerId="ADAL" clId="{ECD42228-5B96-4A72-B268-C46DF994E6B7}" dt="2024-01-30T03:41:20.844" v="85604" actId="108"/>
          <ac:spMkLst>
            <pc:docMk/>
            <pc:sldMk cId="907711509" sldId="1142"/>
            <ac:spMk id="37" creationId="{ADE16CD4-CB1A-FD04-C8EB-F5DBBF77BF56}"/>
          </ac:spMkLst>
        </pc:spChg>
        <pc:spChg chg="mod">
          <ac:chgData name="Palit, Tapti" userId="dec6fbcd-7598-406a-8cbf-504d4a3bac15" providerId="ADAL" clId="{ECD42228-5B96-4A72-B268-C46DF994E6B7}" dt="2024-01-30T03:41:22.764" v="85605" actId="108"/>
          <ac:spMkLst>
            <pc:docMk/>
            <pc:sldMk cId="907711509" sldId="1142"/>
            <ac:spMk id="38" creationId="{76DE4C37-A1B1-94A1-ACE3-7985E965C3E2}"/>
          </ac:spMkLst>
        </pc:spChg>
        <pc:spChg chg="mod">
          <ac:chgData name="Palit, Tapti" userId="dec6fbcd-7598-406a-8cbf-504d4a3bac15" providerId="ADAL" clId="{ECD42228-5B96-4A72-B268-C46DF994E6B7}" dt="2024-01-30T03:41:24.726" v="85606" actId="108"/>
          <ac:spMkLst>
            <pc:docMk/>
            <pc:sldMk cId="907711509" sldId="1142"/>
            <ac:spMk id="39" creationId="{44CFF3D7-66AF-A230-3B94-8959874BAA11}"/>
          </ac:spMkLst>
        </pc:spChg>
        <pc:spChg chg="mod">
          <ac:chgData name="Palit, Tapti" userId="dec6fbcd-7598-406a-8cbf-504d4a3bac15" providerId="ADAL" clId="{ECD42228-5B96-4A72-B268-C46DF994E6B7}" dt="2024-01-30T03:41:26.534" v="85607" actId="108"/>
          <ac:spMkLst>
            <pc:docMk/>
            <pc:sldMk cId="907711509" sldId="1142"/>
            <ac:spMk id="40" creationId="{FD58BCEA-CBED-CACB-DA51-ACBAA975DD8B}"/>
          </ac:spMkLst>
        </pc:spChg>
        <pc:spChg chg="mod">
          <ac:chgData name="Palit, Tapti" userId="dec6fbcd-7598-406a-8cbf-504d4a3bac15" providerId="ADAL" clId="{ECD42228-5B96-4A72-B268-C46DF994E6B7}" dt="2024-01-30T03:41:09.637" v="85601" actId="108"/>
          <ac:spMkLst>
            <pc:docMk/>
            <pc:sldMk cId="907711509" sldId="1142"/>
            <ac:spMk id="41" creationId="{3E9F6403-905D-32B8-C023-8388B45FFBE9}"/>
          </ac:spMkLst>
        </pc:spChg>
        <pc:spChg chg="mod">
          <ac:chgData name="Palit, Tapti" userId="dec6fbcd-7598-406a-8cbf-504d4a3bac15" providerId="ADAL" clId="{ECD42228-5B96-4A72-B268-C46DF994E6B7}" dt="2024-01-30T03:41:16.405" v="85602" actId="108"/>
          <ac:spMkLst>
            <pc:docMk/>
            <pc:sldMk cId="907711509" sldId="1142"/>
            <ac:spMk id="42" creationId="{939C4C73-EF1D-2E96-3185-7236D796F263}"/>
          </ac:spMkLst>
        </pc:spChg>
        <pc:spChg chg="mod">
          <ac:chgData name="Palit, Tapti" userId="dec6fbcd-7598-406a-8cbf-504d4a3bac15" providerId="ADAL" clId="{ECD42228-5B96-4A72-B268-C46DF994E6B7}" dt="2024-01-30T03:41:18.764" v="85603" actId="108"/>
          <ac:spMkLst>
            <pc:docMk/>
            <pc:sldMk cId="907711509" sldId="1142"/>
            <ac:spMk id="43" creationId="{9C2F7F82-29BD-4B97-5478-1674709F6CCE}"/>
          </ac:spMkLst>
        </pc:spChg>
        <pc:spChg chg="mod">
          <ac:chgData name="Palit, Tapti" userId="dec6fbcd-7598-406a-8cbf-504d4a3bac15" providerId="ADAL" clId="{ECD42228-5B96-4A72-B268-C46DF994E6B7}" dt="2024-01-30T03:40:57.926" v="85596" actId="108"/>
          <ac:spMkLst>
            <pc:docMk/>
            <pc:sldMk cId="907711509" sldId="1142"/>
            <ac:spMk id="44" creationId="{801A420A-374D-14D2-94E5-71119F13390E}"/>
          </ac:spMkLst>
        </pc:spChg>
        <pc:spChg chg="mod">
          <ac:chgData name="Palit, Tapti" userId="dec6fbcd-7598-406a-8cbf-504d4a3bac15" providerId="ADAL" clId="{ECD42228-5B96-4A72-B268-C46DF994E6B7}" dt="2024-01-30T03:40:59.668" v="85597" actId="108"/>
          <ac:spMkLst>
            <pc:docMk/>
            <pc:sldMk cId="907711509" sldId="1142"/>
            <ac:spMk id="45" creationId="{24FF282E-D794-0AD0-B5D8-945519FAF538}"/>
          </ac:spMkLst>
        </pc:spChg>
        <pc:spChg chg="mod">
          <ac:chgData name="Palit, Tapti" userId="dec6fbcd-7598-406a-8cbf-504d4a3bac15" providerId="ADAL" clId="{ECD42228-5B96-4A72-B268-C46DF994E6B7}" dt="2024-01-30T03:41:01.605" v="85598" actId="108"/>
          <ac:spMkLst>
            <pc:docMk/>
            <pc:sldMk cId="907711509" sldId="1142"/>
            <ac:spMk id="48" creationId="{6091DAAD-841A-758D-4955-4E18EBF254C9}"/>
          </ac:spMkLst>
        </pc:spChg>
        <pc:cxnChg chg="mod">
          <ac:chgData name="Palit, Tapti" userId="dec6fbcd-7598-406a-8cbf-504d4a3bac15" providerId="ADAL" clId="{ECD42228-5B96-4A72-B268-C46DF994E6B7}" dt="2024-01-30T03:50:18.979" v="85714" actId="692"/>
          <ac:cxnSpMkLst>
            <pc:docMk/>
            <pc:sldMk cId="907711509" sldId="1142"/>
            <ac:cxnSpMk id="2" creationId="{89BB4E2A-569B-0E7A-B225-9503308B8593}"/>
          </ac:cxnSpMkLst>
        </pc:cxnChg>
        <pc:cxnChg chg="add mod">
          <ac:chgData name="Palit, Tapti" userId="dec6fbcd-7598-406a-8cbf-504d4a3bac15" providerId="ADAL" clId="{ECD42228-5B96-4A72-B268-C46DF994E6B7}" dt="2024-01-30T03:51:18.427" v="85734" actId="692"/>
          <ac:cxnSpMkLst>
            <pc:docMk/>
            <pc:sldMk cId="907711509" sldId="1142"/>
            <ac:cxnSpMk id="6" creationId="{0F68FF9F-2532-5C40-4385-DA6EA36886F7}"/>
          </ac:cxnSpMkLst>
        </pc:cxnChg>
        <pc:cxnChg chg="mod">
          <ac:chgData name="Palit, Tapti" userId="dec6fbcd-7598-406a-8cbf-504d4a3bac15" providerId="ADAL" clId="{ECD42228-5B96-4A72-B268-C46DF994E6B7}" dt="2024-01-30T03:50:18.979" v="85714" actId="692"/>
          <ac:cxnSpMkLst>
            <pc:docMk/>
            <pc:sldMk cId="907711509" sldId="1142"/>
            <ac:cxnSpMk id="46" creationId="{611E7F4A-E0C0-1418-008E-7610C6600A70}"/>
          </ac:cxnSpMkLst>
        </pc:cxnChg>
        <pc:cxnChg chg="mod">
          <ac:chgData name="Palit, Tapti" userId="dec6fbcd-7598-406a-8cbf-504d4a3bac15" providerId="ADAL" clId="{ECD42228-5B96-4A72-B268-C46DF994E6B7}" dt="2024-01-30T03:50:18.979" v="85714" actId="692"/>
          <ac:cxnSpMkLst>
            <pc:docMk/>
            <pc:sldMk cId="907711509" sldId="1142"/>
            <ac:cxnSpMk id="47" creationId="{C5AB59CA-8CF4-3FDC-AD0D-B9B5F220ACEC}"/>
          </ac:cxnSpMkLst>
        </pc:cxnChg>
        <pc:cxnChg chg="mod">
          <ac:chgData name="Palit, Tapti" userId="dec6fbcd-7598-406a-8cbf-504d4a3bac15" providerId="ADAL" clId="{ECD42228-5B96-4A72-B268-C46DF994E6B7}" dt="2024-01-30T03:50:18.979" v="85714" actId="692"/>
          <ac:cxnSpMkLst>
            <pc:docMk/>
            <pc:sldMk cId="907711509" sldId="1142"/>
            <ac:cxnSpMk id="50" creationId="{82371F7E-94E0-B5C8-85BF-07D5104E7308}"/>
          </ac:cxnSpMkLst>
        </pc:cxnChg>
        <pc:cxnChg chg="mod">
          <ac:chgData name="Palit, Tapti" userId="dec6fbcd-7598-406a-8cbf-504d4a3bac15" providerId="ADAL" clId="{ECD42228-5B96-4A72-B268-C46DF994E6B7}" dt="2024-01-30T03:50:18.979" v="85714" actId="692"/>
          <ac:cxnSpMkLst>
            <pc:docMk/>
            <pc:sldMk cId="907711509" sldId="1142"/>
            <ac:cxnSpMk id="53" creationId="{A9BB9D1F-0A22-BB20-A8AD-9FB257599D90}"/>
          </ac:cxnSpMkLst>
        </pc:cxnChg>
        <pc:cxnChg chg="mod">
          <ac:chgData name="Palit, Tapti" userId="dec6fbcd-7598-406a-8cbf-504d4a3bac15" providerId="ADAL" clId="{ECD42228-5B96-4A72-B268-C46DF994E6B7}" dt="2024-01-30T03:50:18.979" v="85714" actId="692"/>
          <ac:cxnSpMkLst>
            <pc:docMk/>
            <pc:sldMk cId="907711509" sldId="1142"/>
            <ac:cxnSpMk id="56" creationId="{E68E77D9-99EB-8D86-9A10-D2A275CBC79F}"/>
          </ac:cxnSpMkLst>
        </pc:cxnChg>
        <pc:cxnChg chg="mod">
          <ac:chgData name="Palit, Tapti" userId="dec6fbcd-7598-406a-8cbf-504d4a3bac15" providerId="ADAL" clId="{ECD42228-5B96-4A72-B268-C46DF994E6B7}" dt="2024-01-30T03:50:18.979" v="85714" actId="692"/>
          <ac:cxnSpMkLst>
            <pc:docMk/>
            <pc:sldMk cId="907711509" sldId="1142"/>
            <ac:cxnSpMk id="59" creationId="{C4DCAFE8-DCE6-A23F-1A33-EDD8273B0FDE}"/>
          </ac:cxnSpMkLst>
        </pc:cxnChg>
      </pc:sldChg>
      <pc:sldChg chg="add del">
        <pc:chgData name="Palit, Tapti" userId="dec6fbcd-7598-406a-8cbf-504d4a3bac15" providerId="ADAL" clId="{ECD42228-5B96-4A72-B268-C46DF994E6B7}" dt="2024-01-30T03:26:17.343" v="85405" actId="47"/>
        <pc:sldMkLst>
          <pc:docMk/>
          <pc:sldMk cId="3356817257" sldId="1142"/>
        </pc:sldMkLst>
      </pc:sldChg>
      <pc:sldChg chg="addSp delSp modSp add del mod modClrScheme chgLayout">
        <pc:chgData name="Palit, Tapti" userId="dec6fbcd-7598-406a-8cbf-504d4a3bac15" providerId="ADAL" clId="{ECD42228-5B96-4A72-B268-C46DF994E6B7}" dt="2024-01-30T04:07:15.129" v="86011" actId="47"/>
        <pc:sldMkLst>
          <pc:docMk/>
          <pc:sldMk cId="103623823" sldId="1143"/>
        </pc:sldMkLst>
        <pc:spChg chg="mod ord">
          <ac:chgData name="Palit, Tapti" userId="dec6fbcd-7598-406a-8cbf-504d4a3bac15" providerId="ADAL" clId="{ECD42228-5B96-4A72-B268-C46DF994E6B7}" dt="2024-01-30T03:52:57.322" v="85812" actId="1076"/>
          <ac:spMkLst>
            <pc:docMk/>
            <pc:sldMk cId="103623823" sldId="1143"/>
            <ac:spMk id="3" creationId="{0F8FF57D-D875-4CA5-B98A-04F4C751036F}"/>
          </ac:spMkLst>
        </pc:spChg>
        <pc:spChg chg="mod ord">
          <ac:chgData name="Palit, Tapti" userId="dec6fbcd-7598-406a-8cbf-504d4a3bac15" providerId="ADAL" clId="{ECD42228-5B96-4A72-B268-C46DF994E6B7}" dt="2024-01-30T03:33:45.242" v="85499" actId="700"/>
          <ac:spMkLst>
            <pc:docMk/>
            <pc:sldMk cId="103623823" sldId="1143"/>
            <ac:spMk id="4" creationId="{2DEA5A56-8434-DA40-4D8A-E89B5235768A}"/>
          </ac:spMkLst>
        </pc:spChg>
        <pc:spChg chg="del">
          <ac:chgData name="Palit, Tapti" userId="dec6fbcd-7598-406a-8cbf-504d4a3bac15" providerId="ADAL" clId="{ECD42228-5B96-4A72-B268-C46DF994E6B7}" dt="2024-01-30T03:31:53.664" v="85468" actId="478"/>
          <ac:spMkLst>
            <pc:docMk/>
            <pc:sldMk cId="103623823" sldId="1143"/>
            <ac:spMk id="8" creationId="{5D4A45A8-2B64-A6C9-CC00-ABF9EAA1794F}"/>
          </ac:spMkLst>
        </pc:spChg>
        <pc:spChg chg="mod">
          <ac:chgData name="Palit, Tapti" userId="dec6fbcd-7598-406a-8cbf-504d4a3bac15" providerId="ADAL" clId="{ECD42228-5B96-4A72-B268-C46DF994E6B7}" dt="2024-01-30T03:41:51.407" v="85616" actId="108"/>
          <ac:spMkLst>
            <pc:docMk/>
            <pc:sldMk cId="103623823" sldId="1143"/>
            <ac:spMk id="37" creationId="{ADE16CD4-CB1A-FD04-C8EB-F5DBBF77BF56}"/>
          </ac:spMkLst>
        </pc:spChg>
        <pc:spChg chg="mod">
          <ac:chgData name="Palit, Tapti" userId="dec6fbcd-7598-406a-8cbf-504d4a3bac15" providerId="ADAL" clId="{ECD42228-5B96-4A72-B268-C46DF994E6B7}" dt="2024-01-30T03:41:53.806" v="85617" actId="108"/>
          <ac:spMkLst>
            <pc:docMk/>
            <pc:sldMk cId="103623823" sldId="1143"/>
            <ac:spMk id="38" creationId="{76DE4C37-A1B1-94A1-ACE3-7985E965C3E2}"/>
          </ac:spMkLst>
        </pc:spChg>
        <pc:spChg chg="mod">
          <ac:chgData name="Palit, Tapti" userId="dec6fbcd-7598-406a-8cbf-504d4a3bac15" providerId="ADAL" clId="{ECD42228-5B96-4A72-B268-C46DF994E6B7}" dt="2024-01-30T03:41:55.854" v="85618" actId="108"/>
          <ac:spMkLst>
            <pc:docMk/>
            <pc:sldMk cId="103623823" sldId="1143"/>
            <ac:spMk id="39" creationId="{44CFF3D7-66AF-A230-3B94-8959874BAA11}"/>
          </ac:spMkLst>
        </pc:spChg>
        <pc:spChg chg="mod">
          <ac:chgData name="Palit, Tapti" userId="dec6fbcd-7598-406a-8cbf-504d4a3bac15" providerId="ADAL" clId="{ECD42228-5B96-4A72-B268-C46DF994E6B7}" dt="2024-01-30T03:41:57.702" v="85619" actId="108"/>
          <ac:spMkLst>
            <pc:docMk/>
            <pc:sldMk cId="103623823" sldId="1143"/>
            <ac:spMk id="40" creationId="{FD58BCEA-CBED-CACB-DA51-ACBAA975DD8B}"/>
          </ac:spMkLst>
        </pc:spChg>
        <pc:spChg chg="mod">
          <ac:chgData name="Palit, Tapti" userId="dec6fbcd-7598-406a-8cbf-504d4a3bac15" providerId="ADAL" clId="{ECD42228-5B96-4A72-B268-C46DF994E6B7}" dt="2024-01-30T03:41:40.949" v="85611" actId="108"/>
          <ac:spMkLst>
            <pc:docMk/>
            <pc:sldMk cId="103623823" sldId="1143"/>
            <ac:spMk id="41" creationId="{3E9F6403-905D-32B8-C023-8388B45FFBE9}"/>
          </ac:spMkLst>
        </pc:spChg>
        <pc:spChg chg="mod">
          <ac:chgData name="Palit, Tapti" userId="dec6fbcd-7598-406a-8cbf-504d4a3bac15" providerId="ADAL" clId="{ECD42228-5B96-4A72-B268-C46DF994E6B7}" dt="2024-01-30T03:41:42.981" v="85612" actId="108"/>
          <ac:spMkLst>
            <pc:docMk/>
            <pc:sldMk cId="103623823" sldId="1143"/>
            <ac:spMk id="42" creationId="{939C4C73-EF1D-2E96-3185-7236D796F263}"/>
          </ac:spMkLst>
        </pc:spChg>
        <pc:spChg chg="mod">
          <ac:chgData name="Palit, Tapti" userId="dec6fbcd-7598-406a-8cbf-504d4a3bac15" providerId="ADAL" clId="{ECD42228-5B96-4A72-B268-C46DF994E6B7}" dt="2024-01-30T03:41:44.869" v="85613" actId="108"/>
          <ac:spMkLst>
            <pc:docMk/>
            <pc:sldMk cId="103623823" sldId="1143"/>
            <ac:spMk id="43" creationId="{9C2F7F82-29BD-4B97-5478-1674709F6CCE}"/>
          </ac:spMkLst>
        </pc:spChg>
        <pc:spChg chg="mod">
          <ac:chgData name="Palit, Tapti" userId="dec6fbcd-7598-406a-8cbf-504d4a3bac15" providerId="ADAL" clId="{ECD42228-5B96-4A72-B268-C46DF994E6B7}" dt="2024-01-30T03:41:33.071" v="85608" actId="108"/>
          <ac:spMkLst>
            <pc:docMk/>
            <pc:sldMk cId="103623823" sldId="1143"/>
            <ac:spMk id="44" creationId="{801A420A-374D-14D2-94E5-71119F13390E}"/>
          </ac:spMkLst>
        </pc:spChg>
        <pc:spChg chg="mod">
          <ac:chgData name="Palit, Tapti" userId="dec6fbcd-7598-406a-8cbf-504d4a3bac15" providerId="ADAL" clId="{ECD42228-5B96-4A72-B268-C46DF994E6B7}" dt="2024-01-30T03:41:36.985" v="85609" actId="108"/>
          <ac:spMkLst>
            <pc:docMk/>
            <pc:sldMk cId="103623823" sldId="1143"/>
            <ac:spMk id="45" creationId="{24FF282E-D794-0AD0-B5D8-945519FAF538}"/>
          </ac:spMkLst>
        </pc:spChg>
        <pc:spChg chg="mod">
          <ac:chgData name="Palit, Tapti" userId="dec6fbcd-7598-406a-8cbf-504d4a3bac15" providerId="ADAL" clId="{ECD42228-5B96-4A72-B268-C46DF994E6B7}" dt="2024-01-30T03:41:38.959" v="85610" actId="108"/>
          <ac:spMkLst>
            <pc:docMk/>
            <pc:sldMk cId="103623823" sldId="1143"/>
            <ac:spMk id="48" creationId="{6091DAAD-841A-758D-4955-4E18EBF254C9}"/>
          </ac:spMkLst>
        </pc:spChg>
        <pc:spChg chg="add mod">
          <ac:chgData name="Palit, Tapti" userId="dec6fbcd-7598-406a-8cbf-504d4a3bac15" providerId="ADAL" clId="{ECD42228-5B96-4A72-B268-C46DF994E6B7}" dt="2024-01-30T03:31:54.107" v="85469"/>
          <ac:spMkLst>
            <pc:docMk/>
            <pc:sldMk cId="103623823" sldId="1143"/>
            <ac:spMk id="69" creationId="{B2FD6213-7D49-E385-4822-B74730E83B21}"/>
          </ac:spMkLst>
        </pc:spChg>
        <pc:spChg chg="add mod">
          <ac:chgData name="Palit, Tapti" userId="dec6fbcd-7598-406a-8cbf-504d4a3bac15" providerId="ADAL" clId="{ECD42228-5B96-4A72-B268-C46DF994E6B7}" dt="2024-01-30T03:33:36.329" v="85498" actId="1076"/>
          <ac:spMkLst>
            <pc:docMk/>
            <pc:sldMk cId="103623823" sldId="1143"/>
            <ac:spMk id="90" creationId="{8BC5D0C1-5C4A-849A-95BD-C6F4632F5D97}"/>
          </ac:spMkLst>
        </pc:spChg>
        <pc:spChg chg="add del mod ord">
          <ac:chgData name="Palit, Tapti" userId="dec6fbcd-7598-406a-8cbf-504d4a3bac15" providerId="ADAL" clId="{ECD42228-5B96-4A72-B268-C46DF994E6B7}" dt="2024-01-30T03:52:53.879" v="85810" actId="478"/>
          <ac:spMkLst>
            <pc:docMk/>
            <pc:sldMk cId="103623823" sldId="1143"/>
            <ac:spMk id="91" creationId="{CBB3CC7D-F4D3-1743-6710-11940CB746D0}"/>
          </ac:spMkLst>
        </pc:spChg>
        <pc:spChg chg="add mod ord">
          <ac:chgData name="Palit, Tapti" userId="dec6fbcd-7598-406a-8cbf-504d4a3bac15" providerId="ADAL" clId="{ECD42228-5B96-4A72-B268-C46DF994E6B7}" dt="2024-01-30T03:33:51.354" v="85501" actId="20577"/>
          <ac:spMkLst>
            <pc:docMk/>
            <pc:sldMk cId="103623823" sldId="1143"/>
            <ac:spMk id="92" creationId="{53F9325A-E0ED-BEEF-0BE7-CE0EBCABFF80}"/>
          </ac:spMkLst>
        </pc:spChg>
        <pc:cxnChg chg="mod">
          <ac:chgData name="Palit, Tapti" userId="dec6fbcd-7598-406a-8cbf-504d4a3bac15" providerId="ADAL" clId="{ECD42228-5B96-4A72-B268-C46DF994E6B7}" dt="2024-01-30T03:50:52.907" v="85726" actId="692"/>
          <ac:cxnSpMkLst>
            <pc:docMk/>
            <pc:sldMk cId="103623823" sldId="1143"/>
            <ac:cxnSpMk id="2" creationId="{89BB4E2A-569B-0E7A-B225-9503308B8593}"/>
          </ac:cxnSpMkLst>
        </pc:cxnChg>
        <pc:cxnChg chg="mod">
          <ac:chgData name="Palit, Tapti" userId="dec6fbcd-7598-406a-8cbf-504d4a3bac15" providerId="ADAL" clId="{ECD42228-5B96-4A72-B268-C46DF994E6B7}" dt="2024-01-30T03:52:15.140" v="85787" actId="692"/>
          <ac:cxnSpMkLst>
            <pc:docMk/>
            <pc:sldMk cId="103623823" sldId="1143"/>
            <ac:cxnSpMk id="6" creationId="{0F68FF9F-2532-5C40-4385-DA6EA36886F7}"/>
          </ac:cxnSpMkLst>
        </pc:cxnChg>
        <pc:cxnChg chg="add mod">
          <ac:chgData name="Palit, Tapti" userId="dec6fbcd-7598-406a-8cbf-504d4a3bac15" providerId="ADAL" clId="{ECD42228-5B96-4A72-B268-C46DF994E6B7}" dt="2024-01-30T03:51:50.649" v="85759" actId="692"/>
          <ac:cxnSpMkLst>
            <pc:docMk/>
            <pc:sldMk cId="103623823" sldId="1143"/>
            <ac:cxnSpMk id="9" creationId="{CD3B5F49-2679-52BB-ECD5-7E90A90603E6}"/>
          </ac:cxnSpMkLst>
        </pc:cxnChg>
        <pc:cxnChg chg="add mod">
          <ac:chgData name="Palit, Tapti" userId="dec6fbcd-7598-406a-8cbf-504d4a3bac15" providerId="ADAL" clId="{ECD42228-5B96-4A72-B268-C46DF994E6B7}" dt="2024-01-30T03:51:54.739" v="85766" actId="692"/>
          <ac:cxnSpMkLst>
            <pc:docMk/>
            <pc:sldMk cId="103623823" sldId="1143"/>
            <ac:cxnSpMk id="10" creationId="{46544D02-E2D1-D321-B512-03DADFA5BB76}"/>
          </ac:cxnSpMkLst>
        </pc:cxnChg>
        <pc:cxnChg chg="add mod">
          <ac:chgData name="Palit, Tapti" userId="dec6fbcd-7598-406a-8cbf-504d4a3bac15" providerId="ADAL" clId="{ECD42228-5B96-4A72-B268-C46DF994E6B7}" dt="2024-01-30T03:51:13.009" v="85733" actId="692"/>
          <ac:cxnSpMkLst>
            <pc:docMk/>
            <pc:sldMk cId="103623823" sldId="1143"/>
            <ac:cxnSpMk id="13" creationId="{1539655B-2D4E-88AD-63D7-8FB4EEA7067F}"/>
          </ac:cxnSpMkLst>
        </pc:cxnChg>
        <pc:cxnChg chg="add mod">
          <ac:chgData name="Palit, Tapti" userId="dec6fbcd-7598-406a-8cbf-504d4a3bac15" providerId="ADAL" clId="{ECD42228-5B96-4A72-B268-C46DF994E6B7}" dt="2024-01-30T03:52:31.299" v="85801" actId="692"/>
          <ac:cxnSpMkLst>
            <pc:docMk/>
            <pc:sldMk cId="103623823" sldId="1143"/>
            <ac:cxnSpMk id="14" creationId="{E28A4E11-C6B8-50E0-E7DE-2BC6DAF95049}"/>
          </ac:cxnSpMkLst>
        </pc:cxnChg>
        <pc:cxnChg chg="add mod">
          <ac:chgData name="Palit, Tapti" userId="dec6fbcd-7598-406a-8cbf-504d4a3bac15" providerId="ADAL" clId="{ECD42228-5B96-4A72-B268-C46DF994E6B7}" dt="2024-01-30T03:52:20.379" v="85794" actId="692"/>
          <ac:cxnSpMkLst>
            <pc:docMk/>
            <pc:sldMk cId="103623823" sldId="1143"/>
            <ac:cxnSpMk id="18" creationId="{ADBB40BA-FB16-30AF-0F10-F17F1467B5D5}"/>
          </ac:cxnSpMkLst>
        </pc:cxnChg>
        <pc:cxnChg chg="add mod">
          <ac:chgData name="Palit, Tapti" userId="dec6fbcd-7598-406a-8cbf-504d4a3bac15" providerId="ADAL" clId="{ECD42228-5B96-4A72-B268-C46DF994E6B7}" dt="2024-01-30T03:51:23.229" v="85741" actId="692"/>
          <ac:cxnSpMkLst>
            <pc:docMk/>
            <pc:sldMk cId="103623823" sldId="1143"/>
            <ac:cxnSpMk id="33" creationId="{D16613EF-2687-D3EC-FD19-77FF84CB2689}"/>
          </ac:cxnSpMkLst>
        </pc:cxnChg>
        <pc:cxnChg chg="add mod">
          <ac:chgData name="Palit, Tapti" userId="dec6fbcd-7598-406a-8cbf-504d4a3bac15" providerId="ADAL" clId="{ECD42228-5B96-4A72-B268-C46DF994E6B7}" dt="2024-01-30T03:51:13.009" v="85733" actId="692"/>
          <ac:cxnSpMkLst>
            <pc:docMk/>
            <pc:sldMk cId="103623823" sldId="1143"/>
            <ac:cxnSpMk id="36" creationId="{9720D05D-AF7F-2DF6-DFBD-B46F391DFF14}"/>
          </ac:cxnSpMkLst>
        </pc:cxnChg>
        <pc:cxnChg chg="mod">
          <ac:chgData name="Palit, Tapti" userId="dec6fbcd-7598-406a-8cbf-504d4a3bac15" providerId="ADAL" clId="{ECD42228-5B96-4A72-B268-C46DF994E6B7}" dt="2024-01-30T03:50:52.907" v="85726" actId="692"/>
          <ac:cxnSpMkLst>
            <pc:docMk/>
            <pc:sldMk cId="103623823" sldId="1143"/>
            <ac:cxnSpMk id="46" creationId="{611E7F4A-E0C0-1418-008E-7610C6600A70}"/>
          </ac:cxnSpMkLst>
        </pc:cxnChg>
        <pc:cxnChg chg="mod">
          <ac:chgData name="Palit, Tapti" userId="dec6fbcd-7598-406a-8cbf-504d4a3bac15" providerId="ADAL" clId="{ECD42228-5B96-4A72-B268-C46DF994E6B7}" dt="2024-01-30T03:50:52.907" v="85726" actId="692"/>
          <ac:cxnSpMkLst>
            <pc:docMk/>
            <pc:sldMk cId="103623823" sldId="1143"/>
            <ac:cxnSpMk id="50" creationId="{82371F7E-94E0-B5C8-85BF-07D5104E7308}"/>
          </ac:cxnSpMkLst>
        </pc:cxnChg>
        <pc:cxnChg chg="mod">
          <ac:chgData name="Palit, Tapti" userId="dec6fbcd-7598-406a-8cbf-504d4a3bac15" providerId="ADAL" clId="{ECD42228-5B96-4A72-B268-C46DF994E6B7}" dt="2024-01-30T03:50:52.907" v="85726" actId="692"/>
          <ac:cxnSpMkLst>
            <pc:docMk/>
            <pc:sldMk cId="103623823" sldId="1143"/>
            <ac:cxnSpMk id="53" creationId="{A9BB9D1F-0A22-BB20-A8AD-9FB257599D90}"/>
          </ac:cxnSpMkLst>
        </pc:cxnChg>
        <pc:cxnChg chg="add mod">
          <ac:chgData name="Palit, Tapti" userId="dec6fbcd-7598-406a-8cbf-504d4a3bac15" providerId="ADAL" clId="{ECD42228-5B96-4A72-B268-C46DF994E6B7}" dt="2024-01-30T03:51:13.009" v="85733" actId="692"/>
          <ac:cxnSpMkLst>
            <pc:docMk/>
            <pc:sldMk cId="103623823" sldId="1143"/>
            <ac:cxnSpMk id="54" creationId="{6C80A097-8EFB-E8F9-85C0-5CF25F673899}"/>
          </ac:cxnSpMkLst>
        </pc:cxnChg>
        <pc:cxnChg chg="mod">
          <ac:chgData name="Palit, Tapti" userId="dec6fbcd-7598-406a-8cbf-504d4a3bac15" providerId="ADAL" clId="{ECD42228-5B96-4A72-B268-C46DF994E6B7}" dt="2024-01-30T03:50:52.907" v="85726" actId="692"/>
          <ac:cxnSpMkLst>
            <pc:docMk/>
            <pc:sldMk cId="103623823" sldId="1143"/>
            <ac:cxnSpMk id="56" creationId="{E68E77D9-99EB-8D86-9A10-D2A275CBC79F}"/>
          </ac:cxnSpMkLst>
        </pc:cxnChg>
        <pc:cxnChg chg="add mod">
          <ac:chgData name="Palit, Tapti" userId="dec6fbcd-7598-406a-8cbf-504d4a3bac15" providerId="ADAL" clId="{ECD42228-5B96-4A72-B268-C46DF994E6B7}" dt="2024-01-30T03:31:07.057" v="85459" actId="14100"/>
          <ac:cxnSpMkLst>
            <pc:docMk/>
            <pc:sldMk cId="103623823" sldId="1143"/>
            <ac:cxnSpMk id="58" creationId="{813C73B9-A2BC-5A46-DC4B-3067173B0626}"/>
          </ac:cxnSpMkLst>
        </pc:cxnChg>
        <pc:cxnChg chg="mod">
          <ac:chgData name="Palit, Tapti" userId="dec6fbcd-7598-406a-8cbf-504d4a3bac15" providerId="ADAL" clId="{ECD42228-5B96-4A72-B268-C46DF994E6B7}" dt="2024-01-30T03:50:52.907" v="85726" actId="692"/>
          <ac:cxnSpMkLst>
            <pc:docMk/>
            <pc:sldMk cId="103623823" sldId="1143"/>
            <ac:cxnSpMk id="59" creationId="{C4DCAFE8-DCE6-A23F-1A33-EDD8273B0FDE}"/>
          </ac:cxnSpMkLst>
        </pc:cxnChg>
        <pc:cxnChg chg="add mod">
          <ac:chgData name="Palit, Tapti" userId="dec6fbcd-7598-406a-8cbf-504d4a3bac15" providerId="ADAL" clId="{ECD42228-5B96-4A72-B268-C46DF994E6B7}" dt="2024-01-30T03:51:13.009" v="85733" actId="692"/>
          <ac:cxnSpMkLst>
            <pc:docMk/>
            <pc:sldMk cId="103623823" sldId="1143"/>
            <ac:cxnSpMk id="62" creationId="{8510581A-CD2B-B206-A218-B1585E50083E}"/>
          </ac:cxnSpMkLst>
        </pc:cxnChg>
        <pc:cxnChg chg="add mod">
          <ac:chgData name="Palit, Tapti" userId="dec6fbcd-7598-406a-8cbf-504d4a3bac15" providerId="ADAL" clId="{ECD42228-5B96-4A72-B268-C46DF994E6B7}" dt="2024-01-30T03:51:13.009" v="85733" actId="692"/>
          <ac:cxnSpMkLst>
            <pc:docMk/>
            <pc:sldMk cId="103623823" sldId="1143"/>
            <ac:cxnSpMk id="65" creationId="{89559847-4675-3A4D-A974-874C80A86BDB}"/>
          </ac:cxnSpMkLst>
        </pc:cxnChg>
        <pc:cxnChg chg="add mod">
          <ac:chgData name="Palit, Tapti" userId="dec6fbcd-7598-406a-8cbf-504d4a3bac15" providerId="ADAL" clId="{ECD42228-5B96-4A72-B268-C46DF994E6B7}" dt="2024-01-30T03:51:13.009" v="85733" actId="692"/>
          <ac:cxnSpMkLst>
            <pc:docMk/>
            <pc:sldMk cId="103623823" sldId="1143"/>
            <ac:cxnSpMk id="70" creationId="{C0E277F5-C650-C0B1-A4D2-433927549C65}"/>
          </ac:cxnSpMkLst>
        </pc:cxnChg>
        <pc:cxnChg chg="add mod">
          <ac:chgData name="Palit, Tapti" userId="dec6fbcd-7598-406a-8cbf-504d4a3bac15" providerId="ADAL" clId="{ECD42228-5B96-4A72-B268-C46DF994E6B7}" dt="2024-01-30T03:51:38.579" v="85745" actId="692"/>
          <ac:cxnSpMkLst>
            <pc:docMk/>
            <pc:sldMk cId="103623823" sldId="1143"/>
            <ac:cxnSpMk id="74" creationId="{82A1A652-1DA8-A69A-31CA-3BDDE0029AEB}"/>
          </ac:cxnSpMkLst>
        </pc:cxnChg>
        <pc:cxnChg chg="add del mod">
          <ac:chgData name="Palit, Tapti" userId="dec6fbcd-7598-406a-8cbf-504d4a3bac15" providerId="ADAL" clId="{ECD42228-5B96-4A72-B268-C46DF994E6B7}" dt="2024-01-30T03:52:07.241" v="85780" actId="692"/>
          <ac:cxnSpMkLst>
            <pc:docMk/>
            <pc:sldMk cId="103623823" sldId="1143"/>
            <ac:cxnSpMk id="78" creationId="{5D2B217E-07E6-E883-6B84-93543CC0A508}"/>
          </ac:cxnSpMkLst>
        </pc:cxnChg>
        <pc:cxnChg chg="add mod">
          <ac:chgData name="Palit, Tapti" userId="dec6fbcd-7598-406a-8cbf-504d4a3bac15" providerId="ADAL" clId="{ECD42228-5B96-4A72-B268-C46DF994E6B7}" dt="2024-01-30T03:52:37.159" v="85808" actId="692"/>
          <ac:cxnSpMkLst>
            <pc:docMk/>
            <pc:sldMk cId="103623823" sldId="1143"/>
            <ac:cxnSpMk id="81" creationId="{92CFF3EE-32FB-7DF7-C94B-377A408BF34E}"/>
          </ac:cxnSpMkLst>
        </pc:cxnChg>
        <pc:cxnChg chg="add mod">
          <ac:chgData name="Palit, Tapti" userId="dec6fbcd-7598-406a-8cbf-504d4a3bac15" providerId="ADAL" clId="{ECD42228-5B96-4A72-B268-C46DF994E6B7}" dt="2024-01-30T03:51:45.769" v="85752" actId="692"/>
          <ac:cxnSpMkLst>
            <pc:docMk/>
            <pc:sldMk cId="103623823" sldId="1143"/>
            <ac:cxnSpMk id="84" creationId="{51A92FDC-838C-5F58-DDA9-5C68F6A601D5}"/>
          </ac:cxnSpMkLst>
        </pc:cxnChg>
        <pc:cxnChg chg="add mod">
          <ac:chgData name="Palit, Tapti" userId="dec6fbcd-7598-406a-8cbf-504d4a3bac15" providerId="ADAL" clId="{ECD42228-5B96-4A72-B268-C46DF994E6B7}" dt="2024-01-30T03:52:02.789" v="85773" actId="692"/>
          <ac:cxnSpMkLst>
            <pc:docMk/>
            <pc:sldMk cId="103623823" sldId="1143"/>
            <ac:cxnSpMk id="87" creationId="{DC12ACA4-838A-215C-1BB3-C4F836023765}"/>
          </ac:cxnSpMkLst>
        </pc:cxnChg>
      </pc:sldChg>
      <pc:sldChg chg="add del">
        <pc:chgData name="Palit, Tapti" userId="dec6fbcd-7598-406a-8cbf-504d4a3bac15" providerId="ADAL" clId="{ECD42228-5B96-4A72-B268-C46DF994E6B7}" dt="2024-01-30T03:33:56.733" v="85502" actId="47"/>
        <pc:sldMkLst>
          <pc:docMk/>
          <pc:sldMk cId="468780525" sldId="1144"/>
        </pc:sldMkLst>
      </pc:sldChg>
      <pc:sldChg chg="add del">
        <pc:chgData name="Palit, Tapti" userId="dec6fbcd-7598-406a-8cbf-504d4a3bac15" providerId="ADAL" clId="{ECD42228-5B96-4A72-B268-C46DF994E6B7}" dt="2024-01-30T03:35:21.543" v="85513" actId="47"/>
        <pc:sldMkLst>
          <pc:docMk/>
          <pc:sldMk cId="4235300955" sldId="1144"/>
        </pc:sldMkLst>
      </pc:sldChg>
      <pc:sldChg chg="addSp delSp modSp add del mod">
        <pc:chgData name="Palit, Tapti" userId="dec6fbcd-7598-406a-8cbf-504d4a3bac15" providerId="ADAL" clId="{ECD42228-5B96-4A72-B268-C46DF994E6B7}" dt="2024-01-30T04:07:15.129" v="86011" actId="47"/>
        <pc:sldMkLst>
          <pc:docMk/>
          <pc:sldMk cId="147115937" sldId="1145"/>
        </pc:sldMkLst>
        <pc:spChg chg="mod">
          <ac:chgData name="Palit, Tapti" userId="dec6fbcd-7598-406a-8cbf-504d4a3bac15" providerId="ADAL" clId="{ECD42228-5B96-4A72-B268-C46DF994E6B7}" dt="2024-01-30T03:34:22.069" v="85505"/>
          <ac:spMkLst>
            <pc:docMk/>
            <pc:sldMk cId="147115937" sldId="1145"/>
            <ac:spMk id="3" creationId="{0F8FF57D-D875-4CA5-B98A-04F4C751036F}"/>
          </ac:spMkLst>
        </pc:spChg>
        <pc:spChg chg="add mod">
          <ac:chgData name="Palit, Tapti" userId="dec6fbcd-7598-406a-8cbf-504d4a3bac15" providerId="ADAL" clId="{ECD42228-5B96-4A72-B268-C46DF994E6B7}" dt="2024-01-30T03:34:27.397" v="85506"/>
          <ac:spMkLst>
            <pc:docMk/>
            <pc:sldMk cId="147115937" sldId="1145"/>
            <ac:spMk id="8" creationId="{8002B636-22BC-2C4D-F6EC-73AB5F736E36}"/>
          </ac:spMkLst>
        </pc:spChg>
        <pc:spChg chg="add del mod">
          <ac:chgData name="Palit, Tapti" userId="dec6fbcd-7598-406a-8cbf-504d4a3bac15" providerId="ADAL" clId="{ECD42228-5B96-4A72-B268-C46DF994E6B7}" dt="2024-01-30T03:52:49.639" v="85809" actId="478"/>
          <ac:spMkLst>
            <pc:docMk/>
            <pc:sldMk cId="147115937" sldId="1145"/>
            <ac:spMk id="12" creationId="{048B17C9-FEB6-2A84-AE1A-1A172D8CF3F8}"/>
          </ac:spMkLst>
        </pc:spChg>
        <pc:spChg chg="add mod">
          <ac:chgData name="Palit, Tapti" userId="dec6fbcd-7598-406a-8cbf-504d4a3bac15" providerId="ADAL" clId="{ECD42228-5B96-4A72-B268-C46DF994E6B7}" dt="2024-01-30T03:35:07.207" v="85511"/>
          <ac:spMkLst>
            <pc:docMk/>
            <pc:sldMk cId="147115937" sldId="1145"/>
            <ac:spMk id="16" creationId="{D78D4F51-1A5A-AAF8-395E-A8C7D279E84C}"/>
          </ac:spMkLst>
        </pc:spChg>
        <pc:spChg chg="add mod">
          <ac:chgData name="Palit, Tapti" userId="dec6fbcd-7598-406a-8cbf-504d4a3bac15" providerId="ADAL" clId="{ECD42228-5B96-4A72-B268-C46DF994E6B7}" dt="2024-01-30T03:53:05.829" v="85813"/>
          <ac:spMkLst>
            <pc:docMk/>
            <pc:sldMk cId="147115937" sldId="1145"/>
            <ac:spMk id="17" creationId="{D2F52A2C-1E6E-0711-7F20-1F203C13FE6F}"/>
          </ac:spMkLst>
        </pc:spChg>
        <pc:spChg chg="add mod">
          <ac:chgData name="Palit, Tapti" userId="dec6fbcd-7598-406a-8cbf-504d4a3bac15" providerId="ADAL" clId="{ECD42228-5B96-4A72-B268-C46DF994E6B7}" dt="2024-01-30T03:53:05.829" v="85813"/>
          <ac:spMkLst>
            <pc:docMk/>
            <pc:sldMk cId="147115937" sldId="1145"/>
            <ac:spMk id="19" creationId="{C6F9E3C1-2ED0-09DF-D933-889861657C11}"/>
          </ac:spMkLst>
        </pc:spChg>
        <pc:spChg chg="add mod">
          <ac:chgData name="Palit, Tapti" userId="dec6fbcd-7598-406a-8cbf-504d4a3bac15" providerId="ADAL" clId="{ECD42228-5B96-4A72-B268-C46DF994E6B7}" dt="2024-01-30T03:53:05.829" v="85813"/>
          <ac:spMkLst>
            <pc:docMk/>
            <pc:sldMk cId="147115937" sldId="1145"/>
            <ac:spMk id="20" creationId="{5B8506E2-E7B1-22D9-01BD-A4B6E26A6EB8}"/>
          </ac:spMkLst>
        </pc:spChg>
        <pc:spChg chg="add mod">
          <ac:chgData name="Palit, Tapti" userId="dec6fbcd-7598-406a-8cbf-504d4a3bac15" providerId="ADAL" clId="{ECD42228-5B96-4A72-B268-C46DF994E6B7}" dt="2024-01-30T03:53:05.829" v="85813"/>
          <ac:spMkLst>
            <pc:docMk/>
            <pc:sldMk cId="147115937" sldId="1145"/>
            <ac:spMk id="21" creationId="{32324A7F-7D86-45FA-0E0A-CD98E857BBA2}"/>
          </ac:spMkLst>
        </pc:spChg>
        <pc:spChg chg="add mod">
          <ac:chgData name="Palit, Tapti" userId="dec6fbcd-7598-406a-8cbf-504d4a3bac15" providerId="ADAL" clId="{ECD42228-5B96-4A72-B268-C46DF994E6B7}" dt="2024-01-30T03:53:05.829" v="85813"/>
          <ac:spMkLst>
            <pc:docMk/>
            <pc:sldMk cId="147115937" sldId="1145"/>
            <ac:spMk id="22" creationId="{AE5CBAD8-07D9-8521-36E5-7A7F85795A23}"/>
          </ac:spMkLst>
        </pc:spChg>
        <pc:spChg chg="add mod">
          <ac:chgData name="Palit, Tapti" userId="dec6fbcd-7598-406a-8cbf-504d4a3bac15" providerId="ADAL" clId="{ECD42228-5B96-4A72-B268-C46DF994E6B7}" dt="2024-01-30T03:53:05.829" v="85813"/>
          <ac:spMkLst>
            <pc:docMk/>
            <pc:sldMk cId="147115937" sldId="1145"/>
            <ac:spMk id="23" creationId="{D96C49D8-C18E-B8C3-4E53-CCE0655FC25A}"/>
          </ac:spMkLst>
        </pc:spChg>
        <pc:spChg chg="add mod">
          <ac:chgData name="Palit, Tapti" userId="dec6fbcd-7598-406a-8cbf-504d4a3bac15" providerId="ADAL" clId="{ECD42228-5B96-4A72-B268-C46DF994E6B7}" dt="2024-01-30T03:53:05.829" v="85813"/>
          <ac:spMkLst>
            <pc:docMk/>
            <pc:sldMk cId="147115937" sldId="1145"/>
            <ac:spMk id="24" creationId="{FFF596D7-C3D4-1F64-3527-875183744586}"/>
          </ac:spMkLst>
        </pc:spChg>
        <pc:spChg chg="add mod">
          <ac:chgData name="Palit, Tapti" userId="dec6fbcd-7598-406a-8cbf-504d4a3bac15" providerId="ADAL" clId="{ECD42228-5B96-4A72-B268-C46DF994E6B7}" dt="2024-01-30T03:53:05.829" v="85813"/>
          <ac:spMkLst>
            <pc:docMk/>
            <pc:sldMk cId="147115937" sldId="1145"/>
            <ac:spMk id="25" creationId="{21594348-671A-8009-0A0C-3BCA218E5E88}"/>
          </ac:spMkLst>
        </pc:spChg>
        <pc:spChg chg="add mod">
          <ac:chgData name="Palit, Tapti" userId="dec6fbcd-7598-406a-8cbf-504d4a3bac15" providerId="ADAL" clId="{ECD42228-5B96-4A72-B268-C46DF994E6B7}" dt="2024-01-30T03:53:05.829" v="85813"/>
          <ac:spMkLst>
            <pc:docMk/>
            <pc:sldMk cId="147115937" sldId="1145"/>
            <ac:spMk id="26" creationId="{378FF406-4278-F8D2-0B75-76959C280E84}"/>
          </ac:spMkLst>
        </pc:spChg>
        <pc:spChg chg="add mod">
          <ac:chgData name="Palit, Tapti" userId="dec6fbcd-7598-406a-8cbf-504d4a3bac15" providerId="ADAL" clId="{ECD42228-5B96-4A72-B268-C46DF994E6B7}" dt="2024-01-30T03:53:05.829" v="85813"/>
          <ac:spMkLst>
            <pc:docMk/>
            <pc:sldMk cId="147115937" sldId="1145"/>
            <ac:spMk id="29" creationId="{853DC834-61FF-26B0-026E-DE0810C28CDC}"/>
          </ac:spMkLst>
        </pc:spChg>
        <pc:spChg chg="add mod">
          <ac:chgData name="Palit, Tapti" userId="dec6fbcd-7598-406a-8cbf-504d4a3bac15" providerId="ADAL" clId="{ECD42228-5B96-4A72-B268-C46DF994E6B7}" dt="2024-01-30T03:53:05.829" v="85813"/>
          <ac:spMkLst>
            <pc:docMk/>
            <pc:sldMk cId="147115937" sldId="1145"/>
            <ac:spMk id="30" creationId="{9087AC08-3FCD-0B27-39DB-DC5ABF56C594}"/>
          </ac:spMkLst>
        </pc:spChg>
        <pc:spChg chg="del mod">
          <ac:chgData name="Palit, Tapti" userId="dec6fbcd-7598-406a-8cbf-504d4a3bac15" providerId="ADAL" clId="{ECD42228-5B96-4A72-B268-C46DF994E6B7}" dt="2024-01-30T03:52:49.639" v="85809" actId="478"/>
          <ac:spMkLst>
            <pc:docMk/>
            <pc:sldMk cId="147115937" sldId="1145"/>
            <ac:spMk id="37" creationId="{ADE16CD4-CB1A-FD04-C8EB-F5DBBF77BF56}"/>
          </ac:spMkLst>
        </pc:spChg>
        <pc:spChg chg="del mod">
          <ac:chgData name="Palit, Tapti" userId="dec6fbcd-7598-406a-8cbf-504d4a3bac15" providerId="ADAL" clId="{ECD42228-5B96-4A72-B268-C46DF994E6B7}" dt="2024-01-30T03:52:49.639" v="85809" actId="478"/>
          <ac:spMkLst>
            <pc:docMk/>
            <pc:sldMk cId="147115937" sldId="1145"/>
            <ac:spMk id="38" creationId="{76DE4C37-A1B1-94A1-ACE3-7985E965C3E2}"/>
          </ac:spMkLst>
        </pc:spChg>
        <pc:spChg chg="del mod">
          <ac:chgData name="Palit, Tapti" userId="dec6fbcd-7598-406a-8cbf-504d4a3bac15" providerId="ADAL" clId="{ECD42228-5B96-4A72-B268-C46DF994E6B7}" dt="2024-01-30T03:52:49.639" v="85809" actId="478"/>
          <ac:spMkLst>
            <pc:docMk/>
            <pc:sldMk cId="147115937" sldId="1145"/>
            <ac:spMk id="39" creationId="{44CFF3D7-66AF-A230-3B94-8959874BAA11}"/>
          </ac:spMkLst>
        </pc:spChg>
        <pc:spChg chg="del mod">
          <ac:chgData name="Palit, Tapti" userId="dec6fbcd-7598-406a-8cbf-504d4a3bac15" providerId="ADAL" clId="{ECD42228-5B96-4A72-B268-C46DF994E6B7}" dt="2024-01-30T03:52:49.639" v="85809" actId="478"/>
          <ac:spMkLst>
            <pc:docMk/>
            <pc:sldMk cId="147115937" sldId="1145"/>
            <ac:spMk id="40" creationId="{FD58BCEA-CBED-CACB-DA51-ACBAA975DD8B}"/>
          </ac:spMkLst>
        </pc:spChg>
        <pc:spChg chg="del mod">
          <ac:chgData name="Palit, Tapti" userId="dec6fbcd-7598-406a-8cbf-504d4a3bac15" providerId="ADAL" clId="{ECD42228-5B96-4A72-B268-C46DF994E6B7}" dt="2024-01-30T03:52:49.639" v="85809" actId="478"/>
          <ac:spMkLst>
            <pc:docMk/>
            <pc:sldMk cId="147115937" sldId="1145"/>
            <ac:spMk id="41" creationId="{3E9F6403-905D-32B8-C023-8388B45FFBE9}"/>
          </ac:spMkLst>
        </pc:spChg>
        <pc:spChg chg="del mod">
          <ac:chgData name="Palit, Tapti" userId="dec6fbcd-7598-406a-8cbf-504d4a3bac15" providerId="ADAL" clId="{ECD42228-5B96-4A72-B268-C46DF994E6B7}" dt="2024-01-30T03:52:49.639" v="85809" actId="478"/>
          <ac:spMkLst>
            <pc:docMk/>
            <pc:sldMk cId="147115937" sldId="1145"/>
            <ac:spMk id="42" creationId="{939C4C73-EF1D-2E96-3185-7236D796F263}"/>
          </ac:spMkLst>
        </pc:spChg>
        <pc:spChg chg="del mod">
          <ac:chgData name="Palit, Tapti" userId="dec6fbcd-7598-406a-8cbf-504d4a3bac15" providerId="ADAL" clId="{ECD42228-5B96-4A72-B268-C46DF994E6B7}" dt="2024-01-30T03:52:49.639" v="85809" actId="478"/>
          <ac:spMkLst>
            <pc:docMk/>
            <pc:sldMk cId="147115937" sldId="1145"/>
            <ac:spMk id="43" creationId="{9C2F7F82-29BD-4B97-5478-1674709F6CCE}"/>
          </ac:spMkLst>
        </pc:spChg>
        <pc:spChg chg="del mod">
          <ac:chgData name="Palit, Tapti" userId="dec6fbcd-7598-406a-8cbf-504d4a3bac15" providerId="ADAL" clId="{ECD42228-5B96-4A72-B268-C46DF994E6B7}" dt="2024-01-30T03:52:49.639" v="85809" actId="478"/>
          <ac:spMkLst>
            <pc:docMk/>
            <pc:sldMk cId="147115937" sldId="1145"/>
            <ac:spMk id="44" creationId="{801A420A-374D-14D2-94E5-71119F13390E}"/>
          </ac:spMkLst>
        </pc:spChg>
        <pc:spChg chg="del mod">
          <ac:chgData name="Palit, Tapti" userId="dec6fbcd-7598-406a-8cbf-504d4a3bac15" providerId="ADAL" clId="{ECD42228-5B96-4A72-B268-C46DF994E6B7}" dt="2024-01-30T03:52:49.639" v="85809" actId="478"/>
          <ac:spMkLst>
            <pc:docMk/>
            <pc:sldMk cId="147115937" sldId="1145"/>
            <ac:spMk id="45" creationId="{24FF282E-D794-0AD0-B5D8-945519FAF538}"/>
          </ac:spMkLst>
        </pc:spChg>
        <pc:spChg chg="del mod">
          <ac:chgData name="Palit, Tapti" userId="dec6fbcd-7598-406a-8cbf-504d4a3bac15" providerId="ADAL" clId="{ECD42228-5B96-4A72-B268-C46DF994E6B7}" dt="2024-01-30T03:52:49.639" v="85809" actId="478"/>
          <ac:spMkLst>
            <pc:docMk/>
            <pc:sldMk cId="147115937" sldId="1145"/>
            <ac:spMk id="48" creationId="{6091DAAD-841A-758D-4955-4E18EBF254C9}"/>
          </ac:spMkLst>
        </pc:spChg>
        <pc:spChg chg="del">
          <ac:chgData name="Palit, Tapti" userId="dec6fbcd-7598-406a-8cbf-504d4a3bac15" providerId="ADAL" clId="{ECD42228-5B96-4A72-B268-C46DF994E6B7}" dt="2024-01-30T03:52:49.639" v="85809" actId="478"/>
          <ac:spMkLst>
            <pc:docMk/>
            <pc:sldMk cId="147115937" sldId="1145"/>
            <ac:spMk id="49" creationId="{165721CF-08C2-9DC5-2040-D306946CA22F}"/>
          </ac:spMkLst>
        </pc:spChg>
        <pc:spChg chg="del">
          <ac:chgData name="Palit, Tapti" userId="dec6fbcd-7598-406a-8cbf-504d4a3bac15" providerId="ADAL" clId="{ECD42228-5B96-4A72-B268-C46DF994E6B7}" dt="2024-01-30T03:52:49.639" v="85809" actId="478"/>
          <ac:spMkLst>
            <pc:docMk/>
            <pc:sldMk cId="147115937" sldId="1145"/>
            <ac:spMk id="69" creationId="{B2FD6213-7D49-E385-4822-B74730E83B21}"/>
          </ac:spMkLst>
        </pc:spChg>
        <pc:spChg chg="add mod">
          <ac:chgData name="Palit, Tapti" userId="dec6fbcd-7598-406a-8cbf-504d4a3bac15" providerId="ADAL" clId="{ECD42228-5B96-4A72-B268-C46DF994E6B7}" dt="2024-01-30T03:53:05.829" v="85813"/>
          <ac:spMkLst>
            <pc:docMk/>
            <pc:sldMk cId="147115937" sldId="1145"/>
            <ac:spMk id="71" creationId="{39B71D12-21FF-B3BB-405C-A29586AFD4E8}"/>
          </ac:spMkLst>
        </pc:spChg>
        <pc:spChg chg="add mod">
          <ac:chgData name="Palit, Tapti" userId="dec6fbcd-7598-406a-8cbf-504d4a3bac15" providerId="ADAL" clId="{ECD42228-5B96-4A72-B268-C46DF994E6B7}" dt="2024-01-30T03:53:05.829" v="85813"/>
          <ac:spMkLst>
            <pc:docMk/>
            <pc:sldMk cId="147115937" sldId="1145"/>
            <ac:spMk id="80" creationId="{AE52F0A1-1FCA-0182-FE04-F6FFB327B020}"/>
          </ac:spMkLst>
        </pc:spChg>
        <pc:spChg chg="del">
          <ac:chgData name="Palit, Tapti" userId="dec6fbcd-7598-406a-8cbf-504d4a3bac15" providerId="ADAL" clId="{ECD42228-5B96-4A72-B268-C46DF994E6B7}" dt="2024-01-30T03:52:49.639" v="85809" actId="478"/>
          <ac:spMkLst>
            <pc:docMk/>
            <pc:sldMk cId="147115937" sldId="1145"/>
            <ac:spMk id="90" creationId="{8BC5D0C1-5C4A-849A-95BD-C6F4632F5D97}"/>
          </ac:spMkLst>
        </pc:spChg>
        <pc:spChg chg="del">
          <ac:chgData name="Palit, Tapti" userId="dec6fbcd-7598-406a-8cbf-504d4a3bac15" providerId="ADAL" clId="{ECD42228-5B96-4A72-B268-C46DF994E6B7}" dt="2024-01-30T03:35:11.485" v="85512" actId="478"/>
          <ac:spMkLst>
            <pc:docMk/>
            <pc:sldMk cId="147115937" sldId="1145"/>
            <ac:spMk id="91" creationId="{CBB3CC7D-F4D3-1743-6710-11940CB746D0}"/>
          </ac:spMkLst>
        </pc:spChg>
        <pc:spChg chg="mod">
          <ac:chgData name="Palit, Tapti" userId="dec6fbcd-7598-406a-8cbf-504d4a3bac15" providerId="ADAL" clId="{ECD42228-5B96-4A72-B268-C46DF994E6B7}" dt="2024-01-30T03:34:58.493" v="85510"/>
          <ac:spMkLst>
            <pc:docMk/>
            <pc:sldMk cId="147115937" sldId="1145"/>
            <ac:spMk id="92" creationId="{53F9325A-E0ED-BEEF-0BE7-CE0EBCABFF80}"/>
          </ac:spMkLst>
        </pc:spChg>
        <pc:cxnChg chg="del mod">
          <ac:chgData name="Palit, Tapti" userId="dec6fbcd-7598-406a-8cbf-504d4a3bac15" providerId="ADAL" clId="{ECD42228-5B96-4A72-B268-C46DF994E6B7}" dt="2024-01-30T03:52:49.639" v="85809" actId="478"/>
          <ac:cxnSpMkLst>
            <pc:docMk/>
            <pc:sldMk cId="147115937" sldId="1145"/>
            <ac:cxnSpMk id="2" creationId="{89BB4E2A-569B-0E7A-B225-9503308B8593}"/>
          </ac:cxnSpMkLst>
        </pc:cxnChg>
        <pc:cxnChg chg="del mod">
          <ac:chgData name="Palit, Tapti" userId="dec6fbcd-7598-406a-8cbf-504d4a3bac15" providerId="ADAL" clId="{ECD42228-5B96-4A72-B268-C46DF994E6B7}" dt="2024-01-30T03:52:49.639" v="85809" actId="478"/>
          <ac:cxnSpMkLst>
            <pc:docMk/>
            <pc:sldMk cId="147115937" sldId="1145"/>
            <ac:cxnSpMk id="6" creationId="{0F68FF9F-2532-5C40-4385-DA6EA36886F7}"/>
          </ac:cxnSpMkLst>
        </pc:cxnChg>
        <pc:cxnChg chg="del mod">
          <ac:chgData name="Palit, Tapti" userId="dec6fbcd-7598-406a-8cbf-504d4a3bac15" providerId="ADAL" clId="{ECD42228-5B96-4A72-B268-C46DF994E6B7}" dt="2024-01-30T03:52:49.639" v="85809" actId="478"/>
          <ac:cxnSpMkLst>
            <pc:docMk/>
            <pc:sldMk cId="147115937" sldId="1145"/>
            <ac:cxnSpMk id="9" creationId="{CD3B5F49-2679-52BB-ECD5-7E90A90603E6}"/>
          </ac:cxnSpMkLst>
        </pc:cxnChg>
        <pc:cxnChg chg="del mod">
          <ac:chgData name="Palit, Tapti" userId="dec6fbcd-7598-406a-8cbf-504d4a3bac15" providerId="ADAL" clId="{ECD42228-5B96-4A72-B268-C46DF994E6B7}" dt="2024-01-30T03:52:49.639" v="85809" actId="478"/>
          <ac:cxnSpMkLst>
            <pc:docMk/>
            <pc:sldMk cId="147115937" sldId="1145"/>
            <ac:cxnSpMk id="10" creationId="{46544D02-E2D1-D321-B512-03DADFA5BB76}"/>
          </ac:cxnSpMkLst>
        </pc:cxnChg>
        <pc:cxnChg chg="add del mod">
          <ac:chgData name="Palit, Tapti" userId="dec6fbcd-7598-406a-8cbf-504d4a3bac15" providerId="ADAL" clId="{ECD42228-5B96-4A72-B268-C46DF994E6B7}" dt="2024-01-30T03:52:49.639" v="85809" actId="478"/>
          <ac:cxnSpMkLst>
            <pc:docMk/>
            <pc:sldMk cId="147115937" sldId="1145"/>
            <ac:cxnSpMk id="11" creationId="{3E4E8930-60AA-3D01-F31A-BF136827152F}"/>
          </ac:cxnSpMkLst>
        </pc:cxnChg>
        <pc:cxnChg chg="del mod">
          <ac:chgData name="Palit, Tapti" userId="dec6fbcd-7598-406a-8cbf-504d4a3bac15" providerId="ADAL" clId="{ECD42228-5B96-4A72-B268-C46DF994E6B7}" dt="2024-01-30T03:52:49.639" v="85809" actId="478"/>
          <ac:cxnSpMkLst>
            <pc:docMk/>
            <pc:sldMk cId="147115937" sldId="1145"/>
            <ac:cxnSpMk id="13" creationId="{1539655B-2D4E-88AD-63D7-8FB4EEA7067F}"/>
          </ac:cxnSpMkLst>
        </pc:cxnChg>
        <pc:cxnChg chg="del mod">
          <ac:chgData name="Palit, Tapti" userId="dec6fbcd-7598-406a-8cbf-504d4a3bac15" providerId="ADAL" clId="{ECD42228-5B96-4A72-B268-C46DF994E6B7}" dt="2024-01-30T03:52:49.639" v="85809" actId="478"/>
          <ac:cxnSpMkLst>
            <pc:docMk/>
            <pc:sldMk cId="147115937" sldId="1145"/>
            <ac:cxnSpMk id="14" creationId="{E28A4E11-C6B8-50E0-E7DE-2BC6DAF95049}"/>
          </ac:cxnSpMkLst>
        </pc:cxnChg>
        <pc:cxnChg chg="del mod">
          <ac:chgData name="Palit, Tapti" userId="dec6fbcd-7598-406a-8cbf-504d4a3bac15" providerId="ADAL" clId="{ECD42228-5B96-4A72-B268-C46DF994E6B7}" dt="2024-01-30T03:52:49.639" v="85809" actId="478"/>
          <ac:cxnSpMkLst>
            <pc:docMk/>
            <pc:sldMk cId="147115937" sldId="1145"/>
            <ac:cxnSpMk id="18" creationId="{ADBB40BA-FB16-30AF-0F10-F17F1467B5D5}"/>
          </ac:cxnSpMkLst>
        </pc:cxnChg>
        <pc:cxnChg chg="add mod">
          <ac:chgData name="Palit, Tapti" userId="dec6fbcd-7598-406a-8cbf-504d4a3bac15" providerId="ADAL" clId="{ECD42228-5B96-4A72-B268-C46DF994E6B7}" dt="2024-01-30T03:53:05.829" v="85813"/>
          <ac:cxnSpMkLst>
            <pc:docMk/>
            <pc:sldMk cId="147115937" sldId="1145"/>
            <ac:cxnSpMk id="27" creationId="{A1B91CFA-9BC2-26F6-32E8-CE43319368D4}"/>
          </ac:cxnSpMkLst>
        </pc:cxnChg>
        <pc:cxnChg chg="add mod">
          <ac:chgData name="Palit, Tapti" userId="dec6fbcd-7598-406a-8cbf-504d4a3bac15" providerId="ADAL" clId="{ECD42228-5B96-4A72-B268-C46DF994E6B7}" dt="2024-01-30T03:53:05.829" v="85813"/>
          <ac:cxnSpMkLst>
            <pc:docMk/>
            <pc:sldMk cId="147115937" sldId="1145"/>
            <ac:cxnSpMk id="28" creationId="{9C4F8D0C-8AF0-F827-FA83-03DACF3D8744}"/>
          </ac:cxnSpMkLst>
        </pc:cxnChg>
        <pc:cxnChg chg="add mod">
          <ac:chgData name="Palit, Tapti" userId="dec6fbcd-7598-406a-8cbf-504d4a3bac15" providerId="ADAL" clId="{ECD42228-5B96-4A72-B268-C46DF994E6B7}" dt="2024-01-30T03:53:05.829" v="85813"/>
          <ac:cxnSpMkLst>
            <pc:docMk/>
            <pc:sldMk cId="147115937" sldId="1145"/>
            <ac:cxnSpMk id="31" creationId="{F00C5070-2449-EB44-6BE9-7116A8EF364D}"/>
          </ac:cxnSpMkLst>
        </pc:cxnChg>
        <pc:cxnChg chg="add mod">
          <ac:chgData name="Palit, Tapti" userId="dec6fbcd-7598-406a-8cbf-504d4a3bac15" providerId="ADAL" clId="{ECD42228-5B96-4A72-B268-C46DF994E6B7}" dt="2024-01-30T03:53:05.829" v="85813"/>
          <ac:cxnSpMkLst>
            <pc:docMk/>
            <pc:sldMk cId="147115937" sldId="1145"/>
            <ac:cxnSpMk id="32" creationId="{A3EEA615-5AB5-8C17-85E1-9F9A5B654F89}"/>
          </ac:cxnSpMkLst>
        </pc:cxnChg>
        <pc:cxnChg chg="del mod">
          <ac:chgData name="Palit, Tapti" userId="dec6fbcd-7598-406a-8cbf-504d4a3bac15" providerId="ADAL" clId="{ECD42228-5B96-4A72-B268-C46DF994E6B7}" dt="2024-01-30T03:52:49.639" v="85809" actId="478"/>
          <ac:cxnSpMkLst>
            <pc:docMk/>
            <pc:sldMk cId="147115937" sldId="1145"/>
            <ac:cxnSpMk id="33" creationId="{D16613EF-2687-D3EC-FD19-77FF84CB2689}"/>
          </ac:cxnSpMkLst>
        </pc:cxnChg>
        <pc:cxnChg chg="add mod">
          <ac:chgData name="Palit, Tapti" userId="dec6fbcd-7598-406a-8cbf-504d4a3bac15" providerId="ADAL" clId="{ECD42228-5B96-4A72-B268-C46DF994E6B7}" dt="2024-01-30T03:53:05.829" v="85813"/>
          <ac:cxnSpMkLst>
            <pc:docMk/>
            <pc:sldMk cId="147115937" sldId="1145"/>
            <ac:cxnSpMk id="34" creationId="{729BA70B-24AE-3005-3684-0D37E2590A35}"/>
          </ac:cxnSpMkLst>
        </pc:cxnChg>
        <pc:cxnChg chg="add mod">
          <ac:chgData name="Palit, Tapti" userId="dec6fbcd-7598-406a-8cbf-504d4a3bac15" providerId="ADAL" clId="{ECD42228-5B96-4A72-B268-C46DF994E6B7}" dt="2024-01-30T03:53:05.829" v="85813"/>
          <ac:cxnSpMkLst>
            <pc:docMk/>
            <pc:sldMk cId="147115937" sldId="1145"/>
            <ac:cxnSpMk id="35" creationId="{07F19E8A-2BE6-DD84-7C6E-707079176B76}"/>
          </ac:cxnSpMkLst>
        </pc:cxnChg>
        <pc:cxnChg chg="del mod">
          <ac:chgData name="Palit, Tapti" userId="dec6fbcd-7598-406a-8cbf-504d4a3bac15" providerId="ADAL" clId="{ECD42228-5B96-4A72-B268-C46DF994E6B7}" dt="2024-01-30T03:52:49.639" v="85809" actId="478"/>
          <ac:cxnSpMkLst>
            <pc:docMk/>
            <pc:sldMk cId="147115937" sldId="1145"/>
            <ac:cxnSpMk id="36" creationId="{9720D05D-AF7F-2DF6-DFBD-B46F391DFF14}"/>
          </ac:cxnSpMkLst>
        </pc:cxnChg>
        <pc:cxnChg chg="del mod">
          <ac:chgData name="Palit, Tapti" userId="dec6fbcd-7598-406a-8cbf-504d4a3bac15" providerId="ADAL" clId="{ECD42228-5B96-4A72-B268-C46DF994E6B7}" dt="2024-01-30T03:52:49.639" v="85809" actId="478"/>
          <ac:cxnSpMkLst>
            <pc:docMk/>
            <pc:sldMk cId="147115937" sldId="1145"/>
            <ac:cxnSpMk id="46" creationId="{611E7F4A-E0C0-1418-008E-7610C6600A70}"/>
          </ac:cxnSpMkLst>
        </pc:cxnChg>
        <pc:cxnChg chg="del mod">
          <ac:chgData name="Palit, Tapti" userId="dec6fbcd-7598-406a-8cbf-504d4a3bac15" providerId="ADAL" clId="{ECD42228-5B96-4A72-B268-C46DF994E6B7}" dt="2024-01-30T03:52:49.639" v="85809" actId="478"/>
          <ac:cxnSpMkLst>
            <pc:docMk/>
            <pc:sldMk cId="147115937" sldId="1145"/>
            <ac:cxnSpMk id="47" creationId="{C5AB59CA-8CF4-3FDC-AD0D-B9B5F220ACEC}"/>
          </ac:cxnSpMkLst>
        </pc:cxnChg>
        <pc:cxnChg chg="del mod">
          <ac:chgData name="Palit, Tapti" userId="dec6fbcd-7598-406a-8cbf-504d4a3bac15" providerId="ADAL" clId="{ECD42228-5B96-4A72-B268-C46DF994E6B7}" dt="2024-01-30T03:52:49.639" v="85809" actId="478"/>
          <ac:cxnSpMkLst>
            <pc:docMk/>
            <pc:sldMk cId="147115937" sldId="1145"/>
            <ac:cxnSpMk id="50" creationId="{82371F7E-94E0-B5C8-85BF-07D5104E7308}"/>
          </ac:cxnSpMkLst>
        </pc:cxnChg>
        <pc:cxnChg chg="add mod">
          <ac:chgData name="Palit, Tapti" userId="dec6fbcd-7598-406a-8cbf-504d4a3bac15" providerId="ADAL" clId="{ECD42228-5B96-4A72-B268-C46DF994E6B7}" dt="2024-01-30T03:53:05.829" v="85813"/>
          <ac:cxnSpMkLst>
            <pc:docMk/>
            <pc:sldMk cId="147115937" sldId="1145"/>
            <ac:cxnSpMk id="51" creationId="{AE83C307-06A6-8476-D8D0-E591AEA149CA}"/>
          </ac:cxnSpMkLst>
        </pc:cxnChg>
        <pc:cxnChg chg="add mod">
          <ac:chgData name="Palit, Tapti" userId="dec6fbcd-7598-406a-8cbf-504d4a3bac15" providerId="ADAL" clId="{ECD42228-5B96-4A72-B268-C46DF994E6B7}" dt="2024-01-30T03:53:05.829" v="85813"/>
          <ac:cxnSpMkLst>
            <pc:docMk/>
            <pc:sldMk cId="147115937" sldId="1145"/>
            <ac:cxnSpMk id="52" creationId="{062621FC-DC85-DF54-59A9-F0005F0EAF7B}"/>
          </ac:cxnSpMkLst>
        </pc:cxnChg>
        <pc:cxnChg chg="del mod">
          <ac:chgData name="Palit, Tapti" userId="dec6fbcd-7598-406a-8cbf-504d4a3bac15" providerId="ADAL" clId="{ECD42228-5B96-4A72-B268-C46DF994E6B7}" dt="2024-01-30T03:52:49.639" v="85809" actId="478"/>
          <ac:cxnSpMkLst>
            <pc:docMk/>
            <pc:sldMk cId="147115937" sldId="1145"/>
            <ac:cxnSpMk id="53" creationId="{A9BB9D1F-0A22-BB20-A8AD-9FB257599D90}"/>
          </ac:cxnSpMkLst>
        </pc:cxnChg>
        <pc:cxnChg chg="del mod">
          <ac:chgData name="Palit, Tapti" userId="dec6fbcd-7598-406a-8cbf-504d4a3bac15" providerId="ADAL" clId="{ECD42228-5B96-4A72-B268-C46DF994E6B7}" dt="2024-01-30T03:52:49.639" v="85809" actId="478"/>
          <ac:cxnSpMkLst>
            <pc:docMk/>
            <pc:sldMk cId="147115937" sldId="1145"/>
            <ac:cxnSpMk id="54" creationId="{6C80A097-8EFB-E8F9-85C0-5CF25F673899}"/>
          </ac:cxnSpMkLst>
        </pc:cxnChg>
        <pc:cxnChg chg="add mod">
          <ac:chgData name="Palit, Tapti" userId="dec6fbcd-7598-406a-8cbf-504d4a3bac15" providerId="ADAL" clId="{ECD42228-5B96-4A72-B268-C46DF994E6B7}" dt="2024-01-30T03:53:05.829" v="85813"/>
          <ac:cxnSpMkLst>
            <pc:docMk/>
            <pc:sldMk cId="147115937" sldId="1145"/>
            <ac:cxnSpMk id="55" creationId="{EA7744E9-F7C9-A7C5-CD74-8276A6FDB0FA}"/>
          </ac:cxnSpMkLst>
        </pc:cxnChg>
        <pc:cxnChg chg="del mod">
          <ac:chgData name="Palit, Tapti" userId="dec6fbcd-7598-406a-8cbf-504d4a3bac15" providerId="ADAL" clId="{ECD42228-5B96-4A72-B268-C46DF994E6B7}" dt="2024-01-30T03:52:49.639" v="85809" actId="478"/>
          <ac:cxnSpMkLst>
            <pc:docMk/>
            <pc:sldMk cId="147115937" sldId="1145"/>
            <ac:cxnSpMk id="56" creationId="{E68E77D9-99EB-8D86-9A10-D2A275CBC79F}"/>
          </ac:cxnSpMkLst>
        </pc:cxnChg>
        <pc:cxnChg chg="add mod">
          <ac:chgData name="Palit, Tapti" userId="dec6fbcd-7598-406a-8cbf-504d4a3bac15" providerId="ADAL" clId="{ECD42228-5B96-4A72-B268-C46DF994E6B7}" dt="2024-01-30T03:53:05.829" v="85813"/>
          <ac:cxnSpMkLst>
            <pc:docMk/>
            <pc:sldMk cId="147115937" sldId="1145"/>
            <ac:cxnSpMk id="57" creationId="{77917BAC-C7F5-2C13-B6E0-3E55296FE6EB}"/>
          </ac:cxnSpMkLst>
        </pc:cxnChg>
        <pc:cxnChg chg="add mod">
          <ac:chgData name="Palit, Tapti" userId="dec6fbcd-7598-406a-8cbf-504d4a3bac15" providerId="ADAL" clId="{ECD42228-5B96-4A72-B268-C46DF994E6B7}" dt="2024-01-30T03:53:05.829" v="85813"/>
          <ac:cxnSpMkLst>
            <pc:docMk/>
            <pc:sldMk cId="147115937" sldId="1145"/>
            <ac:cxnSpMk id="58" creationId="{F555C70B-377C-1E35-B747-70FE30B4EA6A}"/>
          </ac:cxnSpMkLst>
        </pc:cxnChg>
        <pc:cxnChg chg="del mod">
          <ac:chgData name="Palit, Tapti" userId="dec6fbcd-7598-406a-8cbf-504d4a3bac15" providerId="ADAL" clId="{ECD42228-5B96-4A72-B268-C46DF994E6B7}" dt="2024-01-30T03:52:49.639" v="85809" actId="478"/>
          <ac:cxnSpMkLst>
            <pc:docMk/>
            <pc:sldMk cId="147115937" sldId="1145"/>
            <ac:cxnSpMk id="59" creationId="{C4DCAFE8-DCE6-A23F-1A33-EDD8273B0FDE}"/>
          </ac:cxnSpMkLst>
        </pc:cxnChg>
        <pc:cxnChg chg="add mod">
          <ac:chgData name="Palit, Tapti" userId="dec6fbcd-7598-406a-8cbf-504d4a3bac15" providerId="ADAL" clId="{ECD42228-5B96-4A72-B268-C46DF994E6B7}" dt="2024-01-30T03:53:05.829" v="85813"/>
          <ac:cxnSpMkLst>
            <pc:docMk/>
            <pc:sldMk cId="147115937" sldId="1145"/>
            <ac:cxnSpMk id="60" creationId="{7BF91ABC-9FDA-B403-A0D4-07BD8DC38268}"/>
          </ac:cxnSpMkLst>
        </pc:cxnChg>
        <pc:cxnChg chg="add mod">
          <ac:chgData name="Palit, Tapti" userId="dec6fbcd-7598-406a-8cbf-504d4a3bac15" providerId="ADAL" clId="{ECD42228-5B96-4A72-B268-C46DF994E6B7}" dt="2024-01-30T03:53:05.829" v="85813"/>
          <ac:cxnSpMkLst>
            <pc:docMk/>
            <pc:sldMk cId="147115937" sldId="1145"/>
            <ac:cxnSpMk id="61" creationId="{44CEA409-E025-C568-98C3-9DD9F2F2AFFC}"/>
          </ac:cxnSpMkLst>
        </pc:cxnChg>
        <pc:cxnChg chg="del mod">
          <ac:chgData name="Palit, Tapti" userId="dec6fbcd-7598-406a-8cbf-504d4a3bac15" providerId="ADAL" clId="{ECD42228-5B96-4A72-B268-C46DF994E6B7}" dt="2024-01-30T03:52:49.639" v="85809" actId="478"/>
          <ac:cxnSpMkLst>
            <pc:docMk/>
            <pc:sldMk cId="147115937" sldId="1145"/>
            <ac:cxnSpMk id="62" creationId="{8510581A-CD2B-B206-A218-B1585E50083E}"/>
          </ac:cxnSpMkLst>
        </pc:cxnChg>
        <pc:cxnChg chg="add mod">
          <ac:chgData name="Palit, Tapti" userId="dec6fbcd-7598-406a-8cbf-504d4a3bac15" providerId="ADAL" clId="{ECD42228-5B96-4A72-B268-C46DF994E6B7}" dt="2024-01-30T03:53:05.829" v="85813"/>
          <ac:cxnSpMkLst>
            <pc:docMk/>
            <pc:sldMk cId="147115937" sldId="1145"/>
            <ac:cxnSpMk id="63" creationId="{B2F10C30-DA98-75D5-EB9B-44D35E7C2259}"/>
          </ac:cxnSpMkLst>
        </pc:cxnChg>
        <pc:cxnChg chg="add mod">
          <ac:chgData name="Palit, Tapti" userId="dec6fbcd-7598-406a-8cbf-504d4a3bac15" providerId="ADAL" clId="{ECD42228-5B96-4A72-B268-C46DF994E6B7}" dt="2024-01-30T03:53:05.829" v="85813"/>
          <ac:cxnSpMkLst>
            <pc:docMk/>
            <pc:sldMk cId="147115937" sldId="1145"/>
            <ac:cxnSpMk id="64" creationId="{184D243B-AAF9-8373-3B2C-4360C9E24D0A}"/>
          </ac:cxnSpMkLst>
        </pc:cxnChg>
        <pc:cxnChg chg="del mod">
          <ac:chgData name="Palit, Tapti" userId="dec6fbcd-7598-406a-8cbf-504d4a3bac15" providerId="ADAL" clId="{ECD42228-5B96-4A72-B268-C46DF994E6B7}" dt="2024-01-30T03:52:49.639" v="85809" actId="478"/>
          <ac:cxnSpMkLst>
            <pc:docMk/>
            <pc:sldMk cId="147115937" sldId="1145"/>
            <ac:cxnSpMk id="65" creationId="{89559847-4675-3A4D-A974-874C80A86BDB}"/>
          </ac:cxnSpMkLst>
        </pc:cxnChg>
        <pc:cxnChg chg="add mod">
          <ac:chgData name="Palit, Tapti" userId="dec6fbcd-7598-406a-8cbf-504d4a3bac15" providerId="ADAL" clId="{ECD42228-5B96-4A72-B268-C46DF994E6B7}" dt="2024-01-30T03:53:05.829" v="85813"/>
          <ac:cxnSpMkLst>
            <pc:docMk/>
            <pc:sldMk cId="147115937" sldId="1145"/>
            <ac:cxnSpMk id="66" creationId="{A5544A11-E8CA-2DE0-ACF9-2FF11A686BC6}"/>
          </ac:cxnSpMkLst>
        </pc:cxnChg>
        <pc:cxnChg chg="add mod">
          <ac:chgData name="Palit, Tapti" userId="dec6fbcd-7598-406a-8cbf-504d4a3bac15" providerId="ADAL" clId="{ECD42228-5B96-4A72-B268-C46DF994E6B7}" dt="2024-01-30T03:53:05.829" v="85813"/>
          <ac:cxnSpMkLst>
            <pc:docMk/>
            <pc:sldMk cId="147115937" sldId="1145"/>
            <ac:cxnSpMk id="67" creationId="{0AB9E4A1-1AEC-C3B9-DE13-9D76199CADDA}"/>
          </ac:cxnSpMkLst>
        </pc:cxnChg>
        <pc:cxnChg chg="add mod">
          <ac:chgData name="Palit, Tapti" userId="dec6fbcd-7598-406a-8cbf-504d4a3bac15" providerId="ADAL" clId="{ECD42228-5B96-4A72-B268-C46DF994E6B7}" dt="2024-01-30T03:53:05.829" v="85813"/>
          <ac:cxnSpMkLst>
            <pc:docMk/>
            <pc:sldMk cId="147115937" sldId="1145"/>
            <ac:cxnSpMk id="68" creationId="{63C25530-253A-E392-F7DC-BD42E45C225D}"/>
          </ac:cxnSpMkLst>
        </pc:cxnChg>
        <pc:cxnChg chg="del mod">
          <ac:chgData name="Palit, Tapti" userId="dec6fbcd-7598-406a-8cbf-504d4a3bac15" providerId="ADAL" clId="{ECD42228-5B96-4A72-B268-C46DF994E6B7}" dt="2024-01-30T03:52:49.639" v="85809" actId="478"/>
          <ac:cxnSpMkLst>
            <pc:docMk/>
            <pc:sldMk cId="147115937" sldId="1145"/>
            <ac:cxnSpMk id="70" creationId="{C0E277F5-C650-C0B1-A4D2-433927549C65}"/>
          </ac:cxnSpMkLst>
        </pc:cxnChg>
        <pc:cxnChg chg="add mod">
          <ac:chgData name="Palit, Tapti" userId="dec6fbcd-7598-406a-8cbf-504d4a3bac15" providerId="ADAL" clId="{ECD42228-5B96-4A72-B268-C46DF994E6B7}" dt="2024-01-30T03:53:05.829" v="85813"/>
          <ac:cxnSpMkLst>
            <pc:docMk/>
            <pc:sldMk cId="147115937" sldId="1145"/>
            <ac:cxnSpMk id="72" creationId="{EB74BD41-A5CE-A36A-A217-2BE112ED7DCA}"/>
          </ac:cxnSpMkLst>
        </pc:cxnChg>
        <pc:cxnChg chg="add mod">
          <ac:chgData name="Palit, Tapti" userId="dec6fbcd-7598-406a-8cbf-504d4a3bac15" providerId="ADAL" clId="{ECD42228-5B96-4A72-B268-C46DF994E6B7}" dt="2024-01-30T03:53:05.829" v="85813"/>
          <ac:cxnSpMkLst>
            <pc:docMk/>
            <pc:sldMk cId="147115937" sldId="1145"/>
            <ac:cxnSpMk id="73" creationId="{A07807B8-0466-6BAB-48CA-6B1B3CBA9B4A}"/>
          </ac:cxnSpMkLst>
        </pc:cxnChg>
        <pc:cxnChg chg="del mod">
          <ac:chgData name="Palit, Tapti" userId="dec6fbcd-7598-406a-8cbf-504d4a3bac15" providerId="ADAL" clId="{ECD42228-5B96-4A72-B268-C46DF994E6B7}" dt="2024-01-30T03:52:49.639" v="85809" actId="478"/>
          <ac:cxnSpMkLst>
            <pc:docMk/>
            <pc:sldMk cId="147115937" sldId="1145"/>
            <ac:cxnSpMk id="74" creationId="{82A1A652-1DA8-A69A-31CA-3BDDE0029AEB}"/>
          </ac:cxnSpMkLst>
        </pc:cxnChg>
        <pc:cxnChg chg="add mod">
          <ac:chgData name="Palit, Tapti" userId="dec6fbcd-7598-406a-8cbf-504d4a3bac15" providerId="ADAL" clId="{ECD42228-5B96-4A72-B268-C46DF994E6B7}" dt="2024-01-30T03:53:05.829" v="85813"/>
          <ac:cxnSpMkLst>
            <pc:docMk/>
            <pc:sldMk cId="147115937" sldId="1145"/>
            <ac:cxnSpMk id="75" creationId="{F1A7EE72-D59D-E4E3-29E2-31103DD53BDB}"/>
          </ac:cxnSpMkLst>
        </pc:cxnChg>
        <pc:cxnChg chg="add mod">
          <ac:chgData name="Palit, Tapti" userId="dec6fbcd-7598-406a-8cbf-504d4a3bac15" providerId="ADAL" clId="{ECD42228-5B96-4A72-B268-C46DF994E6B7}" dt="2024-01-30T03:53:05.829" v="85813"/>
          <ac:cxnSpMkLst>
            <pc:docMk/>
            <pc:sldMk cId="147115937" sldId="1145"/>
            <ac:cxnSpMk id="76" creationId="{B0EE096D-26F2-272F-2686-011762F16DCD}"/>
          </ac:cxnSpMkLst>
        </pc:cxnChg>
        <pc:cxnChg chg="add mod">
          <ac:chgData name="Palit, Tapti" userId="dec6fbcd-7598-406a-8cbf-504d4a3bac15" providerId="ADAL" clId="{ECD42228-5B96-4A72-B268-C46DF994E6B7}" dt="2024-01-30T03:53:05.829" v="85813"/>
          <ac:cxnSpMkLst>
            <pc:docMk/>
            <pc:sldMk cId="147115937" sldId="1145"/>
            <ac:cxnSpMk id="77" creationId="{FE730EFE-9B95-30C9-B67D-14C490FA583C}"/>
          </ac:cxnSpMkLst>
        </pc:cxnChg>
        <pc:cxnChg chg="del mod">
          <ac:chgData name="Palit, Tapti" userId="dec6fbcd-7598-406a-8cbf-504d4a3bac15" providerId="ADAL" clId="{ECD42228-5B96-4A72-B268-C46DF994E6B7}" dt="2024-01-30T03:52:49.639" v="85809" actId="478"/>
          <ac:cxnSpMkLst>
            <pc:docMk/>
            <pc:sldMk cId="147115937" sldId="1145"/>
            <ac:cxnSpMk id="78" creationId="{5D2B217E-07E6-E883-6B84-93543CC0A508}"/>
          </ac:cxnSpMkLst>
        </pc:cxnChg>
        <pc:cxnChg chg="add mod">
          <ac:chgData name="Palit, Tapti" userId="dec6fbcd-7598-406a-8cbf-504d4a3bac15" providerId="ADAL" clId="{ECD42228-5B96-4A72-B268-C46DF994E6B7}" dt="2024-01-30T03:53:05.829" v="85813"/>
          <ac:cxnSpMkLst>
            <pc:docMk/>
            <pc:sldMk cId="147115937" sldId="1145"/>
            <ac:cxnSpMk id="79" creationId="{81A439F6-26A2-D7AB-7710-77FA4565CD23}"/>
          </ac:cxnSpMkLst>
        </pc:cxnChg>
        <pc:cxnChg chg="del mod">
          <ac:chgData name="Palit, Tapti" userId="dec6fbcd-7598-406a-8cbf-504d4a3bac15" providerId="ADAL" clId="{ECD42228-5B96-4A72-B268-C46DF994E6B7}" dt="2024-01-30T03:52:49.639" v="85809" actId="478"/>
          <ac:cxnSpMkLst>
            <pc:docMk/>
            <pc:sldMk cId="147115937" sldId="1145"/>
            <ac:cxnSpMk id="81" creationId="{92CFF3EE-32FB-7DF7-C94B-377A408BF34E}"/>
          </ac:cxnSpMkLst>
        </pc:cxnChg>
        <pc:cxnChg chg="del mod">
          <ac:chgData name="Palit, Tapti" userId="dec6fbcd-7598-406a-8cbf-504d4a3bac15" providerId="ADAL" clId="{ECD42228-5B96-4A72-B268-C46DF994E6B7}" dt="2024-01-30T03:52:49.639" v="85809" actId="478"/>
          <ac:cxnSpMkLst>
            <pc:docMk/>
            <pc:sldMk cId="147115937" sldId="1145"/>
            <ac:cxnSpMk id="84" creationId="{51A92FDC-838C-5F58-DDA9-5C68F6A601D5}"/>
          </ac:cxnSpMkLst>
        </pc:cxnChg>
        <pc:cxnChg chg="del mod">
          <ac:chgData name="Palit, Tapti" userId="dec6fbcd-7598-406a-8cbf-504d4a3bac15" providerId="ADAL" clId="{ECD42228-5B96-4A72-B268-C46DF994E6B7}" dt="2024-01-30T03:52:49.639" v="85809" actId="478"/>
          <ac:cxnSpMkLst>
            <pc:docMk/>
            <pc:sldMk cId="147115937" sldId="1145"/>
            <ac:cxnSpMk id="87" creationId="{DC12ACA4-838A-215C-1BB3-C4F836023765}"/>
          </ac:cxnSpMkLst>
        </pc:cxnChg>
      </pc:sldChg>
      <pc:sldChg chg="addSp delSp modSp add del mod">
        <pc:chgData name="Palit, Tapti" userId="dec6fbcd-7598-406a-8cbf-504d4a3bac15" providerId="ADAL" clId="{ECD42228-5B96-4A72-B268-C46DF994E6B7}" dt="2024-01-30T04:07:15.129" v="86011" actId="47"/>
        <pc:sldMkLst>
          <pc:docMk/>
          <pc:sldMk cId="3980235191" sldId="1146"/>
        </pc:sldMkLst>
        <pc:spChg chg="mod">
          <ac:chgData name="Palit, Tapti" userId="dec6fbcd-7598-406a-8cbf-504d4a3bac15" providerId="ADAL" clId="{ECD42228-5B96-4A72-B268-C46DF994E6B7}" dt="2024-01-30T03:42:47.957" v="85636" actId="108"/>
          <ac:spMkLst>
            <pc:docMk/>
            <pc:sldMk cId="3980235191" sldId="1146"/>
            <ac:spMk id="37" creationId="{ADE16CD4-CB1A-FD04-C8EB-F5DBBF77BF56}"/>
          </ac:spMkLst>
        </pc:spChg>
        <pc:spChg chg="mod">
          <ac:chgData name="Palit, Tapti" userId="dec6fbcd-7598-406a-8cbf-504d4a3bac15" providerId="ADAL" clId="{ECD42228-5B96-4A72-B268-C46DF994E6B7}" dt="2024-01-30T03:42:49.789" v="85637" actId="108"/>
          <ac:spMkLst>
            <pc:docMk/>
            <pc:sldMk cId="3980235191" sldId="1146"/>
            <ac:spMk id="38" creationId="{76DE4C37-A1B1-94A1-ACE3-7985E965C3E2}"/>
          </ac:spMkLst>
        </pc:spChg>
        <pc:spChg chg="mod">
          <ac:chgData name="Palit, Tapti" userId="dec6fbcd-7598-406a-8cbf-504d4a3bac15" providerId="ADAL" clId="{ECD42228-5B96-4A72-B268-C46DF994E6B7}" dt="2024-01-30T03:42:51.894" v="85638" actId="108"/>
          <ac:spMkLst>
            <pc:docMk/>
            <pc:sldMk cId="3980235191" sldId="1146"/>
            <ac:spMk id="39" creationId="{44CFF3D7-66AF-A230-3B94-8959874BAA11}"/>
          </ac:spMkLst>
        </pc:spChg>
        <pc:spChg chg="mod">
          <ac:chgData name="Palit, Tapti" userId="dec6fbcd-7598-406a-8cbf-504d4a3bac15" providerId="ADAL" clId="{ECD42228-5B96-4A72-B268-C46DF994E6B7}" dt="2024-01-30T03:42:54.278" v="85639" actId="108"/>
          <ac:spMkLst>
            <pc:docMk/>
            <pc:sldMk cId="3980235191" sldId="1146"/>
            <ac:spMk id="40" creationId="{FD58BCEA-CBED-CACB-DA51-ACBAA975DD8B}"/>
          </ac:spMkLst>
        </pc:spChg>
        <pc:spChg chg="mod">
          <ac:chgData name="Palit, Tapti" userId="dec6fbcd-7598-406a-8cbf-504d4a3bac15" providerId="ADAL" clId="{ECD42228-5B96-4A72-B268-C46DF994E6B7}" dt="2024-01-30T03:42:37.509" v="85633" actId="108"/>
          <ac:spMkLst>
            <pc:docMk/>
            <pc:sldMk cId="3980235191" sldId="1146"/>
            <ac:spMk id="41" creationId="{3E9F6403-905D-32B8-C023-8388B45FFBE9}"/>
          </ac:spMkLst>
        </pc:spChg>
        <pc:spChg chg="mod">
          <ac:chgData name="Palit, Tapti" userId="dec6fbcd-7598-406a-8cbf-504d4a3bac15" providerId="ADAL" clId="{ECD42228-5B96-4A72-B268-C46DF994E6B7}" dt="2024-01-30T03:42:43.149" v="85634" actId="108"/>
          <ac:spMkLst>
            <pc:docMk/>
            <pc:sldMk cId="3980235191" sldId="1146"/>
            <ac:spMk id="42" creationId="{939C4C73-EF1D-2E96-3185-7236D796F263}"/>
          </ac:spMkLst>
        </pc:spChg>
        <pc:spChg chg="mod">
          <ac:chgData name="Palit, Tapti" userId="dec6fbcd-7598-406a-8cbf-504d4a3bac15" providerId="ADAL" clId="{ECD42228-5B96-4A72-B268-C46DF994E6B7}" dt="2024-01-30T03:42:45.486" v="85635" actId="108"/>
          <ac:spMkLst>
            <pc:docMk/>
            <pc:sldMk cId="3980235191" sldId="1146"/>
            <ac:spMk id="43" creationId="{9C2F7F82-29BD-4B97-5478-1674709F6CCE}"/>
          </ac:spMkLst>
        </pc:spChg>
        <pc:spChg chg="mod">
          <ac:chgData name="Palit, Tapti" userId="dec6fbcd-7598-406a-8cbf-504d4a3bac15" providerId="ADAL" clId="{ECD42228-5B96-4A72-B268-C46DF994E6B7}" dt="2024-01-30T03:42:31.751" v="85630" actId="108"/>
          <ac:spMkLst>
            <pc:docMk/>
            <pc:sldMk cId="3980235191" sldId="1146"/>
            <ac:spMk id="44" creationId="{801A420A-374D-14D2-94E5-71119F13390E}"/>
          </ac:spMkLst>
        </pc:spChg>
        <pc:spChg chg="mod">
          <ac:chgData name="Palit, Tapti" userId="dec6fbcd-7598-406a-8cbf-504d4a3bac15" providerId="ADAL" clId="{ECD42228-5B96-4A72-B268-C46DF994E6B7}" dt="2024-01-30T03:42:33.734" v="85631" actId="108"/>
          <ac:spMkLst>
            <pc:docMk/>
            <pc:sldMk cId="3980235191" sldId="1146"/>
            <ac:spMk id="45" creationId="{24FF282E-D794-0AD0-B5D8-945519FAF538}"/>
          </ac:spMkLst>
        </pc:spChg>
        <pc:spChg chg="mod">
          <ac:chgData name="Palit, Tapti" userId="dec6fbcd-7598-406a-8cbf-504d4a3bac15" providerId="ADAL" clId="{ECD42228-5B96-4A72-B268-C46DF994E6B7}" dt="2024-01-30T03:42:35.734" v="85632" actId="108"/>
          <ac:spMkLst>
            <pc:docMk/>
            <pc:sldMk cId="3980235191" sldId="1146"/>
            <ac:spMk id="48" creationId="{6091DAAD-841A-758D-4955-4E18EBF254C9}"/>
          </ac:spMkLst>
        </pc:spChg>
        <pc:spChg chg="del">
          <ac:chgData name="Palit, Tapti" userId="dec6fbcd-7598-406a-8cbf-504d4a3bac15" providerId="ADAL" clId="{ECD42228-5B96-4A72-B268-C46DF994E6B7}" dt="2024-01-30T03:53:20.499" v="85821" actId="478"/>
          <ac:spMkLst>
            <pc:docMk/>
            <pc:sldMk cId="3980235191" sldId="1146"/>
            <ac:spMk id="90" creationId="{8BC5D0C1-5C4A-849A-95BD-C6F4632F5D97}"/>
          </ac:spMkLst>
        </pc:spChg>
        <pc:spChg chg="mod">
          <ac:chgData name="Palit, Tapti" userId="dec6fbcd-7598-406a-8cbf-504d4a3bac15" providerId="ADAL" clId="{ECD42228-5B96-4A72-B268-C46DF994E6B7}" dt="2024-01-30T03:35:57.456" v="85515"/>
          <ac:spMkLst>
            <pc:docMk/>
            <pc:sldMk cId="3980235191" sldId="1146"/>
            <ac:spMk id="92" creationId="{53F9325A-E0ED-BEEF-0BE7-CE0EBCABFF80}"/>
          </ac:spMkLst>
        </pc:spChg>
        <pc:cxnChg chg="mod">
          <ac:chgData name="Palit, Tapti" userId="dec6fbcd-7598-406a-8cbf-504d4a3bac15" providerId="ADAL" clId="{ECD42228-5B96-4A72-B268-C46DF994E6B7}" dt="2024-01-30T03:53:16.645" v="85820" actId="692"/>
          <ac:cxnSpMkLst>
            <pc:docMk/>
            <pc:sldMk cId="3980235191" sldId="1146"/>
            <ac:cxnSpMk id="6" creationId="{0F68FF9F-2532-5C40-4385-DA6EA36886F7}"/>
          </ac:cxnSpMkLst>
        </pc:cxnChg>
        <pc:cxnChg chg="del mod">
          <ac:chgData name="Palit, Tapti" userId="dec6fbcd-7598-406a-8cbf-504d4a3bac15" providerId="ADAL" clId="{ECD42228-5B96-4A72-B268-C46DF994E6B7}" dt="2024-01-30T03:36:03.115" v="85518" actId="478"/>
          <ac:cxnSpMkLst>
            <pc:docMk/>
            <pc:sldMk cId="3980235191" sldId="1146"/>
            <ac:cxnSpMk id="9" creationId="{CD3B5F49-2679-52BB-ECD5-7E90A90603E6}"/>
          </ac:cxnSpMkLst>
        </pc:cxnChg>
        <pc:cxnChg chg="del mod">
          <ac:chgData name="Palit, Tapti" userId="dec6fbcd-7598-406a-8cbf-504d4a3bac15" providerId="ADAL" clId="{ECD42228-5B96-4A72-B268-C46DF994E6B7}" dt="2024-01-30T03:36:03.846" v="85519" actId="478"/>
          <ac:cxnSpMkLst>
            <pc:docMk/>
            <pc:sldMk cId="3980235191" sldId="1146"/>
            <ac:cxnSpMk id="10" creationId="{46544D02-E2D1-D321-B512-03DADFA5BB76}"/>
          </ac:cxnSpMkLst>
        </pc:cxnChg>
        <pc:cxnChg chg="del">
          <ac:chgData name="Palit, Tapti" userId="dec6fbcd-7598-406a-8cbf-504d4a3bac15" providerId="ADAL" clId="{ECD42228-5B96-4A72-B268-C46DF994E6B7}" dt="2024-01-30T03:36:18.254" v="85529" actId="478"/>
          <ac:cxnSpMkLst>
            <pc:docMk/>
            <pc:sldMk cId="3980235191" sldId="1146"/>
            <ac:cxnSpMk id="11" creationId="{3E4E8930-60AA-3D01-F31A-BF136827152F}"/>
          </ac:cxnSpMkLst>
        </pc:cxnChg>
        <pc:cxnChg chg="del mod">
          <ac:chgData name="Palit, Tapti" userId="dec6fbcd-7598-406a-8cbf-504d4a3bac15" providerId="ADAL" clId="{ECD42228-5B96-4A72-B268-C46DF994E6B7}" dt="2024-01-30T03:36:11.530" v="85527" actId="478"/>
          <ac:cxnSpMkLst>
            <pc:docMk/>
            <pc:sldMk cId="3980235191" sldId="1146"/>
            <ac:cxnSpMk id="13" creationId="{1539655B-2D4E-88AD-63D7-8FB4EEA7067F}"/>
          </ac:cxnSpMkLst>
        </pc:cxnChg>
        <pc:cxnChg chg="del mod">
          <ac:chgData name="Palit, Tapti" userId="dec6fbcd-7598-406a-8cbf-504d4a3bac15" providerId="ADAL" clId="{ECD42228-5B96-4A72-B268-C46DF994E6B7}" dt="2024-01-30T03:36:04.706" v="85520" actId="478"/>
          <ac:cxnSpMkLst>
            <pc:docMk/>
            <pc:sldMk cId="3980235191" sldId="1146"/>
            <ac:cxnSpMk id="14" creationId="{E28A4E11-C6B8-50E0-E7DE-2BC6DAF95049}"/>
          </ac:cxnSpMkLst>
        </pc:cxnChg>
        <pc:cxnChg chg="add mod">
          <ac:chgData name="Palit, Tapti" userId="dec6fbcd-7598-406a-8cbf-504d4a3bac15" providerId="ADAL" clId="{ECD42228-5B96-4A72-B268-C46DF994E6B7}" dt="2024-01-30T03:53:28.293" v="85829" actId="14100"/>
          <ac:cxnSpMkLst>
            <pc:docMk/>
            <pc:sldMk cId="3980235191" sldId="1146"/>
            <ac:cxnSpMk id="15" creationId="{DD3B21A4-73FB-C073-1464-CD894F536ADD}"/>
          </ac:cxnSpMkLst>
        </pc:cxnChg>
        <pc:cxnChg chg="del mod">
          <ac:chgData name="Palit, Tapti" userId="dec6fbcd-7598-406a-8cbf-504d4a3bac15" providerId="ADAL" clId="{ECD42228-5B96-4A72-B268-C46DF994E6B7}" dt="2024-01-30T03:36:14.486" v="85528" actId="478"/>
          <ac:cxnSpMkLst>
            <pc:docMk/>
            <pc:sldMk cId="3980235191" sldId="1146"/>
            <ac:cxnSpMk id="18" creationId="{ADBB40BA-FB16-30AF-0F10-F17F1467B5D5}"/>
          </ac:cxnSpMkLst>
        </pc:cxnChg>
        <pc:cxnChg chg="del mod">
          <ac:chgData name="Palit, Tapti" userId="dec6fbcd-7598-406a-8cbf-504d4a3bac15" providerId="ADAL" clId="{ECD42228-5B96-4A72-B268-C46DF994E6B7}" dt="2024-01-30T03:36:20.718" v="85530" actId="478"/>
          <ac:cxnSpMkLst>
            <pc:docMk/>
            <pc:sldMk cId="3980235191" sldId="1146"/>
            <ac:cxnSpMk id="33" creationId="{D16613EF-2687-D3EC-FD19-77FF84CB2689}"/>
          </ac:cxnSpMkLst>
        </pc:cxnChg>
        <pc:cxnChg chg="del mod">
          <ac:chgData name="Palit, Tapti" userId="dec6fbcd-7598-406a-8cbf-504d4a3bac15" providerId="ADAL" clId="{ECD42228-5B96-4A72-B268-C46DF994E6B7}" dt="2024-01-30T03:36:10.005" v="85526" actId="478"/>
          <ac:cxnSpMkLst>
            <pc:docMk/>
            <pc:sldMk cId="3980235191" sldId="1146"/>
            <ac:cxnSpMk id="36" creationId="{9720D05D-AF7F-2DF6-DFBD-B46F391DFF14}"/>
          </ac:cxnSpMkLst>
        </pc:cxnChg>
        <pc:cxnChg chg="del mod">
          <ac:chgData name="Palit, Tapti" userId="dec6fbcd-7598-406a-8cbf-504d4a3bac15" providerId="ADAL" clId="{ECD42228-5B96-4A72-B268-C46DF994E6B7}" dt="2024-01-30T03:36:08.471" v="85524" actId="478"/>
          <ac:cxnSpMkLst>
            <pc:docMk/>
            <pc:sldMk cId="3980235191" sldId="1146"/>
            <ac:cxnSpMk id="54" creationId="{6C80A097-8EFB-E8F9-85C0-5CF25F673899}"/>
          </ac:cxnSpMkLst>
        </pc:cxnChg>
        <pc:cxnChg chg="del mod">
          <ac:chgData name="Palit, Tapti" userId="dec6fbcd-7598-406a-8cbf-504d4a3bac15" providerId="ADAL" clId="{ECD42228-5B96-4A72-B268-C46DF994E6B7}" dt="2024-01-30T03:36:09.092" v="85525" actId="478"/>
          <ac:cxnSpMkLst>
            <pc:docMk/>
            <pc:sldMk cId="3980235191" sldId="1146"/>
            <ac:cxnSpMk id="62" creationId="{8510581A-CD2B-B206-A218-B1585E50083E}"/>
          </ac:cxnSpMkLst>
        </pc:cxnChg>
        <pc:cxnChg chg="del mod">
          <ac:chgData name="Palit, Tapti" userId="dec6fbcd-7598-406a-8cbf-504d4a3bac15" providerId="ADAL" clId="{ECD42228-5B96-4A72-B268-C46DF994E6B7}" dt="2024-01-30T03:36:22.667" v="85531" actId="478"/>
          <ac:cxnSpMkLst>
            <pc:docMk/>
            <pc:sldMk cId="3980235191" sldId="1146"/>
            <ac:cxnSpMk id="65" creationId="{89559847-4675-3A4D-A974-874C80A86BDB}"/>
          </ac:cxnSpMkLst>
        </pc:cxnChg>
        <pc:cxnChg chg="del mod">
          <ac:chgData name="Palit, Tapti" userId="dec6fbcd-7598-406a-8cbf-504d4a3bac15" providerId="ADAL" clId="{ECD42228-5B96-4A72-B268-C46DF994E6B7}" dt="2024-01-30T03:36:23.396" v="85532" actId="478"/>
          <ac:cxnSpMkLst>
            <pc:docMk/>
            <pc:sldMk cId="3980235191" sldId="1146"/>
            <ac:cxnSpMk id="70" creationId="{C0E277F5-C650-C0B1-A4D2-433927549C65}"/>
          </ac:cxnSpMkLst>
        </pc:cxnChg>
        <pc:cxnChg chg="del mod">
          <ac:chgData name="Palit, Tapti" userId="dec6fbcd-7598-406a-8cbf-504d4a3bac15" providerId="ADAL" clId="{ECD42228-5B96-4A72-B268-C46DF994E6B7}" dt="2024-01-30T03:36:02.345" v="85517" actId="478"/>
          <ac:cxnSpMkLst>
            <pc:docMk/>
            <pc:sldMk cId="3980235191" sldId="1146"/>
            <ac:cxnSpMk id="74" creationId="{82A1A652-1DA8-A69A-31CA-3BDDE0029AEB}"/>
          </ac:cxnSpMkLst>
        </pc:cxnChg>
        <pc:cxnChg chg="del mod">
          <ac:chgData name="Palit, Tapti" userId="dec6fbcd-7598-406a-8cbf-504d4a3bac15" providerId="ADAL" clId="{ECD42228-5B96-4A72-B268-C46DF994E6B7}" dt="2024-01-30T03:36:06.622" v="85522" actId="478"/>
          <ac:cxnSpMkLst>
            <pc:docMk/>
            <pc:sldMk cId="3980235191" sldId="1146"/>
            <ac:cxnSpMk id="78" creationId="{5D2B217E-07E6-E883-6B84-93543CC0A508}"/>
          </ac:cxnSpMkLst>
        </pc:cxnChg>
        <pc:cxnChg chg="del mod">
          <ac:chgData name="Palit, Tapti" userId="dec6fbcd-7598-406a-8cbf-504d4a3bac15" providerId="ADAL" clId="{ECD42228-5B96-4A72-B268-C46DF994E6B7}" dt="2024-01-30T03:36:07.295" v="85523" actId="478"/>
          <ac:cxnSpMkLst>
            <pc:docMk/>
            <pc:sldMk cId="3980235191" sldId="1146"/>
            <ac:cxnSpMk id="81" creationId="{92CFF3EE-32FB-7DF7-C94B-377A408BF34E}"/>
          </ac:cxnSpMkLst>
        </pc:cxnChg>
        <pc:cxnChg chg="del mod">
          <ac:chgData name="Palit, Tapti" userId="dec6fbcd-7598-406a-8cbf-504d4a3bac15" providerId="ADAL" clId="{ECD42228-5B96-4A72-B268-C46DF994E6B7}" dt="2024-01-30T03:36:01.172" v="85516" actId="478"/>
          <ac:cxnSpMkLst>
            <pc:docMk/>
            <pc:sldMk cId="3980235191" sldId="1146"/>
            <ac:cxnSpMk id="84" creationId="{51A92FDC-838C-5F58-DDA9-5C68F6A601D5}"/>
          </ac:cxnSpMkLst>
        </pc:cxnChg>
        <pc:cxnChg chg="del mod">
          <ac:chgData name="Palit, Tapti" userId="dec6fbcd-7598-406a-8cbf-504d4a3bac15" providerId="ADAL" clId="{ECD42228-5B96-4A72-B268-C46DF994E6B7}" dt="2024-01-30T03:36:05.828" v="85521" actId="478"/>
          <ac:cxnSpMkLst>
            <pc:docMk/>
            <pc:sldMk cId="3980235191" sldId="1146"/>
            <ac:cxnSpMk id="87" creationId="{DC12ACA4-838A-215C-1BB3-C4F836023765}"/>
          </ac:cxnSpMkLst>
        </pc:cxnChg>
      </pc:sldChg>
      <pc:sldChg chg="addSp delSp modSp add del mod">
        <pc:chgData name="Palit, Tapti" userId="dec6fbcd-7598-406a-8cbf-504d4a3bac15" providerId="ADAL" clId="{ECD42228-5B96-4A72-B268-C46DF994E6B7}" dt="2024-01-30T04:11:17.553" v="86109" actId="47"/>
        <pc:sldMkLst>
          <pc:docMk/>
          <pc:sldMk cId="1699143" sldId="1147"/>
        </pc:sldMkLst>
        <pc:spChg chg="mod">
          <ac:chgData name="Palit, Tapti" userId="dec6fbcd-7598-406a-8cbf-504d4a3bac15" providerId="ADAL" clId="{ECD42228-5B96-4A72-B268-C46DF994E6B7}" dt="2024-01-30T03:44:25.919" v="85651"/>
          <ac:spMkLst>
            <pc:docMk/>
            <pc:sldMk cId="1699143" sldId="1147"/>
            <ac:spMk id="3" creationId="{0F8FF57D-D875-4CA5-B98A-04F4C751036F}"/>
          </ac:spMkLst>
        </pc:spChg>
        <pc:spChg chg="del">
          <ac:chgData name="Palit, Tapti" userId="dec6fbcd-7598-406a-8cbf-504d4a3bac15" providerId="ADAL" clId="{ECD42228-5B96-4A72-B268-C46DF994E6B7}" dt="2024-01-30T03:43:59.434" v="85650" actId="478"/>
          <ac:spMkLst>
            <pc:docMk/>
            <pc:sldMk cId="1699143" sldId="1147"/>
            <ac:spMk id="7" creationId="{0A390AE2-9CE4-81EB-6315-2DE2F897D709}"/>
          </ac:spMkLst>
        </pc:spChg>
        <pc:spChg chg="del">
          <ac:chgData name="Palit, Tapti" userId="dec6fbcd-7598-406a-8cbf-504d4a3bac15" providerId="ADAL" clId="{ECD42228-5B96-4A72-B268-C46DF994E6B7}" dt="2024-01-30T03:44:28.486" v="85652" actId="478"/>
          <ac:spMkLst>
            <pc:docMk/>
            <pc:sldMk cId="1699143" sldId="1147"/>
            <ac:spMk id="8" creationId="{8002B636-22BC-2C4D-F6EC-73AB5F736E36}"/>
          </ac:spMkLst>
        </pc:spChg>
        <pc:spChg chg="add mod">
          <ac:chgData name="Palit, Tapti" userId="dec6fbcd-7598-406a-8cbf-504d4a3bac15" providerId="ADAL" clId="{ECD42228-5B96-4A72-B268-C46DF994E6B7}" dt="2024-01-30T03:38:52.324" v="85573"/>
          <ac:spMkLst>
            <pc:docMk/>
            <pc:sldMk cId="1699143" sldId="1147"/>
            <ac:spMk id="9" creationId="{E3C705D2-0D5F-3FF3-4CE4-E8F5E062CD9B}"/>
          </ac:spMkLst>
        </pc:spChg>
        <pc:spChg chg="add mod">
          <ac:chgData name="Palit, Tapti" userId="dec6fbcd-7598-406a-8cbf-504d4a3bac15" providerId="ADAL" clId="{ECD42228-5B96-4A72-B268-C46DF994E6B7}" dt="2024-01-30T03:38:52.324" v="85573"/>
          <ac:spMkLst>
            <pc:docMk/>
            <pc:sldMk cId="1699143" sldId="1147"/>
            <ac:spMk id="10" creationId="{BDE50AC9-51BC-AAF6-BC22-F485434241AC}"/>
          </ac:spMkLst>
        </pc:spChg>
        <pc:spChg chg="del">
          <ac:chgData name="Palit, Tapti" userId="dec6fbcd-7598-406a-8cbf-504d4a3bac15" providerId="ADAL" clId="{ECD42228-5B96-4A72-B268-C46DF994E6B7}" dt="2024-01-30T03:47:50.613" v="85670" actId="478"/>
          <ac:spMkLst>
            <pc:docMk/>
            <pc:sldMk cId="1699143" sldId="1147"/>
            <ac:spMk id="12" creationId="{048B17C9-FEB6-2A84-AE1A-1A172D8CF3F8}"/>
          </ac:spMkLst>
        </pc:spChg>
        <pc:spChg chg="del">
          <ac:chgData name="Palit, Tapti" userId="dec6fbcd-7598-406a-8cbf-504d4a3bac15" providerId="ADAL" clId="{ECD42228-5B96-4A72-B268-C46DF994E6B7}" dt="2024-01-30T03:38:51.924" v="85572" actId="478"/>
          <ac:spMkLst>
            <pc:docMk/>
            <pc:sldMk cId="1699143" sldId="1147"/>
            <ac:spMk id="16" creationId="{D78D4F51-1A5A-AAF8-395E-A8C7D279E84C}"/>
          </ac:spMkLst>
        </pc:spChg>
        <pc:spChg chg="mod">
          <ac:chgData name="Palit, Tapti" userId="dec6fbcd-7598-406a-8cbf-504d4a3bac15" providerId="ADAL" clId="{ECD42228-5B96-4A72-B268-C46DF994E6B7}" dt="2024-01-30T03:43:43.749" v="85646" actId="108"/>
          <ac:spMkLst>
            <pc:docMk/>
            <pc:sldMk cId="1699143" sldId="1147"/>
            <ac:spMk id="37" creationId="{ADE16CD4-CB1A-FD04-C8EB-F5DBBF77BF56}"/>
          </ac:spMkLst>
        </pc:spChg>
        <pc:spChg chg="mod">
          <ac:chgData name="Palit, Tapti" userId="dec6fbcd-7598-406a-8cbf-504d4a3bac15" providerId="ADAL" clId="{ECD42228-5B96-4A72-B268-C46DF994E6B7}" dt="2024-01-30T03:43:45.836" v="85647" actId="108"/>
          <ac:spMkLst>
            <pc:docMk/>
            <pc:sldMk cId="1699143" sldId="1147"/>
            <ac:spMk id="38" creationId="{76DE4C37-A1B1-94A1-ACE3-7985E965C3E2}"/>
          </ac:spMkLst>
        </pc:spChg>
        <pc:spChg chg="mod">
          <ac:chgData name="Palit, Tapti" userId="dec6fbcd-7598-406a-8cbf-504d4a3bac15" providerId="ADAL" clId="{ECD42228-5B96-4A72-B268-C46DF994E6B7}" dt="2024-01-30T03:43:47.820" v="85648" actId="108"/>
          <ac:spMkLst>
            <pc:docMk/>
            <pc:sldMk cId="1699143" sldId="1147"/>
            <ac:spMk id="39" creationId="{44CFF3D7-66AF-A230-3B94-8959874BAA11}"/>
          </ac:spMkLst>
        </pc:spChg>
        <pc:spChg chg="mod">
          <ac:chgData name="Palit, Tapti" userId="dec6fbcd-7598-406a-8cbf-504d4a3bac15" providerId="ADAL" clId="{ECD42228-5B96-4A72-B268-C46DF994E6B7}" dt="2024-01-30T03:43:49.789" v="85649" actId="108"/>
          <ac:spMkLst>
            <pc:docMk/>
            <pc:sldMk cId="1699143" sldId="1147"/>
            <ac:spMk id="40" creationId="{FD58BCEA-CBED-CACB-DA51-ACBAA975DD8B}"/>
          </ac:spMkLst>
        </pc:spChg>
        <pc:spChg chg="mod">
          <ac:chgData name="Palit, Tapti" userId="dec6fbcd-7598-406a-8cbf-504d4a3bac15" providerId="ADAL" clId="{ECD42228-5B96-4A72-B268-C46DF994E6B7}" dt="2024-01-30T03:43:37.988" v="85643" actId="108"/>
          <ac:spMkLst>
            <pc:docMk/>
            <pc:sldMk cId="1699143" sldId="1147"/>
            <ac:spMk id="41" creationId="{3E9F6403-905D-32B8-C023-8388B45FFBE9}"/>
          </ac:spMkLst>
        </pc:spChg>
        <pc:spChg chg="mod">
          <ac:chgData name="Palit, Tapti" userId="dec6fbcd-7598-406a-8cbf-504d4a3bac15" providerId="ADAL" clId="{ECD42228-5B96-4A72-B268-C46DF994E6B7}" dt="2024-01-30T03:43:39.764" v="85644" actId="108"/>
          <ac:spMkLst>
            <pc:docMk/>
            <pc:sldMk cId="1699143" sldId="1147"/>
            <ac:spMk id="42" creationId="{939C4C73-EF1D-2E96-3185-7236D796F263}"/>
          </ac:spMkLst>
        </pc:spChg>
        <pc:spChg chg="mod">
          <ac:chgData name="Palit, Tapti" userId="dec6fbcd-7598-406a-8cbf-504d4a3bac15" providerId="ADAL" clId="{ECD42228-5B96-4A72-B268-C46DF994E6B7}" dt="2024-01-30T03:43:41.769" v="85645" actId="108"/>
          <ac:spMkLst>
            <pc:docMk/>
            <pc:sldMk cId="1699143" sldId="1147"/>
            <ac:spMk id="43" creationId="{9C2F7F82-29BD-4B97-5478-1674709F6CCE}"/>
          </ac:spMkLst>
        </pc:spChg>
        <pc:spChg chg="mod">
          <ac:chgData name="Palit, Tapti" userId="dec6fbcd-7598-406a-8cbf-504d4a3bac15" providerId="ADAL" clId="{ECD42228-5B96-4A72-B268-C46DF994E6B7}" dt="2024-01-30T03:43:31.495" v="85640" actId="108"/>
          <ac:spMkLst>
            <pc:docMk/>
            <pc:sldMk cId="1699143" sldId="1147"/>
            <ac:spMk id="44" creationId="{801A420A-374D-14D2-94E5-71119F13390E}"/>
          </ac:spMkLst>
        </pc:spChg>
        <pc:spChg chg="mod">
          <ac:chgData name="Palit, Tapti" userId="dec6fbcd-7598-406a-8cbf-504d4a3bac15" providerId="ADAL" clId="{ECD42228-5B96-4A72-B268-C46DF994E6B7}" dt="2024-01-30T03:43:33.878" v="85641" actId="108"/>
          <ac:spMkLst>
            <pc:docMk/>
            <pc:sldMk cId="1699143" sldId="1147"/>
            <ac:spMk id="45" creationId="{24FF282E-D794-0AD0-B5D8-945519FAF538}"/>
          </ac:spMkLst>
        </pc:spChg>
        <pc:spChg chg="mod">
          <ac:chgData name="Palit, Tapti" userId="dec6fbcd-7598-406a-8cbf-504d4a3bac15" providerId="ADAL" clId="{ECD42228-5B96-4A72-B268-C46DF994E6B7}" dt="2024-01-30T03:43:36.085" v="85642" actId="108"/>
          <ac:spMkLst>
            <pc:docMk/>
            <pc:sldMk cId="1699143" sldId="1147"/>
            <ac:spMk id="48" creationId="{6091DAAD-841A-758D-4955-4E18EBF254C9}"/>
          </ac:spMkLst>
        </pc:spChg>
        <pc:spChg chg="del">
          <ac:chgData name="Palit, Tapti" userId="dec6fbcd-7598-406a-8cbf-504d4a3bac15" providerId="ADAL" clId="{ECD42228-5B96-4A72-B268-C46DF994E6B7}" dt="2024-01-30T03:39:01.937" v="85574" actId="478"/>
          <ac:spMkLst>
            <pc:docMk/>
            <pc:sldMk cId="1699143" sldId="1147"/>
            <ac:spMk id="69" creationId="{B2FD6213-7D49-E385-4822-B74730E83B21}"/>
          </ac:spMkLst>
        </pc:spChg>
        <pc:spChg chg="mod">
          <ac:chgData name="Palit, Tapti" userId="dec6fbcd-7598-406a-8cbf-504d4a3bac15" providerId="ADAL" clId="{ECD42228-5B96-4A72-B268-C46DF994E6B7}" dt="2024-01-30T03:39:18.798" v="85575"/>
          <ac:spMkLst>
            <pc:docMk/>
            <pc:sldMk cId="1699143" sldId="1147"/>
            <ac:spMk id="92" creationId="{53F9325A-E0ED-BEEF-0BE7-CE0EBCABFF80}"/>
          </ac:spMkLst>
        </pc:spChg>
        <pc:cxnChg chg="mod">
          <ac:chgData name="Palit, Tapti" userId="dec6fbcd-7598-406a-8cbf-504d4a3bac15" providerId="ADAL" clId="{ECD42228-5B96-4A72-B268-C46DF994E6B7}" dt="2024-01-30T03:48:01.656" v="85678" actId="692"/>
          <ac:cxnSpMkLst>
            <pc:docMk/>
            <pc:sldMk cId="1699143" sldId="1147"/>
            <ac:cxnSpMk id="6" creationId="{0F68FF9F-2532-5C40-4385-DA6EA36886F7}"/>
          </ac:cxnSpMkLst>
        </pc:cxnChg>
        <pc:cxnChg chg="del">
          <ac:chgData name="Palit, Tapti" userId="dec6fbcd-7598-406a-8cbf-504d4a3bac15" providerId="ADAL" clId="{ECD42228-5B96-4A72-B268-C46DF994E6B7}" dt="2024-01-30T03:47:50.613" v="85670" actId="478"/>
          <ac:cxnSpMkLst>
            <pc:docMk/>
            <pc:sldMk cId="1699143" sldId="1147"/>
            <ac:cxnSpMk id="15" creationId="{DD3B21A4-73FB-C073-1464-CD894F536ADD}"/>
          </ac:cxnSpMkLst>
        </pc:cxnChg>
      </pc:sldChg>
      <pc:sldChg chg="addSp delSp modSp add del mod">
        <pc:chgData name="Palit, Tapti" userId="dec6fbcd-7598-406a-8cbf-504d4a3bac15" providerId="ADAL" clId="{ECD42228-5B96-4A72-B268-C46DF994E6B7}" dt="2024-01-30T04:11:17.553" v="86109" actId="47"/>
        <pc:sldMkLst>
          <pc:docMk/>
          <pc:sldMk cId="1336996941" sldId="1148"/>
        </pc:sldMkLst>
        <pc:spChg chg="mod">
          <ac:chgData name="Palit, Tapti" userId="dec6fbcd-7598-406a-8cbf-504d4a3bac15" providerId="ADAL" clId="{ECD42228-5B96-4A72-B268-C46DF994E6B7}" dt="2024-01-30T03:45:09.596" v="85665"/>
          <ac:spMkLst>
            <pc:docMk/>
            <pc:sldMk cId="1336996941" sldId="1148"/>
            <ac:spMk id="9" creationId="{E3C705D2-0D5F-3FF3-4CE4-E8F5E062CD9B}"/>
          </ac:spMkLst>
        </pc:spChg>
        <pc:spChg chg="del">
          <ac:chgData name="Palit, Tapti" userId="dec6fbcd-7598-406a-8cbf-504d4a3bac15" providerId="ADAL" clId="{ECD42228-5B96-4A72-B268-C46DF994E6B7}" dt="2024-01-30T03:44:44.634" v="85655" actId="478"/>
          <ac:spMkLst>
            <pc:docMk/>
            <pc:sldMk cId="1336996941" sldId="1148"/>
            <ac:spMk id="12" creationId="{048B17C9-FEB6-2A84-AE1A-1A172D8CF3F8}"/>
          </ac:spMkLst>
        </pc:spChg>
        <pc:spChg chg="del">
          <ac:chgData name="Palit, Tapti" userId="dec6fbcd-7598-406a-8cbf-504d4a3bac15" providerId="ADAL" clId="{ECD42228-5B96-4A72-B268-C46DF994E6B7}" dt="2024-01-30T03:44:46.063" v="85656" actId="478"/>
          <ac:spMkLst>
            <pc:docMk/>
            <pc:sldMk cId="1336996941" sldId="1148"/>
            <ac:spMk id="90" creationId="{8BC5D0C1-5C4A-849A-95BD-C6F4632F5D97}"/>
          </ac:spMkLst>
        </pc:spChg>
        <pc:spChg chg="mod">
          <ac:chgData name="Palit, Tapti" userId="dec6fbcd-7598-406a-8cbf-504d4a3bac15" providerId="ADAL" clId="{ECD42228-5B96-4A72-B268-C46DF994E6B7}" dt="2024-01-30T03:46:38.236" v="85666"/>
          <ac:spMkLst>
            <pc:docMk/>
            <pc:sldMk cId="1336996941" sldId="1148"/>
            <ac:spMk id="92" creationId="{53F9325A-E0ED-BEEF-0BE7-CE0EBCABFF80}"/>
          </ac:spMkLst>
        </pc:spChg>
        <pc:cxnChg chg="del mod">
          <ac:chgData name="Palit, Tapti" userId="dec6fbcd-7598-406a-8cbf-504d4a3bac15" providerId="ADAL" clId="{ECD42228-5B96-4A72-B268-C46DF994E6B7}" dt="2024-01-30T03:54:04.847" v="85836" actId="478"/>
          <ac:cxnSpMkLst>
            <pc:docMk/>
            <pc:sldMk cId="1336996941" sldId="1148"/>
            <ac:cxnSpMk id="6" creationId="{0F68FF9F-2532-5C40-4385-DA6EA36886F7}"/>
          </ac:cxnSpMkLst>
        </pc:cxnChg>
        <pc:cxnChg chg="add mod">
          <ac:chgData name="Palit, Tapti" userId="dec6fbcd-7598-406a-8cbf-504d4a3bac15" providerId="ADAL" clId="{ECD42228-5B96-4A72-B268-C46DF994E6B7}" dt="2024-01-30T03:49:18.969" v="85697" actId="692"/>
          <ac:cxnSpMkLst>
            <pc:docMk/>
            <pc:sldMk cId="1336996941" sldId="1148"/>
            <ac:cxnSpMk id="7" creationId="{514B4DD8-0F9E-F260-14D9-6E40E5CF7E4C}"/>
          </ac:cxnSpMkLst>
        </pc:cxnChg>
        <pc:cxnChg chg="add del mod">
          <ac:chgData name="Palit, Tapti" userId="dec6fbcd-7598-406a-8cbf-504d4a3bac15" providerId="ADAL" clId="{ECD42228-5B96-4A72-B268-C46DF994E6B7}" dt="2024-01-30T03:53:54.829" v="85833" actId="478"/>
          <ac:cxnSpMkLst>
            <pc:docMk/>
            <pc:sldMk cId="1336996941" sldId="1148"/>
            <ac:cxnSpMk id="8" creationId="{CA1A2FA6-D690-7BEC-5E90-4AF2138C0263}"/>
          </ac:cxnSpMkLst>
        </pc:cxnChg>
        <pc:cxnChg chg="add mod">
          <ac:chgData name="Palit, Tapti" userId="dec6fbcd-7598-406a-8cbf-504d4a3bac15" providerId="ADAL" clId="{ECD42228-5B96-4A72-B268-C46DF994E6B7}" dt="2024-01-30T03:49:18.969" v="85697" actId="692"/>
          <ac:cxnSpMkLst>
            <pc:docMk/>
            <pc:sldMk cId="1336996941" sldId="1148"/>
            <ac:cxnSpMk id="11" creationId="{C662441B-3B27-9FD7-0FA0-8A19CA9E2175}"/>
          </ac:cxnSpMkLst>
        </pc:cxnChg>
        <pc:cxnChg chg="add mod">
          <ac:chgData name="Palit, Tapti" userId="dec6fbcd-7598-406a-8cbf-504d4a3bac15" providerId="ADAL" clId="{ECD42228-5B96-4A72-B268-C46DF994E6B7}" dt="2024-01-30T03:49:18.969" v="85697" actId="692"/>
          <ac:cxnSpMkLst>
            <pc:docMk/>
            <pc:sldMk cId="1336996941" sldId="1148"/>
            <ac:cxnSpMk id="13" creationId="{DA333BC6-1191-F82F-252D-0A3FA83EA26B}"/>
          </ac:cxnSpMkLst>
        </pc:cxnChg>
        <pc:cxnChg chg="add mod">
          <ac:chgData name="Palit, Tapti" userId="dec6fbcd-7598-406a-8cbf-504d4a3bac15" providerId="ADAL" clId="{ECD42228-5B96-4A72-B268-C46DF994E6B7}" dt="2024-01-30T03:49:18.969" v="85697" actId="692"/>
          <ac:cxnSpMkLst>
            <pc:docMk/>
            <pc:sldMk cId="1336996941" sldId="1148"/>
            <ac:cxnSpMk id="14" creationId="{DBF1709F-0D66-8880-B442-6917EA9C6828}"/>
          </ac:cxnSpMkLst>
        </pc:cxnChg>
        <pc:cxnChg chg="del">
          <ac:chgData name="Palit, Tapti" userId="dec6fbcd-7598-406a-8cbf-504d4a3bac15" providerId="ADAL" clId="{ECD42228-5B96-4A72-B268-C46DF994E6B7}" dt="2024-01-30T03:44:42.844" v="85654" actId="478"/>
          <ac:cxnSpMkLst>
            <pc:docMk/>
            <pc:sldMk cId="1336996941" sldId="1148"/>
            <ac:cxnSpMk id="15" creationId="{DD3B21A4-73FB-C073-1464-CD894F536ADD}"/>
          </ac:cxnSpMkLst>
        </pc:cxnChg>
        <pc:cxnChg chg="add del mod">
          <ac:chgData name="Palit, Tapti" userId="dec6fbcd-7598-406a-8cbf-504d4a3bac15" providerId="ADAL" clId="{ECD42228-5B96-4A72-B268-C46DF994E6B7}" dt="2024-01-30T03:53:59.959" v="85835" actId="14100"/>
          <ac:cxnSpMkLst>
            <pc:docMk/>
            <pc:sldMk cId="1336996941" sldId="1148"/>
            <ac:cxnSpMk id="16" creationId="{D9D602DD-9BC0-180C-A21D-E80EA0590FDD}"/>
          </ac:cxnSpMkLst>
        </pc:cxnChg>
        <pc:cxnChg chg="add mod">
          <ac:chgData name="Palit, Tapti" userId="dec6fbcd-7598-406a-8cbf-504d4a3bac15" providerId="ADAL" clId="{ECD42228-5B96-4A72-B268-C46DF994E6B7}" dt="2024-01-30T03:48:35.229" v="85686" actId="692"/>
          <ac:cxnSpMkLst>
            <pc:docMk/>
            <pc:sldMk cId="1336996941" sldId="1148"/>
            <ac:cxnSpMk id="17" creationId="{AD752B91-2CCE-CB6C-CBE6-1A1D89EA5873}"/>
          </ac:cxnSpMkLst>
        </pc:cxnChg>
        <pc:cxnChg chg="add mod">
          <ac:chgData name="Palit, Tapti" userId="dec6fbcd-7598-406a-8cbf-504d4a3bac15" providerId="ADAL" clId="{ECD42228-5B96-4A72-B268-C46DF994E6B7}" dt="2024-01-30T03:49:02.009" v="85695" actId="692"/>
          <ac:cxnSpMkLst>
            <pc:docMk/>
            <pc:sldMk cId="1336996941" sldId="1148"/>
            <ac:cxnSpMk id="18" creationId="{81B5580D-E446-2D90-CED8-58FE02C9A1A4}"/>
          </ac:cxnSpMkLst>
        </pc:cxnChg>
        <pc:cxnChg chg="add mod">
          <ac:chgData name="Palit, Tapti" userId="dec6fbcd-7598-406a-8cbf-504d4a3bac15" providerId="ADAL" clId="{ECD42228-5B96-4A72-B268-C46DF994E6B7}" dt="2024-01-30T03:49:02.009" v="85695" actId="692"/>
          <ac:cxnSpMkLst>
            <pc:docMk/>
            <pc:sldMk cId="1336996941" sldId="1148"/>
            <ac:cxnSpMk id="19" creationId="{46D7D48D-94CE-9C35-E3A9-05D1011B585F}"/>
          </ac:cxnSpMkLst>
        </pc:cxnChg>
        <pc:cxnChg chg="add mod">
          <ac:chgData name="Palit, Tapti" userId="dec6fbcd-7598-406a-8cbf-504d4a3bac15" providerId="ADAL" clId="{ECD42228-5B96-4A72-B268-C46DF994E6B7}" dt="2024-01-30T03:49:02.009" v="85695" actId="692"/>
          <ac:cxnSpMkLst>
            <pc:docMk/>
            <pc:sldMk cId="1336996941" sldId="1148"/>
            <ac:cxnSpMk id="20" creationId="{9437A7F3-4218-82EC-43EB-948284C6B874}"/>
          </ac:cxnSpMkLst>
        </pc:cxnChg>
        <pc:cxnChg chg="add mod">
          <ac:chgData name="Palit, Tapti" userId="dec6fbcd-7598-406a-8cbf-504d4a3bac15" providerId="ADAL" clId="{ECD42228-5B96-4A72-B268-C46DF994E6B7}" dt="2024-01-30T03:48:35.229" v="85686" actId="692"/>
          <ac:cxnSpMkLst>
            <pc:docMk/>
            <pc:sldMk cId="1336996941" sldId="1148"/>
            <ac:cxnSpMk id="21" creationId="{6CB5EA48-2459-D6FA-3A80-672F21CF576F}"/>
          </ac:cxnSpMkLst>
        </pc:cxnChg>
        <pc:cxnChg chg="add mod">
          <ac:chgData name="Palit, Tapti" userId="dec6fbcd-7598-406a-8cbf-504d4a3bac15" providerId="ADAL" clId="{ECD42228-5B96-4A72-B268-C46DF994E6B7}" dt="2024-01-30T03:49:02.009" v="85695" actId="692"/>
          <ac:cxnSpMkLst>
            <pc:docMk/>
            <pc:sldMk cId="1336996941" sldId="1148"/>
            <ac:cxnSpMk id="22" creationId="{7E5BB07A-2E5D-63D0-50BF-6AC3B7114D03}"/>
          </ac:cxnSpMkLst>
        </pc:cxnChg>
        <pc:cxnChg chg="add mod">
          <ac:chgData name="Palit, Tapti" userId="dec6fbcd-7598-406a-8cbf-504d4a3bac15" providerId="ADAL" clId="{ECD42228-5B96-4A72-B268-C46DF994E6B7}" dt="2024-01-30T03:49:02.009" v="85695" actId="692"/>
          <ac:cxnSpMkLst>
            <pc:docMk/>
            <pc:sldMk cId="1336996941" sldId="1148"/>
            <ac:cxnSpMk id="23" creationId="{C2F4770A-1745-90A9-4402-42F91902F209}"/>
          </ac:cxnSpMkLst>
        </pc:cxnChg>
        <pc:cxnChg chg="mod">
          <ac:chgData name="Palit, Tapti" userId="dec6fbcd-7598-406a-8cbf-504d4a3bac15" providerId="ADAL" clId="{ECD42228-5B96-4A72-B268-C46DF994E6B7}" dt="2024-01-30T03:49:18.969" v="85697" actId="692"/>
          <ac:cxnSpMkLst>
            <pc:docMk/>
            <pc:sldMk cId="1336996941" sldId="1148"/>
            <ac:cxnSpMk id="46" creationId="{611E7F4A-E0C0-1418-008E-7610C6600A70}"/>
          </ac:cxnSpMkLst>
        </pc:cxnChg>
        <pc:cxnChg chg="mod">
          <ac:chgData name="Palit, Tapti" userId="dec6fbcd-7598-406a-8cbf-504d4a3bac15" providerId="ADAL" clId="{ECD42228-5B96-4A72-B268-C46DF994E6B7}" dt="2024-01-30T03:49:18.969" v="85697" actId="692"/>
          <ac:cxnSpMkLst>
            <pc:docMk/>
            <pc:sldMk cId="1336996941" sldId="1148"/>
            <ac:cxnSpMk id="47" creationId="{C5AB59CA-8CF4-3FDC-AD0D-B9B5F220ACEC}"/>
          </ac:cxnSpMkLst>
        </pc:cxnChg>
        <pc:cxnChg chg="mod">
          <ac:chgData name="Palit, Tapti" userId="dec6fbcd-7598-406a-8cbf-504d4a3bac15" providerId="ADAL" clId="{ECD42228-5B96-4A72-B268-C46DF994E6B7}" dt="2024-01-30T03:49:18.969" v="85697" actId="692"/>
          <ac:cxnSpMkLst>
            <pc:docMk/>
            <pc:sldMk cId="1336996941" sldId="1148"/>
            <ac:cxnSpMk id="50" creationId="{82371F7E-94E0-B5C8-85BF-07D5104E7308}"/>
          </ac:cxnSpMkLst>
        </pc:cxnChg>
        <pc:cxnChg chg="mod">
          <ac:chgData name="Palit, Tapti" userId="dec6fbcd-7598-406a-8cbf-504d4a3bac15" providerId="ADAL" clId="{ECD42228-5B96-4A72-B268-C46DF994E6B7}" dt="2024-01-30T03:49:18.969" v="85697" actId="692"/>
          <ac:cxnSpMkLst>
            <pc:docMk/>
            <pc:sldMk cId="1336996941" sldId="1148"/>
            <ac:cxnSpMk id="53" creationId="{A9BB9D1F-0A22-BB20-A8AD-9FB257599D90}"/>
          </ac:cxnSpMkLst>
        </pc:cxnChg>
      </pc:sldChg>
      <pc:sldChg chg="addSp delSp modSp add mod modNotesTx">
        <pc:chgData name="Palit, Tapti" userId="dec6fbcd-7598-406a-8cbf-504d4a3bac15" providerId="ADAL" clId="{ECD42228-5B96-4A72-B268-C46DF994E6B7}" dt="2024-02-09T04:43:50.219" v="104495" actId="478"/>
        <pc:sldMkLst>
          <pc:docMk/>
          <pc:sldMk cId="3604379590" sldId="1149"/>
        </pc:sldMkLst>
        <pc:spChg chg="mod">
          <ac:chgData name="Palit, Tapti" userId="dec6fbcd-7598-406a-8cbf-504d4a3bac15" providerId="ADAL" clId="{ECD42228-5B96-4A72-B268-C46DF994E6B7}" dt="2024-01-30T07:08:14.956" v="90843" actId="20577"/>
          <ac:spMkLst>
            <pc:docMk/>
            <pc:sldMk cId="3604379590" sldId="1149"/>
            <ac:spMk id="5" creationId="{86FADD99-6071-9343-BD21-FF17E57C884E}"/>
          </ac:spMkLst>
        </pc:spChg>
        <pc:spChg chg="del mod">
          <ac:chgData name="Palit, Tapti" userId="dec6fbcd-7598-406a-8cbf-504d4a3bac15" providerId="ADAL" clId="{ECD42228-5B96-4A72-B268-C46DF994E6B7}" dt="2024-02-09T04:43:50.219" v="104495" actId="478"/>
          <ac:spMkLst>
            <pc:docMk/>
            <pc:sldMk cId="3604379590" sldId="1149"/>
            <ac:spMk id="7" creationId="{0A390AE2-9CE4-81EB-6315-2DE2F897D709}"/>
          </ac:spMkLst>
        </pc:spChg>
        <pc:spChg chg="mod">
          <ac:chgData name="Palit, Tapti" userId="dec6fbcd-7598-406a-8cbf-504d4a3bac15" providerId="ADAL" clId="{ECD42228-5B96-4A72-B268-C46DF994E6B7}" dt="2024-01-30T03:57:21.002" v="85893" actId="1076"/>
          <ac:spMkLst>
            <pc:docMk/>
            <pc:sldMk cId="3604379590" sldId="1149"/>
            <ac:spMk id="16" creationId="{2A187A53-E5C6-EB07-ACF3-393CD3D4AEDA}"/>
          </ac:spMkLst>
        </pc:spChg>
        <pc:cxnChg chg="add mod">
          <ac:chgData name="Palit, Tapti" userId="dec6fbcd-7598-406a-8cbf-504d4a3bac15" providerId="ADAL" clId="{ECD42228-5B96-4A72-B268-C46DF994E6B7}" dt="2024-01-30T03:57:14.242" v="85889" actId="14100"/>
          <ac:cxnSpMkLst>
            <pc:docMk/>
            <pc:sldMk cId="3604379590" sldId="1149"/>
            <ac:cxnSpMk id="2" creationId="{FCD20EF2-683E-F4A6-EF85-F3DDE871901A}"/>
          </ac:cxnSpMkLst>
        </pc:cxnChg>
        <pc:cxnChg chg="add mod">
          <ac:chgData name="Palit, Tapti" userId="dec6fbcd-7598-406a-8cbf-504d4a3bac15" providerId="ADAL" clId="{ECD42228-5B96-4A72-B268-C46DF994E6B7}" dt="2024-01-30T03:57:21.002" v="85893" actId="1076"/>
          <ac:cxnSpMkLst>
            <pc:docMk/>
            <pc:sldMk cId="3604379590" sldId="1149"/>
            <ac:cxnSpMk id="11" creationId="{34ADCB78-7E32-1294-35B5-028CB3B5795D}"/>
          </ac:cxnSpMkLst>
        </pc:cxnChg>
      </pc:sldChg>
      <pc:sldChg chg="add del">
        <pc:chgData name="Palit, Tapti" userId="dec6fbcd-7598-406a-8cbf-504d4a3bac15" providerId="ADAL" clId="{ECD42228-5B96-4A72-B268-C46DF994E6B7}" dt="2024-01-30T04:00:23.889" v="85947" actId="47"/>
        <pc:sldMkLst>
          <pc:docMk/>
          <pc:sldMk cId="2250223698" sldId="1150"/>
        </pc:sldMkLst>
      </pc:sldChg>
      <pc:sldChg chg="addSp delSp modSp add mod modNotesTx">
        <pc:chgData name="Palit, Tapti" userId="dec6fbcd-7598-406a-8cbf-504d4a3bac15" providerId="ADAL" clId="{ECD42228-5B96-4A72-B268-C46DF994E6B7}" dt="2024-02-09T04:43:52.954" v="104496" actId="478"/>
        <pc:sldMkLst>
          <pc:docMk/>
          <pc:sldMk cId="1022924109" sldId="1151"/>
        </pc:sldMkLst>
        <pc:spChg chg="mod">
          <ac:chgData name="Palit, Tapti" userId="dec6fbcd-7598-406a-8cbf-504d4a3bac15" providerId="ADAL" clId="{ECD42228-5B96-4A72-B268-C46DF994E6B7}" dt="2024-01-30T07:08:19.141" v="90844" actId="20577"/>
          <ac:spMkLst>
            <pc:docMk/>
            <pc:sldMk cId="1022924109" sldId="1151"/>
            <ac:spMk id="5" creationId="{86FADD99-6071-9343-BD21-FF17E57C884E}"/>
          </ac:spMkLst>
        </pc:spChg>
        <pc:spChg chg="del mod">
          <ac:chgData name="Palit, Tapti" userId="dec6fbcd-7598-406a-8cbf-504d4a3bac15" providerId="ADAL" clId="{ECD42228-5B96-4A72-B268-C46DF994E6B7}" dt="2024-02-09T04:43:52.954" v="104496" actId="478"/>
          <ac:spMkLst>
            <pc:docMk/>
            <pc:sldMk cId="1022924109" sldId="1151"/>
            <ac:spMk id="7" creationId="{0A390AE2-9CE4-81EB-6315-2DE2F897D709}"/>
          </ac:spMkLst>
        </pc:spChg>
        <pc:spChg chg="add mod">
          <ac:chgData name="Palit, Tapti" userId="dec6fbcd-7598-406a-8cbf-504d4a3bac15" providerId="ADAL" clId="{ECD42228-5B96-4A72-B268-C46DF994E6B7}" dt="2024-01-30T04:00:33.266" v="85948"/>
          <ac:spMkLst>
            <pc:docMk/>
            <pc:sldMk cId="1022924109" sldId="1151"/>
            <ac:spMk id="10" creationId="{27ED32C9-ECA0-16AC-6493-AC4E95EDB377}"/>
          </ac:spMkLst>
        </pc:spChg>
        <pc:spChg chg="add del">
          <ac:chgData name="Palit, Tapti" userId="dec6fbcd-7598-406a-8cbf-504d4a3bac15" providerId="ADAL" clId="{ECD42228-5B96-4A72-B268-C46DF994E6B7}" dt="2024-01-30T04:06:24.794" v="85990" actId="22"/>
          <ac:spMkLst>
            <pc:docMk/>
            <pc:sldMk cId="1022924109" sldId="1151"/>
            <ac:spMk id="19" creationId="{F0A2B9AC-1777-E3A1-9E34-4FCF67924366}"/>
          </ac:spMkLst>
        </pc:spChg>
        <pc:cxnChg chg="add mod">
          <ac:chgData name="Palit, Tapti" userId="dec6fbcd-7598-406a-8cbf-504d4a3bac15" providerId="ADAL" clId="{ECD42228-5B96-4A72-B268-C46DF994E6B7}" dt="2024-01-30T03:57:42.906" v="85899" actId="14100"/>
          <ac:cxnSpMkLst>
            <pc:docMk/>
            <pc:sldMk cId="1022924109" sldId="1151"/>
            <ac:cxnSpMk id="6" creationId="{6A83AC85-26A8-F15B-1CA0-C03623E12430}"/>
          </ac:cxnSpMkLst>
        </pc:cxnChg>
      </pc:sldChg>
      <pc:sldChg chg="addSp delSp modSp add mod modClrScheme chgLayout modNotesTx">
        <pc:chgData name="Palit, Tapti" userId="dec6fbcd-7598-406a-8cbf-504d4a3bac15" providerId="ADAL" clId="{ECD42228-5B96-4A72-B268-C46DF994E6B7}" dt="2024-02-09T04:43:54.800" v="104497" actId="478"/>
        <pc:sldMkLst>
          <pc:docMk/>
          <pc:sldMk cId="3138492196" sldId="1152"/>
        </pc:sldMkLst>
        <pc:spChg chg="mod ord">
          <ac:chgData name="Palit, Tapti" userId="dec6fbcd-7598-406a-8cbf-504d4a3bac15" providerId="ADAL" clId="{ECD42228-5B96-4A72-B268-C46DF994E6B7}" dt="2024-01-30T04:01:20.564" v="85952" actId="700"/>
          <ac:spMkLst>
            <pc:docMk/>
            <pc:sldMk cId="3138492196" sldId="1152"/>
            <ac:spMk id="3" creationId="{0F8FF57D-D875-4CA5-B98A-04F4C751036F}"/>
          </ac:spMkLst>
        </pc:spChg>
        <pc:spChg chg="mod ord">
          <ac:chgData name="Palit, Tapti" userId="dec6fbcd-7598-406a-8cbf-504d4a3bac15" providerId="ADAL" clId="{ECD42228-5B96-4A72-B268-C46DF994E6B7}" dt="2024-01-30T04:01:20.564" v="85952" actId="700"/>
          <ac:spMkLst>
            <pc:docMk/>
            <pc:sldMk cId="3138492196" sldId="1152"/>
            <ac:spMk id="4" creationId="{2DEA5A56-8434-DA40-4D8A-E89B5235768A}"/>
          </ac:spMkLst>
        </pc:spChg>
        <pc:spChg chg="mod">
          <ac:chgData name="Palit, Tapti" userId="dec6fbcd-7598-406a-8cbf-504d4a3bac15" providerId="ADAL" clId="{ECD42228-5B96-4A72-B268-C46DF994E6B7}" dt="2024-01-30T07:08:23.632" v="90845" actId="20577"/>
          <ac:spMkLst>
            <pc:docMk/>
            <pc:sldMk cId="3138492196" sldId="1152"/>
            <ac:spMk id="5" creationId="{86FADD99-6071-9343-BD21-FF17E57C884E}"/>
          </ac:spMkLst>
        </pc:spChg>
        <pc:spChg chg="del mod">
          <ac:chgData name="Palit, Tapti" userId="dec6fbcd-7598-406a-8cbf-504d4a3bac15" providerId="ADAL" clId="{ECD42228-5B96-4A72-B268-C46DF994E6B7}" dt="2024-02-09T04:43:54.800" v="104497" actId="478"/>
          <ac:spMkLst>
            <pc:docMk/>
            <pc:sldMk cId="3138492196" sldId="1152"/>
            <ac:spMk id="7" creationId="{0A390AE2-9CE4-81EB-6315-2DE2F897D709}"/>
          </ac:spMkLst>
        </pc:spChg>
        <pc:spChg chg="mod">
          <ac:chgData name="Palit, Tapti" userId="dec6fbcd-7598-406a-8cbf-504d4a3bac15" providerId="ADAL" clId="{ECD42228-5B96-4A72-B268-C46DF994E6B7}" dt="2024-02-07T03:55:05.813" v="100052" actId="1076"/>
          <ac:spMkLst>
            <pc:docMk/>
            <pc:sldMk cId="3138492196" sldId="1152"/>
            <ac:spMk id="19" creationId="{A6E0C782-E7DF-6D22-DBB7-35BA8437D16E}"/>
          </ac:spMkLst>
        </pc:spChg>
        <pc:spChg chg="mod">
          <ac:chgData name="Palit, Tapti" userId="dec6fbcd-7598-406a-8cbf-504d4a3bac15" providerId="ADAL" clId="{ECD42228-5B96-4A72-B268-C46DF994E6B7}" dt="2024-02-07T03:55:05.097" v="100051" actId="1076"/>
          <ac:spMkLst>
            <pc:docMk/>
            <pc:sldMk cId="3138492196" sldId="1152"/>
            <ac:spMk id="41" creationId="{A8B142F7-1165-19DA-94A7-8648FB5A0396}"/>
          </ac:spMkLst>
        </pc:spChg>
        <pc:spChg chg="add mod">
          <ac:chgData name="Palit, Tapti" userId="dec6fbcd-7598-406a-8cbf-504d4a3bac15" providerId="ADAL" clId="{ECD42228-5B96-4A72-B268-C46DF994E6B7}" dt="2024-01-30T04:00:35.667" v="85949"/>
          <ac:spMkLst>
            <pc:docMk/>
            <pc:sldMk cId="3138492196" sldId="1152"/>
            <ac:spMk id="52" creationId="{1B8ECE4D-4DE5-5574-810B-C25B6FB8B1F3}"/>
          </ac:spMkLst>
        </pc:spChg>
        <pc:spChg chg="add mod">
          <ac:chgData name="Palit, Tapti" userId="dec6fbcd-7598-406a-8cbf-504d4a3bac15" providerId="ADAL" clId="{ECD42228-5B96-4A72-B268-C46DF994E6B7}" dt="2024-01-30T04:00:57.882" v="85951" actId="1076"/>
          <ac:spMkLst>
            <pc:docMk/>
            <pc:sldMk cId="3138492196" sldId="1152"/>
            <ac:spMk id="53" creationId="{17196389-9AE0-F089-FC74-A1209B1893CF}"/>
          </ac:spMkLst>
        </pc:spChg>
        <pc:spChg chg="add del mod ord">
          <ac:chgData name="Palit, Tapti" userId="dec6fbcd-7598-406a-8cbf-504d4a3bac15" providerId="ADAL" clId="{ECD42228-5B96-4A72-B268-C46DF994E6B7}" dt="2024-01-30T04:01:33.910" v="85956" actId="478"/>
          <ac:spMkLst>
            <pc:docMk/>
            <pc:sldMk cId="3138492196" sldId="1152"/>
            <ac:spMk id="54" creationId="{A671E7C2-42A8-E4F5-DCC0-835FF8AE2AEC}"/>
          </ac:spMkLst>
        </pc:spChg>
        <pc:spChg chg="add mod ord">
          <ac:chgData name="Palit, Tapti" userId="dec6fbcd-7598-406a-8cbf-504d4a3bac15" providerId="ADAL" clId="{ECD42228-5B96-4A72-B268-C46DF994E6B7}" dt="2024-01-30T04:01:27.052" v="85955" actId="20577"/>
          <ac:spMkLst>
            <pc:docMk/>
            <pc:sldMk cId="3138492196" sldId="1152"/>
            <ac:spMk id="55" creationId="{2DBDD754-B4C6-5A18-3340-21B65C62D251}"/>
          </ac:spMkLst>
        </pc:spChg>
        <pc:cxnChg chg="add mod">
          <ac:chgData name="Palit, Tapti" userId="dec6fbcd-7598-406a-8cbf-504d4a3bac15" providerId="ADAL" clId="{ECD42228-5B96-4A72-B268-C46DF994E6B7}" dt="2024-01-30T03:58:01.672" v="85903" actId="14100"/>
          <ac:cxnSpMkLst>
            <pc:docMk/>
            <pc:sldMk cId="3138492196" sldId="1152"/>
            <ac:cxnSpMk id="10" creationId="{A466FFF3-2D83-9C5F-C7A7-73CCB1E96766}"/>
          </ac:cxnSpMkLst>
        </pc:cxnChg>
        <pc:cxnChg chg="add mod">
          <ac:chgData name="Palit, Tapti" userId="dec6fbcd-7598-406a-8cbf-504d4a3bac15" providerId="ADAL" clId="{ECD42228-5B96-4A72-B268-C46DF994E6B7}" dt="2024-01-30T03:58:53.362" v="85922" actId="14100"/>
          <ac:cxnSpMkLst>
            <pc:docMk/>
            <pc:sldMk cId="3138492196" sldId="1152"/>
            <ac:cxnSpMk id="14" creationId="{130FE503-7A81-ECB4-3A67-23F55AB93FD8}"/>
          </ac:cxnSpMkLst>
        </pc:cxnChg>
        <pc:cxnChg chg="add mod">
          <ac:chgData name="Palit, Tapti" userId="dec6fbcd-7598-406a-8cbf-504d4a3bac15" providerId="ADAL" clId="{ECD42228-5B96-4A72-B268-C46DF994E6B7}" dt="2024-01-30T03:58:09.593" v="85906" actId="14100"/>
          <ac:cxnSpMkLst>
            <pc:docMk/>
            <pc:sldMk cId="3138492196" sldId="1152"/>
            <ac:cxnSpMk id="21" creationId="{A041E1F3-C83B-6206-B97D-832D5B6865D0}"/>
          </ac:cxnSpMkLst>
        </pc:cxnChg>
        <pc:cxnChg chg="add mod">
          <ac:chgData name="Palit, Tapti" userId="dec6fbcd-7598-406a-8cbf-504d4a3bac15" providerId="ADAL" clId="{ECD42228-5B96-4A72-B268-C46DF994E6B7}" dt="2024-01-30T03:58:15.002" v="85909" actId="14100"/>
          <ac:cxnSpMkLst>
            <pc:docMk/>
            <pc:sldMk cId="3138492196" sldId="1152"/>
            <ac:cxnSpMk id="25" creationId="{006A2470-4139-2556-40B3-0DE6B95985E7}"/>
          </ac:cxnSpMkLst>
        </pc:cxnChg>
        <pc:cxnChg chg="add mod">
          <ac:chgData name="Palit, Tapti" userId="dec6fbcd-7598-406a-8cbf-504d4a3bac15" providerId="ADAL" clId="{ECD42228-5B96-4A72-B268-C46DF994E6B7}" dt="2024-01-30T03:59:02.294" v="85925" actId="14100"/>
          <ac:cxnSpMkLst>
            <pc:docMk/>
            <pc:sldMk cId="3138492196" sldId="1152"/>
            <ac:cxnSpMk id="26" creationId="{506C9240-5C85-138C-9BA3-C52D157E0997}"/>
          </ac:cxnSpMkLst>
        </pc:cxnChg>
        <pc:cxnChg chg="add mod">
          <ac:chgData name="Palit, Tapti" userId="dec6fbcd-7598-406a-8cbf-504d4a3bac15" providerId="ADAL" clId="{ECD42228-5B96-4A72-B268-C46DF994E6B7}" dt="2024-01-30T03:58:20.032" v="85912" actId="14100"/>
          <ac:cxnSpMkLst>
            <pc:docMk/>
            <pc:sldMk cId="3138492196" sldId="1152"/>
            <ac:cxnSpMk id="28" creationId="{CFBE385A-1C90-687B-9ED9-9AAD22174ACE}"/>
          </ac:cxnSpMkLst>
        </pc:cxnChg>
        <pc:cxnChg chg="add mod">
          <ac:chgData name="Palit, Tapti" userId="dec6fbcd-7598-406a-8cbf-504d4a3bac15" providerId="ADAL" clId="{ECD42228-5B96-4A72-B268-C46DF994E6B7}" dt="2024-01-30T03:59:20.192" v="85931" actId="14100"/>
          <ac:cxnSpMkLst>
            <pc:docMk/>
            <pc:sldMk cId="3138492196" sldId="1152"/>
            <ac:cxnSpMk id="30" creationId="{A6D6C83C-E0F0-AFAA-EFC9-8715489C3EA9}"/>
          </ac:cxnSpMkLst>
        </pc:cxnChg>
        <pc:cxnChg chg="add mod">
          <ac:chgData name="Palit, Tapti" userId="dec6fbcd-7598-406a-8cbf-504d4a3bac15" providerId="ADAL" clId="{ECD42228-5B96-4A72-B268-C46DF994E6B7}" dt="2024-01-30T03:58:24.702" v="85915" actId="14100"/>
          <ac:cxnSpMkLst>
            <pc:docMk/>
            <pc:sldMk cId="3138492196" sldId="1152"/>
            <ac:cxnSpMk id="31" creationId="{0FF023DE-D8C8-1DD9-95A7-3734144FC31A}"/>
          </ac:cxnSpMkLst>
        </pc:cxnChg>
        <pc:cxnChg chg="add mod">
          <ac:chgData name="Palit, Tapti" userId="dec6fbcd-7598-406a-8cbf-504d4a3bac15" providerId="ADAL" clId="{ECD42228-5B96-4A72-B268-C46DF994E6B7}" dt="2024-01-30T03:58:30.316" v="85918" actId="14100"/>
          <ac:cxnSpMkLst>
            <pc:docMk/>
            <pc:sldMk cId="3138492196" sldId="1152"/>
            <ac:cxnSpMk id="34" creationId="{E5E111F1-DFFF-2F07-20F0-294C45A9881C}"/>
          </ac:cxnSpMkLst>
        </pc:cxnChg>
        <pc:cxnChg chg="add mod">
          <ac:chgData name="Palit, Tapti" userId="dec6fbcd-7598-406a-8cbf-504d4a3bac15" providerId="ADAL" clId="{ECD42228-5B96-4A72-B268-C46DF994E6B7}" dt="2024-01-30T03:59:30.938" v="85936" actId="14100"/>
          <ac:cxnSpMkLst>
            <pc:docMk/>
            <pc:sldMk cId="3138492196" sldId="1152"/>
            <ac:cxnSpMk id="38" creationId="{F0BD4461-543F-1ABB-9BE6-D6301792213E}"/>
          </ac:cxnSpMkLst>
        </pc:cxnChg>
        <pc:cxnChg chg="add mod">
          <ac:chgData name="Palit, Tapti" userId="dec6fbcd-7598-406a-8cbf-504d4a3bac15" providerId="ADAL" clId="{ECD42228-5B96-4A72-B268-C46DF994E6B7}" dt="2024-01-30T03:59:51.602" v="85939" actId="14100"/>
          <ac:cxnSpMkLst>
            <pc:docMk/>
            <pc:sldMk cId="3138492196" sldId="1152"/>
            <ac:cxnSpMk id="43" creationId="{243342FF-E3B7-2D15-BC6A-093054D329BB}"/>
          </ac:cxnSpMkLst>
        </pc:cxnChg>
        <pc:cxnChg chg="add mod">
          <ac:chgData name="Palit, Tapti" userId="dec6fbcd-7598-406a-8cbf-504d4a3bac15" providerId="ADAL" clId="{ECD42228-5B96-4A72-B268-C46DF994E6B7}" dt="2024-01-30T03:59:56.712" v="85942" actId="14100"/>
          <ac:cxnSpMkLst>
            <pc:docMk/>
            <pc:sldMk cId="3138492196" sldId="1152"/>
            <ac:cxnSpMk id="46" creationId="{ED31FCE2-956E-71FB-468A-90BCFE3BA071}"/>
          </ac:cxnSpMkLst>
        </pc:cxnChg>
        <pc:cxnChg chg="add del mod">
          <ac:chgData name="Palit, Tapti" userId="dec6fbcd-7598-406a-8cbf-504d4a3bac15" providerId="ADAL" clId="{ECD42228-5B96-4A72-B268-C46DF994E6B7}" dt="2024-01-30T04:00:05.062" v="85946" actId="478"/>
          <ac:cxnSpMkLst>
            <pc:docMk/>
            <pc:sldMk cId="3138492196" sldId="1152"/>
            <ac:cxnSpMk id="49" creationId="{B731F2D6-7876-8A33-F482-E1B046701B00}"/>
          </ac:cxnSpMkLst>
        </pc:cxnChg>
      </pc:sldChg>
      <pc:sldChg chg="addSp delSp modSp add mod modNotesTx">
        <pc:chgData name="Palit, Tapti" userId="dec6fbcd-7598-406a-8cbf-504d4a3bac15" providerId="ADAL" clId="{ECD42228-5B96-4A72-B268-C46DF994E6B7}" dt="2024-03-10T16:33:13.010" v="116261" actId="20577"/>
        <pc:sldMkLst>
          <pc:docMk/>
          <pc:sldMk cId="1291000996" sldId="1153"/>
        </pc:sldMkLst>
        <pc:spChg chg="add mod">
          <ac:chgData name="Palit, Tapti" userId="dec6fbcd-7598-406a-8cbf-504d4a3bac15" providerId="ADAL" clId="{ECD42228-5B96-4A72-B268-C46DF994E6B7}" dt="2024-03-10T16:33:13.010" v="116261" actId="20577"/>
          <ac:spMkLst>
            <pc:docMk/>
            <pc:sldMk cId="1291000996" sldId="1153"/>
            <ac:spMk id="2" creationId="{500630C7-2227-DC45-BEE2-32CD414EC231}"/>
          </ac:spMkLst>
        </pc:spChg>
        <pc:spChg chg="mod">
          <ac:chgData name="Palit, Tapti" userId="dec6fbcd-7598-406a-8cbf-504d4a3bac15" providerId="ADAL" clId="{ECD42228-5B96-4A72-B268-C46DF994E6B7}" dt="2024-01-30T04:01:57.471" v="85958"/>
          <ac:spMkLst>
            <pc:docMk/>
            <pc:sldMk cId="1291000996" sldId="1153"/>
            <ac:spMk id="3" creationId="{0F8FF57D-D875-4CA5-B98A-04F4C751036F}"/>
          </ac:spMkLst>
        </pc:spChg>
        <pc:spChg chg="mod">
          <ac:chgData name="Palit, Tapti" userId="dec6fbcd-7598-406a-8cbf-504d4a3bac15" providerId="ADAL" clId="{ECD42228-5B96-4A72-B268-C46DF994E6B7}" dt="2024-01-30T07:08:34.274" v="90847" actId="20577"/>
          <ac:spMkLst>
            <pc:docMk/>
            <pc:sldMk cId="1291000996" sldId="1153"/>
            <ac:spMk id="5" creationId="{86FADD99-6071-9343-BD21-FF17E57C884E}"/>
          </ac:spMkLst>
        </pc:spChg>
        <pc:spChg chg="del mod">
          <ac:chgData name="Palit, Tapti" userId="dec6fbcd-7598-406a-8cbf-504d4a3bac15" providerId="ADAL" clId="{ECD42228-5B96-4A72-B268-C46DF994E6B7}" dt="2024-02-09T04:44:02.008" v="104499" actId="478"/>
          <ac:spMkLst>
            <pc:docMk/>
            <pc:sldMk cId="1291000996" sldId="1153"/>
            <ac:spMk id="7" creationId="{0A390AE2-9CE4-81EB-6315-2DE2F897D709}"/>
          </ac:spMkLst>
        </pc:spChg>
        <pc:spChg chg="add del mod">
          <ac:chgData name="Palit, Tapti" userId="dec6fbcd-7598-406a-8cbf-504d4a3bac15" providerId="ADAL" clId="{ECD42228-5B96-4A72-B268-C46DF994E6B7}" dt="2024-03-10T16:32:44.325" v="116258" actId="478"/>
          <ac:spMkLst>
            <pc:docMk/>
            <pc:sldMk cId="1291000996" sldId="1153"/>
            <ac:spMk id="19" creationId="{FCCDFF5A-54E8-B4B6-CE17-53EB0FB6D9E7}"/>
          </ac:spMkLst>
        </pc:spChg>
        <pc:spChg chg="add mod">
          <ac:chgData name="Palit, Tapti" userId="dec6fbcd-7598-406a-8cbf-504d4a3bac15" providerId="ADAL" clId="{ECD42228-5B96-4A72-B268-C46DF994E6B7}" dt="2024-02-09T04:59:26.424" v="104553" actId="20577"/>
          <ac:spMkLst>
            <pc:docMk/>
            <pc:sldMk cId="1291000996" sldId="1153"/>
            <ac:spMk id="23" creationId="{3D5AE9AF-6133-C3F6-759D-BF67265BEF15}"/>
          </ac:spMkLst>
        </pc:spChg>
        <pc:spChg chg="mod">
          <ac:chgData name="Palit, Tapti" userId="dec6fbcd-7598-406a-8cbf-504d4a3bac15" providerId="ADAL" clId="{ECD42228-5B96-4A72-B268-C46DF994E6B7}" dt="2024-01-30T16:59:36.802" v="93488" actId="20577"/>
          <ac:spMkLst>
            <pc:docMk/>
            <pc:sldMk cId="1291000996" sldId="1153"/>
            <ac:spMk id="55" creationId="{2DBDD754-B4C6-5A18-3340-21B65C62D251}"/>
          </ac:spMkLst>
        </pc:spChg>
        <pc:cxnChg chg="del mod">
          <ac:chgData name="Palit, Tapti" userId="dec6fbcd-7598-406a-8cbf-504d4a3bac15" providerId="ADAL" clId="{ECD42228-5B96-4A72-B268-C46DF994E6B7}" dt="2024-01-30T04:03:55.352" v="85975" actId="478"/>
          <ac:cxnSpMkLst>
            <pc:docMk/>
            <pc:sldMk cId="1291000996" sldId="1153"/>
            <ac:cxnSpMk id="10" creationId="{A466FFF3-2D83-9C5F-C7A7-73CCB1E96766}"/>
          </ac:cxnSpMkLst>
        </pc:cxnChg>
        <pc:cxnChg chg="del mod">
          <ac:chgData name="Palit, Tapti" userId="dec6fbcd-7598-406a-8cbf-504d4a3bac15" providerId="ADAL" clId="{ECD42228-5B96-4A72-B268-C46DF994E6B7}" dt="2024-01-30T04:04:01.637" v="85978" actId="478"/>
          <ac:cxnSpMkLst>
            <pc:docMk/>
            <pc:sldMk cId="1291000996" sldId="1153"/>
            <ac:cxnSpMk id="14" creationId="{130FE503-7A81-ECB4-3A67-23F55AB93FD8}"/>
          </ac:cxnSpMkLst>
        </pc:cxnChg>
        <pc:cxnChg chg="del mod">
          <ac:chgData name="Palit, Tapti" userId="dec6fbcd-7598-406a-8cbf-504d4a3bac15" providerId="ADAL" clId="{ECD42228-5B96-4A72-B268-C46DF994E6B7}" dt="2024-01-30T04:03:53.182" v="85974" actId="478"/>
          <ac:cxnSpMkLst>
            <pc:docMk/>
            <pc:sldMk cId="1291000996" sldId="1153"/>
            <ac:cxnSpMk id="21" creationId="{A041E1F3-C83B-6206-B97D-832D5B6865D0}"/>
          </ac:cxnSpMkLst>
        </pc:cxnChg>
        <pc:cxnChg chg="add mod">
          <ac:chgData name="Palit, Tapti" userId="dec6fbcd-7598-406a-8cbf-504d4a3bac15" providerId="ADAL" clId="{ECD42228-5B96-4A72-B268-C46DF994E6B7}" dt="2024-01-30T04:04:26.498" v="85983" actId="14100"/>
          <ac:cxnSpMkLst>
            <pc:docMk/>
            <pc:sldMk cId="1291000996" sldId="1153"/>
            <ac:cxnSpMk id="24" creationId="{9E8F7314-AF85-926A-AD53-FF29B64BE6FC}"/>
          </ac:cxnSpMkLst>
        </pc:cxnChg>
        <pc:cxnChg chg="add del mod">
          <ac:chgData name="Palit, Tapti" userId="dec6fbcd-7598-406a-8cbf-504d4a3bac15" providerId="ADAL" clId="{ECD42228-5B96-4A72-B268-C46DF994E6B7}" dt="2024-01-30T04:03:49.122" v="85972" actId="478"/>
          <ac:cxnSpMkLst>
            <pc:docMk/>
            <pc:sldMk cId="1291000996" sldId="1153"/>
            <ac:cxnSpMk id="25" creationId="{006A2470-4139-2556-40B3-0DE6B95985E7}"/>
          </ac:cxnSpMkLst>
        </pc:cxnChg>
        <pc:cxnChg chg="add del mod">
          <ac:chgData name="Palit, Tapti" userId="dec6fbcd-7598-406a-8cbf-504d4a3bac15" providerId="ADAL" clId="{ECD42228-5B96-4A72-B268-C46DF994E6B7}" dt="2024-01-30T04:03:47.342" v="85971" actId="478"/>
          <ac:cxnSpMkLst>
            <pc:docMk/>
            <pc:sldMk cId="1291000996" sldId="1153"/>
            <ac:cxnSpMk id="26" creationId="{506C9240-5C85-138C-9BA3-C52D157E0997}"/>
          </ac:cxnSpMkLst>
        </pc:cxnChg>
        <pc:cxnChg chg="add del mod">
          <ac:chgData name="Palit, Tapti" userId="dec6fbcd-7598-406a-8cbf-504d4a3bac15" providerId="ADAL" clId="{ECD42228-5B96-4A72-B268-C46DF994E6B7}" dt="2024-01-30T04:03:44.956" v="85970" actId="478"/>
          <ac:cxnSpMkLst>
            <pc:docMk/>
            <pc:sldMk cId="1291000996" sldId="1153"/>
            <ac:cxnSpMk id="28" creationId="{CFBE385A-1C90-687B-9ED9-9AAD22174ACE}"/>
          </ac:cxnSpMkLst>
        </pc:cxnChg>
        <pc:cxnChg chg="add del mod">
          <ac:chgData name="Palit, Tapti" userId="dec6fbcd-7598-406a-8cbf-504d4a3bac15" providerId="ADAL" clId="{ECD42228-5B96-4A72-B268-C46DF994E6B7}" dt="2024-01-30T04:03:44.956" v="85970" actId="478"/>
          <ac:cxnSpMkLst>
            <pc:docMk/>
            <pc:sldMk cId="1291000996" sldId="1153"/>
            <ac:cxnSpMk id="30" creationId="{A6D6C83C-E0F0-AFAA-EFC9-8715489C3EA9}"/>
          </ac:cxnSpMkLst>
        </pc:cxnChg>
        <pc:cxnChg chg="add del mod">
          <ac:chgData name="Palit, Tapti" userId="dec6fbcd-7598-406a-8cbf-504d4a3bac15" providerId="ADAL" clId="{ECD42228-5B96-4A72-B268-C46DF994E6B7}" dt="2024-01-30T04:03:44.956" v="85970" actId="478"/>
          <ac:cxnSpMkLst>
            <pc:docMk/>
            <pc:sldMk cId="1291000996" sldId="1153"/>
            <ac:cxnSpMk id="31" creationId="{0FF023DE-D8C8-1DD9-95A7-3734144FC31A}"/>
          </ac:cxnSpMkLst>
        </pc:cxnChg>
        <pc:cxnChg chg="del mod">
          <ac:chgData name="Palit, Tapti" userId="dec6fbcd-7598-406a-8cbf-504d4a3bac15" providerId="ADAL" clId="{ECD42228-5B96-4A72-B268-C46DF994E6B7}" dt="2024-01-30T04:03:59.954" v="85977" actId="478"/>
          <ac:cxnSpMkLst>
            <pc:docMk/>
            <pc:sldMk cId="1291000996" sldId="1153"/>
            <ac:cxnSpMk id="34" creationId="{E5E111F1-DFFF-2F07-20F0-294C45A9881C}"/>
          </ac:cxnSpMkLst>
        </pc:cxnChg>
        <pc:cxnChg chg="del mod">
          <ac:chgData name="Palit, Tapti" userId="dec6fbcd-7598-406a-8cbf-504d4a3bac15" providerId="ADAL" clId="{ECD42228-5B96-4A72-B268-C46DF994E6B7}" dt="2024-01-30T04:04:03.672" v="85979" actId="478"/>
          <ac:cxnSpMkLst>
            <pc:docMk/>
            <pc:sldMk cId="1291000996" sldId="1153"/>
            <ac:cxnSpMk id="38" creationId="{F0BD4461-543F-1ABB-9BE6-D6301792213E}"/>
          </ac:cxnSpMkLst>
        </pc:cxnChg>
        <pc:cxnChg chg="del mod">
          <ac:chgData name="Palit, Tapti" userId="dec6fbcd-7598-406a-8cbf-504d4a3bac15" providerId="ADAL" clId="{ECD42228-5B96-4A72-B268-C46DF994E6B7}" dt="2024-01-30T04:03:51.192" v="85973" actId="478"/>
          <ac:cxnSpMkLst>
            <pc:docMk/>
            <pc:sldMk cId="1291000996" sldId="1153"/>
            <ac:cxnSpMk id="43" creationId="{243342FF-E3B7-2D15-BC6A-093054D329BB}"/>
          </ac:cxnSpMkLst>
        </pc:cxnChg>
        <pc:cxnChg chg="del mod">
          <ac:chgData name="Palit, Tapti" userId="dec6fbcd-7598-406a-8cbf-504d4a3bac15" providerId="ADAL" clId="{ECD42228-5B96-4A72-B268-C46DF994E6B7}" dt="2024-01-30T04:03:58.152" v="85976" actId="478"/>
          <ac:cxnSpMkLst>
            <pc:docMk/>
            <pc:sldMk cId="1291000996" sldId="1153"/>
            <ac:cxnSpMk id="46" creationId="{ED31FCE2-956E-71FB-468A-90BCFE3BA071}"/>
          </ac:cxnSpMkLst>
        </pc:cxnChg>
      </pc:sldChg>
      <pc:sldChg chg="addSp modSp add del mod modNotesTx">
        <pc:chgData name="Palit, Tapti" userId="dec6fbcd-7598-406a-8cbf-504d4a3bac15" providerId="ADAL" clId="{ECD42228-5B96-4A72-B268-C46DF994E6B7}" dt="2024-01-30T15:39:41.735" v="91800" actId="47"/>
        <pc:sldMkLst>
          <pc:docMk/>
          <pc:sldMk cId="1268103033" sldId="1154"/>
        </pc:sldMkLst>
        <pc:spChg chg="mod">
          <ac:chgData name="Palit, Tapti" userId="dec6fbcd-7598-406a-8cbf-504d4a3bac15" providerId="ADAL" clId="{ECD42228-5B96-4A72-B268-C46DF994E6B7}" dt="2024-01-30T04:05:05.661" v="85985"/>
          <ac:spMkLst>
            <pc:docMk/>
            <pc:sldMk cId="1268103033" sldId="1154"/>
            <ac:spMk id="3" creationId="{0F8FF57D-D875-4CA5-B98A-04F4C751036F}"/>
          </ac:spMkLst>
        </pc:spChg>
        <pc:spChg chg="mod">
          <ac:chgData name="Palit, Tapti" userId="dec6fbcd-7598-406a-8cbf-504d4a3bac15" providerId="ADAL" clId="{ECD42228-5B96-4A72-B268-C46DF994E6B7}" dt="2024-01-30T07:08:29.191" v="90846" actId="20577"/>
          <ac:spMkLst>
            <pc:docMk/>
            <pc:sldMk cId="1268103033" sldId="1154"/>
            <ac:spMk id="5" creationId="{86FADD99-6071-9343-BD21-FF17E57C884E}"/>
          </ac:spMkLst>
        </pc:spChg>
        <pc:spChg chg="add mod">
          <ac:chgData name="Palit, Tapti" userId="dec6fbcd-7598-406a-8cbf-504d4a3bac15" providerId="ADAL" clId="{ECD42228-5B96-4A72-B268-C46DF994E6B7}" dt="2024-01-30T04:05:10.082" v="85986"/>
          <ac:spMkLst>
            <pc:docMk/>
            <pc:sldMk cId="1268103033" sldId="1154"/>
            <ac:spMk id="19" creationId="{0B7E0636-DF99-4CDF-60A9-38FABF41E0A2}"/>
          </ac:spMkLst>
        </pc:spChg>
        <pc:spChg chg="add mod">
          <ac:chgData name="Palit, Tapti" userId="dec6fbcd-7598-406a-8cbf-504d4a3bac15" providerId="ADAL" clId="{ECD42228-5B96-4A72-B268-C46DF994E6B7}" dt="2024-01-30T04:05:14.662" v="85987"/>
          <ac:spMkLst>
            <pc:docMk/>
            <pc:sldMk cId="1268103033" sldId="1154"/>
            <ac:spMk id="23" creationId="{90DD51C7-2BA2-B217-5CC8-E0D5449F21AF}"/>
          </ac:spMkLst>
        </pc:spChg>
      </pc:sldChg>
      <pc:sldChg chg="addSp delSp modSp add mod modNotesTx">
        <pc:chgData name="Palit, Tapti" userId="dec6fbcd-7598-406a-8cbf-504d4a3bac15" providerId="ADAL" clId="{ECD42228-5B96-4A72-B268-C46DF994E6B7}" dt="2024-02-09T20:14:47.511" v="108780" actId="20577"/>
        <pc:sldMkLst>
          <pc:docMk/>
          <pc:sldMk cId="4113520126" sldId="1155"/>
        </pc:sldMkLst>
        <pc:spChg chg="mod">
          <ac:chgData name="Palit, Tapti" userId="dec6fbcd-7598-406a-8cbf-504d4a3bac15" providerId="ADAL" clId="{ECD42228-5B96-4A72-B268-C46DF994E6B7}" dt="2024-02-07T03:56:39.632" v="100091" actId="20577"/>
          <ac:spMkLst>
            <pc:docMk/>
            <pc:sldMk cId="4113520126" sldId="1155"/>
            <ac:spMk id="3" creationId="{0F8FF57D-D875-4CA5-B98A-04F4C751036F}"/>
          </ac:spMkLst>
        </pc:spChg>
        <pc:spChg chg="mod">
          <ac:chgData name="Palit, Tapti" userId="dec6fbcd-7598-406a-8cbf-504d4a3bac15" providerId="ADAL" clId="{ECD42228-5B96-4A72-B268-C46DF994E6B7}" dt="2024-01-30T07:08:40.828" v="90848" actId="20577"/>
          <ac:spMkLst>
            <pc:docMk/>
            <pc:sldMk cId="4113520126" sldId="1155"/>
            <ac:spMk id="5" creationId="{86FADD99-6071-9343-BD21-FF17E57C884E}"/>
          </ac:spMkLst>
        </pc:spChg>
        <pc:spChg chg="del mod">
          <ac:chgData name="Palit, Tapti" userId="dec6fbcd-7598-406a-8cbf-504d4a3bac15" providerId="ADAL" clId="{ECD42228-5B96-4A72-B268-C46DF994E6B7}" dt="2024-02-08T20:45:56.260" v="100693" actId="478"/>
          <ac:spMkLst>
            <pc:docMk/>
            <pc:sldMk cId="4113520126" sldId="1155"/>
            <ac:spMk id="7" creationId="{0A390AE2-9CE4-81EB-6315-2DE2F897D709}"/>
          </ac:spMkLst>
        </pc:spChg>
        <pc:spChg chg="add mod">
          <ac:chgData name="Palit, Tapti" userId="dec6fbcd-7598-406a-8cbf-504d4a3bac15" providerId="ADAL" clId="{ECD42228-5B96-4A72-B268-C46DF994E6B7}" dt="2024-02-09T20:14:47.511" v="108780" actId="20577"/>
          <ac:spMkLst>
            <pc:docMk/>
            <pc:sldMk cId="4113520126" sldId="1155"/>
            <ac:spMk id="10" creationId="{94B11A85-0CE3-793F-FA51-C1857E5F3516}"/>
          </ac:spMkLst>
        </pc:spChg>
        <pc:spChg chg="add mod">
          <ac:chgData name="Palit, Tapti" userId="dec6fbcd-7598-406a-8cbf-504d4a3bac15" providerId="ADAL" clId="{ECD42228-5B96-4A72-B268-C46DF994E6B7}" dt="2024-02-07T03:57:38.986" v="100093" actId="1076"/>
          <ac:spMkLst>
            <pc:docMk/>
            <pc:sldMk cId="4113520126" sldId="1155"/>
            <ac:spMk id="14" creationId="{65788183-649C-BC2E-9577-0FBF9A39B2C7}"/>
          </ac:spMkLst>
        </pc:spChg>
        <pc:spChg chg="del">
          <ac:chgData name="Palit, Tapti" userId="dec6fbcd-7598-406a-8cbf-504d4a3bac15" providerId="ADAL" clId="{ECD42228-5B96-4A72-B268-C46DF994E6B7}" dt="2024-01-30T04:08:11.473" v="86014" actId="478"/>
          <ac:spMkLst>
            <pc:docMk/>
            <pc:sldMk cId="4113520126" sldId="1155"/>
            <ac:spMk id="19" creationId="{FCCDFF5A-54E8-B4B6-CE17-53EB0FB6D9E7}"/>
          </ac:spMkLst>
        </pc:spChg>
        <pc:spChg chg="del">
          <ac:chgData name="Palit, Tapti" userId="dec6fbcd-7598-406a-8cbf-504d4a3bac15" providerId="ADAL" clId="{ECD42228-5B96-4A72-B268-C46DF994E6B7}" dt="2024-01-30T04:08:21.725" v="86016" actId="478"/>
          <ac:spMkLst>
            <pc:docMk/>
            <pc:sldMk cId="4113520126" sldId="1155"/>
            <ac:spMk id="23" creationId="{3D5AE9AF-6133-C3F6-759D-BF67265BEF15}"/>
          </ac:spMkLst>
        </pc:spChg>
        <pc:spChg chg="del">
          <ac:chgData name="Palit, Tapti" userId="dec6fbcd-7598-406a-8cbf-504d4a3bac15" providerId="ADAL" clId="{ECD42228-5B96-4A72-B268-C46DF994E6B7}" dt="2024-01-30T04:08:14.437" v="86015" actId="478"/>
          <ac:spMkLst>
            <pc:docMk/>
            <pc:sldMk cId="4113520126" sldId="1155"/>
            <ac:spMk id="52" creationId="{1B8ECE4D-4DE5-5574-810B-C25B6FB8B1F3}"/>
          </ac:spMkLst>
        </pc:spChg>
        <pc:spChg chg="mod">
          <ac:chgData name="Palit, Tapti" userId="dec6fbcd-7598-406a-8cbf-504d4a3bac15" providerId="ADAL" clId="{ECD42228-5B96-4A72-B268-C46DF994E6B7}" dt="2024-01-30T04:08:28.802" v="86018"/>
          <ac:spMkLst>
            <pc:docMk/>
            <pc:sldMk cId="4113520126" sldId="1155"/>
            <ac:spMk id="55" creationId="{2DBDD754-B4C6-5A18-3340-21B65C62D251}"/>
          </ac:spMkLst>
        </pc:spChg>
        <pc:cxnChg chg="add del">
          <ac:chgData name="Palit, Tapti" userId="dec6fbcd-7598-406a-8cbf-504d4a3bac15" providerId="ADAL" clId="{ECD42228-5B96-4A72-B268-C46DF994E6B7}" dt="2024-01-30T04:10:22.831" v="86092" actId="478"/>
          <ac:cxnSpMkLst>
            <pc:docMk/>
            <pc:sldMk cId="4113520126" sldId="1155"/>
            <ac:cxnSpMk id="24" creationId="{9E8F7314-AF85-926A-AD53-FF29B64BE6FC}"/>
          </ac:cxnSpMkLst>
        </pc:cxnChg>
      </pc:sldChg>
      <pc:sldChg chg="addSp delSp modSp add mod modNotesTx">
        <pc:chgData name="Palit, Tapti" userId="dec6fbcd-7598-406a-8cbf-504d4a3bac15" providerId="ADAL" clId="{ECD42228-5B96-4A72-B268-C46DF994E6B7}" dt="2024-02-09T20:14:52.365" v="108788" actId="20577"/>
        <pc:sldMkLst>
          <pc:docMk/>
          <pc:sldMk cId="3835604708" sldId="1156"/>
        </pc:sldMkLst>
        <pc:spChg chg="mod">
          <ac:chgData name="Palit, Tapti" userId="dec6fbcd-7598-406a-8cbf-504d4a3bac15" providerId="ADAL" clId="{ECD42228-5B96-4A72-B268-C46DF994E6B7}" dt="2024-01-30T07:08:46.024" v="90849" actId="20577"/>
          <ac:spMkLst>
            <pc:docMk/>
            <pc:sldMk cId="3835604708" sldId="1156"/>
            <ac:spMk id="5" creationId="{86FADD99-6071-9343-BD21-FF17E57C884E}"/>
          </ac:spMkLst>
        </pc:spChg>
        <pc:spChg chg="del">
          <ac:chgData name="Palit, Tapti" userId="dec6fbcd-7598-406a-8cbf-504d4a3bac15" providerId="ADAL" clId="{ECD42228-5B96-4A72-B268-C46DF994E6B7}" dt="2024-02-08T20:45:59.580" v="100694" actId="478"/>
          <ac:spMkLst>
            <pc:docMk/>
            <pc:sldMk cId="3835604708" sldId="1156"/>
            <ac:spMk id="7" creationId="{0A390AE2-9CE4-81EB-6315-2DE2F897D709}"/>
          </ac:spMkLst>
        </pc:spChg>
        <pc:spChg chg="mod">
          <ac:chgData name="Palit, Tapti" userId="dec6fbcd-7598-406a-8cbf-504d4a3bac15" providerId="ADAL" clId="{ECD42228-5B96-4A72-B268-C46DF994E6B7}" dt="2024-02-09T20:14:52.365" v="108788" actId="20577"/>
          <ac:spMkLst>
            <pc:docMk/>
            <pc:sldMk cId="3835604708" sldId="1156"/>
            <ac:spMk id="10" creationId="{94B11A85-0CE3-793F-FA51-C1857E5F3516}"/>
          </ac:spMkLst>
        </pc:spChg>
        <pc:spChg chg="del">
          <ac:chgData name="Palit, Tapti" userId="dec6fbcd-7598-406a-8cbf-504d4a3bac15" providerId="ADAL" clId="{ECD42228-5B96-4A72-B268-C46DF994E6B7}" dt="2024-01-30T04:10:32.156" v="86096" actId="478"/>
          <ac:spMkLst>
            <pc:docMk/>
            <pc:sldMk cId="3835604708" sldId="1156"/>
            <ac:spMk id="53" creationId="{17196389-9AE0-F089-FC74-A1209B1893CF}"/>
          </ac:spMkLst>
        </pc:spChg>
        <pc:spChg chg="mod">
          <ac:chgData name="Palit, Tapti" userId="dec6fbcd-7598-406a-8cbf-504d4a3bac15" providerId="ADAL" clId="{ECD42228-5B96-4A72-B268-C46DF994E6B7}" dt="2024-01-30T04:09:14.767" v="86088"/>
          <ac:spMkLst>
            <pc:docMk/>
            <pc:sldMk cId="3835604708" sldId="1156"/>
            <ac:spMk id="55" creationId="{2DBDD754-B4C6-5A18-3340-21B65C62D251}"/>
          </ac:spMkLst>
        </pc:spChg>
        <pc:cxnChg chg="add mod">
          <ac:chgData name="Palit, Tapti" userId="dec6fbcd-7598-406a-8cbf-504d4a3bac15" providerId="ADAL" clId="{ECD42228-5B96-4A72-B268-C46DF994E6B7}" dt="2024-01-30T04:11:07.530" v="86108" actId="692"/>
          <ac:cxnSpMkLst>
            <pc:docMk/>
            <pc:sldMk cId="3835604708" sldId="1156"/>
            <ac:cxnSpMk id="19" creationId="{A76EA64B-2A27-E174-B14F-E645483F6F2F}"/>
          </ac:cxnSpMkLst>
        </pc:cxnChg>
        <pc:cxnChg chg="add mod">
          <ac:chgData name="Palit, Tapti" userId="dec6fbcd-7598-406a-8cbf-504d4a3bac15" providerId="ADAL" clId="{ECD42228-5B96-4A72-B268-C46DF994E6B7}" dt="2024-01-30T04:10:57.564" v="86102" actId="692"/>
          <ac:cxnSpMkLst>
            <pc:docMk/>
            <pc:sldMk cId="3835604708" sldId="1156"/>
            <ac:cxnSpMk id="21" creationId="{7D4905B4-F00F-C230-271B-31003E299819}"/>
          </ac:cxnSpMkLst>
        </pc:cxnChg>
        <pc:cxnChg chg="add mod">
          <ac:chgData name="Palit, Tapti" userId="dec6fbcd-7598-406a-8cbf-504d4a3bac15" providerId="ADAL" clId="{ECD42228-5B96-4A72-B268-C46DF994E6B7}" dt="2024-01-30T04:10:57.564" v="86102" actId="692"/>
          <ac:cxnSpMkLst>
            <pc:docMk/>
            <pc:sldMk cId="3835604708" sldId="1156"/>
            <ac:cxnSpMk id="23" creationId="{B6656D99-5C3F-3965-D988-A0EC90B5926B}"/>
          </ac:cxnSpMkLst>
        </pc:cxnChg>
        <pc:cxnChg chg="del">
          <ac:chgData name="Palit, Tapti" userId="dec6fbcd-7598-406a-8cbf-504d4a3bac15" providerId="ADAL" clId="{ECD42228-5B96-4A72-B268-C46DF994E6B7}" dt="2024-01-30T04:10:25.911" v="86093" actId="478"/>
          <ac:cxnSpMkLst>
            <pc:docMk/>
            <pc:sldMk cId="3835604708" sldId="1156"/>
            <ac:cxnSpMk id="24" creationId="{9E8F7314-AF85-926A-AD53-FF29B64BE6FC}"/>
          </ac:cxnSpMkLst>
        </pc:cxnChg>
        <pc:cxnChg chg="add mod">
          <ac:chgData name="Palit, Tapti" userId="dec6fbcd-7598-406a-8cbf-504d4a3bac15" providerId="ADAL" clId="{ECD42228-5B96-4A72-B268-C46DF994E6B7}" dt="2024-01-30T04:10:57.564" v="86102" actId="692"/>
          <ac:cxnSpMkLst>
            <pc:docMk/>
            <pc:sldMk cId="3835604708" sldId="1156"/>
            <ac:cxnSpMk id="25" creationId="{7353549C-FA1A-3C5A-52C7-97AD9280695F}"/>
          </ac:cxnSpMkLst>
        </pc:cxnChg>
        <pc:cxnChg chg="add mod">
          <ac:chgData name="Palit, Tapti" userId="dec6fbcd-7598-406a-8cbf-504d4a3bac15" providerId="ADAL" clId="{ECD42228-5B96-4A72-B268-C46DF994E6B7}" dt="2024-01-30T04:10:57.564" v="86102" actId="692"/>
          <ac:cxnSpMkLst>
            <pc:docMk/>
            <pc:sldMk cId="3835604708" sldId="1156"/>
            <ac:cxnSpMk id="26" creationId="{CAE5020A-BB1F-C7B3-DEE8-8421C28AEF18}"/>
          </ac:cxnSpMkLst>
        </pc:cxnChg>
        <pc:cxnChg chg="add mod">
          <ac:chgData name="Palit, Tapti" userId="dec6fbcd-7598-406a-8cbf-504d4a3bac15" providerId="ADAL" clId="{ECD42228-5B96-4A72-B268-C46DF994E6B7}" dt="2024-01-30T04:10:57.564" v="86102" actId="692"/>
          <ac:cxnSpMkLst>
            <pc:docMk/>
            <pc:sldMk cId="3835604708" sldId="1156"/>
            <ac:cxnSpMk id="27" creationId="{EC2A9BD8-EE1F-8D18-77B5-58188AA682B7}"/>
          </ac:cxnSpMkLst>
        </pc:cxnChg>
        <pc:cxnChg chg="add mod">
          <ac:chgData name="Palit, Tapti" userId="dec6fbcd-7598-406a-8cbf-504d4a3bac15" providerId="ADAL" clId="{ECD42228-5B96-4A72-B268-C46DF994E6B7}" dt="2024-01-30T04:11:07.530" v="86108" actId="692"/>
          <ac:cxnSpMkLst>
            <pc:docMk/>
            <pc:sldMk cId="3835604708" sldId="1156"/>
            <ac:cxnSpMk id="28" creationId="{4D1A80F7-D83F-A8BB-9661-51B7E8E8B865}"/>
          </ac:cxnSpMkLst>
        </pc:cxnChg>
        <pc:cxnChg chg="add mod">
          <ac:chgData name="Palit, Tapti" userId="dec6fbcd-7598-406a-8cbf-504d4a3bac15" providerId="ADAL" clId="{ECD42228-5B96-4A72-B268-C46DF994E6B7}" dt="2024-01-30T04:10:57.564" v="86102" actId="692"/>
          <ac:cxnSpMkLst>
            <pc:docMk/>
            <pc:sldMk cId="3835604708" sldId="1156"/>
            <ac:cxnSpMk id="29" creationId="{6285C67B-152D-F7CD-5E13-C3FD0413B4E2}"/>
          </ac:cxnSpMkLst>
        </pc:cxnChg>
        <pc:cxnChg chg="add mod">
          <ac:chgData name="Palit, Tapti" userId="dec6fbcd-7598-406a-8cbf-504d4a3bac15" providerId="ADAL" clId="{ECD42228-5B96-4A72-B268-C46DF994E6B7}" dt="2024-01-30T04:10:57.564" v="86102" actId="692"/>
          <ac:cxnSpMkLst>
            <pc:docMk/>
            <pc:sldMk cId="3835604708" sldId="1156"/>
            <ac:cxnSpMk id="30" creationId="{EB6F1F7D-823E-2438-0E8A-D919680E3986}"/>
          </ac:cxnSpMkLst>
        </pc:cxnChg>
        <pc:cxnChg chg="add mod">
          <ac:chgData name="Palit, Tapti" userId="dec6fbcd-7598-406a-8cbf-504d4a3bac15" providerId="ADAL" clId="{ECD42228-5B96-4A72-B268-C46DF994E6B7}" dt="2024-01-30T04:10:57.564" v="86102" actId="692"/>
          <ac:cxnSpMkLst>
            <pc:docMk/>
            <pc:sldMk cId="3835604708" sldId="1156"/>
            <ac:cxnSpMk id="31" creationId="{E9121FE2-9884-B76F-23CC-59B5448A4825}"/>
          </ac:cxnSpMkLst>
        </pc:cxnChg>
        <pc:cxnChg chg="add mod">
          <ac:chgData name="Palit, Tapti" userId="dec6fbcd-7598-406a-8cbf-504d4a3bac15" providerId="ADAL" clId="{ECD42228-5B96-4A72-B268-C46DF994E6B7}" dt="2024-01-30T04:10:57.564" v="86102" actId="692"/>
          <ac:cxnSpMkLst>
            <pc:docMk/>
            <pc:sldMk cId="3835604708" sldId="1156"/>
            <ac:cxnSpMk id="32" creationId="{FBEAE100-ECF3-7876-C906-C850CB4ACE8A}"/>
          </ac:cxnSpMkLst>
        </pc:cxnChg>
        <pc:cxnChg chg="add mod">
          <ac:chgData name="Palit, Tapti" userId="dec6fbcd-7598-406a-8cbf-504d4a3bac15" providerId="ADAL" clId="{ECD42228-5B96-4A72-B268-C46DF994E6B7}" dt="2024-01-30T04:10:57.564" v="86102" actId="692"/>
          <ac:cxnSpMkLst>
            <pc:docMk/>
            <pc:sldMk cId="3835604708" sldId="1156"/>
            <ac:cxnSpMk id="33" creationId="{DACEA327-D48C-696D-7C85-A902BE177260}"/>
          </ac:cxnSpMkLst>
        </pc:cxnChg>
        <pc:cxnChg chg="add del mod">
          <ac:chgData name="Palit, Tapti" userId="dec6fbcd-7598-406a-8cbf-504d4a3bac15" providerId="ADAL" clId="{ECD42228-5B96-4A72-B268-C46DF994E6B7}" dt="2024-01-30T04:10:57.564" v="86102" actId="692"/>
          <ac:cxnSpMkLst>
            <pc:docMk/>
            <pc:sldMk cId="3835604708" sldId="1156"/>
            <ac:cxnSpMk id="34" creationId="{5D724AF6-2C5B-0E89-7C10-C601C5D384B4}"/>
          </ac:cxnSpMkLst>
        </pc:cxnChg>
      </pc:sldChg>
      <pc:sldChg chg="addSp delSp modSp add del mod">
        <pc:chgData name="Palit, Tapti" userId="dec6fbcd-7598-406a-8cbf-504d4a3bac15" providerId="ADAL" clId="{ECD42228-5B96-4A72-B268-C46DF994E6B7}" dt="2024-01-30T07:09:18.638" v="90850" actId="47"/>
        <pc:sldMkLst>
          <pc:docMk/>
          <pc:sldMk cId="1295696398" sldId="1157"/>
        </pc:sldMkLst>
        <pc:spChg chg="mod">
          <ac:chgData name="Palit, Tapti" userId="dec6fbcd-7598-406a-8cbf-504d4a3bac15" providerId="ADAL" clId="{ECD42228-5B96-4A72-B268-C46DF994E6B7}" dt="2024-01-30T04:12:01.492" v="86114" actId="14100"/>
          <ac:spMkLst>
            <pc:docMk/>
            <pc:sldMk cId="1295696398" sldId="1157"/>
            <ac:spMk id="6" creationId="{CDF54C75-8E57-C212-0645-30E19DBAEFC3}"/>
          </ac:spMkLst>
        </pc:spChg>
        <pc:spChg chg="mod">
          <ac:chgData name="Palit, Tapti" userId="dec6fbcd-7598-406a-8cbf-504d4a3bac15" providerId="ADAL" clId="{ECD42228-5B96-4A72-B268-C46DF994E6B7}" dt="2024-01-30T04:12:09.042" v="86115" actId="1076"/>
          <ac:spMkLst>
            <pc:docMk/>
            <pc:sldMk cId="1295696398" sldId="1157"/>
            <ac:spMk id="7" creationId="{4F0DD4F9-D13F-33FC-B35C-8BAD7548E011}"/>
          </ac:spMkLst>
        </pc:spChg>
        <pc:spChg chg="add mod">
          <ac:chgData name="Palit, Tapti" userId="dec6fbcd-7598-406a-8cbf-504d4a3bac15" providerId="ADAL" clId="{ECD42228-5B96-4A72-B268-C46DF994E6B7}" dt="2024-01-30T04:22:20.064" v="86210"/>
          <ac:spMkLst>
            <pc:docMk/>
            <pc:sldMk cId="1295696398" sldId="1157"/>
            <ac:spMk id="11" creationId="{9BB84EEB-420C-3494-AB9E-E2214C5148BB}"/>
          </ac:spMkLst>
        </pc:spChg>
        <pc:spChg chg="add mod">
          <ac:chgData name="Palit, Tapti" userId="dec6fbcd-7598-406a-8cbf-504d4a3bac15" providerId="ADAL" clId="{ECD42228-5B96-4A72-B268-C46DF994E6B7}" dt="2024-01-30T04:28:26.968" v="86322"/>
          <ac:spMkLst>
            <pc:docMk/>
            <pc:sldMk cId="1295696398" sldId="1157"/>
            <ac:spMk id="13" creationId="{705CA2A4-C03F-48DE-784A-7B35DCD0BEE8}"/>
          </ac:spMkLst>
        </pc:spChg>
        <pc:spChg chg="add mod">
          <ac:chgData name="Palit, Tapti" userId="dec6fbcd-7598-406a-8cbf-504d4a3bac15" providerId="ADAL" clId="{ECD42228-5B96-4A72-B268-C46DF994E6B7}" dt="2024-01-30T04:28:26.968" v="86322"/>
          <ac:spMkLst>
            <pc:docMk/>
            <pc:sldMk cId="1295696398" sldId="1157"/>
            <ac:spMk id="14" creationId="{7FFC0AAC-7E8A-5BAF-0C6A-3F53318A4CD3}"/>
          </ac:spMkLst>
        </pc:spChg>
        <pc:spChg chg="mod">
          <ac:chgData name="Palit, Tapti" userId="dec6fbcd-7598-406a-8cbf-504d4a3bac15" providerId="ADAL" clId="{ECD42228-5B96-4A72-B268-C46DF994E6B7}" dt="2024-01-30T04:28:26.968" v="86322"/>
          <ac:spMkLst>
            <pc:docMk/>
            <pc:sldMk cId="1295696398" sldId="1157"/>
            <ac:spMk id="16" creationId="{AE084579-5149-FD58-D23A-55FE33B1C197}"/>
          </ac:spMkLst>
        </pc:spChg>
        <pc:spChg chg="mod">
          <ac:chgData name="Palit, Tapti" userId="dec6fbcd-7598-406a-8cbf-504d4a3bac15" providerId="ADAL" clId="{ECD42228-5B96-4A72-B268-C46DF994E6B7}" dt="2024-01-30T04:28:26.968" v="86322"/>
          <ac:spMkLst>
            <pc:docMk/>
            <pc:sldMk cId="1295696398" sldId="1157"/>
            <ac:spMk id="17" creationId="{35437FF8-6CD7-2A3B-6497-5668BD0050E5}"/>
          </ac:spMkLst>
        </pc:spChg>
        <pc:spChg chg="mod">
          <ac:chgData name="Palit, Tapti" userId="dec6fbcd-7598-406a-8cbf-504d4a3bac15" providerId="ADAL" clId="{ECD42228-5B96-4A72-B268-C46DF994E6B7}" dt="2024-01-30T04:28:26.968" v="86322"/>
          <ac:spMkLst>
            <pc:docMk/>
            <pc:sldMk cId="1295696398" sldId="1157"/>
            <ac:spMk id="18" creationId="{E2443713-4378-BAC3-34DC-8312FF344195}"/>
          </ac:spMkLst>
        </pc:spChg>
        <pc:spChg chg="mod">
          <ac:chgData name="Palit, Tapti" userId="dec6fbcd-7598-406a-8cbf-504d4a3bac15" providerId="ADAL" clId="{ECD42228-5B96-4A72-B268-C46DF994E6B7}" dt="2024-01-30T04:33:13.715" v="86362" actId="207"/>
          <ac:spMkLst>
            <pc:docMk/>
            <pc:sldMk cId="1295696398" sldId="1157"/>
            <ac:spMk id="20" creationId="{9B0D18F0-8A66-E5EA-A8F0-3A06ED91206A}"/>
          </ac:spMkLst>
        </pc:spChg>
        <pc:spChg chg="mod">
          <ac:chgData name="Palit, Tapti" userId="dec6fbcd-7598-406a-8cbf-504d4a3bac15" providerId="ADAL" clId="{ECD42228-5B96-4A72-B268-C46DF994E6B7}" dt="2024-01-30T04:28:26.968" v="86322"/>
          <ac:spMkLst>
            <pc:docMk/>
            <pc:sldMk cId="1295696398" sldId="1157"/>
            <ac:spMk id="22" creationId="{651814AE-3B14-099E-78B6-7F17B1823381}"/>
          </ac:spMkLst>
        </pc:spChg>
        <pc:spChg chg="mod">
          <ac:chgData name="Palit, Tapti" userId="dec6fbcd-7598-406a-8cbf-504d4a3bac15" providerId="ADAL" clId="{ECD42228-5B96-4A72-B268-C46DF994E6B7}" dt="2024-01-30T04:28:26.968" v="86322"/>
          <ac:spMkLst>
            <pc:docMk/>
            <pc:sldMk cId="1295696398" sldId="1157"/>
            <ac:spMk id="23" creationId="{77FD10B6-F6B0-DDFC-4A0B-FA66C5869F36}"/>
          </ac:spMkLst>
        </pc:spChg>
        <pc:spChg chg="mod">
          <ac:chgData name="Palit, Tapti" userId="dec6fbcd-7598-406a-8cbf-504d4a3bac15" providerId="ADAL" clId="{ECD42228-5B96-4A72-B268-C46DF994E6B7}" dt="2024-01-30T04:28:26.968" v="86322"/>
          <ac:spMkLst>
            <pc:docMk/>
            <pc:sldMk cId="1295696398" sldId="1157"/>
            <ac:spMk id="24" creationId="{1094DDD3-42FB-BF09-328A-F0E81C3A9E72}"/>
          </ac:spMkLst>
        </pc:spChg>
        <pc:spChg chg="add mod">
          <ac:chgData name="Palit, Tapti" userId="dec6fbcd-7598-406a-8cbf-504d4a3bac15" providerId="ADAL" clId="{ECD42228-5B96-4A72-B268-C46DF994E6B7}" dt="2024-01-30T04:28:51.223" v="86328"/>
          <ac:spMkLst>
            <pc:docMk/>
            <pc:sldMk cId="1295696398" sldId="1157"/>
            <ac:spMk id="29" creationId="{81581055-AF58-F659-0B00-4F15DE3B1446}"/>
          </ac:spMkLst>
        </pc:spChg>
        <pc:spChg chg="del">
          <ac:chgData name="Palit, Tapti" userId="dec6fbcd-7598-406a-8cbf-504d4a3bac15" providerId="ADAL" clId="{ECD42228-5B96-4A72-B268-C46DF994E6B7}" dt="2024-01-30T04:28:13.582" v="86319" actId="478"/>
          <ac:spMkLst>
            <pc:docMk/>
            <pc:sldMk cId="1295696398" sldId="1157"/>
            <ac:spMk id="30" creationId="{11D4ADC7-21B9-08B4-25A4-8EEFFD3ACAF2}"/>
          </ac:spMkLst>
        </pc:spChg>
        <pc:spChg chg="add mod">
          <ac:chgData name="Palit, Tapti" userId="dec6fbcd-7598-406a-8cbf-504d4a3bac15" providerId="ADAL" clId="{ECD42228-5B96-4A72-B268-C46DF994E6B7}" dt="2024-01-30T04:29:11.638" v="86331" actId="164"/>
          <ac:spMkLst>
            <pc:docMk/>
            <pc:sldMk cId="1295696398" sldId="1157"/>
            <ac:spMk id="31" creationId="{BE1E83B6-6D69-7728-7B68-093A49BB609B}"/>
          </ac:spMkLst>
        </pc:spChg>
        <pc:spChg chg="del">
          <ac:chgData name="Palit, Tapti" userId="dec6fbcd-7598-406a-8cbf-504d4a3bac15" providerId="ADAL" clId="{ECD42228-5B96-4A72-B268-C46DF994E6B7}" dt="2024-01-30T04:28:17.399" v="86321" actId="478"/>
          <ac:spMkLst>
            <pc:docMk/>
            <pc:sldMk cId="1295696398" sldId="1157"/>
            <ac:spMk id="33" creationId="{6F8DDCDB-2BC0-4664-5DDC-E0969FF063B5}"/>
          </ac:spMkLst>
        </pc:spChg>
        <pc:spChg chg="del">
          <ac:chgData name="Palit, Tapti" userId="dec6fbcd-7598-406a-8cbf-504d4a3bac15" providerId="ADAL" clId="{ECD42228-5B96-4A72-B268-C46DF994E6B7}" dt="2024-01-30T04:28:50.753" v="86327" actId="478"/>
          <ac:spMkLst>
            <pc:docMk/>
            <pc:sldMk cId="1295696398" sldId="1157"/>
            <ac:spMk id="46" creationId="{9715DB38-9550-104E-AAEA-4D661B3F9D39}"/>
          </ac:spMkLst>
        </pc:spChg>
        <pc:grpChg chg="add mod">
          <ac:chgData name="Palit, Tapti" userId="dec6fbcd-7598-406a-8cbf-504d4a3bac15" providerId="ADAL" clId="{ECD42228-5B96-4A72-B268-C46DF994E6B7}" dt="2024-01-30T04:28:26.968" v="86322"/>
          <ac:grpSpMkLst>
            <pc:docMk/>
            <pc:sldMk cId="1295696398" sldId="1157"/>
            <ac:grpSpMk id="15" creationId="{C1BB4406-7D52-9C3D-9D00-214BAC76755B}"/>
          </ac:grpSpMkLst>
        </pc:grpChg>
        <pc:grpChg chg="add mod">
          <ac:chgData name="Palit, Tapti" userId="dec6fbcd-7598-406a-8cbf-504d4a3bac15" providerId="ADAL" clId="{ECD42228-5B96-4A72-B268-C46DF994E6B7}" dt="2024-01-30T04:29:11.638" v="86331" actId="164"/>
          <ac:grpSpMkLst>
            <pc:docMk/>
            <pc:sldMk cId="1295696398" sldId="1157"/>
            <ac:grpSpMk id="21" creationId="{9A3E2EB9-A6B3-856B-24BD-2B76CAA03A6E}"/>
          </ac:grpSpMkLst>
        </pc:grpChg>
        <pc:grpChg chg="add mod">
          <ac:chgData name="Palit, Tapti" userId="dec6fbcd-7598-406a-8cbf-504d4a3bac15" providerId="ADAL" clId="{ECD42228-5B96-4A72-B268-C46DF994E6B7}" dt="2024-01-30T04:29:11.638" v="86331" actId="164"/>
          <ac:grpSpMkLst>
            <pc:docMk/>
            <pc:sldMk cId="1295696398" sldId="1157"/>
            <ac:grpSpMk id="34" creationId="{A16EB0BD-9E68-432D-0942-16DA0097A601}"/>
          </ac:grpSpMkLst>
        </pc:grpChg>
        <pc:graphicFrameChg chg="del">
          <ac:chgData name="Palit, Tapti" userId="dec6fbcd-7598-406a-8cbf-504d4a3bac15" providerId="ADAL" clId="{ECD42228-5B96-4A72-B268-C46DF994E6B7}" dt="2024-01-30T04:28:10.659" v="86318" actId="478"/>
          <ac:graphicFrameMkLst>
            <pc:docMk/>
            <pc:sldMk cId="1295696398" sldId="1157"/>
            <ac:graphicFrameMk id="2" creationId="{4498D35B-E7A5-4947-5802-D6A575F62626}"/>
          </ac:graphicFrameMkLst>
        </pc:graphicFrameChg>
        <pc:graphicFrameChg chg="del">
          <ac:chgData name="Palit, Tapti" userId="dec6fbcd-7598-406a-8cbf-504d4a3bac15" providerId="ADAL" clId="{ECD42228-5B96-4A72-B268-C46DF994E6B7}" dt="2024-01-30T04:28:15.350" v="86320" actId="478"/>
          <ac:graphicFrameMkLst>
            <pc:docMk/>
            <pc:sldMk cId="1295696398" sldId="1157"/>
            <ac:graphicFrameMk id="28" creationId="{7A06F78A-A30D-EA99-2E4E-624D76067CB7}"/>
          </ac:graphicFrameMkLst>
        </pc:graphicFrameChg>
        <pc:cxnChg chg="mod">
          <ac:chgData name="Palit, Tapti" userId="dec6fbcd-7598-406a-8cbf-504d4a3bac15" providerId="ADAL" clId="{ECD42228-5B96-4A72-B268-C46DF994E6B7}" dt="2024-01-30T04:28:31.851" v="86323" actId="14100"/>
          <ac:cxnSpMkLst>
            <pc:docMk/>
            <pc:sldMk cId="1295696398" sldId="1157"/>
            <ac:cxnSpMk id="10" creationId="{9E94C896-B232-9692-30F5-7EADDBA316F1}"/>
          </ac:cxnSpMkLst>
        </pc:cxnChg>
        <pc:cxnChg chg="mod">
          <ac:chgData name="Palit, Tapti" userId="dec6fbcd-7598-406a-8cbf-504d4a3bac15" providerId="ADAL" clId="{ECD42228-5B96-4A72-B268-C46DF994E6B7}" dt="2024-01-30T04:28:35.858" v="86324" actId="14100"/>
          <ac:cxnSpMkLst>
            <pc:docMk/>
            <pc:sldMk cId="1295696398" sldId="1157"/>
            <ac:cxnSpMk id="12" creationId="{B7D84180-1A4B-8131-B469-70328178D2E9}"/>
          </ac:cxnSpMkLst>
        </pc:cxnChg>
        <pc:cxnChg chg="mod">
          <ac:chgData name="Palit, Tapti" userId="dec6fbcd-7598-406a-8cbf-504d4a3bac15" providerId="ADAL" clId="{ECD42228-5B96-4A72-B268-C46DF994E6B7}" dt="2024-01-30T04:28:26.968" v="86322"/>
          <ac:cxnSpMkLst>
            <pc:docMk/>
            <pc:sldMk cId="1295696398" sldId="1157"/>
            <ac:cxnSpMk id="19" creationId="{CF23B67F-D7EE-3A17-D518-AA7C9A6DAAEB}"/>
          </ac:cxnSpMkLst>
        </pc:cxnChg>
        <pc:cxnChg chg="mod">
          <ac:chgData name="Palit, Tapti" userId="dec6fbcd-7598-406a-8cbf-504d4a3bac15" providerId="ADAL" clId="{ECD42228-5B96-4A72-B268-C46DF994E6B7}" dt="2024-01-30T04:28:26.968" v="86322"/>
          <ac:cxnSpMkLst>
            <pc:docMk/>
            <pc:sldMk cId="1295696398" sldId="1157"/>
            <ac:cxnSpMk id="25" creationId="{A6BD1A5F-5349-B308-7625-A3CF34FD81ED}"/>
          </ac:cxnSpMkLst>
        </pc:cxnChg>
        <pc:cxnChg chg="add mod">
          <ac:chgData name="Palit, Tapti" userId="dec6fbcd-7598-406a-8cbf-504d4a3bac15" providerId="ADAL" clId="{ECD42228-5B96-4A72-B268-C46DF994E6B7}" dt="2024-01-30T04:29:11.638" v="86331" actId="164"/>
          <ac:cxnSpMkLst>
            <pc:docMk/>
            <pc:sldMk cId="1295696398" sldId="1157"/>
            <ac:cxnSpMk id="32" creationId="{2AAB522B-9B84-C235-B56A-5AE8CCF46C85}"/>
          </ac:cxnSpMkLst>
        </pc:cxnChg>
      </pc:sldChg>
      <pc:sldChg chg="addSp delSp modSp add mod modNotesTx">
        <pc:chgData name="Palit, Tapti" userId="dec6fbcd-7598-406a-8cbf-504d4a3bac15" providerId="ADAL" clId="{ECD42228-5B96-4A72-B268-C46DF994E6B7}" dt="2024-02-13T04:17:34.555" v="115395" actId="20577"/>
        <pc:sldMkLst>
          <pc:docMk/>
          <pc:sldMk cId="2544815816" sldId="1158"/>
        </pc:sldMkLst>
        <pc:spChg chg="mod">
          <ac:chgData name="Palit, Tapti" userId="dec6fbcd-7598-406a-8cbf-504d4a3bac15" providerId="ADAL" clId="{ECD42228-5B96-4A72-B268-C46DF994E6B7}" dt="2024-01-30T16:57:29.807" v="93325" actId="20577"/>
          <ac:spMkLst>
            <pc:docMk/>
            <pc:sldMk cId="2544815816" sldId="1158"/>
            <ac:spMk id="3" creationId="{718731F3-A54E-5387-C447-464520FADB53}"/>
          </ac:spMkLst>
        </pc:spChg>
        <pc:spChg chg="add mod">
          <ac:chgData name="Palit, Tapti" userId="dec6fbcd-7598-406a-8cbf-504d4a3bac15" providerId="ADAL" clId="{ECD42228-5B96-4A72-B268-C46DF994E6B7}" dt="2024-01-30T04:16:16.459" v="86151" actId="14100"/>
          <ac:spMkLst>
            <pc:docMk/>
            <pc:sldMk cId="2544815816" sldId="1158"/>
            <ac:spMk id="12" creationId="{B6C49699-E8C1-40E3-CAA6-2FA27CB42CC2}"/>
          </ac:spMkLst>
        </pc:spChg>
        <pc:spChg chg="add del mod">
          <ac:chgData name="Palit, Tapti" userId="dec6fbcd-7598-406a-8cbf-504d4a3bac15" providerId="ADAL" clId="{ECD42228-5B96-4A72-B268-C46DF994E6B7}" dt="2024-01-30T04:22:42.025" v="86216" actId="478"/>
          <ac:spMkLst>
            <pc:docMk/>
            <pc:sldMk cId="2544815816" sldId="1158"/>
            <ac:spMk id="17" creationId="{EF7BED94-C758-436E-F2AC-9B20015654CE}"/>
          </ac:spMkLst>
        </pc:spChg>
        <pc:spChg chg="add mod">
          <ac:chgData name="Palit, Tapti" userId="dec6fbcd-7598-406a-8cbf-504d4a3bac15" providerId="ADAL" clId="{ECD42228-5B96-4A72-B268-C46DF994E6B7}" dt="2024-01-30T04:22:42.455" v="86217"/>
          <ac:spMkLst>
            <pc:docMk/>
            <pc:sldMk cId="2544815816" sldId="1158"/>
            <ac:spMk id="18" creationId="{07A98683-A041-BB40-A283-8FD41F0D0814}"/>
          </ac:spMkLst>
        </pc:spChg>
        <pc:spChg chg="add mod">
          <ac:chgData name="Palit, Tapti" userId="dec6fbcd-7598-406a-8cbf-504d4a3bac15" providerId="ADAL" clId="{ECD42228-5B96-4A72-B268-C46DF994E6B7}" dt="2024-01-30T04:30:59.363" v="86348"/>
          <ac:spMkLst>
            <pc:docMk/>
            <pc:sldMk cId="2544815816" sldId="1158"/>
            <ac:spMk id="19" creationId="{D686AA96-1F56-3BEB-4D84-25EE51D0AF82}"/>
          </ac:spMkLst>
        </pc:spChg>
        <pc:spChg chg="mod">
          <ac:chgData name="Palit, Tapti" userId="dec6fbcd-7598-406a-8cbf-504d4a3bac15" providerId="ADAL" clId="{ECD42228-5B96-4A72-B268-C46DF994E6B7}" dt="2024-01-30T04:30:59.363" v="86348"/>
          <ac:spMkLst>
            <pc:docMk/>
            <pc:sldMk cId="2544815816" sldId="1158"/>
            <ac:spMk id="21" creationId="{4123C762-E288-4CB5-ED10-E2C829947911}"/>
          </ac:spMkLst>
        </pc:spChg>
        <pc:spChg chg="mod">
          <ac:chgData name="Palit, Tapti" userId="dec6fbcd-7598-406a-8cbf-504d4a3bac15" providerId="ADAL" clId="{ECD42228-5B96-4A72-B268-C46DF994E6B7}" dt="2024-01-30T04:30:59.363" v="86348"/>
          <ac:spMkLst>
            <pc:docMk/>
            <pc:sldMk cId="2544815816" sldId="1158"/>
            <ac:spMk id="22" creationId="{A932AEDD-A69D-F57D-37DB-CCE41AF1AC7A}"/>
          </ac:spMkLst>
        </pc:spChg>
        <pc:spChg chg="mod">
          <ac:chgData name="Palit, Tapti" userId="dec6fbcd-7598-406a-8cbf-504d4a3bac15" providerId="ADAL" clId="{ECD42228-5B96-4A72-B268-C46DF994E6B7}" dt="2024-01-30T04:30:59.363" v="86348"/>
          <ac:spMkLst>
            <pc:docMk/>
            <pc:sldMk cId="2544815816" sldId="1158"/>
            <ac:spMk id="23" creationId="{C49BC4C6-42F4-C749-F1BB-04DA689EBE43}"/>
          </ac:spMkLst>
        </pc:spChg>
        <pc:spChg chg="mod">
          <ac:chgData name="Palit, Tapti" userId="dec6fbcd-7598-406a-8cbf-504d4a3bac15" providerId="ADAL" clId="{ECD42228-5B96-4A72-B268-C46DF994E6B7}" dt="2024-01-30T04:33:23.991" v="86365" actId="207"/>
          <ac:spMkLst>
            <pc:docMk/>
            <pc:sldMk cId="2544815816" sldId="1158"/>
            <ac:spMk id="25" creationId="{79E0A71A-C25A-28D2-7EA2-4D4C3A39BF77}"/>
          </ac:spMkLst>
        </pc:spChg>
        <pc:spChg chg="add mod">
          <ac:chgData name="Palit, Tapti" userId="dec6fbcd-7598-406a-8cbf-504d4a3bac15" providerId="ADAL" clId="{ECD42228-5B96-4A72-B268-C46DF994E6B7}" dt="2024-01-30T04:30:59.363" v="86348"/>
          <ac:spMkLst>
            <pc:docMk/>
            <pc:sldMk cId="2544815816" sldId="1158"/>
            <ac:spMk id="26" creationId="{8E9AE654-55B1-906D-8B3B-F246837D5B8F}"/>
          </ac:spMkLst>
        </pc:spChg>
        <pc:spChg chg="del">
          <ac:chgData name="Palit, Tapti" userId="dec6fbcd-7598-406a-8cbf-504d4a3bac15" providerId="ADAL" clId="{ECD42228-5B96-4A72-B268-C46DF994E6B7}" dt="2024-01-30T04:30:58.571" v="86347" actId="478"/>
          <ac:spMkLst>
            <pc:docMk/>
            <pc:sldMk cId="2544815816" sldId="1158"/>
            <ac:spMk id="30" creationId="{11D4ADC7-21B9-08B4-25A4-8EEFFD3ACAF2}"/>
          </ac:spMkLst>
        </pc:spChg>
        <pc:spChg chg="mod">
          <ac:chgData name="Palit, Tapti" userId="dec6fbcd-7598-406a-8cbf-504d4a3bac15" providerId="ADAL" clId="{ECD42228-5B96-4A72-B268-C46DF994E6B7}" dt="2024-01-30T04:30:59.363" v="86348"/>
          <ac:spMkLst>
            <pc:docMk/>
            <pc:sldMk cId="2544815816" sldId="1158"/>
            <ac:spMk id="31" creationId="{BEC84326-D519-7C1E-3ABC-E186F1C615EB}"/>
          </ac:spMkLst>
        </pc:spChg>
        <pc:spChg chg="del">
          <ac:chgData name="Palit, Tapti" userId="dec6fbcd-7598-406a-8cbf-504d4a3bac15" providerId="ADAL" clId="{ECD42228-5B96-4A72-B268-C46DF994E6B7}" dt="2024-01-30T04:30:58.571" v="86347" actId="478"/>
          <ac:spMkLst>
            <pc:docMk/>
            <pc:sldMk cId="2544815816" sldId="1158"/>
            <ac:spMk id="33" creationId="{6F8DDCDB-2BC0-4664-5DDC-E0969FF063B5}"/>
          </ac:spMkLst>
        </pc:spChg>
        <pc:spChg chg="mod">
          <ac:chgData name="Palit, Tapti" userId="dec6fbcd-7598-406a-8cbf-504d4a3bac15" providerId="ADAL" clId="{ECD42228-5B96-4A72-B268-C46DF994E6B7}" dt="2024-01-30T04:30:59.363" v="86348"/>
          <ac:spMkLst>
            <pc:docMk/>
            <pc:sldMk cId="2544815816" sldId="1158"/>
            <ac:spMk id="34" creationId="{27DAA6BA-47EB-A323-8772-2CD642D97ADE}"/>
          </ac:spMkLst>
        </pc:spChg>
        <pc:spChg chg="mod">
          <ac:chgData name="Palit, Tapti" userId="dec6fbcd-7598-406a-8cbf-504d4a3bac15" providerId="ADAL" clId="{ECD42228-5B96-4A72-B268-C46DF994E6B7}" dt="2024-01-30T04:30:59.363" v="86348"/>
          <ac:spMkLst>
            <pc:docMk/>
            <pc:sldMk cId="2544815816" sldId="1158"/>
            <ac:spMk id="35" creationId="{C7B7B403-AC53-DF3A-4B27-8127268A8B17}"/>
          </ac:spMkLst>
        </pc:spChg>
        <pc:spChg chg="mod">
          <ac:chgData name="Palit, Tapti" userId="dec6fbcd-7598-406a-8cbf-504d4a3bac15" providerId="ADAL" clId="{ECD42228-5B96-4A72-B268-C46DF994E6B7}" dt="2024-01-30T04:30:59.363" v="86348"/>
          <ac:spMkLst>
            <pc:docMk/>
            <pc:sldMk cId="2544815816" sldId="1158"/>
            <ac:spMk id="36" creationId="{A70EFA75-EF0C-FB8C-5091-2A911830B4D7}"/>
          </ac:spMkLst>
        </pc:spChg>
        <pc:grpChg chg="add mod">
          <ac:chgData name="Palit, Tapti" userId="dec6fbcd-7598-406a-8cbf-504d4a3bac15" providerId="ADAL" clId="{ECD42228-5B96-4A72-B268-C46DF994E6B7}" dt="2024-01-30T04:30:59.363" v="86348"/>
          <ac:grpSpMkLst>
            <pc:docMk/>
            <pc:sldMk cId="2544815816" sldId="1158"/>
            <ac:grpSpMk id="20" creationId="{8B7A8FCE-A298-FDE9-973B-9E5002F209A6}"/>
          </ac:grpSpMkLst>
        </pc:grpChg>
        <pc:grpChg chg="add mod">
          <ac:chgData name="Palit, Tapti" userId="dec6fbcd-7598-406a-8cbf-504d4a3bac15" providerId="ADAL" clId="{ECD42228-5B96-4A72-B268-C46DF994E6B7}" dt="2024-01-30T04:30:59.363" v="86348"/>
          <ac:grpSpMkLst>
            <pc:docMk/>
            <pc:sldMk cId="2544815816" sldId="1158"/>
            <ac:grpSpMk id="27" creationId="{4478AA7B-C69F-B272-0E1C-43B70FF22552}"/>
          </ac:grpSpMkLst>
        </pc:grpChg>
        <pc:grpChg chg="mod">
          <ac:chgData name="Palit, Tapti" userId="dec6fbcd-7598-406a-8cbf-504d4a3bac15" providerId="ADAL" clId="{ECD42228-5B96-4A72-B268-C46DF994E6B7}" dt="2024-01-30T04:30:59.363" v="86348"/>
          <ac:grpSpMkLst>
            <pc:docMk/>
            <pc:sldMk cId="2544815816" sldId="1158"/>
            <ac:grpSpMk id="29" creationId="{7D83758C-90D4-130C-9626-40F50D7B0205}"/>
          </ac:grpSpMkLst>
        </pc:grpChg>
        <pc:graphicFrameChg chg="del">
          <ac:chgData name="Palit, Tapti" userId="dec6fbcd-7598-406a-8cbf-504d4a3bac15" providerId="ADAL" clId="{ECD42228-5B96-4A72-B268-C46DF994E6B7}" dt="2024-01-30T04:30:55.285" v="86346" actId="478"/>
          <ac:graphicFrameMkLst>
            <pc:docMk/>
            <pc:sldMk cId="2544815816" sldId="1158"/>
            <ac:graphicFrameMk id="2" creationId="{4498D35B-E7A5-4947-5802-D6A575F62626}"/>
          </ac:graphicFrameMkLst>
        </pc:graphicFrameChg>
        <pc:graphicFrameChg chg="del">
          <ac:chgData name="Palit, Tapti" userId="dec6fbcd-7598-406a-8cbf-504d4a3bac15" providerId="ADAL" clId="{ECD42228-5B96-4A72-B268-C46DF994E6B7}" dt="2024-01-30T04:30:58.571" v="86347" actId="478"/>
          <ac:graphicFrameMkLst>
            <pc:docMk/>
            <pc:sldMk cId="2544815816" sldId="1158"/>
            <ac:graphicFrameMk id="28" creationId="{7A06F78A-A30D-EA99-2E4E-624D76067CB7}"/>
          </ac:graphicFrameMkLst>
        </pc:graphicFrameChg>
        <pc:cxnChg chg="add mod">
          <ac:chgData name="Palit, Tapti" userId="dec6fbcd-7598-406a-8cbf-504d4a3bac15" providerId="ADAL" clId="{ECD42228-5B96-4A72-B268-C46DF994E6B7}" dt="2024-01-30T04:16:16.459" v="86151" actId="14100"/>
          <ac:cxnSpMkLst>
            <pc:docMk/>
            <pc:sldMk cId="2544815816" sldId="1158"/>
            <ac:cxnSpMk id="7" creationId="{D0C3BBED-D4C0-BE03-240B-829475293023}"/>
          </ac:cxnSpMkLst>
        </pc:cxnChg>
        <pc:cxnChg chg="mod">
          <ac:chgData name="Palit, Tapti" userId="dec6fbcd-7598-406a-8cbf-504d4a3bac15" providerId="ADAL" clId="{ECD42228-5B96-4A72-B268-C46DF994E6B7}" dt="2024-01-30T04:31:02.756" v="86349" actId="14100"/>
          <ac:cxnSpMkLst>
            <pc:docMk/>
            <pc:sldMk cId="2544815816" sldId="1158"/>
            <ac:cxnSpMk id="16" creationId="{A8382162-7596-D715-7552-7B1A7214FB3D}"/>
          </ac:cxnSpMkLst>
        </pc:cxnChg>
        <pc:cxnChg chg="mod">
          <ac:chgData name="Palit, Tapti" userId="dec6fbcd-7598-406a-8cbf-504d4a3bac15" providerId="ADAL" clId="{ECD42228-5B96-4A72-B268-C46DF994E6B7}" dt="2024-01-30T04:30:59.363" v="86348"/>
          <ac:cxnSpMkLst>
            <pc:docMk/>
            <pc:sldMk cId="2544815816" sldId="1158"/>
            <ac:cxnSpMk id="24" creationId="{445EFBBB-C398-52FC-9C9A-B85CC9A4A068}"/>
          </ac:cxnSpMkLst>
        </pc:cxnChg>
        <pc:cxnChg chg="mod">
          <ac:chgData name="Palit, Tapti" userId="dec6fbcd-7598-406a-8cbf-504d4a3bac15" providerId="ADAL" clId="{ECD42228-5B96-4A72-B268-C46DF994E6B7}" dt="2024-01-30T04:30:59.363" v="86348"/>
          <ac:cxnSpMkLst>
            <pc:docMk/>
            <pc:sldMk cId="2544815816" sldId="1158"/>
            <ac:cxnSpMk id="32" creationId="{C01FB741-4175-32D9-B86A-2EA66EA6A26D}"/>
          </ac:cxnSpMkLst>
        </pc:cxnChg>
        <pc:cxnChg chg="mod">
          <ac:chgData name="Palit, Tapti" userId="dec6fbcd-7598-406a-8cbf-504d4a3bac15" providerId="ADAL" clId="{ECD42228-5B96-4A72-B268-C46DF994E6B7}" dt="2024-01-30T04:30:59.363" v="86348"/>
          <ac:cxnSpMkLst>
            <pc:docMk/>
            <pc:sldMk cId="2544815816" sldId="1158"/>
            <ac:cxnSpMk id="37" creationId="{5AAC2608-07AF-1A5F-ECF5-2D14D7D174FD}"/>
          </ac:cxnSpMkLst>
        </pc:cxnChg>
      </pc:sldChg>
      <pc:sldChg chg="addSp delSp modSp add mod modAnim modNotesTx">
        <pc:chgData name="Palit, Tapti" userId="dec6fbcd-7598-406a-8cbf-504d4a3bac15" providerId="ADAL" clId="{ECD42228-5B96-4A72-B268-C46DF994E6B7}" dt="2024-02-09T04:53:08.265" v="104537"/>
        <pc:sldMkLst>
          <pc:docMk/>
          <pc:sldMk cId="1504973141" sldId="1159"/>
        </pc:sldMkLst>
        <pc:spChg chg="mod">
          <ac:chgData name="Palit, Tapti" userId="dec6fbcd-7598-406a-8cbf-504d4a3bac15" providerId="ADAL" clId="{ECD42228-5B96-4A72-B268-C46DF994E6B7}" dt="2024-01-30T16:57:58.001" v="93402" actId="20577"/>
          <ac:spMkLst>
            <pc:docMk/>
            <pc:sldMk cId="1504973141" sldId="1159"/>
            <ac:spMk id="3" creationId="{718731F3-A54E-5387-C447-464520FADB53}"/>
          </ac:spMkLst>
        </pc:spChg>
        <pc:spChg chg="mod">
          <ac:chgData name="Palit, Tapti" userId="dec6fbcd-7598-406a-8cbf-504d4a3bac15" providerId="ADAL" clId="{ECD42228-5B96-4A72-B268-C46DF994E6B7}" dt="2024-01-30T04:17:20.662" v="86160" actId="113"/>
          <ac:spMkLst>
            <pc:docMk/>
            <pc:sldMk cId="1504973141" sldId="1159"/>
            <ac:spMk id="6" creationId="{CDF54C75-8E57-C212-0645-30E19DBAEFC3}"/>
          </ac:spMkLst>
        </pc:spChg>
        <pc:spChg chg="del">
          <ac:chgData name="Palit, Tapti" userId="dec6fbcd-7598-406a-8cbf-504d4a3bac15" providerId="ADAL" clId="{ECD42228-5B96-4A72-B268-C46DF994E6B7}" dt="2024-01-30T04:16:52.070" v="86155" actId="478"/>
          <ac:spMkLst>
            <pc:docMk/>
            <pc:sldMk cId="1504973141" sldId="1159"/>
            <ac:spMk id="12" creationId="{B6C49699-E8C1-40E3-CAA6-2FA27CB42CC2}"/>
          </ac:spMkLst>
        </pc:spChg>
        <pc:spChg chg="add mod">
          <ac:chgData name="Palit, Tapti" userId="dec6fbcd-7598-406a-8cbf-504d4a3bac15" providerId="ADAL" clId="{ECD42228-5B96-4A72-B268-C46DF994E6B7}" dt="2024-01-30T04:31:41.510" v="86353" actId="1076"/>
          <ac:spMkLst>
            <pc:docMk/>
            <pc:sldMk cId="1504973141" sldId="1159"/>
            <ac:spMk id="13" creationId="{42DC4EA1-29EF-F962-4964-C18648DFECB6}"/>
          </ac:spMkLst>
        </pc:spChg>
        <pc:spChg chg="add mod">
          <ac:chgData name="Palit, Tapti" userId="dec6fbcd-7598-406a-8cbf-504d4a3bac15" providerId="ADAL" clId="{ECD42228-5B96-4A72-B268-C46DF994E6B7}" dt="2024-01-30T04:22:45.112" v="86218"/>
          <ac:spMkLst>
            <pc:docMk/>
            <pc:sldMk cId="1504973141" sldId="1159"/>
            <ac:spMk id="18" creationId="{A46C7CA4-BE9A-80A0-C9E9-8D1FC1D621B6}"/>
          </ac:spMkLst>
        </pc:spChg>
        <pc:spChg chg="add mod">
          <ac:chgData name="Palit, Tapti" userId="dec6fbcd-7598-406a-8cbf-504d4a3bac15" providerId="ADAL" clId="{ECD42228-5B96-4A72-B268-C46DF994E6B7}" dt="2024-01-30T04:31:29.154" v="86351"/>
          <ac:spMkLst>
            <pc:docMk/>
            <pc:sldMk cId="1504973141" sldId="1159"/>
            <ac:spMk id="19" creationId="{EF8B2FC7-9D56-560B-23FA-42B79CB3FAD5}"/>
          </ac:spMkLst>
        </pc:spChg>
        <pc:spChg chg="mod">
          <ac:chgData name="Palit, Tapti" userId="dec6fbcd-7598-406a-8cbf-504d4a3bac15" providerId="ADAL" clId="{ECD42228-5B96-4A72-B268-C46DF994E6B7}" dt="2024-01-30T04:31:29.154" v="86351"/>
          <ac:spMkLst>
            <pc:docMk/>
            <pc:sldMk cId="1504973141" sldId="1159"/>
            <ac:spMk id="21" creationId="{3C9F4D52-9E4A-56A3-5BBD-02045481115A}"/>
          </ac:spMkLst>
        </pc:spChg>
        <pc:spChg chg="mod">
          <ac:chgData name="Palit, Tapti" userId="dec6fbcd-7598-406a-8cbf-504d4a3bac15" providerId="ADAL" clId="{ECD42228-5B96-4A72-B268-C46DF994E6B7}" dt="2024-01-30T04:31:29.154" v="86351"/>
          <ac:spMkLst>
            <pc:docMk/>
            <pc:sldMk cId="1504973141" sldId="1159"/>
            <ac:spMk id="22" creationId="{B444C066-8DF5-D6AC-3826-6309F40B706D}"/>
          </ac:spMkLst>
        </pc:spChg>
        <pc:spChg chg="mod">
          <ac:chgData name="Palit, Tapti" userId="dec6fbcd-7598-406a-8cbf-504d4a3bac15" providerId="ADAL" clId="{ECD42228-5B96-4A72-B268-C46DF994E6B7}" dt="2024-01-30T04:31:29.154" v="86351"/>
          <ac:spMkLst>
            <pc:docMk/>
            <pc:sldMk cId="1504973141" sldId="1159"/>
            <ac:spMk id="23" creationId="{DC595769-AA51-8B62-92F7-D8AA30D84E61}"/>
          </ac:spMkLst>
        </pc:spChg>
        <pc:spChg chg="mod">
          <ac:chgData name="Palit, Tapti" userId="dec6fbcd-7598-406a-8cbf-504d4a3bac15" providerId="ADAL" clId="{ECD42228-5B96-4A72-B268-C46DF994E6B7}" dt="2024-01-30T04:33:27.607" v="86366" actId="207"/>
          <ac:spMkLst>
            <pc:docMk/>
            <pc:sldMk cId="1504973141" sldId="1159"/>
            <ac:spMk id="25" creationId="{5462C415-FEEC-5D30-5CB6-F9099BC71033}"/>
          </ac:spMkLst>
        </pc:spChg>
        <pc:spChg chg="add mod">
          <ac:chgData name="Palit, Tapti" userId="dec6fbcd-7598-406a-8cbf-504d4a3bac15" providerId="ADAL" clId="{ECD42228-5B96-4A72-B268-C46DF994E6B7}" dt="2024-01-30T04:31:29.154" v="86351"/>
          <ac:spMkLst>
            <pc:docMk/>
            <pc:sldMk cId="1504973141" sldId="1159"/>
            <ac:spMk id="26" creationId="{1FF1A4F4-92F6-9796-B2A9-198E729094A3}"/>
          </ac:spMkLst>
        </pc:spChg>
        <pc:spChg chg="del">
          <ac:chgData name="Palit, Tapti" userId="dec6fbcd-7598-406a-8cbf-504d4a3bac15" providerId="ADAL" clId="{ECD42228-5B96-4A72-B268-C46DF994E6B7}" dt="2024-01-30T04:31:20.588" v="86350" actId="478"/>
          <ac:spMkLst>
            <pc:docMk/>
            <pc:sldMk cId="1504973141" sldId="1159"/>
            <ac:spMk id="30" creationId="{11D4ADC7-21B9-08B4-25A4-8EEFFD3ACAF2}"/>
          </ac:spMkLst>
        </pc:spChg>
        <pc:spChg chg="mod">
          <ac:chgData name="Palit, Tapti" userId="dec6fbcd-7598-406a-8cbf-504d4a3bac15" providerId="ADAL" clId="{ECD42228-5B96-4A72-B268-C46DF994E6B7}" dt="2024-01-30T04:31:29.154" v="86351"/>
          <ac:spMkLst>
            <pc:docMk/>
            <pc:sldMk cId="1504973141" sldId="1159"/>
            <ac:spMk id="31" creationId="{F43D43D9-E362-F28C-6B24-6373B754A2D1}"/>
          </ac:spMkLst>
        </pc:spChg>
        <pc:spChg chg="del">
          <ac:chgData name="Palit, Tapti" userId="dec6fbcd-7598-406a-8cbf-504d4a3bac15" providerId="ADAL" clId="{ECD42228-5B96-4A72-B268-C46DF994E6B7}" dt="2024-01-30T04:31:20.588" v="86350" actId="478"/>
          <ac:spMkLst>
            <pc:docMk/>
            <pc:sldMk cId="1504973141" sldId="1159"/>
            <ac:spMk id="33" creationId="{6F8DDCDB-2BC0-4664-5DDC-E0969FF063B5}"/>
          </ac:spMkLst>
        </pc:spChg>
        <pc:spChg chg="mod">
          <ac:chgData name="Palit, Tapti" userId="dec6fbcd-7598-406a-8cbf-504d4a3bac15" providerId="ADAL" clId="{ECD42228-5B96-4A72-B268-C46DF994E6B7}" dt="2024-01-30T04:31:29.154" v="86351"/>
          <ac:spMkLst>
            <pc:docMk/>
            <pc:sldMk cId="1504973141" sldId="1159"/>
            <ac:spMk id="34" creationId="{78EDD1AC-ECE6-AD20-EC86-0D164F892EBA}"/>
          </ac:spMkLst>
        </pc:spChg>
        <pc:spChg chg="mod">
          <ac:chgData name="Palit, Tapti" userId="dec6fbcd-7598-406a-8cbf-504d4a3bac15" providerId="ADAL" clId="{ECD42228-5B96-4A72-B268-C46DF994E6B7}" dt="2024-01-30T04:31:29.154" v="86351"/>
          <ac:spMkLst>
            <pc:docMk/>
            <pc:sldMk cId="1504973141" sldId="1159"/>
            <ac:spMk id="35" creationId="{AAA245A5-32B6-64DE-670D-8BC0ECEECBCE}"/>
          </ac:spMkLst>
        </pc:spChg>
        <pc:spChg chg="mod">
          <ac:chgData name="Palit, Tapti" userId="dec6fbcd-7598-406a-8cbf-504d4a3bac15" providerId="ADAL" clId="{ECD42228-5B96-4A72-B268-C46DF994E6B7}" dt="2024-01-30T04:31:29.154" v="86351"/>
          <ac:spMkLst>
            <pc:docMk/>
            <pc:sldMk cId="1504973141" sldId="1159"/>
            <ac:spMk id="36" creationId="{9ED9EA0C-9DBF-0233-24FF-BD594284144E}"/>
          </ac:spMkLst>
        </pc:spChg>
        <pc:grpChg chg="add mod">
          <ac:chgData name="Palit, Tapti" userId="dec6fbcd-7598-406a-8cbf-504d4a3bac15" providerId="ADAL" clId="{ECD42228-5B96-4A72-B268-C46DF994E6B7}" dt="2024-01-30T04:31:29.154" v="86351"/>
          <ac:grpSpMkLst>
            <pc:docMk/>
            <pc:sldMk cId="1504973141" sldId="1159"/>
            <ac:grpSpMk id="20" creationId="{1499E568-8D53-294B-16C6-66D9E71B3516}"/>
          </ac:grpSpMkLst>
        </pc:grpChg>
        <pc:grpChg chg="add mod">
          <ac:chgData name="Palit, Tapti" userId="dec6fbcd-7598-406a-8cbf-504d4a3bac15" providerId="ADAL" clId="{ECD42228-5B96-4A72-B268-C46DF994E6B7}" dt="2024-01-30T04:31:29.154" v="86351"/>
          <ac:grpSpMkLst>
            <pc:docMk/>
            <pc:sldMk cId="1504973141" sldId="1159"/>
            <ac:grpSpMk id="27" creationId="{0A452196-963B-D844-854F-F0E08A8978C8}"/>
          </ac:grpSpMkLst>
        </pc:grpChg>
        <pc:grpChg chg="mod">
          <ac:chgData name="Palit, Tapti" userId="dec6fbcd-7598-406a-8cbf-504d4a3bac15" providerId="ADAL" clId="{ECD42228-5B96-4A72-B268-C46DF994E6B7}" dt="2024-01-30T04:31:29.154" v="86351"/>
          <ac:grpSpMkLst>
            <pc:docMk/>
            <pc:sldMk cId="1504973141" sldId="1159"/>
            <ac:grpSpMk id="29" creationId="{EDCC6A11-2360-69A9-1FF5-225D00D6BCD0}"/>
          </ac:grpSpMkLst>
        </pc:grpChg>
        <pc:graphicFrameChg chg="del">
          <ac:chgData name="Palit, Tapti" userId="dec6fbcd-7598-406a-8cbf-504d4a3bac15" providerId="ADAL" clId="{ECD42228-5B96-4A72-B268-C46DF994E6B7}" dt="2024-01-30T04:31:20.588" v="86350" actId="478"/>
          <ac:graphicFrameMkLst>
            <pc:docMk/>
            <pc:sldMk cId="1504973141" sldId="1159"/>
            <ac:graphicFrameMk id="2" creationId="{4498D35B-E7A5-4947-5802-D6A575F62626}"/>
          </ac:graphicFrameMkLst>
        </pc:graphicFrameChg>
        <pc:graphicFrameChg chg="del">
          <ac:chgData name="Palit, Tapti" userId="dec6fbcd-7598-406a-8cbf-504d4a3bac15" providerId="ADAL" clId="{ECD42228-5B96-4A72-B268-C46DF994E6B7}" dt="2024-01-30T04:31:20.588" v="86350" actId="478"/>
          <ac:graphicFrameMkLst>
            <pc:docMk/>
            <pc:sldMk cId="1504973141" sldId="1159"/>
            <ac:graphicFrameMk id="28" creationId="{7A06F78A-A30D-EA99-2E4E-624D76067CB7}"/>
          </ac:graphicFrameMkLst>
        </pc:graphicFrameChg>
        <pc:cxnChg chg="del mod">
          <ac:chgData name="Palit, Tapti" userId="dec6fbcd-7598-406a-8cbf-504d4a3bac15" providerId="ADAL" clId="{ECD42228-5B96-4A72-B268-C46DF994E6B7}" dt="2024-01-30T04:16:52.070" v="86155" actId="478"/>
          <ac:cxnSpMkLst>
            <pc:docMk/>
            <pc:sldMk cId="1504973141" sldId="1159"/>
            <ac:cxnSpMk id="7" creationId="{D0C3BBED-D4C0-BE03-240B-829475293023}"/>
          </ac:cxnSpMkLst>
        </pc:cxnChg>
        <pc:cxnChg chg="mod">
          <ac:chgData name="Palit, Tapti" userId="dec6fbcd-7598-406a-8cbf-504d4a3bac15" providerId="ADAL" clId="{ECD42228-5B96-4A72-B268-C46DF994E6B7}" dt="2024-01-30T04:31:34.851" v="86352" actId="14100"/>
          <ac:cxnSpMkLst>
            <pc:docMk/>
            <pc:sldMk cId="1504973141" sldId="1159"/>
            <ac:cxnSpMk id="16" creationId="{A8382162-7596-D715-7552-7B1A7214FB3D}"/>
          </ac:cxnSpMkLst>
        </pc:cxnChg>
        <pc:cxnChg chg="mod">
          <ac:chgData name="Palit, Tapti" userId="dec6fbcd-7598-406a-8cbf-504d4a3bac15" providerId="ADAL" clId="{ECD42228-5B96-4A72-B268-C46DF994E6B7}" dt="2024-01-30T04:31:29.154" v="86351"/>
          <ac:cxnSpMkLst>
            <pc:docMk/>
            <pc:sldMk cId="1504973141" sldId="1159"/>
            <ac:cxnSpMk id="24" creationId="{09C43B5B-9246-4D5E-7DD7-7DFF10C1E1DF}"/>
          </ac:cxnSpMkLst>
        </pc:cxnChg>
        <pc:cxnChg chg="mod">
          <ac:chgData name="Palit, Tapti" userId="dec6fbcd-7598-406a-8cbf-504d4a3bac15" providerId="ADAL" clId="{ECD42228-5B96-4A72-B268-C46DF994E6B7}" dt="2024-01-30T04:31:29.154" v="86351"/>
          <ac:cxnSpMkLst>
            <pc:docMk/>
            <pc:sldMk cId="1504973141" sldId="1159"/>
            <ac:cxnSpMk id="32" creationId="{7B9514FD-5F3E-DF59-28E7-333C2794CF26}"/>
          </ac:cxnSpMkLst>
        </pc:cxnChg>
        <pc:cxnChg chg="mod">
          <ac:chgData name="Palit, Tapti" userId="dec6fbcd-7598-406a-8cbf-504d4a3bac15" providerId="ADAL" clId="{ECD42228-5B96-4A72-B268-C46DF994E6B7}" dt="2024-01-30T04:31:29.154" v="86351"/>
          <ac:cxnSpMkLst>
            <pc:docMk/>
            <pc:sldMk cId="1504973141" sldId="1159"/>
            <ac:cxnSpMk id="37" creationId="{5D9AA621-0916-5401-BF05-25B5654E0765}"/>
          </ac:cxnSpMkLst>
        </pc:cxnChg>
      </pc:sldChg>
      <pc:sldChg chg="addSp delSp modSp add mod modAnim modNotesTx">
        <pc:chgData name="Palit, Tapti" userId="dec6fbcd-7598-406a-8cbf-504d4a3bac15" providerId="ADAL" clId="{ECD42228-5B96-4A72-B268-C46DF994E6B7}" dt="2024-02-09T04:53:16.247" v="104538"/>
        <pc:sldMkLst>
          <pc:docMk/>
          <pc:sldMk cId="2764160988" sldId="1160"/>
        </pc:sldMkLst>
        <pc:spChg chg="mod">
          <ac:chgData name="Palit, Tapti" userId="dec6fbcd-7598-406a-8cbf-504d4a3bac15" providerId="ADAL" clId="{ECD42228-5B96-4A72-B268-C46DF994E6B7}" dt="2024-01-30T07:11:03.194" v="90857" actId="113"/>
          <ac:spMkLst>
            <pc:docMk/>
            <pc:sldMk cId="2764160988" sldId="1160"/>
            <ac:spMk id="6" creationId="{CDF54C75-8E57-C212-0645-30E19DBAEFC3}"/>
          </ac:spMkLst>
        </pc:spChg>
        <pc:spChg chg="add mod">
          <ac:chgData name="Palit, Tapti" userId="dec6fbcd-7598-406a-8cbf-504d4a3bac15" providerId="ADAL" clId="{ECD42228-5B96-4A72-B268-C46DF994E6B7}" dt="2024-01-30T04:18:05.091" v="86164"/>
          <ac:spMkLst>
            <pc:docMk/>
            <pc:sldMk cId="2764160988" sldId="1160"/>
            <ac:spMk id="12" creationId="{CF1F6C14-23A7-62A4-120C-BE80FE7AE636}"/>
          </ac:spMkLst>
        </pc:spChg>
        <pc:spChg chg="del">
          <ac:chgData name="Palit, Tapti" userId="dec6fbcd-7598-406a-8cbf-504d4a3bac15" providerId="ADAL" clId="{ECD42228-5B96-4A72-B268-C46DF994E6B7}" dt="2024-01-30T04:17:58.494" v="86163" actId="478"/>
          <ac:spMkLst>
            <pc:docMk/>
            <pc:sldMk cId="2764160988" sldId="1160"/>
            <ac:spMk id="13" creationId="{42DC4EA1-29EF-F962-4964-C18648DFECB6}"/>
          </ac:spMkLst>
        </pc:spChg>
        <pc:spChg chg="add mod">
          <ac:chgData name="Palit, Tapti" userId="dec6fbcd-7598-406a-8cbf-504d4a3bac15" providerId="ADAL" clId="{ECD42228-5B96-4A72-B268-C46DF994E6B7}" dt="2024-01-30T04:22:46.943" v="86219"/>
          <ac:spMkLst>
            <pc:docMk/>
            <pc:sldMk cId="2764160988" sldId="1160"/>
            <ac:spMk id="15" creationId="{005E526F-A9D1-0FC9-A87E-FFE41826A999}"/>
          </ac:spMkLst>
        </pc:spChg>
        <pc:spChg chg="add mod">
          <ac:chgData name="Palit, Tapti" userId="dec6fbcd-7598-406a-8cbf-504d4a3bac15" providerId="ADAL" clId="{ECD42228-5B96-4A72-B268-C46DF994E6B7}" dt="2024-01-30T04:32:00.145" v="86355"/>
          <ac:spMkLst>
            <pc:docMk/>
            <pc:sldMk cId="2764160988" sldId="1160"/>
            <ac:spMk id="17" creationId="{80B499C8-8366-DC00-8A38-A0E913BE507B}"/>
          </ac:spMkLst>
        </pc:spChg>
        <pc:spChg chg="mod">
          <ac:chgData name="Palit, Tapti" userId="dec6fbcd-7598-406a-8cbf-504d4a3bac15" providerId="ADAL" clId="{ECD42228-5B96-4A72-B268-C46DF994E6B7}" dt="2024-01-30T04:32:00.145" v="86355"/>
          <ac:spMkLst>
            <pc:docMk/>
            <pc:sldMk cId="2764160988" sldId="1160"/>
            <ac:spMk id="19" creationId="{8A10E346-2EB8-6E42-88B3-DC46622A3581}"/>
          </ac:spMkLst>
        </pc:spChg>
        <pc:spChg chg="mod">
          <ac:chgData name="Palit, Tapti" userId="dec6fbcd-7598-406a-8cbf-504d4a3bac15" providerId="ADAL" clId="{ECD42228-5B96-4A72-B268-C46DF994E6B7}" dt="2024-01-30T04:32:00.145" v="86355"/>
          <ac:spMkLst>
            <pc:docMk/>
            <pc:sldMk cId="2764160988" sldId="1160"/>
            <ac:spMk id="20" creationId="{EF5E2AF6-EF88-5A41-E104-2E7EA8D41026}"/>
          </ac:spMkLst>
        </pc:spChg>
        <pc:spChg chg="mod">
          <ac:chgData name="Palit, Tapti" userId="dec6fbcd-7598-406a-8cbf-504d4a3bac15" providerId="ADAL" clId="{ECD42228-5B96-4A72-B268-C46DF994E6B7}" dt="2024-01-30T04:32:00.145" v="86355"/>
          <ac:spMkLst>
            <pc:docMk/>
            <pc:sldMk cId="2764160988" sldId="1160"/>
            <ac:spMk id="21" creationId="{CD2141C7-CDBC-791F-6329-346DB820D17D}"/>
          </ac:spMkLst>
        </pc:spChg>
        <pc:spChg chg="mod">
          <ac:chgData name="Palit, Tapti" userId="dec6fbcd-7598-406a-8cbf-504d4a3bac15" providerId="ADAL" clId="{ECD42228-5B96-4A72-B268-C46DF994E6B7}" dt="2024-01-30T04:33:31.852" v="86367" actId="207"/>
          <ac:spMkLst>
            <pc:docMk/>
            <pc:sldMk cId="2764160988" sldId="1160"/>
            <ac:spMk id="23" creationId="{102C9E76-5FFD-3A3C-5798-40138E9B2B22}"/>
          </ac:spMkLst>
        </pc:spChg>
        <pc:spChg chg="add mod">
          <ac:chgData name="Palit, Tapti" userId="dec6fbcd-7598-406a-8cbf-504d4a3bac15" providerId="ADAL" clId="{ECD42228-5B96-4A72-B268-C46DF994E6B7}" dt="2024-01-30T04:32:00.145" v="86355"/>
          <ac:spMkLst>
            <pc:docMk/>
            <pc:sldMk cId="2764160988" sldId="1160"/>
            <ac:spMk id="24" creationId="{66C05C42-F8B4-9FE4-279F-E208C60C9B9F}"/>
          </ac:spMkLst>
        </pc:spChg>
        <pc:spChg chg="mod">
          <ac:chgData name="Palit, Tapti" userId="dec6fbcd-7598-406a-8cbf-504d4a3bac15" providerId="ADAL" clId="{ECD42228-5B96-4A72-B268-C46DF994E6B7}" dt="2024-01-30T04:32:00.145" v="86355"/>
          <ac:spMkLst>
            <pc:docMk/>
            <pc:sldMk cId="2764160988" sldId="1160"/>
            <ac:spMk id="27" creationId="{2E51AAA6-4751-3097-3917-F596894698B4}"/>
          </ac:spMkLst>
        </pc:spChg>
        <pc:spChg chg="del">
          <ac:chgData name="Palit, Tapti" userId="dec6fbcd-7598-406a-8cbf-504d4a3bac15" providerId="ADAL" clId="{ECD42228-5B96-4A72-B268-C46DF994E6B7}" dt="2024-01-30T04:31:53.399" v="86354" actId="478"/>
          <ac:spMkLst>
            <pc:docMk/>
            <pc:sldMk cId="2764160988" sldId="1160"/>
            <ac:spMk id="30" creationId="{11D4ADC7-21B9-08B4-25A4-8EEFFD3ACAF2}"/>
          </ac:spMkLst>
        </pc:spChg>
        <pc:spChg chg="mod">
          <ac:chgData name="Palit, Tapti" userId="dec6fbcd-7598-406a-8cbf-504d4a3bac15" providerId="ADAL" clId="{ECD42228-5B96-4A72-B268-C46DF994E6B7}" dt="2024-01-30T04:32:00.145" v="86355"/>
          <ac:spMkLst>
            <pc:docMk/>
            <pc:sldMk cId="2764160988" sldId="1160"/>
            <ac:spMk id="31" creationId="{61BF53F0-922B-5FFA-A990-DA6F000745F1}"/>
          </ac:spMkLst>
        </pc:spChg>
        <pc:spChg chg="mod">
          <ac:chgData name="Palit, Tapti" userId="dec6fbcd-7598-406a-8cbf-504d4a3bac15" providerId="ADAL" clId="{ECD42228-5B96-4A72-B268-C46DF994E6B7}" dt="2024-01-30T04:32:00.145" v="86355"/>
          <ac:spMkLst>
            <pc:docMk/>
            <pc:sldMk cId="2764160988" sldId="1160"/>
            <ac:spMk id="32" creationId="{1C8FBB1C-26A2-4D6C-CEF7-FFDE8B9C5C32}"/>
          </ac:spMkLst>
        </pc:spChg>
        <pc:spChg chg="del">
          <ac:chgData name="Palit, Tapti" userId="dec6fbcd-7598-406a-8cbf-504d4a3bac15" providerId="ADAL" clId="{ECD42228-5B96-4A72-B268-C46DF994E6B7}" dt="2024-01-30T04:31:53.399" v="86354" actId="478"/>
          <ac:spMkLst>
            <pc:docMk/>
            <pc:sldMk cId="2764160988" sldId="1160"/>
            <ac:spMk id="33" creationId="{6F8DDCDB-2BC0-4664-5DDC-E0969FF063B5}"/>
          </ac:spMkLst>
        </pc:spChg>
        <pc:spChg chg="mod">
          <ac:chgData name="Palit, Tapti" userId="dec6fbcd-7598-406a-8cbf-504d4a3bac15" providerId="ADAL" clId="{ECD42228-5B96-4A72-B268-C46DF994E6B7}" dt="2024-01-30T04:32:00.145" v="86355"/>
          <ac:spMkLst>
            <pc:docMk/>
            <pc:sldMk cId="2764160988" sldId="1160"/>
            <ac:spMk id="34" creationId="{A75A8990-693E-42A8-E52B-FFE8B9A42B56}"/>
          </ac:spMkLst>
        </pc:spChg>
        <pc:grpChg chg="add mod">
          <ac:chgData name="Palit, Tapti" userId="dec6fbcd-7598-406a-8cbf-504d4a3bac15" providerId="ADAL" clId="{ECD42228-5B96-4A72-B268-C46DF994E6B7}" dt="2024-01-30T04:32:00.145" v="86355"/>
          <ac:grpSpMkLst>
            <pc:docMk/>
            <pc:sldMk cId="2764160988" sldId="1160"/>
            <ac:grpSpMk id="18" creationId="{858141A3-53C7-F7CF-1C42-ABFCFB285381}"/>
          </ac:grpSpMkLst>
        </pc:grpChg>
        <pc:grpChg chg="add mod">
          <ac:chgData name="Palit, Tapti" userId="dec6fbcd-7598-406a-8cbf-504d4a3bac15" providerId="ADAL" clId="{ECD42228-5B96-4A72-B268-C46DF994E6B7}" dt="2024-01-30T04:32:00.145" v="86355"/>
          <ac:grpSpMkLst>
            <pc:docMk/>
            <pc:sldMk cId="2764160988" sldId="1160"/>
            <ac:grpSpMk id="25" creationId="{F0ED4DE9-AB6C-545C-1500-AD7C4D7FBCA4}"/>
          </ac:grpSpMkLst>
        </pc:grpChg>
        <pc:grpChg chg="mod">
          <ac:chgData name="Palit, Tapti" userId="dec6fbcd-7598-406a-8cbf-504d4a3bac15" providerId="ADAL" clId="{ECD42228-5B96-4A72-B268-C46DF994E6B7}" dt="2024-01-30T04:32:00.145" v="86355"/>
          <ac:grpSpMkLst>
            <pc:docMk/>
            <pc:sldMk cId="2764160988" sldId="1160"/>
            <ac:grpSpMk id="26" creationId="{3A855B2A-8BF3-147A-F5EA-672408CF6ECA}"/>
          </ac:grpSpMkLst>
        </pc:grpChg>
        <pc:graphicFrameChg chg="del">
          <ac:chgData name="Palit, Tapti" userId="dec6fbcd-7598-406a-8cbf-504d4a3bac15" providerId="ADAL" clId="{ECD42228-5B96-4A72-B268-C46DF994E6B7}" dt="2024-01-30T04:31:53.399" v="86354" actId="478"/>
          <ac:graphicFrameMkLst>
            <pc:docMk/>
            <pc:sldMk cId="2764160988" sldId="1160"/>
            <ac:graphicFrameMk id="2" creationId="{4498D35B-E7A5-4947-5802-D6A575F62626}"/>
          </ac:graphicFrameMkLst>
        </pc:graphicFrameChg>
        <pc:graphicFrameChg chg="del">
          <ac:chgData name="Palit, Tapti" userId="dec6fbcd-7598-406a-8cbf-504d4a3bac15" providerId="ADAL" clId="{ECD42228-5B96-4A72-B268-C46DF994E6B7}" dt="2024-01-30T04:31:53.399" v="86354" actId="478"/>
          <ac:graphicFrameMkLst>
            <pc:docMk/>
            <pc:sldMk cId="2764160988" sldId="1160"/>
            <ac:graphicFrameMk id="28" creationId="{7A06F78A-A30D-EA99-2E4E-624D76067CB7}"/>
          </ac:graphicFrameMkLst>
        </pc:graphicFrameChg>
        <pc:cxnChg chg="add mod">
          <ac:chgData name="Palit, Tapti" userId="dec6fbcd-7598-406a-8cbf-504d4a3bac15" providerId="ADAL" clId="{ECD42228-5B96-4A72-B268-C46DF994E6B7}" dt="2024-01-30T04:18:05.091" v="86164"/>
          <ac:cxnSpMkLst>
            <pc:docMk/>
            <pc:sldMk cId="2764160988" sldId="1160"/>
            <ac:cxnSpMk id="7" creationId="{B21D1E2B-E1B7-EC1C-ABCC-1447B563CFE3}"/>
          </ac:cxnSpMkLst>
        </pc:cxnChg>
        <pc:cxnChg chg="mod">
          <ac:chgData name="Palit, Tapti" userId="dec6fbcd-7598-406a-8cbf-504d4a3bac15" providerId="ADAL" clId="{ECD42228-5B96-4A72-B268-C46DF994E6B7}" dt="2024-01-30T04:32:03.525" v="86356" actId="14100"/>
          <ac:cxnSpMkLst>
            <pc:docMk/>
            <pc:sldMk cId="2764160988" sldId="1160"/>
            <ac:cxnSpMk id="16" creationId="{A8382162-7596-D715-7552-7B1A7214FB3D}"/>
          </ac:cxnSpMkLst>
        </pc:cxnChg>
        <pc:cxnChg chg="mod">
          <ac:chgData name="Palit, Tapti" userId="dec6fbcd-7598-406a-8cbf-504d4a3bac15" providerId="ADAL" clId="{ECD42228-5B96-4A72-B268-C46DF994E6B7}" dt="2024-01-30T04:32:00.145" v="86355"/>
          <ac:cxnSpMkLst>
            <pc:docMk/>
            <pc:sldMk cId="2764160988" sldId="1160"/>
            <ac:cxnSpMk id="22" creationId="{87D4B149-6660-CFCF-FD3B-8A83D36B867D}"/>
          </ac:cxnSpMkLst>
        </pc:cxnChg>
        <pc:cxnChg chg="mod">
          <ac:chgData name="Palit, Tapti" userId="dec6fbcd-7598-406a-8cbf-504d4a3bac15" providerId="ADAL" clId="{ECD42228-5B96-4A72-B268-C46DF994E6B7}" dt="2024-01-30T04:32:00.145" v="86355"/>
          <ac:cxnSpMkLst>
            <pc:docMk/>
            <pc:sldMk cId="2764160988" sldId="1160"/>
            <ac:cxnSpMk id="29" creationId="{0B90340E-2934-C3CC-41C6-E540810B64CC}"/>
          </ac:cxnSpMkLst>
        </pc:cxnChg>
        <pc:cxnChg chg="mod">
          <ac:chgData name="Palit, Tapti" userId="dec6fbcd-7598-406a-8cbf-504d4a3bac15" providerId="ADAL" clId="{ECD42228-5B96-4A72-B268-C46DF994E6B7}" dt="2024-01-30T04:32:00.145" v="86355"/>
          <ac:cxnSpMkLst>
            <pc:docMk/>
            <pc:sldMk cId="2764160988" sldId="1160"/>
            <ac:cxnSpMk id="35" creationId="{CF57001A-B92C-0E6C-8573-1717AF026062}"/>
          </ac:cxnSpMkLst>
        </pc:cxnChg>
      </pc:sldChg>
      <pc:sldChg chg="addSp delSp modSp add mod modNotesTx">
        <pc:chgData name="Palit, Tapti" userId="dec6fbcd-7598-406a-8cbf-504d4a3bac15" providerId="ADAL" clId="{ECD42228-5B96-4A72-B268-C46DF994E6B7}" dt="2024-01-30T04:33:35.192" v="86368" actId="207"/>
        <pc:sldMkLst>
          <pc:docMk/>
          <pc:sldMk cId="126122317" sldId="1161"/>
        </pc:sldMkLst>
        <pc:spChg chg="add mod">
          <ac:chgData name="Palit, Tapti" userId="dec6fbcd-7598-406a-8cbf-504d4a3bac15" providerId="ADAL" clId="{ECD42228-5B96-4A72-B268-C46DF994E6B7}" dt="2024-01-30T04:18:44.071" v="86167"/>
          <ac:spMkLst>
            <pc:docMk/>
            <pc:sldMk cId="126122317" sldId="1161"/>
            <ac:spMk id="13" creationId="{7E65D451-6208-66A7-7A51-0BE6BB927E4D}"/>
          </ac:spMkLst>
        </pc:spChg>
        <pc:spChg chg="add mod">
          <ac:chgData name="Palit, Tapti" userId="dec6fbcd-7598-406a-8cbf-504d4a3bac15" providerId="ADAL" clId="{ECD42228-5B96-4A72-B268-C46DF994E6B7}" dt="2024-01-30T04:18:44.071" v="86167"/>
          <ac:spMkLst>
            <pc:docMk/>
            <pc:sldMk cId="126122317" sldId="1161"/>
            <ac:spMk id="15" creationId="{1197BE9B-4E0B-75C7-DAF2-EB3E4D87498E}"/>
          </ac:spMkLst>
        </pc:spChg>
        <pc:spChg chg="add mod">
          <ac:chgData name="Palit, Tapti" userId="dec6fbcd-7598-406a-8cbf-504d4a3bac15" providerId="ADAL" clId="{ECD42228-5B96-4A72-B268-C46DF994E6B7}" dt="2024-01-30T04:19:15.899" v="86170" actId="692"/>
          <ac:spMkLst>
            <pc:docMk/>
            <pc:sldMk cId="126122317" sldId="1161"/>
            <ac:spMk id="17" creationId="{1E55F39E-290D-2E18-EB2F-C2E786E6B97F}"/>
          </ac:spMkLst>
        </pc:spChg>
        <pc:spChg chg="add mod">
          <ac:chgData name="Palit, Tapti" userId="dec6fbcd-7598-406a-8cbf-504d4a3bac15" providerId="ADAL" clId="{ECD42228-5B96-4A72-B268-C46DF994E6B7}" dt="2024-01-30T04:19:02.797" v="86168"/>
          <ac:spMkLst>
            <pc:docMk/>
            <pc:sldMk cId="126122317" sldId="1161"/>
            <ac:spMk id="18" creationId="{B4C32A63-B97C-479E-3703-2355FEAD3C33}"/>
          </ac:spMkLst>
        </pc:spChg>
        <pc:spChg chg="add mod">
          <ac:chgData name="Palit, Tapti" userId="dec6fbcd-7598-406a-8cbf-504d4a3bac15" providerId="ADAL" clId="{ECD42228-5B96-4A72-B268-C46DF994E6B7}" dt="2024-01-30T04:22:48.851" v="86220"/>
          <ac:spMkLst>
            <pc:docMk/>
            <pc:sldMk cId="126122317" sldId="1161"/>
            <ac:spMk id="19" creationId="{D9CB0CEB-07D3-75DB-8159-B5634D097E61}"/>
          </ac:spMkLst>
        </pc:spChg>
        <pc:spChg chg="add mod">
          <ac:chgData name="Palit, Tapti" userId="dec6fbcd-7598-406a-8cbf-504d4a3bac15" providerId="ADAL" clId="{ECD42228-5B96-4A72-B268-C46DF994E6B7}" dt="2024-01-30T04:32:45.819" v="86358"/>
          <ac:spMkLst>
            <pc:docMk/>
            <pc:sldMk cId="126122317" sldId="1161"/>
            <ac:spMk id="20" creationId="{46270D6E-9ED2-6530-0C51-118C1744BEED}"/>
          </ac:spMkLst>
        </pc:spChg>
        <pc:spChg chg="mod">
          <ac:chgData name="Palit, Tapti" userId="dec6fbcd-7598-406a-8cbf-504d4a3bac15" providerId="ADAL" clId="{ECD42228-5B96-4A72-B268-C46DF994E6B7}" dt="2024-01-30T04:32:45.819" v="86358"/>
          <ac:spMkLst>
            <pc:docMk/>
            <pc:sldMk cId="126122317" sldId="1161"/>
            <ac:spMk id="22" creationId="{4AEDE09B-8779-8162-95C8-B78B80680B06}"/>
          </ac:spMkLst>
        </pc:spChg>
        <pc:spChg chg="mod">
          <ac:chgData name="Palit, Tapti" userId="dec6fbcd-7598-406a-8cbf-504d4a3bac15" providerId="ADAL" clId="{ECD42228-5B96-4A72-B268-C46DF994E6B7}" dt="2024-01-30T04:32:45.819" v="86358"/>
          <ac:spMkLst>
            <pc:docMk/>
            <pc:sldMk cId="126122317" sldId="1161"/>
            <ac:spMk id="23" creationId="{936AB2D0-20D3-B626-F156-C2BC6529A9B0}"/>
          </ac:spMkLst>
        </pc:spChg>
        <pc:spChg chg="mod">
          <ac:chgData name="Palit, Tapti" userId="dec6fbcd-7598-406a-8cbf-504d4a3bac15" providerId="ADAL" clId="{ECD42228-5B96-4A72-B268-C46DF994E6B7}" dt="2024-01-30T04:32:45.819" v="86358"/>
          <ac:spMkLst>
            <pc:docMk/>
            <pc:sldMk cId="126122317" sldId="1161"/>
            <ac:spMk id="24" creationId="{C765977B-FC2E-C825-319B-F41053B53748}"/>
          </ac:spMkLst>
        </pc:spChg>
        <pc:spChg chg="mod">
          <ac:chgData name="Palit, Tapti" userId="dec6fbcd-7598-406a-8cbf-504d4a3bac15" providerId="ADAL" clId="{ECD42228-5B96-4A72-B268-C46DF994E6B7}" dt="2024-01-30T04:33:35.192" v="86368" actId="207"/>
          <ac:spMkLst>
            <pc:docMk/>
            <pc:sldMk cId="126122317" sldId="1161"/>
            <ac:spMk id="26" creationId="{9ED383A5-2139-40C3-649B-3E98F7727C1F}"/>
          </ac:spMkLst>
        </pc:spChg>
        <pc:spChg chg="add mod">
          <ac:chgData name="Palit, Tapti" userId="dec6fbcd-7598-406a-8cbf-504d4a3bac15" providerId="ADAL" clId="{ECD42228-5B96-4A72-B268-C46DF994E6B7}" dt="2024-01-30T04:32:45.819" v="86358"/>
          <ac:spMkLst>
            <pc:docMk/>
            <pc:sldMk cId="126122317" sldId="1161"/>
            <ac:spMk id="27" creationId="{63602BA2-DFCA-3588-9BD4-4783C47303FA}"/>
          </ac:spMkLst>
        </pc:spChg>
        <pc:spChg chg="del">
          <ac:chgData name="Palit, Tapti" userId="dec6fbcd-7598-406a-8cbf-504d4a3bac15" providerId="ADAL" clId="{ECD42228-5B96-4A72-B268-C46DF994E6B7}" dt="2024-01-30T04:32:38.590" v="86357" actId="478"/>
          <ac:spMkLst>
            <pc:docMk/>
            <pc:sldMk cId="126122317" sldId="1161"/>
            <ac:spMk id="30" creationId="{11D4ADC7-21B9-08B4-25A4-8EEFFD3ACAF2}"/>
          </ac:spMkLst>
        </pc:spChg>
        <pc:spChg chg="mod">
          <ac:chgData name="Palit, Tapti" userId="dec6fbcd-7598-406a-8cbf-504d4a3bac15" providerId="ADAL" clId="{ECD42228-5B96-4A72-B268-C46DF994E6B7}" dt="2024-01-30T04:32:45.819" v="86358"/>
          <ac:spMkLst>
            <pc:docMk/>
            <pc:sldMk cId="126122317" sldId="1161"/>
            <ac:spMk id="32" creationId="{2E3352A6-D18D-A4E0-95C8-AF11F5AF6417}"/>
          </ac:spMkLst>
        </pc:spChg>
        <pc:spChg chg="del">
          <ac:chgData name="Palit, Tapti" userId="dec6fbcd-7598-406a-8cbf-504d4a3bac15" providerId="ADAL" clId="{ECD42228-5B96-4A72-B268-C46DF994E6B7}" dt="2024-01-30T04:32:38.590" v="86357" actId="478"/>
          <ac:spMkLst>
            <pc:docMk/>
            <pc:sldMk cId="126122317" sldId="1161"/>
            <ac:spMk id="33" creationId="{6F8DDCDB-2BC0-4664-5DDC-E0969FF063B5}"/>
          </ac:spMkLst>
        </pc:spChg>
        <pc:spChg chg="mod">
          <ac:chgData name="Palit, Tapti" userId="dec6fbcd-7598-406a-8cbf-504d4a3bac15" providerId="ADAL" clId="{ECD42228-5B96-4A72-B268-C46DF994E6B7}" dt="2024-01-30T04:32:45.819" v="86358"/>
          <ac:spMkLst>
            <pc:docMk/>
            <pc:sldMk cId="126122317" sldId="1161"/>
            <ac:spMk id="35" creationId="{EB236A79-3DD0-34D3-07C5-8181265FFF6A}"/>
          </ac:spMkLst>
        </pc:spChg>
        <pc:spChg chg="mod">
          <ac:chgData name="Palit, Tapti" userId="dec6fbcd-7598-406a-8cbf-504d4a3bac15" providerId="ADAL" clId="{ECD42228-5B96-4A72-B268-C46DF994E6B7}" dt="2024-01-30T04:32:45.819" v="86358"/>
          <ac:spMkLst>
            <pc:docMk/>
            <pc:sldMk cId="126122317" sldId="1161"/>
            <ac:spMk id="36" creationId="{2612AA4E-0C86-E92C-4D0A-A5333EAC6C3A}"/>
          </ac:spMkLst>
        </pc:spChg>
        <pc:spChg chg="mod">
          <ac:chgData name="Palit, Tapti" userId="dec6fbcd-7598-406a-8cbf-504d4a3bac15" providerId="ADAL" clId="{ECD42228-5B96-4A72-B268-C46DF994E6B7}" dt="2024-01-30T04:32:45.819" v="86358"/>
          <ac:spMkLst>
            <pc:docMk/>
            <pc:sldMk cId="126122317" sldId="1161"/>
            <ac:spMk id="37" creationId="{F1FA48BD-DB39-37E9-C704-6CBE52A2DB25}"/>
          </ac:spMkLst>
        </pc:spChg>
        <pc:grpChg chg="add mod">
          <ac:chgData name="Palit, Tapti" userId="dec6fbcd-7598-406a-8cbf-504d4a3bac15" providerId="ADAL" clId="{ECD42228-5B96-4A72-B268-C46DF994E6B7}" dt="2024-01-30T04:32:45.819" v="86358"/>
          <ac:grpSpMkLst>
            <pc:docMk/>
            <pc:sldMk cId="126122317" sldId="1161"/>
            <ac:grpSpMk id="21" creationId="{8BA8ED29-C491-0708-4E8B-E683D6ECB305}"/>
          </ac:grpSpMkLst>
        </pc:grpChg>
        <pc:grpChg chg="add mod">
          <ac:chgData name="Palit, Tapti" userId="dec6fbcd-7598-406a-8cbf-504d4a3bac15" providerId="ADAL" clId="{ECD42228-5B96-4A72-B268-C46DF994E6B7}" dt="2024-01-30T04:32:45.819" v="86358"/>
          <ac:grpSpMkLst>
            <pc:docMk/>
            <pc:sldMk cId="126122317" sldId="1161"/>
            <ac:grpSpMk id="29" creationId="{BAB09A70-1D03-CFBD-58C7-D4518183F60E}"/>
          </ac:grpSpMkLst>
        </pc:grpChg>
        <pc:grpChg chg="mod">
          <ac:chgData name="Palit, Tapti" userId="dec6fbcd-7598-406a-8cbf-504d4a3bac15" providerId="ADAL" clId="{ECD42228-5B96-4A72-B268-C46DF994E6B7}" dt="2024-01-30T04:32:45.819" v="86358"/>
          <ac:grpSpMkLst>
            <pc:docMk/>
            <pc:sldMk cId="126122317" sldId="1161"/>
            <ac:grpSpMk id="31" creationId="{99A61BE5-600B-9E50-89E2-F46650A80C22}"/>
          </ac:grpSpMkLst>
        </pc:grpChg>
        <pc:graphicFrameChg chg="del">
          <ac:chgData name="Palit, Tapti" userId="dec6fbcd-7598-406a-8cbf-504d4a3bac15" providerId="ADAL" clId="{ECD42228-5B96-4A72-B268-C46DF994E6B7}" dt="2024-01-30T04:32:38.590" v="86357" actId="478"/>
          <ac:graphicFrameMkLst>
            <pc:docMk/>
            <pc:sldMk cId="126122317" sldId="1161"/>
            <ac:graphicFrameMk id="2" creationId="{4498D35B-E7A5-4947-5802-D6A575F62626}"/>
          </ac:graphicFrameMkLst>
        </pc:graphicFrameChg>
        <pc:graphicFrameChg chg="del">
          <ac:chgData name="Palit, Tapti" userId="dec6fbcd-7598-406a-8cbf-504d4a3bac15" providerId="ADAL" clId="{ECD42228-5B96-4A72-B268-C46DF994E6B7}" dt="2024-01-30T04:32:38.590" v="86357" actId="478"/>
          <ac:graphicFrameMkLst>
            <pc:docMk/>
            <pc:sldMk cId="126122317" sldId="1161"/>
            <ac:graphicFrameMk id="28" creationId="{7A06F78A-A30D-EA99-2E4E-624D76067CB7}"/>
          </ac:graphicFrameMkLst>
        </pc:graphicFrameChg>
        <pc:cxnChg chg="mod">
          <ac:chgData name="Palit, Tapti" userId="dec6fbcd-7598-406a-8cbf-504d4a3bac15" providerId="ADAL" clId="{ECD42228-5B96-4A72-B268-C46DF994E6B7}" dt="2024-01-30T04:32:50.108" v="86359" actId="14100"/>
          <ac:cxnSpMkLst>
            <pc:docMk/>
            <pc:sldMk cId="126122317" sldId="1161"/>
            <ac:cxnSpMk id="16" creationId="{A8382162-7596-D715-7552-7B1A7214FB3D}"/>
          </ac:cxnSpMkLst>
        </pc:cxnChg>
        <pc:cxnChg chg="mod">
          <ac:chgData name="Palit, Tapti" userId="dec6fbcd-7598-406a-8cbf-504d4a3bac15" providerId="ADAL" clId="{ECD42228-5B96-4A72-B268-C46DF994E6B7}" dt="2024-01-30T04:32:45.819" v="86358"/>
          <ac:cxnSpMkLst>
            <pc:docMk/>
            <pc:sldMk cId="126122317" sldId="1161"/>
            <ac:cxnSpMk id="25" creationId="{9B4781FE-7662-BFF5-9859-1513BC286C5D}"/>
          </ac:cxnSpMkLst>
        </pc:cxnChg>
        <pc:cxnChg chg="mod">
          <ac:chgData name="Palit, Tapti" userId="dec6fbcd-7598-406a-8cbf-504d4a3bac15" providerId="ADAL" clId="{ECD42228-5B96-4A72-B268-C46DF994E6B7}" dt="2024-01-30T04:32:45.819" v="86358"/>
          <ac:cxnSpMkLst>
            <pc:docMk/>
            <pc:sldMk cId="126122317" sldId="1161"/>
            <ac:cxnSpMk id="34" creationId="{B41AE73B-FB83-A729-9919-0A46FFE046CA}"/>
          </ac:cxnSpMkLst>
        </pc:cxnChg>
        <pc:cxnChg chg="mod">
          <ac:chgData name="Palit, Tapti" userId="dec6fbcd-7598-406a-8cbf-504d4a3bac15" providerId="ADAL" clId="{ECD42228-5B96-4A72-B268-C46DF994E6B7}" dt="2024-01-30T04:32:45.819" v="86358"/>
          <ac:cxnSpMkLst>
            <pc:docMk/>
            <pc:sldMk cId="126122317" sldId="1161"/>
            <ac:cxnSpMk id="38" creationId="{EC74784B-654B-B2AC-358F-B055A3A40900}"/>
          </ac:cxnSpMkLst>
        </pc:cxnChg>
      </pc:sldChg>
      <pc:sldChg chg="addSp delSp modSp add mod">
        <pc:chgData name="Palit, Tapti" userId="dec6fbcd-7598-406a-8cbf-504d4a3bac15" providerId="ADAL" clId="{ECD42228-5B96-4A72-B268-C46DF994E6B7}" dt="2024-02-09T04:45:18.348" v="104507" actId="478"/>
        <pc:sldMkLst>
          <pc:docMk/>
          <pc:sldMk cId="1278495068" sldId="1162"/>
        </pc:sldMkLst>
        <pc:spChg chg="del mod">
          <ac:chgData name="Palit, Tapti" userId="dec6fbcd-7598-406a-8cbf-504d4a3bac15" providerId="ADAL" clId="{ECD42228-5B96-4A72-B268-C46DF994E6B7}" dt="2024-02-09T04:45:18.348" v="104507" actId="478"/>
          <ac:spMkLst>
            <pc:docMk/>
            <pc:sldMk cId="1278495068" sldId="1162"/>
            <ac:spMk id="7" creationId="{4F0DD4F9-D13F-33FC-B35C-8BAD7548E011}"/>
          </ac:spMkLst>
        </pc:spChg>
        <pc:spChg chg="add mod">
          <ac:chgData name="Palit, Tapti" userId="dec6fbcd-7598-406a-8cbf-504d4a3bac15" providerId="ADAL" clId="{ECD42228-5B96-4A72-B268-C46DF994E6B7}" dt="2024-01-30T04:25:27.676" v="86278" actId="164"/>
          <ac:spMkLst>
            <pc:docMk/>
            <pc:sldMk cId="1278495068" sldId="1162"/>
            <ac:spMk id="9" creationId="{4C07D422-E85F-5C64-18E5-F4FAB0377851}"/>
          </ac:spMkLst>
        </pc:spChg>
        <pc:spChg chg="add mod">
          <ac:chgData name="Palit, Tapti" userId="dec6fbcd-7598-406a-8cbf-504d4a3bac15" providerId="ADAL" clId="{ECD42228-5B96-4A72-B268-C46DF994E6B7}" dt="2024-01-30T04:22:18.809" v="86209"/>
          <ac:spMkLst>
            <pc:docMk/>
            <pc:sldMk cId="1278495068" sldId="1162"/>
            <ac:spMk id="11" creationId="{D0562B1B-37A5-1C40-561A-9DABC643237D}"/>
          </ac:spMkLst>
        </pc:spChg>
        <pc:spChg chg="add mod">
          <ac:chgData name="Palit, Tapti" userId="dec6fbcd-7598-406a-8cbf-504d4a3bac15" providerId="ADAL" clId="{ECD42228-5B96-4A72-B268-C46DF994E6B7}" dt="2024-01-30T04:25:27.676" v="86278" actId="164"/>
          <ac:spMkLst>
            <pc:docMk/>
            <pc:sldMk cId="1278495068" sldId="1162"/>
            <ac:spMk id="13" creationId="{9FC00AC7-4C94-A86F-75E1-D55E40133AC5}"/>
          </ac:spMkLst>
        </pc:spChg>
        <pc:spChg chg="add mod">
          <ac:chgData name="Palit, Tapti" userId="dec6fbcd-7598-406a-8cbf-504d4a3bac15" providerId="ADAL" clId="{ECD42228-5B96-4A72-B268-C46DF994E6B7}" dt="2024-01-30T04:25:27.676" v="86278" actId="164"/>
          <ac:spMkLst>
            <pc:docMk/>
            <pc:sldMk cId="1278495068" sldId="1162"/>
            <ac:spMk id="14" creationId="{B0216CC0-61E7-6F0A-85C2-B83F385D6036}"/>
          </ac:spMkLst>
        </pc:spChg>
        <pc:spChg chg="add mod">
          <ac:chgData name="Palit, Tapti" userId="dec6fbcd-7598-406a-8cbf-504d4a3bac15" providerId="ADAL" clId="{ECD42228-5B96-4A72-B268-C46DF994E6B7}" dt="2024-01-30T04:33:10.688" v="86361" actId="207"/>
          <ac:spMkLst>
            <pc:docMk/>
            <pc:sldMk cId="1278495068" sldId="1162"/>
            <ac:spMk id="18" creationId="{0F9AFC57-516F-B32C-32E0-7D2DAF99FA60}"/>
          </ac:spMkLst>
        </pc:spChg>
        <pc:spChg chg="mod">
          <ac:chgData name="Palit, Tapti" userId="dec6fbcd-7598-406a-8cbf-504d4a3bac15" providerId="ADAL" clId="{ECD42228-5B96-4A72-B268-C46DF994E6B7}" dt="2024-01-30T04:26:20.066" v="86289" actId="14100"/>
          <ac:spMkLst>
            <pc:docMk/>
            <pc:sldMk cId="1278495068" sldId="1162"/>
            <ac:spMk id="22" creationId="{DE53CDDD-6D27-6049-4CB5-C8F63969F1FF}"/>
          </ac:spMkLst>
        </pc:spChg>
        <pc:spChg chg="mod">
          <ac:chgData name="Palit, Tapti" userId="dec6fbcd-7598-406a-8cbf-504d4a3bac15" providerId="ADAL" clId="{ECD42228-5B96-4A72-B268-C46DF994E6B7}" dt="2024-01-30T04:26:04.746" v="86284"/>
          <ac:spMkLst>
            <pc:docMk/>
            <pc:sldMk cId="1278495068" sldId="1162"/>
            <ac:spMk id="23" creationId="{FE170E20-D2C8-29A5-6B2F-9B1FD2F04D58}"/>
          </ac:spMkLst>
        </pc:spChg>
        <pc:spChg chg="mod">
          <ac:chgData name="Palit, Tapti" userId="dec6fbcd-7598-406a-8cbf-504d4a3bac15" providerId="ADAL" clId="{ECD42228-5B96-4A72-B268-C46DF994E6B7}" dt="2024-01-30T04:26:30.235" v="86292" actId="1076"/>
          <ac:spMkLst>
            <pc:docMk/>
            <pc:sldMk cId="1278495068" sldId="1162"/>
            <ac:spMk id="24" creationId="{83826539-6687-8FFB-8609-934DD8D7AEA8}"/>
          </ac:spMkLst>
        </pc:spChg>
        <pc:spChg chg="del mod">
          <ac:chgData name="Palit, Tapti" userId="dec6fbcd-7598-406a-8cbf-504d4a3bac15" providerId="ADAL" clId="{ECD42228-5B96-4A72-B268-C46DF994E6B7}" dt="2024-01-30T04:28:02.198" v="86317" actId="478"/>
          <ac:spMkLst>
            <pc:docMk/>
            <pc:sldMk cId="1278495068" sldId="1162"/>
            <ac:spMk id="26" creationId="{792CAFB3-6016-3298-7CB0-2B08DDDA8998}"/>
          </ac:spMkLst>
        </pc:spChg>
        <pc:spChg chg="add mod">
          <ac:chgData name="Palit, Tapti" userId="dec6fbcd-7598-406a-8cbf-504d4a3bac15" providerId="ADAL" clId="{ECD42228-5B96-4A72-B268-C46DF994E6B7}" dt="2024-01-30T04:29:05.088" v="86330" actId="164"/>
          <ac:spMkLst>
            <pc:docMk/>
            <pc:sldMk cId="1278495068" sldId="1162"/>
            <ac:spMk id="29" creationId="{01C3EACD-05D6-5163-F565-54CD05FEA1EB}"/>
          </ac:spMkLst>
        </pc:spChg>
        <pc:spChg chg="mod">
          <ac:chgData name="Palit, Tapti" userId="dec6fbcd-7598-406a-8cbf-504d4a3bac15" providerId="ADAL" clId="{ECD42228-5B96-4A72-B268-C46DF994E6B7}" dt="2024-01-30T04:25:52.914" v="86282" actId="1076"/>
          <ac:spMkLst>
            <pc:docMk/>
            <pc:sldMk cId="1278495068" sldId="1162"/>
            <ac:spMk id="30" creationId="{11D4ADC7-21B9-08B4-25A4-8EEFFD3ACAF2}"/>
          </ac:spMkLst>
        </pc:spChg>
        <pc:spChg chg="mod">
          <ac:chgData name="Palit, Tapti" userId="dec6fbcd-7598-406a-8cbf-504d4a3bac15" providerId="ADAL" clId="{ECD42228-5B96-4A72-B268-C46DF994E6B7}" dt="2024-01-30T04:26:56.475" v="86307" actId="1076"/>
          <ac:spMkLst>
            <pc:docMk/>
            <pc:sldMk cId="1278495068" sldId="1162"/>
            <ac:spMk id="33" creationId="{6F8DDCDB-2BC0-4664-5DDC-E0969FF063B5}"/>
          </ac:spMkLst>
        </pc:spChg>
        <pc:spChg chg="add del mod">
          <ac:chgData name="Palit, Tapti" userId="dec6fbcd-7598-406a-8cbf-504d4a3bac15" providerId="ADAL" clId="{ECD42228-5B96-4A72-B268-C46DF994E6B7}" dt="2024-01-30T04:28:46.476" v="86326" actId="478"/>
          <ac:spMkLst>
            <pc:docMk/>
            <pc:sldMk cId="1278495068" sldId="1162"/>
            <ac:spMk id="46" creationId="{9715DB38-9550-104E-AAEA-4D661B3F9D39}"/>
          </ac:spMkLst>
        </pc:spChg>
        <pc:grpChg chg="add mod">
          <ac:chgData name="Palit, Tapti" userId="dec6fbcd-7598-406a-8cbf-504d4a3bac15" providerId="ADAL" clId="{ECD42228-5B96-4A72-B268-C46DF994E6B7}" dt="2024-01-30T04:25:39.522" v="86280" actId="1076"/>
          <ac:grpSpMkLst>
            <pc:docMk/>
            <pc:sldMk cId="1278495068" sldId="1162"/>
            <ac:grpSpMk id="19" creationId="{F96C9E43-8CED-6167-98F2-2740A807DF97}"/>
          </ac:grpSpMkLst>
        </pc:grpChg>
        <pc:grpChg chg="add mod">
          <ac:chgData name="Palit, Tapti" userId="dec6fbcd-7598-406a-8cbf-504d4a3bac15" providerId="ADAL" clId="{ECD42228-5B96-4A72-B268-C46DF994E6B7}" dt="2024-01-30T04:29:05.088" v="86330" actId="164"/>
          <ac:grpSpMkLst>
            <pc:docMk/>
            <pc:sldMk cId="1278495068" sldId="1162"/>
            <ac:grpSpMk id="21" creationId="{9B128C80-A485-2C67-0D03-D782E314D842}"/>
          </ac:grpSpMkLst>
        </pc:grpChg>
        <pc:grpChg chg="add mod">
          <ac:chgData name="Palit, Tapti" userId="dec6fbcd-7598-406a-8cbf-504d4a3bac15" providerId="ADAL" clId="{ECD42228-5B96-4A72-B268-C46DF994E6B7}" dt="2024-01-30T04:29:05.088" v="86330" actId="164"/>
          <ac:grpSpMkLst>
            <pc:docMk/>
            <pc:sldMk cId="1278495068" sldId="1162"/>
            <ac:grpSpMk id="36" creationId="{E12692E4-BEE0-B0F9-7A21-BDACD45FF2C3}"/>
          </ac:grpSpMkLst>
        </pc:grpChg>
        <pc:graphicFrameChg chg="del mod">
          <ac:chgData name="Palit, Tapti" userId="dec6fbcd-7598-406a-8cbf-504d4a3bac15" providerId="ADAL" clId="{ECD42228-5B96-4A72-B268-C46DF994E6B7}" dt="2024-01-30T04:25:31.660" v="86279" actId="478"/>
          <ac:graphicFrameMkLst>
            <pc:docMk/>
            <pc:sldMk cId="1278495068" sldId="1162"/>
            <ac:graphicFrameMk id="2" creationId="{4498D35B-E7A5-4947-5802-D6A575F62626}"/>
          </ac:graphicFrameMkLst>
        </pc:graphicFrameChg>
        <pc:graphicFrameChg chg="del">
          <ac:chgData name="Palit, Tapti" userId="dec6fbcd-7598-406a-8cbf-504d4a3bac15" providerId="ADAL" clId="{ECD42228-5B96-4A72-B268-C46DF994E6B7}" dt="2024-01-30T04:26:01.119" v="86283" actId="478"/>
          <ac:graphicFrameMkLst>
            <pc:docMk/>
            <pc:sldMk cId="1278495068" sldId="1162"/>
            <ac:graphicFrameMk id="28" creationId="{7A06F78A-A30D-EA99-2E4E-624D76067CB7}"/>
          </ac:graphicFrameMkLst>
        </pc:graphicFrameChg>
        <pc:cxnChg chg="mod">
          <ac:chgData name="Palit, Tapti" userId="dec6fbcd-7598-406a-8cbf-504d4a3bac15" providerId="ADAL" clId="{ECD42228-5B96-4A72-B268-C46DF994E6B7}" dt="2024-01-30T04:25:46.161" v="86281" actId="14100"/>
          <ac:cxnSpMkLst>
            <pc:docMk/>
            <pc:sldMk cId="1278495068" sldId="1162"/>
            <ac:cxnSpMk id="10" creationId="{9E94C896-B232-9692-30F5-7EADDBA316F1}"/>
          </ac:cxnSpMkLst>
        </pc:cxnChg>
        <pc:cxnChg chg="mod">
          <ac:chgData name="Palit, Tapti" userId="dec6fbcd-7598-406a-8cbf-504d4a3bac15" providerId="ADAL" clId="{ECD42228-5B96-4A72-B268-C46DF994E6B7}" dt="2024-01-30T04:27:00.259" v="86308" actId="14100"/>
          <ac:cxnSpMkLst>
            <pc:docMk/>
            <pc:sldMk cId="1278495068" sldId="1162"/>
            <ac:cxnSpMk id="12" creationId="{B7D84180-1A4B-8131-B469-70328178D2E9}"/>
          </ac:cxnSpMkLst>
        </pc:cxnChg>
        <pc:cxnChg chg="add mod">
          <ac:chgData name="Palit, Tapti" userId="dec6fbcd-7598-406a-8cbf-504d4a3bac15" providerId="ADAL" clId="{ECD42228-5B96-4A72-B268-C46DF994E6B7}" dt="2024-01-30T04:25:27.676" v="86278" actId="164"/>
          <ac:cxnSpMkLst>
            <pc:docMk/>
            <pc:sldMk cId="1278495068" sldId="1162"/>
            <ac:cxnSpMk id="16" creationId="{8789313C-32D6-0DC1-4447-BC5D8AF1C91F}"/>
          </ac:cxnSpMkLst>
        </pc:cxnChg>
        <pc:cxnChg chg="mod">
          <ac:chgData name="Palit, Tapti" userId="dec6fbcd-7598-406a-8cbf-504d4a3bac15" providerId="ADAL" clId="{ECD42228-5B96-4A72-B268-C46DF994E6B7}" dt="2024-01-30T04:26:30.235" v="86292" actId="1076"/>
          <ac:cxnSpMkLst>
            <pc:docMk/>
            <pc:sldMk cId="1278495068" sldId="1162"/>
            <ac:cxnSpMk id="25" creationId="{6FD7B7C6-8BC1-D6D8-52D6-D2561DA611A3}"/>
          </ac:cxnSpMkLst>
        </pc:cxnChg>
        <pc:cxnChg chg="add mod">
          <ac:chgData name="Palit, Tapti" userId="dec6fbcd-7598-406a-8cbf-504d4a3bac15" providerId="ADAL" clId="{ECD42228-5B96-4A72-B268-C46DF994E6B7}" dt="2024-01-30T04:29:05.088" v="86330" actId="164"/>
          <ac:cxnSpMkLst>
            <pc:docMk/>
            <pc:sldMk cId="1278495068" sldId="1162"/>
            <ac:cxnSpMk id="31" creationId="{8559C2FA-9906-7AA3-3290-5B59DB2213EA}"/>
          </ac:cxnSpMkLst>
        </pc:cxnChg>
      </pc:sldChg>
      <pc:sldChg chg="add del">
        <pc:chgData name="Palit, Tapti" userId="dec6fbcd-7598-406a-8cbf-504d4a3bac15" providerId="ADAL" clId="{ECD42228-5B96-4A72-B268-C46DF994E6B7}" dt="2024-01-30T04:21:11.997" v="86177" actId="2890"/>
        <pc:sldMkLst>
          <pc:docMk/>
          <pc:sldMk cId="1341961615" sldId="1162"/>
        </pc:sldMkLst>
      </pc:sldChg>
      <pc:sldChg chg="add del">
        <pc:chgData name="Palit, Tapti" userId="dec6fbcd-7598-406a-8cbf-504d4a3bac15" providerId="ADAL" clId="{ECD42228-5B96-4A72-B268-C46DF994E6B7}" dt="2024-01-30T04:55:42.811" v="86850" actId="47"/>
        <pc:sldMkLst>
          <pc:docMk/>
          <pc:sldMk cId="3799121802" sldId="1163"/>
        </pc:sldMkLst>
      </pc:sldChg>
      <pc:sldChg chg="addSp delSp modSp add mod ord modAnim chgLayout modNotesTx">
        <pc:chgData name="Palit, Tapti" userId="dec6fbcd-7598-406a-8cbf-504d4a3bac15" providerId="ADAL" clId="{ECD42228-5B96-4A72-B268-C46DF994E6B7}" dt="2024-02-12T19:20:26.857" v="112399" actId="20577"/>
        <pc:sldMkLst>
          <pc:docMk/>
          <pc:sldMk cId="1810851311" sldId="1164"/>
        </pc:sldMkLst>
        <pc:spChg chg="mod">
          <ac:chgData name="Palit, Tapti" userId="dec6fbcd-7598-406a-8cbf-504d4a3bac15" providerId="ADAL" clId="{ECD42228-5B96-4A72-B268-C46DF994E6B7}" dt="2024-02-08T20:10:29.953" v="100493" actId="164"/>
          <ac:spMkLst>
            <pc:docMk/>
            <pc:sldMk cId="1810851311" sldId="1164"/>
            <ac:spMk id="2" creationId="{42C7EA38-D775-DD8F-6F3A-D93D29EF1FEB}"/>
          </ac:spMkLst>
        </pc:spChg>
        <pc:spChg chg="mod ord">
          <ac:chgData name="Palit, Tapti" userId="dec6fbcd-7598-406a-8cbf-504d4a3bac15" providerId="ADAL" clId="{ECD42228-5B96-4A72-B268-C46DF994E6B7}" dt="2024-01-30T15:54:22.941" v="92117" actId="6264"/>
          <ac:spMkLst>
            <pc:docMk/>
            <pc:sldMk cId="1810851311" sldId="1164"/>
            <ac:spMk id="3" creationId="{F41F5800-0C87-D92F-5B6B-52E096B070E2}"/>
          </ac:spMkLst>
        </pc:spChg>
        <pc:spChg chg="mod ord">
          <ac:chgData name="Palit, Tapti" userId="dec6fbcd-7598-406a-8cbf-504d4a3bac15" providerId="ADAL" clId="{ECD42228-5B96-4A72-B268-C46DF994E6B7}" dt="2024-01-30T15:54:22.941" v="92117" actId="6264"/>
          <ac:spMkLst>
            <pc:docMk/>
            <pc:sldMk cId="1810851311" sldId="1164"/>
            <ac:spMk id="4" creationId="{72B504F4-99B0-8DB2-F091-585A12AE0CD7}"/>
          </ac:spMkLst>
        </pc:spChg>
        <pc:spChg chg="mod">
          <ac:chgData name="Palit, Tapti" userId="dec6fbcd-7598-406a-8cbf-504d4a3bac15" providerId="ADAL" clId="{ECD42228-5B96-4A72-B268-C46DF994E6B7}" dt="2024-02-08T20:10:29.953" v="100493" actId="164"/>
          <ac:spMkLst>
            <pc:docMk/>
            <pc:sldMk cId="1810851311" sldId="1164"/>
            <ac:spMk id="5" creationId="{D0020646-FB66-8852-F210-D58832B911A6}"/>
          </ac:spMkLst>
        </pc:spChg>
        <pc:spChg chg="mod">
          <ac:chgData name="Palit, Tapti" userId="dec6fbcd-7598-406a-8cbf-504d4a3bac15" providerId="ADAL" clId="{ECD42228-5B96-4A72-B268-C46DF994E6B7}" dt="2024-02-08T20:10:29.953" v="100493" actId="164"/>
          <ac:spMkLst>
            <pc:docMk/>
            <pc:sldMk cId="1810851311" sldId="1164"/>
            <ac:spMk id="6" creationId="{F62142A9-E3B1-C4B7-D8DB-1883CE405314}"/>
          </ac:spMkLst>
        </pc:spChg>
        <pc:spChg chg="mod">
          <ac:chgData name="Palit, Tapti" userId="dec6fbcd-7598-406a-8cbf-504d4a3bac15" providerId="ADAL" clId="{ECD42228-5B96-4A72-B268-C46DF994E6B7}" dt="2024-02-08T20:10:29.953" v="100493" actId="164"/>
          <ac:spMkLst>
            <pc:docMk/>
            <pc:sldMk cId="1810851311" sldId="1164"/>
            <ac:spMk id="7" creationId="{4EFD8585-0F9C-03A9-4803-B753DF786B32}"/>
          </ac:spMkLst>
        </pc:spChg>
        <pc:spChg chg="mod">
          <ac:chgData name="Palit, Tapti" userId="dec6fbcd-7598-406a-8cbf-504d4a3bac15" providerId="ADAL" clId="{ECD42228-5B96-4A72-B268-C46DF994E6B7}" dt="2024-02-08T20:10:29.953" v="100493" actId="164"/>
          <ac:spMkLst>
            <pc:docMk/>
            <pc:sldMk cId="1810851311" sldId="1164"/>
            <ac:spMk id="8" creationId="{205A3CA1-08DC-09A1-8308-1DACFFAF7AAB}"/>
          </ac:spMkLst>
        </pc:spChg>
        <pc:spChg chg="mod">
          <ac:chgData name="Palit, Tapti" userId="dec6fbcd-7598-406a-8cbf-504d4a3bac15" providerId="ADAL" clId="{ECD42228-5B96-4A72-B268-C46DF994E6B7}" dt="2024-02-08T20:10:29.953" v="100493" actId="164"/>
          <ac:spMkLst>
            <pc:docMk/>
            <pc:sldMk cId="1810851311" sldId="1164"/>
            <ac:spMk id="9" creationId="{FEE50486-ED62-0211-8495-141514841F17}"/>
          </ac:spMkLst>
        </pc:spChg>
        <pc:spChg chg="add del mod">
          <ac:chgData name="Palit, Tapti" userId="dec6fbcd-7598-406a-8cbf-504d4a3bac15" providerId="ADAL" clId="{ECD42228-5B96-4A72-B268-C46DF994E6B7}" dt="2024-01-30T15:54:22.941" v="92117" actId="6264"/>
          <ac:spMkLst>
            <pc:docMk/>
            <pc:sldMk cId="1810851311" sldId="1164"/>
            <ac:spMk id="10" creationId="{908FE241-3649-5AF4-2E1E-E8D7F13F9BCA}"/>
          </ac:spMkLst>
        </pc:spChg>
        <pc:spChg chg="mod">
          <ac:chgData name="Palit, Tapti" userId="dec6fbcd-7598-406a-8cbf-504d4a3bac15" providerId="ADAL" clId="{ECD42228-5B96-4A72-B268-C46DF994E6B7}" dt="2024-02-08T20:10:29.953" v="100493" actId="164"/>
          <ac:spMkLst>
            <pc:docMk/>
            <pc:sldMk cId="1810851311" sldId="1164"/>
            <ac:spMk id="11" creationId="{5CD12B5E-EED1-D7C2-F857-A3873CADFBBF}"/>
          </ac:spMkLst>
        </pc:spChg>
        <pc:spChg chg="mod">
          <ac:chgData name="Palit, Tapti" userId="dec6fbcd-7598-406a-8cbf-504d4a3bac15" providerId="ADAL" clId="{ECD42228-5B96-4A72-B268-C46DF994E6B7}" dt="2024-02-08T20:10:29.953" v="100493" actId="164"/>
          <ac:spMkLst>
            <pc:docMk/>
            <pc:sldMk cId="1810851311" sldId="1164"/>
            <ac:spMk id="12" creationId="{333BB1BA-428F-94F5-CD81-06FB5528E221}"/>
          </ac:spMkLst>
        </pc:spChg>
        <pc:spChg chg="add del mod">
          <ac:chgData name="Palit, Tapti" userId="dec6fbcd-7598-406a-8cbf-504d4a3bac15" providerId="ADAL" clId="{ECD42228-5B96-4A72-B268-C46DF994E6B7}" dt="2024-01-30T15:54:22.941" v="92117" actId="6264"/>
          <ac:spMkLst>
            <pc:docMk/>
            <pc:sldMk cId="1810851311" sldId="1164"/>
            <ac:spMk id="13" creationId="{519D558B-0A51-4850-5346-F6F870D19526}"/>
          </ac:spMkLst>
        </pc:spChg>
        <pc:spChg chg="mod ord">
          <ac:chgData name="Palit, Tapti" userId="dec6fbcd-7598-406a-8cbf-504d4a3bac15" providerId="ADAL" clId="{ECD42228-5B96-4A72-B268-C46DF994E6B7}" dt="2024-02-12T19:19:51.590" v="112365"/>
          <ac:spMkLst>
            <pc:docMk/>
            <pc:sldMk cId="1810851311" sldId="1164"/>
            <ac:spMk id="14" creationId="{F55D1DCD-63AE-1B38-F985-84D9BB2AE721}"/>
          </ac:spMkLst>
        </pc:spChg>
        <pc:spChg chg="mod">
          <ac:chgData name="Palit, Tapti" userId="dec6fbcd-7598-406a-8cbf-504d4a3bac15" providerId="ADAL" clId="{ECD42228-5B96-4A72-B268-C46DF994E6B7}" dt="2024-02-08T20:10:29.953" v="100493" actId="164"/>
          <ac:spMkLst>
            <pc:docMk/>
            <pc:sldMk cId="1810851311" sldId="1164"/>
            <ac:spMk id="15" creationId="{632CDA17-2240-B34F-44F8-5573404E1E94}"/>
          </ac:spMkLst>
        </pc:spChg>
        <pc:spChg chg="add del mod">
          <ac:chgData name="Palit, Tapti" userId="dec6fbcd-7598-406a-8cbf-504d4a3bac15" providerId="ADAL" clId="{ECD42228-5B96-4A72-B268-C46DF994E6B7}" dt="2024-01-30T15:54:22.941" v="92117" actId="6264"/>
          <ac:spMkLst>
            <pc:docMk/>
            <pc:sldMk cId="1810851311" sldId="1164"/>
            <ac:spMk id="16" creationId="{EFC199E4-E570-147A-C994-C726802A8F36}"/>
          </ac:spMkLst>
        </pc:spChg>
        <pc:spChg chg="mod">
          <ac:chgData name="Palit, Tapti" userId="dec6fbcd-7598-406a-8cbf-504d4a3bac15" providerId="ADAL" clId="{ECD42228-5B96-4A72-B268-C46DF994E6B7}" dt="2024-02-08T20:10:29.953" v="100493" actId="164"/>
          <ac:spMkLst>
            <pc:docMk/>
            <pc:sldMk cId="1810851311" sldId="1164"/>
            <ac:spMk id="20" creationId="{E6DAEF0D-E7B1-033C-5253-509FAE79E815}"/>
          </ac:spMkLst>
        </pc:spChg>
        <pc:spChg chg="mod">
          <ac:chgData name="Palit, Tapti" userId="dec6fbcd-7598-406a-8cbf-504d4a3bac15" providerId="ADAL" clId="{ECD42228-5B96-4A72-B268-C46DF994E6B7}" dt="2024-02-08T20:10:29.953" v="100493" actId="164"/>
          <ac:spMkLst>
            <pc:docMk/>
            <pc:sldMk cId="1810851311" sldId="1164"/>
            <ac:spMk id="22" creationId="{B780F3A2-3E38-776A-B40B-BCCD258986B4}"/>
          </ac:spMkLst>
        </pc:spChg>
        <pc:spChg chg="mod">
          <ac:chgData name="Palit, Tapti" userId="dec6fbcd-7598-406a-8cbf-504d4a3bac15" providerId="ADAL" clId="{ECD42228-5B96-4A72-B268-C46DF994E6B7}" dt="2024-02-08T20:10:29.953" v="100493" actId="164"/>
          <ac:spMkLst>
            <pc:docMk/>
            <pc:sldMk cId="1810851311" sldId="1164"/>
            <ac:spMk id="24" creationId="{E1161DEA-E409-E4AE-8CD4-21309B090A89}"/>
          </ac:spMkLst>
        </pc:spChg>
        <pc:spChg chg="mod">
          <ac:chgData name="Palit, Tapti" userId="dec6fbcd-7598-406a-8cbf-504d4a3bac15" providerId="ADAL" clId="{ECD42228-5B96-4A72-B268-C46DF994E6B7}" dt="2024-02-08T20:10:29.953" v="100493" actId="164"/>
          <ac:spMkLst>
            <pc:docMk/>
            <pc:sldMk cId="1810851311" sldId="1164"/>
            <ac:spMk id="25" creationId="{363C4DD7-B853-9634-4200-0775FB68C8B7}"/>
          </ac:spMkLst>
        </pc:spChg>
        <pc:spChg chg="mod">
          <ac:chgData name="Palit, Tapti" userId="dec6fbcd-7598-406a-8cbf-504d4a3bac15" providerId="ADAL" clId="{ECD42228-5B96-4A72-B268-C46DF994E6B7}" dt="2024-02-08T20:10:29.953" v="100493" actId="164"/>
          <ac:spMkLst>
            <pc:docMk/>
            <pc:sldMk cId="1810851311" sldId="1164"/>
            <ac:spMk id="26" creationId="{8A85FE1B-0536-7F03-7274-D71C669F9823}"/>
          </ac:spMkLst>
        </pc:spChg>
        <pc:spChg chg="mod">
          <ac:chgData name="Palit, Tapti" userId="dec6fbcd-7598-406a-8cbf-504d4a3bac15" providerId="ADAL" clId="{ECD42228-5B96-4A72-B268-C46DF994E6B7}" dt="2024-02-08T20:10:29.953" v="100493" actId="164"/>
          <ac:spMkLst>
            <pc:docMk/>
            <pc:sldMk cId="1810851311" sldId="1164"/>
            <ac:spMk id="28" creationId="{BDADD76B-8B24-ED1F-D3E3-C00BFBCEDCD4}"/>
          </ac:spMkLst>
        </pc:spChg>
        <pc:grpChg chg="add mod">
          <ac:chgData name="Palit, Tapti" userId="dec6fbcd-7598-406a-8cbf-504d4a3bac15" providerId="ADAL" clId="{ECD42228-5B96-4A72-B268-C46DF994E6B7}" dt="2024-02-08T20:10:29.953" v="100493" actId="164"/>
          <ac:grpSpMkLst>
            <pc:docMk/>
            <pc:sldMk cId="1810851311" sldId="1164"/>
            <ac:grpSpMk id="4" creationId="{C5F2120E-7ADF-9CB3-2225-4E8B0D5FB5DC}"/>
          </ac:grpSpMkLst>
        </pc:grpChg>
        <pc:picChg chg="mod">
          <ac:chgData name="Palit, Tapti" userId="dec6fbcd-7598-406a-8cbf-504d4a3bac15" providerId="ADAL" clId="{ECD42228-5B96-4A72-B268-C46DF994E6B7}" dt="2024-02-08T20:10:29.953" v="100493" actId="164"/>
          <ac:picMkLst>
            <pc:docMk/>
            <pc:sldMk cId="1810851311" sldId="1164"/>
            <ac:picMk id="23" creationId="{4788B9D1-7CBD-2393-78F4-0915BE43944C}"/>
          </ac:picMkLst>
        </pc:picChg>
        <pc:picChg chg="mod">
          <ac:chgData name="Palit, Tapti" userId="dec6fbcd-7598-406a-8cbf-504d4a3bac15" providerId="ADAL" clId="{ECD42228-5B96-4A72-B268-C46DF994E6B7}" dt="2024-02-08T20:10:29.953" v="100493" actId="164"/>
          <ac:picMkLst>
            <pc:docMk/>
            <pc:sldMk cId="1810851311" sldId="1164"/>
            <ac:picMk id="1030" creationId="{DB6227DC-641D-AF79-C7C8-B6FB1065B601}"/>
          </ac:picMkLst>
        </pc:picChg>
        <pc:cxnChg chg="mod">
          <ac:chgData name="Palit, Tapti" userId="dec6fbcd-7598-406a-8cbf-504d4a3bac15" providerId="ADAL" clId="{ECD42228-5B96-4A72-B268-C46DF994E6B7}" dt="2024-02-08T20:10:29.953" v="100493" actId="164"/>
          <ac:cxnSpMkLst>
            <pc:docMk/>
            <pc:sldMk cId="1810851311" sldId="1164"/>
            <ac:cxnSpMk id="18" creationId="{CD3C22E4-CD29-B36D-D37E-6B0049B13E32}"/>
          </ac:cxnSpMkLst>
        </pc:cxnChg>
        <pc:cxnChg chg="mod">
          <ac:chgData name="Palit, Tapti" userId="dec6fbcd-7598-406a-8cbf-504d4a3bac15" providerId="ADAL" clId="{ECD42228-5B96-4A72-B268-C46DF994E6B7}" dt="2024-02-08T20:10:29.953" v="100493" actId="164"/>
          <ac:cxnSpMkLst>
            <pc:docMk/>
            <pc:sldMk cId="1810851311" sldId="1164"/>
            <ac:cxnSpMk id="19" creationId="{BB579C67-E58B-2860-D4EE-F8F94059AA6B}"/>
          </ac:cxnSpMkLst>
        </pc:cxnChg>
      </pc:sldChg>
      <pc:sldChg chg="addSp modSp add del mod">
        <pc:chgData name="Palit, Tapti" userId="dec6fbcd-7598-406a-8cbf-504d4a3bac15" providerId="ADAL" clId="{ECD42228-5B96-4A72-B268-C46DF994E6B7}" dt="2024-01-30T04:45:13.342" v="86725" actId="47"/>
        <pc:sldMkLst>
          <pc:docMk/>
          <pc:sldMk cId="2605166310" sldId="1164"/>
        </pc:sldMkLst>
        <pc:spChg chg="add mod">
          <ac:chgData name="Palit, Tapti" userId="dec6fbcd-7598-406a-8cbf-504d4a3bac15" providerId="ADAL" clId="{ECD42228-5B96-4A72-B268-C46DF994E6B7}" dt="2024-01-30T04:43:11.612" v="86675" actId="692"/>
          <ac:spMkLst>
            <pc:docMk/>
            <pc:sldMk cId="2605166310" sldId="1164"/>
            <ac:spMk id="10" creationId="{B4BAAC4D-2D74-CF8E-C902-EB344241FDFC}"/>
          </ac:spMkLst>
        </pc:spChg>
        <pc:spChg chg="mod">
          <ac:chgData name="Palit, Tapti" userId="dec6fbcd-7598-406a-8cbf-504d4a3bac15" providerId="ADAL" clId="{ECD42228-5B96-4A72-B268-C46DF994E6B7}" dt="2024-01-30T04:43:25.615" v="86723" actId="6549"/>
          <ac:spMkLst>
            <pc:docMk/>
            <pc:sldMk cId="2605166310" sldId="1164"/>
            <ac:spMk id="14" creationId="{F55D1DCD-63AE-1B38-F985-84D9BB2AE721}"/>
          </ac:spMkLst>
        </pc:spChg>
      </pc:sldChg>
      <pc:sldChg chg="add del">
        <pc:chgData name="Palit, Tapti" userId="dec6fbcd-7598-406a-8cbf-504d4a3bac15" providerId="ADAL" clId="{ECD42228-5B96-4A72-B268-C46DF994E6B7}" dt="2024-01-30T04:42:33.004" v="86632" actId="47"/>
        <pc:sldMkLst>
          <pc:docMk/>
          <pc:sldMk cId="2999738600" sldId="1164"/>
        </pc:sldMkLst>
      </pc:sldChg>
      <pc:sldChg chg="add del">
        <pc:chgData name="Palit, Tapti" userId="dec6fbcd-7598-406a-8cbf-504d4a3bac15" providerId="ADAL" clId="{ECD42228-5B96-4A72-B268-C46DF994E6B7}" dt="2024-01-30T04:46:01.094" v="86764" actId="47"/>
        <pc:sldMkLst>
          <pc:docMk/>
          <pc:sldMk cId="1763752105" sldId="1165"/>
        </pc:sldMkLst>
      </pc:sldChg>
      <pc:sldChg chg="addSp modSp add del mod">
        <pc:chgData name="Palit, Tapti" userId="dec6fbcd-7598-406a-8cbf-504d4a3bac15" providerId="ADAL" clId="{ECD42228-5B96-4A72-B268-C46DF994E6B7}" dt="2024-01-30T04:59:13.575" v="86894" actId="47"/>
        <pc:sldMkLst>
          <pc:docMk/>
          <pc:sldMk cId="1862126158" sldId="1165"/>
        </pc:sldMkLst>
        <pc:spChg chg="mod">
          <ac:chgData name="Palit, Tapti" userId="dec6fbcd-7598-406a-8cbf-504d4a3bac15" providerId="ADAL" clId="{ECD42228-5B96-4A72-B268-C46DF994E6B7}" dt="2024-01-30T04:48:23.873" v="86776"/>
          <ac:spMkLst>
            <pc:docMk/>
            <pc:sldMk cId="1862126158" sldId="1165"/>
            <ac:spMk id="10" creationId="{60578343-3247-45B1-F912-EF15944628D4}"/>
          </ac:spMkLst>
        </pc:spChg>
        <pc:spChg chg="add mod">
          <ac:chgData name="Palit, Tapti" userId="dec6fbcd-7598-406a-8cbf-504d4a3bac15" providerId="ADAL" clId="{ECD42228-5B96-4A72-B268-C46DF994E6B7}" dt="2024-01-30T04:48:08.531" v="86773" actId="14100"/>
          <ac:spMkLst>
            <pc:docMk/>
            <pc:sldMk cId="1862126158" sldId="1165"/>
            <ac:spMk id="18" creationId="{AFF2FB19-30A6-B81B-FA14-0AC66192FB7F}"/>
          </ac:spMkLst>
        </pc:spChg>
        <pc:spChg chg="mod">
          <ac:chgData name="Palit, Tapti" userId="dec6fbcd-7598-406a-8cbf-504d4a3bac15" providerId="ADAL" clId="{ECD42228-5B96-4A72-B268-C46DF994E6B7}" dt="2024-01-30T04:48:36.650" v="86778" actId="1076"/>
          <ac:spMkLst>
            <pc:docMk/>
            <pc:sldMk cId="1862126158" sldId="1165"/>
            <ac:spMk id="24" creationId="{DC9E6FBF-EDC6-38E0-5ECC-0FC22CD0B37F}"/>
          </ac:spMkLst>
        </pc:spChg>
        <pc:picChg chg="add mod">
          <ac:chgData name="Palit, Tapti" userId="dec6fbcd-7598-406a-8cbf-504d4a3bac15" providerId="ADAL" clId="{ECD42228-5B96-4A72-B268-C46DF994E6B7}" dt="2024-01-30T04:48:12.137" v="86774" actId="1076"/>
          <ac:picMkLst>
            <pc:docMk/>
            <pc:sldMk cId="1862126158" sldId="1165"/>
            <ac:picMk id="16" creationId="{4415A6DD-D087-84A4-0D7C-A6CF90FDDCBE}"/>
          </ac:picMkLst>
        </pc:picChg>
        <pc:cxnChg chg="add mod">
          <ac:chgData name="Palit, Tapti" userId="dec6fbcd-7598-406a-8cbf-504d4a3bac15" providerId="ADAL" clId="{ECD42228-5B96-4A72-B268-C46DF994E6B7}" dt="2024-01-30T04:48:16.394" v="86775" actId="14100"/>
          <ac:cxnSpMkLst>
            <pc:docMk/>
            <pc:sldMk cId="1862126158" sldId="1165"/>
            <ac:cxnSpMk id="17" creationId="{5090A208-9E3C-1688-4C94-B3827A0DD3C3}"/>
          </ac:cxnSpMkLst>
        </pc:cxnChg>
        <pc:cxnChg chg="mod">
          <ac:chgData name="Palit, Tapti" userId="dec6fbcd-7598-406a-8cbf-504d4a3bac15" providerId="ADAL" clId="{ECD42228-5B96-4A72-B268-C46DF994E6B7}" dt="2024-01-30T04:48:28.203" v="86777" actId="14100"/>
          <ac:cxnSpMkLst>
            <pc:docMk/>
            <pc:sldMk cId="1862126158" sldId="1165"/>
            <ac:cxnSpMk id="22" creationId="{9998D824-83E1-6A52-866E-EF4B4A183116}"/>
          </ac:cxnSpMkLst>
        </pc:cxnChg>
      </pc:sldChg>
      <pc:sldChg chg="addSp modSp add del mod">
        <pc:chgData name="Palit, Tapti" userId="dec6fbcd-7598-406a-8cbf-504d4a3bac15" providerId="ADAL" clId="{ECD42228-5B96-4A72-B268-C46DF994E6B7}" dt="2024-01-30T04:59:49.538" v="86897" actId="47"/>
        <pc:sldMkLst>
          <pc:docMk/>
          <pc:sldMk cId="3226294886" sldId="1166"/>
        </pc:sldMkLst>
        <pc:spChg chg="add mod">
          <ac:chgData name="Palit, Tapti" userId="dec6fbcd-7598-406a-8cbf-504d4a3bac15" providerId="ADAL" clId="{ECD42228-5B96-4A72-B268-C46DF994E6B7}" dt="2024-01-30T04:49:05.829" v="86782" actId="1076"/>
          <ac:spMkLst>
            <pc:docMk/>
            <pc:sldMk cId="3226294886" sldId="1166"/>
            <ac:spMk id="19" creationId="{CB786F15-46BE-7F76-B466-C74054E8F6FE}"/>
          </ac:spMkLst>
        </pc:spChg>
      </pc:sldChg>
      <pc:sldChg chg="addSp delSp modSp add mod ord delAnim modAnim">
        <pc:chgData name="Palit, Tapti" userId="dec6fbcd-7598-406a-8cbf-504d4a3bac15" providerId="ADAL" clId="{ECD42228-5B96-4A72-B268-C46DF994E6B7}" dt="2024-02-09T04:51:19.885" v="104531"/>
        <pc:sldMkLst>
          <pc:docMk/>
          <pc:sldMk cId="293464083" sldId="1167"/>
        </pc:sldMkLst>
        <pc:spChg chg="mod">
          <ac:chgData name="Palit, Tapti" userId="dec6fbcd-7598-406a-8cbf-504d4a3bac15" providerId="ADAL" clId="{ECD42228-5B96-4A72-B268-C46DF994E6B7}" dt="2024-01-30T16:53:51.201" v="93109" actId="20577"/>
          <ac:spMkLst>
            <pc:docMk/>
            <pc:sldMk cId="293464083" sldId="1167"/>
            <ac:spMk id="8" creationId="{3AD16BBA-9E50-9D23-3A25-A65A60C6AE84}"/>
          </ac:spMkLst>
        </pc:spChg>
        <pc:spChg chg="mod">
          <ac:chgData name="Palit, Tapti" userId="dec6fbcd-7598-406a-8cbf-504d4a3bac15" providerId="ADAL" clId="{ECD42228-5B96-4A72-B268-C46DF994E6B7}" dt="2024-01-30T05:08:40.339" v="86981" actId="692"/>
          <ac:spMkLst>
            <pc:docMk/>
            <pc:sldMk cId="293464083" sldId="1167"/>
            <ac:spMk id="12" creationId="{7744297D-948A-9D8F-3FB1-941C5FF88E08}"/>
          </ac:spMkLst>
        </pc:spChg>
        <pc:spChg chg="add del mod">
          <ac:chgData name="Palit, Tapti" userId="dec6fbcd-7598-406a-8cbf-504d4a3bac15" providerId="ADAL" clId="{ECD42228-5B96-4A72-B268-C46DF994E6B7}" dt="2024-02-09T04:41:37.366" v="104452" actId="478"/>
          <ac:spMkLst>
            <pc:docMk/>
            <pc:sldMk cId="293464083" sldId="1167"/>
            <ac:spMk id="18" creationId="{B99EC761-FD7B-E2B1-AC1F-07FBA170C14D}"/>
          </ac:spMkLst>
        </pc:spChg>
        <pc:spChg chg="add mod">
          <ac:chgData name="Palit, Tapti" userId="dec6fbcd-7598-406a-8cbf-504d4a3bac15" providerId="ADAL" clId="{ECD42228-5B96-4A72-B268-C46DF994E6B7}" dt="2024-02-08T20:37:16.363" v="100638" actId="692"/>
          <ac:spMkLst>
            <pc:docMk/>
            <pc:sldMk cId="293464083" sldId="1167"/>
            <ac:spMk id="19" creationId="{F5C6E23D-0D42-D3E9-857D-4F46975876F7}"/>
          </ac:spMkLst>
        </pc:spChg>
        <pc:spChg chg="mod">
          <ac:chgData name="Palit, Tapti" userId="dec6fbcd-7598-406a-8cbf-504d4a3bac15" providerId="ADAL" clId="{ECD42228-5B96-4A72-B268-C46DF994E6B7}" dt="2024-01-30T05:08:40.339" v="86981" actId="692"/>
          <ac:spMkLst>
            <pc:docMk/>
            <pc:sldMk cId="293464083" sldId="1167"/>
            <ac:spMk id="20" creationId="{AEBF150A-FCAA-9AC7-9FF4-170FA24F750B}"/>
          </ac:spMkLst>
        </pc:spChg>
        <pc:spChg chg="add del mod">
          <ac:chgData name="Palit, Tapti" userId="dec6fbcd-7598-406a-8cbf-504d4a3bac15" providerId="ADAL" clId="{ECD42228-5B96-4A72-B268-C46DF994E6B7}" dt="2024-02-09T04:42:01.115" v="104456" actId="478"/>
          <ac:spMkLst>
            <pc:docMk/>
            <pc:sldMk cId="293464083" sldId="1167"/>
            <ac:spMk id="21" creationId="{1B7CEF63-AABA-63DA-E51D-A03168A60A4D}"/>
          </ac:spMkLst>
        </pc:spChg>
        <pc:spChg chg="add mod">
          <ac:chgData name="Palit, Tapti" userId="dec6fbcd-7598-406a-8cbf-504d4a3bac15" providerId="ADAL" clId="{ECD42228-5B96-4A72-B268-C46DF994E6B7}" dt="2024-02-08T20:37:16.363" v="100638" actId="692"/>
          <ac:spMkLst>
            <pc:docMk/>
            <pc:sldMk cId="293464083" sldId="1167"/>
            <ac:spMk id="23" creationId="{1164B5F1-8903-A960-AEC8-2F956C1B0D6C}"/>
          </ac:spMkLst>
        </pc:spChg>
        <pc:cxnChg chg="mod">
          <ac:chgData name="Palit, Tapti" userId="dec6fbcd-7598-406a-8cbf-504d4a3bac15" providerId="ADAL" clId="{ECD42228-5B96-4A72-B268-C46DF994E6B7}" dt="2024-01-30T05:27:09.910" v="87565" actId="1037"/>
          <ac:cxnSpMkLst>
            <pc:docMk/>
            <pc:sldMk cId="293464083" sldId="1167"/>
            <ac:cxnSpMk id="7" creationId="{9859F1F9-8EB8-7EAB-CC74-B05567FB2191}"/>
          </ac:cxnSpMkLst>
        </pc:cxnChg>
      </pc:sldChg>
      <pc:sldChg chg="addSp delSp modSp add mod modAnim">
        <pc:chgData name="Palit, Tapti" userId="dec6fbcd-7598-406a-8cbf-504d4a3bac15" providerId="ADAL" clId="{ECD42228-5B96-4A72-B268-C46DF994E6B7}" dt="2024-02-09T04:57:47.374" v="104550"/>
        <pc:sldMkLst>
          <pc:docMk/>
          <pc:sldMk cId="887039276" sldId="1168"/>
        </pc:sldMkLst>
        <pc:spChg chg="mod">
          <ac:chgData name="Palit, Tapti" userId="dec6fbcd-7598-406a-8cbf-504d4a3bac15" providerId="ADAL" clId="{ECD42228-5B96-4A72-B268-C46DF994E6B7}" dt="2024-01-30T15:43:36.669" v="91831" actId="20577"/>
          <ac:spMkLst>
            <pc:docMk/>
            <pc:sldMk cId="887039276" sldId="1168"/>
            <ac:spMk id="5" creationId="{6A16820F-4E3C-D94A-AF37-38E1BA86DC74}"/>
          </ac:spMkLst>
        </pc:spChg>
        <pc:spChg chg="mod">
          <ac:chgData name="Palit, Tapti" userId="dec6fbcd-7598-406a-8cbf-504d4a3bac15" providerId="ADAL" clId="{ECD42228-5B96-4A72-B268-C46DF994E6B7}" dt="2024-01-30T16:54:00.367" v="93111" actId="20577"/>
          <ac:spMkLst>
            <pc:docMk/>
            <pc:sldMk cId="887039276" sldId="1168"/>
            <ac:spMk id="8" creationId="{3AD16BBA-9E50-9D23-3A25-A65A60C6AE84}"/>
          </ac:spMkLst>
        </pc:spChg>
        <pc:spChg chg="mod">
          <ac:chgData name="Palit, Tapti" userId="dec6fbcd-7598-406a-8cbf-504d4a3bac15" providerId="ADAL" clId="{ECD42228-5B96-4A72-B268-C46DF994E6B7}" dt="2024-01-30T15:43:08.383" v="91829" actId="20577"/>
          <ac:spMkLst>
            <pc:docMk/>
            <pc:sldMk cId="887039276" sldId="1168"/>
            <ac:spMk id="10" creationId="{60578343-3247-45B1-F912-EF15944628D4}"/>
          </ac:spMkLst>
        </pc:spChg>
        <pc:spChg chg="mod">
          <ac:chgData name="Palit, Tapti" userId="dec6fbcd-7598-406a-8cbf-504d4a3bac15" providerId="ADAL" clId="{ECD42228-5B96-4A72-B268-C46DF994E6B7}" dt="2024-01-30T05:08:51.121" v="86983" actId="692"/>
          <ac:spMkLst>
            <pc:docMk/>
            <pc:sldMk cId="887039276" sldId="1168"/>
            <ac:spMk id="12" creationId="{7744297D-948A-9D8F-3FB1-941C5FF88E08}"/>
          </ac:spMkLst>
        </pc:spChg>
        <pc:spChg chg="mod">
          <ac:chgData name="Palit, Tapti" userId="dec6fbcd-7598-406a-8cbf-504d4a3bac15" providerId="ADAL" clId="{ECD42228-5B96-4A72-B268-C46DF994E6B7}" dt="2024-01-30T05:08:51.121" v="86983" actId="692"/>
          <ac:spMkLst>
            <pc:docMk/>
            <pc:sldMk cId="887039276" sldId="1168"/>
            <ac:spMk id="20" creationId="{AEBF150A-FCAA-9AC7-9FF4-170FA24F750B}"/>
          </ac:spMkLst>
        </pc:spChg>
        <pc:spChg chg="add del mod">
          <ac:chgData name="Palit, Tapti" userId="dec6fbcd-7598-406a-8cbf-504d4a3bac15" providerId="ADAL" clId="{ECD42228-5B96-4A72-B268-C46DF994E6B7}" dt="2024-02-09T04:42:32.686" v="104462" actId="478"/>
          <ac:spMkLst>
            <pc:docMk/>
            <pc:sldMk cId="887039276" sldId="1168"/>
            <ac:spMk id="23" creationId="{A975FEEA-B50B-0049-5B77-CD10E54386E3}"/>
          </ac:spMkLst>
        </pc:spChg>
        <pc:cxnChg chg="mod">
          <ac:chgData name="Palit, Tapti" userId="dec6fbcd-7598-406a-8cbf-504d4a3bac15" providerId="ADAL" clId="{ECD42228-5B96-4A72-B268-C46DF994E6B7}" dt="2024-01-30T05:27:20.079" v="87567" actId="1037"/>
          <ac:cxnSpMkLst>
            <pc:docMk/>
            <pc:sldMk cId="887039276" sldId="1168"/>
            <ac:cxnSpMk id="7" creationId="{9859F1F9-8EB8-7EAB-CC74-B05567FB2191}"/>
          </ac:cxnSpMkLst>
        </pc:cxnChg>
        <pc:cxnChg chg="mod">
          <ac:chgData name="Palit, Tapti" userId="dec6fbcd-7598-406a-8cbf-504d4a3bac15" providerId="ADAL" clId="{ECD42228-5B96-4A72-B268-C46DF994E6B7}" dt="2024-01-30T05:05:27.317" v="86957" actId="692"/>
          <ac:cxnSpMkLst>
            <pc:docMk/>
            <pc:sldMk cId="887039276" sldId="1168"/>
            <ac:cxnSpMk id="19" creationId="{30266390-1B23-CA74-1DF2-6B4FDB019A44}"/>
          </ac:cxnSpMkLst>
        </pc:cxnChg>
        <pc:cxnChg chg="mod">
          <ac:chgData name="Palit, Tapti" userId="dec6fbcd-7598-406a-8cbf-504d4a3bac15" providerId="ADAL" clId="{ECD42228-5B96-4A72-B268-C46DF994E6B7}" dt="2024-01-30T05:05:14.871" v="86953" actId="692"/>
          <ac:cxnSpMkLst>
            <pc:docMk/>
            <pc:sldMk cId="887039276" sldId="1168"/>
            <ac:cxnSpMk id="22" creationId="{9998D824-83E1-6A52-866E-EF4B4A183116}"/>
          </ac:cxnSpMkLst>
        </pc:cxnChg>
      </pc:sldChg>
      <pc:sldChg chg="add del">
        <pc:chgData name="Palit, Tapti" userId="dec6fbcd-7598-406a-8cbf-504d4a3bac15" providerId="ADAL" clId="{ECD42228-5B96-4A72-B268-C46DF994E6B7}" dt="2024-01-30T04:59:13.575" v="86894" actId="47"/>
        <pc:sldMkLst>
          <pc:docMk/>
          <pc:sldMk cId="1284424158" sldId="1168"/>
        </pc:sldMkLst>
      </pc:sldChg>
      <pc:sldChg chg="delSp modSp add mod modAnim modNotesTx">
        <pc:chgData name="Palit, Tapti" userId="dec6fbcd-7598-406a-8cbf-504d4a3bac15" providerId="ADAL" clId="{ECD42228-5B96-4A72-B268-C46DF994E6B7}" dt="2024-02-12T19:42:30.599" v="112940" actId="5793"/>
        <pc:sldMkLst>
          <pc:docMk/>
          <pc:sldMk cId="3968215968" sldId="1169"/>
        </pc:sldMkLst>
        <pc:spChg chg="mod">
          <ac:chgData name="Palit, Tapti" userId="dec6fbcd-7598-406a-8cbf-504d4a3bac15" providerId="ADAL" clId="{ECD42228-5B96-4A72-B268-C46DF994E6B7}" dt="2024-01-30T05:19:56.771" v="87462" actId="1076"/>
          <ac:spMkLst>
            <pc:docMk/>
            <pc:sldMk cId="3968215968" sldId="1169"/>
            <ac:spMk id="2" creationId="{58F9C52F-0AE5-F439-633C-ED37D05782D8}"/>
          </ac:spMkLst>
        </pc:spChg>
        <pc:spChg chg="mod">
          <ac:chgData name="Palit, Tapti" userId="dec6fbcd-7598-406a-8cbf-504d4a3bac15" providerId="ADAL" clId="{ECD42228-5B96-4A72-B268-C46DF994E6B7}" dt="2024-01-30T15:42:36.075" v="91817" actId="207"/>
          <ac:spMkLst>
            <pc:docMk/>
            <pc:sldMk cId="3968215968" sldId="1169"/>
            <ac:spMk id="10" creationId="{60578343-3247-45B1-F912-EF15944628D4}"/>
          </ac:spMkLst>
        </pc:spChg>
        <pc:spChg chg="mod">
          <ac:chgData name="Palit, Tapti" userId="dec6fbcd-7598-406a-8cbf-504d4a3bac15" providerId="ADAL" clId="{ECD42228-5B96-4A72-B268-C46DF994E6B7}" dt="2024-01-30T05:10:10.343" v="86986" actId="692"/>
          <ac:spMkLst>
            <pc:docMk/>
            <pc:sldMk cId="3968215968" sldId="1169"/>
            <ac:spMk id="12" creationId="{7744297D-948A-9D8F-3FB1-941C5FF88E08}"/>
          </ac:spMkLst>
        </pc:spChg>
        <pc:spChg chg="mod">
          <ac:chgData name="Palit, Tapti" userId="dec6fbcd-7598-406a-8cbf-504d4a3bac15" providerId="ADAL" clId="{ECD42228-5B96-4A72-B268-C46DF994E6B7}" dt="2024-01-30T05:10:10.343" v="86986" actId="692"/>
          <ac:spMkLst>
            <pc:docMk/>
            <pc:sldMk cId="3968215968" sldId="1169"/>
            <ac:spMk id="20" creationId="{AEBF150A-FCAA-9AC7-9FF4-170FA24F750B}"/>
          </ac:spMkLst>
        </pc:spChg>
        <pc:spChg chg="del mod">
          <ac:chgData name="Palit, Tapti" userId="dec6fbcd-7598-406a-8cbf-504d4a3bac15" providerId="ADAL" clId="{ECD42228-5B96-4A72-B268-C46DF994E6B7}" dt="2024-02-09T04:46:22.432" v="104513" actId="478"/>
          <ac:spMkLst>
            <pc:docMk/>
            <pc:sldMk cId="3968215968" sldId="1169"/>
            <ac:spMk id="23" creationId="{A975FEEA-B50B-0049-5B77-CD10E54386E3}"/>
          </ac:spMkLst>
        </pc:spChg>
        <pc:cxnChg chg="mod">
          <ac:chgData name="Palit, Tapti" userId="dec6fbcd-7598-406a-8cbf-504d4a3bac15" providerId="ADAL" clId="{ECD42228-5B96-4A72-B268-C46DF994E6B7}" dt="2024-01-30T15:36:54.077" v="91645" actId="692"/>
          <ac:cxnSpMkLst>
            <pc:docMk/>
            <pc:sldMk cId="3968215968" sldId="1169"/>
            <ac:cxnSpMk id="22" creationId="{9998D824-83E1-6A52-866E-EF4B4A183116}"/>
          </ac:cxnSpMkLst>
        </pc:cxnChg>
      </pc:sldChg>
      <pc:sldChg chg="delSp modSp add mod">
        <pc:chgData name="Palit, Tapti" userId="dec6fbcd-7598-406a-8cbf-504d4a3bac15" providerId="ADAL" clId="{ECD42228-5B96-4A72-B268-C46DF994E6B7}" dt="2024-02-09T04:43:47.844" v="104494" actId="478"/>
        <pc:sldMkLst>
          <pc:docMk/>
          <pc:sldMk cId="1413220482" sldId="1170"/>
        </pc:sldMkLst>
        <pc:spChg chg="mod">
          <ac:chgData name="Palit, Tapti" userId="dec6fbcd-7598-406a-8cbf-504d4a3bac15" providerId="ADAL" clId="{ECD42228-5B96-4A72-B268-C46DF994E6B7}" dt="2024-01-30T07:08:09.586" v="90842" actId="20577"/>
          <ac:spMkLst>
            <pc:docMk/>
            <pc:sldMk cId="1413220482" sldId="1170"/>
            <ac:spMk id="5" creationId="{86FADD99-6071-9343-BD21-FF17E57C884E}"/>
          </ac:spMkLst>
        </pc:spChg>
        <pc:spChg chg="del mod">
          <ac:chgData name="Palit, Tapti" userId="dec6fbcd-7598-406a-8cbf-504d4a3bac15" providerId="ADAL" clId="{ECD42228-5B96-4A72-B268-C46DF994E6B7}" dt="2024-02-09T04:43:47.844" v="104494" actId="478"/>
          <ac:spMkLst>
            <pc:docMk/>
            <pc:sldMk cId="1413220482" sldId="1170"/>
            <ac:spMk id="7" creationId="{0A390AE2-9CE4-81EB-6315-2DE2F897D709}"/>
          </ac:spMkLst>
        </pc:spChg>
      </pc:sldChg>
      <pc:sldChg chg="addSp delSp modSp new mod setBg modClrScheme delAnim modAnim addCm chgLayout modNotesTx">
        <pc:chgData name="Palit, Tapti" userId="dec6fbcd-7598-406a-8cbf-504d4a3bac15" providerId="ADAL" clId="{ECD42228-5B96-4A72-B268-C46DF994E6B7}" dt="2024-02-13T13:27:30.167" v="116070" actId="20577"/>
        <pc:sldMkLst>
          <pc:docMk/>
          <pc:sldMk cId="951648542" sldId="1171"/>
        </pc:sldMkLst>
        <pc:spChg chg="mod ord">
          <ac:chgData name="Palit, Tapti" userId="dec6fbcd-7598-406a-8cbf-504d4a3bac15" providerId="ADAL" clId="{ECD42228-5B96-4A72-B268-C46DF994E6B7}" dt="2024-02-09T20:11:38.022" v="108772" actId="20577"/>
          <ac:spMkLst>
            <pc:docMk/>
            <pc:sldMk cId="951648542" sldId="1171"/>
            <ac:spMk id="2" creationId="{0209FF73-81B4-3932-3102-3AC1AC98F92B}"/>
          </ac:spMkLst>
        </pc:spChg>
        <pc:spChg chg="mod ord">
          <ac:chgData name="Palit, Tapti" userId="dec6fbcd-7598-406a-8cbf-504d4a3bac15" providerId="ADAL" clId="{ECD42228-5B96-4A72-B268-C46DF994E6B7}" dt="2024-02-11T18:31:43.110" v="112316" actId="20577"/>
          <ac:spMkLst>
            <pc:docMk/>
            <pc:sldMk cId="951648542" sldId="1171"/>
            <ac:spMk id="3" creationId="{0674AE50-56D5-DD9B-F0BF-672EFEBA51A0}"/>
          </ac:spMkLst>
        </pc:spChg>
        <pc:spChg chg="add del mod">
          <ac:chgData name="Palit, Tapti" userId="dec6fbcd-7598-406a-8cbf-504d4a3bac15" providerId="ADAL" clId="{ECD42228-5B96-4A72-B268-C46DF994E6B7}" dt="2024-02-09T18:31:10.759" v="107714" actId="478"/>
          <ac:spMkLst>
            <pc:docMk/>
            <pc:sldMk cId="951648542" sldId="1171"/>
            <ac:spMk id="4" creationId="{3F1B5983-DEA5-8C52-2339-1371ADAD3C0A}"/>
          </ac:spMkLst>
        </pc:spChg>
        <pc:spChg chg="mod ord">
          <ac:chgData name="Palit, Tapti" userId="dec6fbcd-7598-406a-8cbf-504d4a3bac15" providerId="ADAL" clId="{ECD42228-5B96-4A72-B268-C46DF994E6B7}" dt="2024-01-30T05:33:57.709" v="87900" actId="26606"/>
          <ac:spMkLst>
            <pc:docMk/>
            <pc:sldMk cId="951648542" sldId="1171"/>
            <ac:spMk id="4" creationId="{E74C9534-4D18-847C-5099-78274C3A6207}"/>
          </ac:spMkLst>
        </pc:spChg>
        <pc:spChg chg="add del mod">
          <ac:chgData name="Palit, Tapti" userId="dec6fbcd-7598-406a-8cbf-504d4a3bac15" providerId="ADAL" clId="{ECD42228-5B96-4A72-B268-C46DF994E6B7}" dt="2024-02-09T20:11:17.893" v="108727" actId="478"/>
          <ac:spMkLst>
            <pc:docMk/>
            <pc:sldMk cId="951648542" sldId="1171"/>
            <ac:spMk id="5" creationId="{A5EBA228-637D-A283-95B9-4E1C8D34008C}"/>
          </ac:spMkLst>
        </pc:spChg>
        <pc:spChg chg="add del mod">
          <ac:chgData name="Palit, Tapti" userId="dec6fbcd-7598-406a-8cbf-504d4a3bac15" providerId="ADAL" clId="{ECD42228-5B96-4A72-B268-C46DF994E6B7}" dt="2024-02-09T02:58:03.248" v="102752" actId="478"/>
          <ac:spMkLst>
            <pc:docMk/>
            <pc:sldMk cId="951648542" sldId="1171"/>
            <ac:spMk id="5" creationId="{AF68BAD8-BE33-95BB-334A-FEB31B6AFC81}"/>
          </ac:spMkLst>
        </pc:spChg>
        <pc:spChg chg="add mod ord">
          <ac:chgData name="Palit, Tapti" userId="dec6fbcd-7598-406a-8cbf-504d4a3bac15" providerId="ADAL" clId="{ECD42228-5B96-4A72-B268-C46DF994E6B7}" dt="2024-02-09T18:31:18.214" v="107718" actId="20577"/>
          <ac:spMkLst>
            <pc:docMk/>
            <pc:sldMk cId="951648542" sldId="1171"/>
            <ac:spMk id="6" creationId="{C44F253A-AD8E-8CE8-9F0A-2FC6C63F5AD5}"/>
          </ac:spMkLst>
        </pc:spChg>
        <pc:spChg chg="add del mod">
          <ac:chgData name="Palit, Tapti" userId="dec6fbcd-7598-406a-8cbf-504d4a3bac15" providerId="ADAL" clId="{ECD42228-5B96-4A72-B268-C46DF994E6B7}" dt="2024-02-09T18:31:13.395" v="107715" actId="478"/>
          <ac:spMkLst>
            <pc:docMk/>
            <pc:sldMk cId="951648542" sldId="1171"/>
            <ac:spMk id="7" creationId="{9250AFE4-F524-DC16-4940-51297EB4C31F}"/>
          </ac:spMkLst>
        </pc:spChg>
        <pc:spChg chg="add del mod">
          <ac:chgData name="Palit, Tapti" userId="dec6fbcd-7598-406a-8cbf-504d4a3bac15" providerId="ADAL" clId="{ECD42228-5B96-4A72-B268-C46DF994E6B7}" dt="2024-02-09T20:11:17.893" v="108727" actId="478"/>
          <ac:spMkLst>
            <pc:docMk/>
            <pc:sldMk cId="951648542" sldId="1171"/>
            <ac:spMk id="8" creationId="{0A7E8387-7096-B432-1EC7-E14CBFDFAA0D}"/>
          </ac:spMkLst>
        </pc:spChg>
        <pc:spChg chg="add del">
          <ac:chgData name="Palit, Tapti" userId="dec6fbcd-7598-406a-8cbf-504d4a3bac15" providerId="ADAL" clId="{ECD42228-5B96-4A72-B268-C46DF994E6B7}" dt="2024-01-30T05:33:55.313" v="87898" actId="26606"/>
          <ac:spMkLst>
            <pc:docMk/>
            <pc:sldMk cId="951648542" sldId="1171"/>
            <ac:spMk id="2057" creationId="{A7AE9375-4664-4DB2-922D-2782A6E439AC}"/>
          </ac:spMkLst>
        </pc:spChg>
        <pc:spChg chg="add del">
          <ac:chgData name="Palit, Tapti" userId="dec6fbcd-7598-406a-8cbf-504d4a3bac15" providerId="ADAL" clId="{ECD42228-5B96-4A72-B268-C46DF994E6B7}" dt="2024-01-30T05:33:55.313" v="87898" actId="26606"/>
          <ac:spMkLst>
            <pc:docMk/>
            <pc:sldMk cId="951648542" sldId="1171"/>
            <ac:spMk id="2061" creationId="{C87417AF-190E-4D6E-AFA6-7D3E84B0B430}"/>
          </ac:spMkLst>
        </pc:spChg>
        <pc:spChg chg="add del">
          <ac:chgData name="Palit, Tapti" userId="dec6fbcd-7598-406a-8cbf-504d4a3bac15" providerId="ADAL" clId="{ECD42228-5B96-4A72-B268-C46DF994E6B7}" dt="2024-01-30T05:33:55.313" v="87898" actId="26606"/>
          <ac:spMkLst>
            <pc:docMk/>
            <pc:sldMk cId="951648542" sldId="1171"/>
            <ac:spMk id="2063" creationId="{80B30ED8-273E-4C07-8568-2FE5CC5C483D}"/>
          </ac:spMkLst>
        </pc:spChg>
        <pc:spChg chg="add del">
          <ac:chgData name="Palit, Tapti" userId="dec6fbcd-7598-406a-8cbf-504d4a3bac15" providerId="ADAL" clId="{ECD42228-5B96-4A72-B268-C46DF994E6B7}" dt="2024-01-30T05:33:57.709" v="87900" actId="26606"/>
          <ac:spMkLst>
            <pc:docMk/>
            <pc:sldMk cId="951648542" sldId="1171"/>
            <ac:spMk id="2065" creationId="{D2B783EE-0239-4717-BBEA-8C9EAC61C824}"/>
          </ac:spMkLst>
        </pc:spChg>
        <pc:spChg chg="add del">
          <ac:chgData name="Palit, Tapti" userId="dec6fbcd-7598-406a-8cbf-504d4a3bac15" providerId="ADAL" clId="{ECD42228-5B96-4A72-B268-C46DF994E6B7}" dt="2024-01-30T05:33:57.709" v="87900" actId="26606"/>
          <ac:spMkLst>
            <pc:docMk/>
            <pc:sldMk cId="951648542" sldId="1171"/>
            <ac:spMk id="2066" creationId="{A7B99495-F43F-4D80-A44F-2CB4764EB90B}"/>
          </ac:spMkLst>
        </pc:spChg>
        <pc:spChg chg="add del">
          <ac:chgData name="Palit, Tapti" userId="dec6fbcd-7598-406a-8cbf-504d4a3bac15" providerId="ADAL" clId="{ECD42228-5B96-4A72-B268-C46DF994E6B7}" dt="2024-01-30T05:33:57.709" v="87900" actId="26606"/>
          <ac:spMkLst>
            <pc:docMk/>
            <pc:sldMk cId="951648542" sldId="1171"/>
            <ac:spMk id="2067" creationId="{70BEB1E7-2F88-40BC-B73D-42E5B6F80BFC}"/>
          </ac:spMkLst>
        </pc:spChg>
        <pc:picChg chg="add mod">
          <ac:chgData name="Palit, Tapti" userId="dec6fbcd-7598-406a-8cbf-504d4a3bac15" providerId="ADAL" clId="{ECD42228-5B96-4A72-B268-C46DF994E6B7}" dt="2024-01-30T05:33:57.709" v="87900" actId="26606"/>
          <ac:picMkLst>
            <pc:docMk/>
            <pc:sldMk cId="951648542" sldId="1171"/>
            <ac:picMk id="2050" creationId="{579B40FD-06D3-D7BB-38F1-A223E860C3CF}"/>
          </ac:picMkLst>
        </pc:picChg>
        <pc:picChg chg="add mod">
          <ac:chgData name="Palit, Tapti" userId="dec6fbcd-7598-406a-8cbf-504d4a3bac15" providerId="ADAL" clId="{ECD42228-5B96-4A72-B268-C46DF994E6B7}" dt="2024-01-30T05:33:59.710" v="87902" actId="1076"/>
          <ac:picMkLst>
            <pc:docMk/>
            <pc:sldMk cId="951648542" sldId="1171"/>
            <ac:picMk id="2052" creationId="{8000A4A5-88CB-2842-709B-27D93C376F2E}"/>
          </ac:picMkLst>
        </pc:picChg>
        <pc:cxnChg chg="add del">
          <ac:chgData name="Palit, Tapti" userId="dec6fbcd-7598-406a-8cbf-504d4a3bac15" providerId="ADAL" clId="{ECD42228-5B96-4A72-B268-C46DF994E6B7}" dt="2024-01-30T05:33:55.313" v="87898" actId="26606"/>
          <ac:cxnSpMkLst>
            <pc:docMk/>
            <pc:sldMk cId="951648542" sldId="1171"/>
            <ac:cxnSpMk id="2059" creationId="{EE504C98-6397-41C1-A8D8-2D9C4ED307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32:11.032" v="112317"/>
              <pc2:cmMkLst xmlns:pc2="http://schemas.microsoft.com/office/powerpoint/2019/9/main/command">
                <pc:docMk/>
                <pc:sldMk cId="951648542" sldId="1171"/>
                <pc2:cmMk id="{5A7E8171-7A40-4C22-9AB1-C0FE18C2286A}"/>
              </pc2:cmMkLst>
            </pc226:cmChg>
          </p:ext>
        </pc:extLst>
      </pc:sldChg>
      <pc:sldChg chg="add del">
        <pc:chgData name="Palit, Tapti" userId="dec6fbcd-7598-406a-8cbf-504d4a3bac15" providerId="ADAL" clId="{ECD42228-5B96-4A72-B268-C46DF994E6B7}" dt="2024-01-30T05:22:59.798" v="87522" actId="2890"/>
        <pc:sldMkLst>
          <pc:docMk/>
          <pc:sldMk cId="4237121067" sldId="1171"/>
        </pc:sldMkLst>
      </pc:sldChg>
      <pc:sldChg chg="addSp modSp new mod modNotesTx">
        <pc:chgData name="Palit, Tapti" userId="dec6fbcd-7598-406a-8cbf-504d4a3bac15" providerId="ADAL" clId="{ECD42228-5B96-4A72-B268-C46DF994E6B7}" dt="2024-01-30T19:35:53.158" v="94487"/>
        <pc:sldMkLst>
          <pc:docMk/>
          <pc:sldMk cId="3370140504" sldId="1172"/>
        </pc:sldMkLst>
        <pc:spChg chg="mod">
          <ac:chgData name="Palit, Tapti" userId="dec6fbcd-7598-406a-8cbf-504d4a3bac15" providerId="ADAL" clId="{ECD42228-5B96-4A72-B268-C46DF994E6B7}" dt="2024-01-30T05:53:19.524" v="88524" actId="20577"/>
          <ac:spMkLst>
            <pc:docMk/>
            <pc:sldMk cId="3370140504" sldId="1172"/>
            <ac:spMk id="2" creationId="{6C7C9C36-DF72-A866-6C27-DE4420E006D7}"/>
          </ac:spMkLst>
        </pc:spChg>
        <pc:spChg chg="mod">
          <ac:chgData name="Palit, Tapti" userId="dec6fbcd-7598-406a-8cbf-504d4a3bac15" providerId="ADAL" clId="{ECD42228-5B96-4A72-B268-C46DF994E6B7}" dt="2024-01-30T05:48:25.417" v="88367" actId="20577"/>
          <ac:spMkLst>
            <pc:docMk/>
            <pc:sldMk cId="3370140504" sldId="1172"/>
            <ac:spMk id="3" creationId="{6F48C7E2-8907-AD75-27A5-128CDEB7D8C8}"/>
          </ac:spMkLst>
        </pc:spChg>
        <pc:spChg chg="add mod">
          <ac:chgData name="Palit, Tapti" userId="dec6fbcd-7598-406a-8cbf-504d4a3bac15" providerId="ADAL" clId="{ECD42228-5B96-4A72-B268-C46DF994E6B7}" dt="2024-01-30T19:35:20.590" v="94476" actId="20577"/>
          <ac:spMkLst>
            <pc:docMk/>
            <pc:sldMk cId="3370140504" sldId="1172"/>
            <ac:spMk id="5" creationId="{075331E4-8F53-7B24-1328-FED7BD443E37}"/>
          </ac:spMkLst>
        </pc:spChg>
        <pc:spChg chg="add mod">
          <ac:chgData name="Palit, Tapti" userId="dec6fbcd-7598-406a-8cbf-504d4a3bac15" providerId="ADAL" clId="{ECD42228-5B96-4A72-B268-C46DF994E6B7}" dt="2024-01-30T05:51:26.924" v="88475" actId="1076"/>
          <ac:spMkLst>
            <pc:docMk/>
            <pc:sldMk cId="3370140504" sldId="1172"/>
            <ac:spMk id="6" creationId="{77C49B3D-9A94-9F03-4A10-30B45580D942}"/>
          </ac:spMkLst>
        </pc:spChg>
        <pc:spChg chg="add mod">
          <ac:chgData name="Palit, Tapti" userId="dec6fbcd-7598-406a-8cbf-504d4a3bac15" providerId="ADAL" clId="{ECD42228-5B96-4A72-B268-C46DF994E6B7}" dt="2024-01-30T19:35:53.158" v="94487"/>
          <ac:spMkLst>
            <pc:docMk/>
            <pc:sldMk cId="3370140504" sldId="1172"/>
            <ac:spMk id="7" creationId="{50A637E4-6864-CC96-7829-4A83349FE269}"/>
          </ac:spMkLst>
        </pc:spChg>
        <pc:spChg chg="add mod">
          <ac:chgData name="Palit, Tapti" userId="dec6fbcd-7598-406a-8cbf-504d4a3bac15" providerId="ADAL" clId="{ECD42228-5B96-4A72-B268-C46DF994E6B7}" dt="2024-01-30T05:54:53.549" v="88538" actId="1076"/>
          <ac:spMkLst>
            <pc:docMk/>
            <pc:sldMk cId="3370140504" sldId="1172"/>
            <ac:spMk id="8" creationId="{EEA0E93D-66E8-E2DA-F0A4-72AB6FBEC33D}"/>
          </ac:spMkLst>
        </pc:spChg>
        <pc:spChg chg="add mod">
          <ac:chgData name="Palit, Tapti" userId="dec6fbcd-7598-406a-8cbf-504d4a3bac15" providerId="ADAL" clId="{ECD42228-5B96-4A72-B268-C46DF994E6B7}" dt="2024-01-30T17:03:06.718" v="93511" actId="692"/>
          <ac:spMkLst>
            <pc:docMk/>
            <pc:sldMk cId="3370140504" sldId="1172"/>
            <ac:spMk id="9" creationId="{3502CF93-3E3C-D05A-DFA7-52F62BA920DF}"/>
          </ac:spMkLst>
        </pc:spChg>
        <pc:spChg chg="add mod">
          <ac:chgData name="Palit, Tapti" userId="dec6fbcd-7598-406a-8cbf-504d4a3bac15" providerId="ADAL" clId="{ECD42228-5B96-4A72-B268-C46DF994E6B7}" dt="2024-01-30T17:03:16.729" v="93514" actId="14100"/>
          <ac:spMkLst>
            <pc:docMk/>
            <pc:sldMk cId="3370140504" sldId="1172"/>
            <ac:spMk id="10" creationId="{07CE0783-8897-2371-685F-2F13DFB7E17C}"/>
          </ac:spMkLst>
        </pc:spChg>
        <pc:spChg chg="add mod">
          <ac:chgData name="Palit, Tapti" userId="dec6fbcd-7598-406a-8cbf-504d4a3bac15" providerId="ADAL" clId="{ECD42228-5B96-4A72-B268-C46DF994E6B7}" dt="2024-01-30T17:04:02.234" v="93570" actId="1076"/>
          <ac:spMkLst>
            <pc:docMk/>
            <pc:sldMk cId="3370140504" sldId="1172"/>
            <ac:spMk id="11" creationId="{7AB1807D-965B-F96F-2C0F-B25636680714}"/>
          </ac:spMkLst>
        </pc:spChg>
      </pc:sldChg>
      <pc:sldChg chg="addSp delSp modSp add mod">
        <pc:chgData name="Palit, Tapti" userId="dec6fbcd-7598-406a-8cbf-504d4a3bac15" providerId="ADAL" clId="{ECD42228-5B96-4A72-B268-C46DF994E6B7}" dt="2024-01-30T19:35:57.055" v="94488"/>
        <pc:sldMkLst>
          <pc:docMk/>
          <pc:sldMk cId="2076353578" sldId="1173"/>
        </pc:sldMkLst>
        <pc:spChg chg="mod">
          <ac:chgData name="Palit, Tapti" userId="dec6fbcd-7598-406a-8cbf-504d4a3bac15" providerId="ADAL" clId="{ECD42228-5B96-4A72-B268-C46DF994E6B7}" dt="2024-01-30T19:35:24.536" v="94481" actId="20577"/>
          <ac:spMkLst>
            <pc:docMk/>
            <pc:sldMk cId="2076353578" sldId="1173"/>
            <ac:spMk id="5" creationId="{075331E4-8F53-7B24-1328-FED7BD443E37}"/>
          </ac:spMkLst>
        </pc:spChg>
        <pc:spChg chg="del">
          <ac:chgData name="Palit, Tapti" userId="dec6fbcd-7598-406a-8cbf-504d4a3bac15" providerId="ADAL" clId="{ECD42228-5B96-4A72-B268-C46DF994E6B7}" dt="2024-01-30T15:50:43.833" v="92115" actId="478"/>
          <ac:spMkLst>
            <pc:docMk/>
            <pc:sldMk cId="2076353578" sldId="1173"/>
            <ac:spMk id="7" creationId="{50A637E4-6864-CC96-7829-4A83349FE269}"/>
          </ac:spMkLst>
        </pc:spChg>
        <pc:spChg chg="add mod">
          <ac:chgData name="Palit, Tapti" userId="dec6fbcd-7598-406a-8cbf-504d4a3bac15" providerId="ADAL" clId="{ECD42228-5B96-4A72-B268-C46DF994E6B7}" dt="2024-01-30T17:05:02.216" v="93608" actId="20577"/>
          <ac:spMkLst>
            <pc:docMk/>
            <pc:sldMk cId="2076353578" sldId="1173"/>
            <ac:spMk id="9" creationId="{C643D616-1FC6-7166-1C3D-F63F8D4F29CC}"/>
          </ac:spMkLst>
        </pc:spChg>
        <pc:spChg chg="add mod">
          <ac:chgData name="Palit, Tapti" userId="dec6fbcd-7598-406a-8cbf-504d4a3bac15" providerId="ADAL" clId="{ECD42228-5B96-4A72-B268-C46DF994E6B7}" dt="2024-01-30T19:35:57.055" v="94488"/>
          <ac:spMkLst>
            <pc:docMk/>
            <pc:sldMk cId="2076353578" sldId="1173"/>
            <ac:spMk id="10" creationId="{962C992E-F516-6FE4-4AE9-CB67FD5D5EF0}"/>
          </ac:spMkLst>
        </pc:spChg>
        <pc:spChg chg="add mod">
          <ac:chgData name="Palit, Tapti" userId="dec6fbcd-7598-406a-8cbf-504d4a3bac15" providerId="ADAL" clId="{ECD42228-5B96-4A72-B268-C46DF994E6B7}" dt="2024-01-30T19:28:22.025" v="94331" actId="1076"/>
          <ac:spMkLst>
            <pc:docMk/>
            <pc:sldMk cId="2076353578" sldId="1173"/>
            <ac:spMk id="11" creationId="{56F55993-C67D-7A8E-BD13-55068153B253}"/>
          </ac:spMkLst>
        </pc:spChg>
      </pc:sldChg>
      <pc:sldChg chg="modSp new del mod">
        <pc:chgData name="Palit, Tapti" userId="dec6fbcd-7598-406a-8cbf-504d4a3bac15" providerId="ADAL" clId="{ECD42228-5B96-4A72-B268-C46DF994E6B7}" dt="2024-01-30T06:08:43.364" v="88854" actId="47"/>
        <pc:sldMkLst>
          <pc:docMk/>
          <pc:sldMk cId="1019339728" sldId="1174"/>
        </pc:sldMkLst>
        <pc:spChg chg="mod">
          <ac:chgData name="Palit, Tapti" userId="dec6fbcd-7598-406a-8cbf-504d4a3bac15" providerId="ADAL" clId="{ECD42228-5B96-4A72-B268-C46DF994E6B7}" dt="2024-01-30T06:01:39.176" v="88853" actId="20577"/>
          <ac:spMkLst>
            <pc:docMk/>
            <pc:sldMk cId="1019339728" sldId="1174"/>
            <ac:spMk id="2" creationId="{CB387646-1C3F-6674-9357-A2C9D678FB44}"/>
          </ac:spMkLst>
        </pc:spChg>
        <pc:spChg chg="mod">
          <ac:chgData name="Palit, Tapti" userId="dec6fbcd-7598-406a-8cbf-504d4a3bac15" providerId="ADAL" clId="{ECD42228-5B96-4A72-B268-C46DF994E6B7}" dt="2024-01-30T05:59:06.952" v="88701" actId="20577"/>
          <ac:spMkLst>
            <pc:docMk/>
            <pc:sldMk cId="1019339728" sldId="1174"/>
            <ac:spMk id="3" creationId="{8BD2C94D-82A4-E560-8828-22DD79AF97F9}"/>
          </ac:spMkLst>
        </pc:spChg>
      </pc:sldChg>
      <pc:sldChg chg="add mod modShow">
        <pc:chgData name="Palit, Tapti" userId="dec6fbcd-7598-406a-8cbf-504d4a3bac15" providerId="ADAL" clId="{ECD42228-5B96-4A72-B268-C46DF994E6B7}" dt="2024-01-30T17:01:01.661" v="93501" actId="729"/>
        <pc:sldMkLst>
          <pc:docMk/>
          <pc:sldMk cId="3889170270" sldId="1174"/>
        </pc:sldMkLst>
      </pc:sldChg>
      <pc:sldChg chg="addSp delSp modSp new del mod">
        <pc:chgData name="Palit, Tapti" userId="dec6fbcd-7598-406a-8cbf-504d4a3bac15" providerId="ADAL" clId="{ECD42228-5B96-4A72-B268-C46DF994E6B7}" dt="2024-01-30T17:00:55.225" v="93499" actId="2696"/>
        <pc:sldMkLst>
          <pc:docMk/>
          <pc:sldMk cId="4220735833" sldId="1174"/>
        </pc:sldMkLst>
        <pc:spChg chg="mod">
          <ac:chgData name="Palit, Tapti" userId="dec6fbcd-7598-406a-8cbf-504d4a3bac15" providerId="ADAL" clId="{ECD42228-5B96-4A72-B268-C46DF994E6B7}" dt="2024-01-30T06:13:21.606" v="89414" actId="20577"/>
          <ac:spMkLst>
            <pc:docMk/>
            <pc:sldMk cId="4220735833" sldId="1174"/>
            <ac:spMk id="2" creationId="{990A41BA-16D4-ADF0-CB27-7D2DC7766FAD}"/>
          </ac:spMkLst>
        </pc:spChg>
        <pc:spChg chg="mod">
          <ac:chgData name="Palit, Tapti" userId="dec6fbcd-7598-406a-8cbf-504d4a3bac15" providerId="ADAL" clId="{ECD42228-5B96-4A72-B268-C46DF994E6B7}" dt="2024-01-30T06:12:29.444" v="89312" actId="20577"/>
          <ac:spMkLst>
            <pc:docMk/>
            <pc:sldMk cId="4220735833" sldId="1174"/>
            <ac:spMk id="3" creationId="{2C319ACC-00D7-4787-076F-7A7947124E9F}"/>
          </ac:spMkLst>
        </pc:spChg>
        <pc:spChg chg="add mod">
          <ac:chgData name="Palit, Tapti" userId="dec6fbcd-7598-406a-8cbf-504d4a3bac15" providerId="ADAL" clId="{ECD42228-5B96-4A72-B268-C46DF994E6B7}" dt="2024-01-30T06:18:23.594" v="89443" actId="20577"/>
          <ac:spMkLst>
            <pc:docMk/>
            <pc:sldMk cId="4220735833" sldId="1174"/>
            <ac:spMk id="5" creationId="{EFCC9155-82EA-68D2-D3B3-7D095069CE6A}"/>
          </ac:spMkLst>
        </pc:spChg>
        <pc:spChg chg="add">
          <ac:chgData name="Palit, Tapti" userId="dec6fbcd-7598-406a-8cbf-504d4a3bac15" providerId="ADAL" clId="{ECD42228-5B96-4A72-B268-C46DF994E6B7}" dt="2024-01-30T06:17:02.985" v="89421"/>
          <ac:spMkLst>
            <pc:docMk/>
            <pc:sldMk cId="4220735833" sldId="1174"/>
            <ac:spMk id="7" creationId="{1361F962-8604-4D4C-CEE8-80193F1C494A}"/>
          </ac:spMkLst>
        </pc:spChg>
        <pc:spChg chg="add mod">
          <ac:chgData name="Palit, Tapti" userId="dec6fbcd-7598-406a-8cbf-504d4a3bac15" providerId="ADAL" clId="{ECD42228-5B96-4A72-B268-C46DF994E6B7}" dt="2024-01-30T06:17:34.052" v="89435" actId="14100"/>
          <ac:spMkLst>
            <pc:docMk/>
            <pc:sldMk cId="4220735833" sldId="1174"/>
            <ac:spMk id="10" creationId="{C28B82A6-F522-2412-D62B-CCA3FC4537A7}"/>
          </ac:spMkLst>
        </pc:spChg>
        <pc:picChg chg="add del mod">
          <ac:chgData name="Palit, Tapti" userId="dec6fbcd-7598-406a-8cbf-504d4a3bac15" providerId="ADAL" clId="{ECD42228-5B96-4A72-B268-C46DF994E6B7}" dt="2024-01-30T06:13:52.147" v="89417" actId="478"/>
          <ac:picMkLst>
            <pc:docMk/>
            <pc:sldMk cId="4220735833" sldId="1174"/>
            <ac:picMk id="5" creationId="{88136D32-1302-F512-6CBA-3294D96C2B06}"/>
          </ac:picMkLst>
        </pc:picChg>
        <pc:picChg chg="add del mod">
          <ac:chgData name="Palit, Tapti" userId="dec6fbcd-7598-406a-8cbf-504d4a3bac15" providerId="ADAL" clId="{ECD42228-5B96-4A72-B268-C46DF994E6B7}" dt="2024-01-30T06:17:02.029" v="89420" actId="478"/>
          <ac:picMkLst>
            <pc:docMk/>
            <pc:sldMk cId="4220735833" sldId="1174"/>
            <ac:picMk id="6" creationId="{97615506-9F80-9463-6D71-00D455B2CF9B}"/>
          </ac:picMkLst>
        </pc:picChg>
        <pc:picChg chg="add mod">
          <ac:chgData name="Palit, Tapti" userId="dec6fbcd-7598-406a-8cbf-504d4a3bac15" providerId="ADAL" clId="{ECD42228-5B96-4A72-B268-C46DF994E6B7}" dt="2024-01-30T06:17:20.045" v="89424" actId="14100"/>
          <ac:picMkLst>
            <pc:docMk/>
            <pc:sldMk cId="4220735833" sldId="1174"/>
            <ac:picMk id="9" creationId="{6521D152-C933-82A8-DFAD-B2A2BF197640}"/>
          </ac:picMkLst>
        </pc:picChg>
      </pc:sldChg>
      <pc:sldChg chg="addSp modSp new mod modAnim modNotesTx">
        <pc:chgData name="Palit, Tapti" userId="dec6fbcd-7598-406a-8cbf-504d4a3bac15" providerId="ADAL" clId="{ECD42228-5B96-4A72-B268-C46DF994E6B7}" dt="2024-02-11T18:21:49.781" v="112112" actId="20577"/>
        <pc:sldMkLst>
          <pc:docMk/>
          <pc:sldMk cId="3491945629" sldId="1175"/>
        </pc:sldMkLst>
        <pc:spChg chg="mod">
          <ac:chgData name="Palit, Tapti" userId="dec6fbcd-7598-406a-8cbf-504d4a3bac15" providerId="ADAL" clId="{ECD42228-5B96-4A72-B268-C46DF994E6B7}" dt="2024-02-09T19:07:19.753" v="108628" actId="20577"/>
          <ac:spMkLst>
            <pc:docMk/>
            <pc:sldMk cId="3491945629" sldId="1175"/>
            <ac:spMk id="2" creationId="{C3433336-0953-E90B-9EBD-EFEF4D9466D0}"/>
          </ac:spMkLst>
        </pc:spChg>
        <pc:spChg chg="mod">
          <ac:chgData name="Palit, Tapti" userId="dec6fbcd-7598-406a-8cbf-504d4a3bac15" providerId="ADAL" clId="{ECD42228-5B96-4A72-B268-C46DF994E6B7}" dt="2024-02-10T00:54:59.743" v="109297"/>
          <ac:spMkLst>
            <pc:docMk/>
            <pc:sldMk cId="3491945629" sldId="1175"/>
            <ac:spMk id="3" creationId="{E2C3A34B-F163-9357-03D8-C2EA10E2E08D}"/>
          </ac:spMkLst>
        </pc:spChg>
        <pc:picChg chg="add mod">
          <ac:chgData name="Palit, Tapti" userId="dec6fbcd-7598-406a-8cbf-504d4a3bac15" providerId="ADAL" clId="{ECD42228-5B96-4A72-B268-C46DF994E6B7}" dt="2024-01-30T17:06:05.656" v="93712" actId="1076"/>
          <ac:picMkLst>
            <pc:docMk/>
            <pc:sldMk cId="3491945629" sldId="1175"/>
            <ac:picMk id="1026" creationId="{1245DF25-B645-A1EF-B63B-C3DD360ECD51}"/>
          </ac:picMkLst>
        </pc:picChg>
        <pc:picChg chg="add mod">
          <ac:chgData name="Palit, Tapti" userId="dec6fbcd-7598-406a-8cbf-504d4a3bac15" providerId="ADAL" clId="{ECD42228-5B96-4A72-B268-C46DF994E6B7}" dt="2024-01-31T01:44:24.840" v="94926" actId="1076"/>
          <ac:picMkLst>
            <pc:docMk/>
            <pc:sldMk cId="3491945629" sldId="1175"/>
            <ac:picMk id="1028" creationId="{2E37C5D8-46E9-E1CE-8DCE-16389066A327}"/>
          </ac:picMkLst>
        </pc:picChg>
      </pc:sldChg>
      <pc:sldChg chg="addSp delSp modSp new mod">
        <pc:chgData name="Palit, Tapti" userId="dec6fbcd-7598-406a-8cbf-504d4a3bac15" providerId="ADAL" clId="{ECD42228-5B96-4A72-B268-C46DF994E6B7}" dt="2024-01-31T02:39:08.362" v="95633" actId="1076"/>
        <pc:sldMkLst>
          <pc:docMk/>
          <pc:sldMk cId="3364304933" sldId="1176"/>
        </pc:sldMkLst>
        <pc:spChg chg="mod">
          <ac:chgData name="Palit, Tapti" userId="dec6fbcd-7598-406a-8cbf-504d4a3bac15" providerId="ADAL" clId="{ECD42228-5B96-4A72-B268-C46DF994E6B7}" dt="2024-01-30T15:49:39.815" v="91985" actId="20577"/>
          <ac:spMkLst>
            <pc:docMk/>
            <pc:sldMk cId="3364304933" sldId="1176"/>
            <ac:spMk id="2" creationId="{0BFDADEC-0BA2-C5DE-98E3-1C798618073B}"/>
          </ac:spMkLst>
        </pc:spChg>
        <pc:spChg chg="mod">
          <ac:chgData name="Palit, Tapti" userId="dec6fbcd-7598-406a-8cbf-504d4a3bac15" providerId="ADAL" clId="{ECD42228-5B96-4A72-B268-C46DF994E6B7}" dt="2024-01-30T06:35:00.368" v="89805" actId="20577"/>
          <ac:spMkLst>
            <pc:docMk/>
            <pc:sldMk cId="3364304933" sldId="1176"/>
            <ac:spMk id="3" creationId="{FB04B502-D4A4-6A24-46D6-2AECC82BD5E8}"/>
          </ac:spMkLst>
        </pc:spChg>
        <pc:spChg chg="add mod">
          <ac:chgData name="Palit, Tapti" userId="dec6fbcd-7598-406a-8cbf-504d4a3bac15" providerId="ADAL" clId="{ECD42228-5B96-4A72-B268-C46DF994E6B7}" dt="2024-01-31T02:39:03.161" v="95632" actId="1076"/>
          <ac:spMkLst>
            <pc:docMk/>
            <pc:sldMk cId="3364304933" sldId="1176"/>
            <ac:spMk id="10" creationId="{5CEEBC6C-CC20-55D3-3FB2-A5BD315F9C7C}"/>
          </ac:spMkLst>
        </pc:spChg>
        <pc:spChg chg="add mod">
          <ac:chgData name="Palit, Tapti" userId="dec6fbcd-7598-406a-8cbf-504d4a3bac15" providerId="ADAL" clId="{ECD42228-5B96-4A72-B268-C46DF994E6B7}" dt="2024-01-31T02:39:08.362" v="95633" actId="1076"/>
          <ac:spMkLst>
            <pc:docMk/>
            <pc:sldMk cId="3364304933" sldId="1176"/>
            <ac:spMk id="11" creationId="{9006240B-0DEF-C852-EA69-EBB4270DCB0E}"/>
          </ac:spMkLst>
        </pc:spChg>
        <pc:grpChg chg="add mod">
          <ac:chgData name="Palit, Tapti" userId="dec6fbcd-7598-406a-8cbf-504d4a3bac15" providerId="ADAL" clId="{ECD42228-5B96-4A72-B268-C46DF994E6B7}" dt="2024-01-31T02:39:03.161" v="95632" actId="1076"/>
          <ac:grpSpMkLst>
            <pc:docMk/>
            <pc:sldMk cId="3364304933" sldId="1176"/>
            <ac:grpSpMk id="12" creationId="{980C4616-EC08-5661-A494-D80E29CFFB87}"/>
          </ac:grpSpMkLst>
        </pc:grpChg>
        <pc:picChg chg="add del mod">
          <ac:chgData name="Palit, Tapti" userId="dec6fbcd-7598-406a-8cbf-504d4a3bac15" providerId="ADAL" clId="{ECD42228-5B96-4A72-B268-C46DF994E6B7}" dt="2024-01-30T15:49:26.722" v="91938" actId="478"/>
          <ac:picMkLst>
            <pc:docMk/>
            <pc:sldMk cId="3364304933" sldId="1176"/>
            <ac:picMk id="5" creationId="{6DCFA82F-850A-06C2-C428-0FE98E81F6F6}"/>
          </ac:picMkLst>
        </pc:picChg>
        <pc:picChg chg="add del mod">
          <ac:chgData name="Palit, Tapti" userId="dec6fbcd-7598-406a-8cbf-504d4a3bac15" providerId="ADAL" clId="{ECD42228-5B96-4A72-B268-C46DF994E6B7}" dt="2024-01-30T06:36:58.792" v="89949" actId="478"/>
          <ac:picMkLst>
            <pc:docMk/>
            <pc:sldMk cId="3364304933" sldId="1176"/>
            <ac:picMk id="2050" creationId="{F48DC764-9E8C-2E5D-4CB1-C5C8E9725BB8}"/>
          </ac:picMkLst>
        </pc:picChg>
        <pc:picChg chg="add mod">
          <ac:chgData name="Palit, Tapti" userId="dec6fbcd-7598-406a-8cbf-504d4a3bac15" providerId="ADAL" clId="{ECD42228-5B96-4A72-B268-C46DF994E6B7}" dt="2024-01-31T02:39:03.161" v="95632" actId="1076"/>
          <ac:picMkLst>
            <pc:docMk/>
            <pc:sldMk cId="3364304933" sldId="1176"/>
            <ac:picMk id="2052" creationId="{9B1B6845-29D9-7EFF-5165-C223658B6585}"/>
          </ac:picMkLst>
        </pc:picChg>
        <pc:picChg chg="add mod">
          <ac:chgData name="Palit, Tapti" userId="dec6fbcd-7598-406a-8cbf-504d4a3bac15" providerId="ADAL" clId="{ECD42228-5B96-4A72-B268-C46DF994E6B7}" dt="2024-01-31T02:39:03.161" v="95632" actId="1076"/>
          <ac:picMkLst>
            <pc:docMk/>
            <pc:sldMk cId="3364304933" sldId="1176"/>
            <ac:picMk id="2054" creationId="{41DB19E4-867A-403C-D4DE-8034939A8583}"/>
          </ac:picMkLst>
        </pc:picChg>
        <pc:picChg chg="add mod">
          <ac:chgData name="Palit, Tapti" userId="dec6fbcd-7598-406a-8cbf-504d4a3bac15" providerId="ADAL" clId="{ECD42228-5B96-4A72-B268-C46DF994E6B7}" dt="2024-01-31T02:39:03.161" v="95632" actId="1076"/>
          <ac:picMkLst>
            <pc:docMk/>
            <pc:sldMk cId="3364304933" sldId="1176"/>
            <ac:picMk id="2056" creationId="{2E6A62EA-0BA2-2406-3A3F-44F192BE8B04}"/>
          </ac:picMkLst>
        </pc:picChg>
        <pc:picChg chg="add mod">
          <ac:chgData name="Palit, Tapti" userId="dec6fbcd-7598-406a-8cbf-504d4a3bac15" providerId="ADAL" clId="{ECD42228-5B96-4A72-B268-C46DF994E6B7}" dt="2024-01-31T02:39:03.161" v="95632" actId="1076"/>
          <ac:picMkLst>
            <pc:docMk/>
            <pc:sldMk cId="3364304933" sldId="1176"/>
            <ac:picMk id="2058" creationId="{EF56BC91-9F58-2750-CFA2-8A66B3C3A161}"/>
          </ac:picMkLst>
        </pc:picChg>
        <pc:cxnChg chg="add mod">
          <ac:chgData name="Palit, Tapti" userId="dec6fbcd-7598-406a-8cbf-504d4a3bac15" providerId="ADAL" clId="{ECD42228-5B96-4A72-B268-C46DF994E6B7}" dt="2024-01-31T02:39:03.161" v="95632" actId="1076"/>
          <ac:cxnSpMkLst>
            <pc:docMk/>
            <pc:sldMk cId="3364304933" sldId="1176"/>
            <ac:cxnSpMk id="6" creationId="{6F994049-460D-CCFC-855D-A03E0413B0AF}"/>
          </ac:cxnSpMkLst>
        </pc:cxnChg>
        <pc:cxnChg chg="add mod">
          <ac:chgData name="Palit, Tapti" userId="dec6fbcd-7598-406a-8cbf-504d4a3bac15" providerId="ADAL" clId="{ECD42228-5B96-4A72-B268-C46DF994E6B7}" dt="2024-01-31T02:39:03.161" v="95632" actId="1076"/>
          <ac:cxnSpMkLst>
            <pc:docMk/>
            <pc:sldMk cId="3364304933" sldId="1176"/>
            <ac:cxnSpMk id="8" creationId="{9CF96BD9-DABF-403F-50E1-5B4377A55096}"/>
          </ac:cxnSpMkLst>
        </pc:cxnChg>
        <pc:cxnChg chg="add mod">
          <ac:chgData name="Palit, Tapti" userId="dec6fbcd-7598-406a-8cbf-504d4a3bac15" providerId="ADAL" clId="{ECD42228-5B96-4A72-B268-C46DF994E6B7}" dt="2024-01-31T02:39:03.161" v="95632" actId="1076"/>
          <ac:cxnSpMkLst>
            <pc:docMk/>
            <pc:sldMk cId="3364304933" sldId="1176"/>
            <ac:cxnSpMk id="9" creationId="{8E0F2167-934D-10EF-C5CC-9AE4D3377669}"/>
          </ac:cxnSpMkLst>
        </pc:cxnChg>
      </pc:sldChg>
      <pc:sldChg chg="addSp delSp modSp add mod ord addAnim delAnim modAnim modNotesTx">
        <pc:chgData name="Palit, Tapti" userId="dec6fbcd-7598-406a-8cbf-504d4a3bac15" providerId="ADAL" clId="{ECD42228-5B96-4A72-B268-C46DF994E6B7}" dt="2024-02-09T04:50:16.254" v="104527"/>
        <pc:sldMkLst>
          <pc:docMk/>
          <pc:sldMk cId="68023527" sldId="1177"/>
        </pc:sldMkLst>
        <pc:spChg chg="add del mod">
          <ac:chgData name="Palit, Tapti" userId="dec6fbcd-7598-406a-8cbf-504d4a3bac15" providerId="ADAL" clId="{ECD42228-5B96-4A72-B268-C46DF994E6B7}" dt="2024-02-09T04:37:55.706" v="104430" actId="478"/>
          <ac:spMkLst>
            <pc:docMk/>
            <pc:sldMk cId="68023527" sldId="1177"/>
            <ac:spMk id="2" creationId="{4A7C267B-9B81-B149-C00C-04592935AEFD}"/>
          </ac:spMkLst>
        </pc:spChg>
        <pc:spChg chg="del">
          <ac:chgData name="Palit, Tapti" userId="dec6fbcd-7598-406a-8cbf-504d4a3bac15" providerId="ADAL" clId="{ECD42228-5B96-4A72-B268-C46DF994E6B7}" dt="2024-01-30T13:15:38.599" v="91369" actId="478"/>
          <ac:spMkLst>
            <pc:docMk/>
            <pc:sldMk cId="68023527" sldId="1177"/>
            <ac:spMk id="2" creationId="{7BDD6DF6-98A0-6064-A2FB-21E37BAA61A9}"/>
          </ac:spMkLst>
        </pc:spChg>
        <pc:spChg chg="del mod">
          <ac:chgData name="Palit, Tapti" userId="dec6fbcd-7598-406a-8cbf-504d4a3bac15" providerId="ADAL" clId="{ECD42228-5B96-4A72-B268-C46DF994E6B7}" dt="2024-02-09T04:38:08.449" v="104434" actId="478"/>
          <ac:spMkLst>
            <pc:docMk/>
            <pc:sldMk cId="68023527" sldId="1177"/>
            <ac:spMk id="4" creationId="{BAB7AAF1-5058-6E7E-C63D-16EF46D9F536}"/>
          </ac:spMkLst>
        </pc:spChg>
        <pc:spChg chg="add del mod">
          <ac:chgData name="Palit, Tapti" userId="dec6fbcd-7598-406a-8cbf-504d4a3bac15" providerId="ADAL" clId="{ECD42228-5B96-4A72-B268-C46DF994E6B7}" dt="2024-02-09T04:37:57.949" v="104431" actId="478"/>
          <ac:spMkLst>
            <pc:docMk/>
            <pc:sldMk cId="68023527" sldId="1177"/>
            <ac:spMk id="6" creationId="{91006A0A-FE30-79E2-9A61-56AF369C0D40}"/>
          </ac:spMkLst>
        </pc:spChg>
        <pc:spChg chg="mod">
          <ac:chgData name="Palit, Tapti" userId="dec6fbcd-7598-406a-8cbf-504d4a3bac15" providerId="ADAL" clId="{ECD42228-5B96-4A72-B268-C46DF994E6B7}" dt="2024-01-30T16:51:50.050" v="93083" actId="20577"/>
          <ac:spMkLst>
            <pc:docMk/>
            <pc:sldMk cId="68023527" sldId="1177"/>
            <ac:spMk id="15" creationId="{632CDA17-2240-B34F-44F8-5573404E1E94}"/>
          </ac:spMkLst>
        </pc:spChg>
        <pc:grpChg chg="del">
          <ac:chgData name="Palit, Tapti" userId="dec6fbcd-7598-406a-8cbf-504d4a3bac15" providerId="ADAL" clId="{ECD42228-5B96-4A72-B268-C46DF994E6B7}" dt="2024-01-30T13:15:42.873" v="91370" actId="478"/>
          <ac:grpSpMkLst>
            <pc:docMk/>
            <pc:sldMk cId="68023527" sldId="1177"/>
            <ac:grpSpMk id="37" creationId="{0841A27C-B68F-D177-7085-3CF57792204F}"/>
          </ac:grpSpMkLst>
        </pc:grpChg>
      </pc:sldChg>
      <pc:sldChg chg="addSp delSp modSp new del mod modAnim">
        <pc:chgData name="Palit, Tapti" userId="dec6fbcd-7598-406a-8cbf-504d4a3bac15" providerId="ADAL" clId="{ECD42228-5B96-4A72-B268-C46DF994E6B7}" dt="2024-01-30T06:59:21.807" v="90803" actId="47"/>
        <pc:sldMkLst>
          <pc:docMk/>
          <pc:sldMk cId="3988996410" sldId="1177"/>
        </pc:sldMkLst>
        <pc:spChg chg="mod">
          <ac:chgData name="Palit, Tapti" userId="dec6fbcd-7598-406a-8cbf-504d4a3bac15" providerId="ADAL" clId="{ECD42228-5B96-4A72-B268-C46DF994E6B7}" dt="2024-01-30T06:43:09.053" v="90281" actId="20577"/>
          <ac:spMkLst>
            <pc:docMk/>
            <pc:sldMk cId="3988996410" sldId="1177"/>
            <ac:spMk id="2" creationId="{96FBA6BC-2CA5-8125-0F23-6EFCF2C30469}"/>
          </ac:spMkLst>
        </pc:spChg>
        <pc:spChg chg="mod">
          <ac:chgData name="Palit, Tapti" userId="dec6fbcd-7598-406a-8cbf-504d4a3bac15" providerId="ADAL" clId="{ECD42228-5B96-4A72-B268-C46DF994E6B7}" dt="2024-01-30T06:41:51.532" v="90077" actId="20577"/>
          <ac:spMkLst>
            <pc:docMk/>
            <pc:sldMk cId="3988996410" sldId="1177"/>
            <ac:spMk id="3" creationId="{AFCC7F98-BD51-F1D1-0E42-2DA42509FB7A}"/>
          </ac:spMkLst>
        </pc:spChg>
        <pc:picChg chg="add del mod">
          <ac:chgData name="Palit, Tapti" userId="dec6fbcd-7598-406a-8cbf-504d4a3bac15" providerId="ADAL" clId="{ECD42228-5B96-4A72-B268-C46DF994E6B7}" dt="2024-01-30T06:43:51.443" v="90284" actId="478"/>
          <ac:picMkLst>
            <pc:docMk/>
            <pc:sldMk cId="3988996410" sldId="1177"/>
            <ac:picMk id="5" creationId="{2E5F0B29-417C-4E78-960A-E321FFF7A562}"/>
          </ac:picMkLst>
        </pc:picChg>
      </pc:sldChg>
      <pc:sldChg chg="addSp delSp modSp add mod modNotesTx">
        <pc:chgData name="Palit, Tapti" userId="dec6fbcd-7598-406a-8cbf-504d4a3bac15" providerId="ADAL" clId="{ECD42228-5B96-4A72-B268-C46DF994E6B7}" dt="2024-03-10T16:33:18.371" v="116262" actId="20577"/>
        <pc:sldMkLst>
          <pc:docMk/>
          <pc:sldMk cId="4069589226" sldId="1178"/>
        </pc:sldMkLst>
        <pc:spChg chg="mod">
          <ac:chgData name="Palit, Tapti" userId="dec6fbcd-7598-406a-8cbf-504d4a3bac15" providerId="ADAL" clId="{ECD42228-5B96-4A72-B268-C46DF994E6B7}" dt="2024-01-30T16:58:57.656" v="93403"/>
          <ac:spMkLst>
            <pc:docMk/>
            <pc:sldMk cId="4069589226" sldId="1178"/>
            <ac:spMk id="3" creationId="{0F8FF57D-D875-4CA5-B98A-04F4C751036F}"/>
          </ac:spMkLst>
        </pc:spChg>
        <pc:spChg chg="del mod">
          <ac:chgData name="Palit, Tapti" userId="dec6fbcd-7598-406a-8cbf-504d4a3bac15" providerId="ADAL" clId="{ECD42228-5B96-4A72-B268-C46DF994E6B7}" dt="2024-02-09T04:43:58.411" v="104498" actId="478"/>
          <ac:spMkLst>
            <pc:docMk/>
            <pc:sldMk cId="4069589226" sldId="1178"/>
            <ac:spMk id="7" creationId="{0A390AE2-9CE4-81EB-6315-2DE2F897D709}"/>
          </ac:spMkLst>
        </pc:spChg>
        <pc:spChg chg="add mod">
          <ac:chgData name="Palit, Tapti" userId="dec6fbcd-7598-406a-8cbf-504d4a3bac15" providerId="ADAL" clId="{ECD42228-5B96-4A72-B268-C46DF994E6B7}" dt="2024-02-07T03:55:13.825" v="100055" actId="20577"/>
          <ac:spMkLst>
            <pc:docMk/>
            <pc:sldMk cId="4069589226" sldId="1178"/>
            <ac:spMk id="23" creationId="{05482A7F-8B2F-9776-2460-64861CCB7ECE}"/>
          </ac:spMkLst>
        </pc:spChg>
        <pc:spChg chg="add mod">
          <ac:chgData name="Palit, Tapti" userId="dec6fbcd-7598-406a-8cbf-504d4a3bac15" providerId="ADAL" clId="{ECD42228-5B96-4A72-B268-C46DF994E6B7}" dt="2024-03-10T16:33:18.371" v="116262" actId="20577"/>
          <ac:spMkLst>
            <pc:docMk/>
            <pc:sldMk cId="4069589226" sldId="1178"/>
            <ac:spMk id="24" creationId="{4908A65F-CD53-623A-4D77-020922C80E75}"/>
          </ac:spMkLst>
        </pc:spChg>
        <pc:spChg chg="mod">
          <ac:chgData name="Palit, Tapti" userId="dec6fbcd-7598-406a-8cbf-504d4a3bac15" providerId="ADAL" clId="{ECD42228-5B96-4A72-B268-C46DF994E6B7}" dt="2024-01-30T15:40:09.002" v="91803"/>
          <ac:spMkLst>
            <pc:docMk/>
            <pc:sldMk cId="4069589226" sldId="1178"/>
            <ac:spMk id="55" creationId="{2DBDD754-B4C6-5A18-3340-21B65C62D251}"/>
          </ac:spMkLst>
        </pc:spChg>
        <pc:cxnChg chg="add mod">
          <ac:chgData name="Palit, Tapti" userId="dec6fbcd-7598-406a-8cbf-504d4a3bac15" providerId="ADAL" clId="{ECD42228-5B96-4A72-B268-C46DF994E6B7}" dt="2024-02-07T02:57:02.768" v="99894"/>
          <ac:cxnSpMkLst>
            <pc:docMk/>
            <pc:sldMk cId="4069589226" sldId="1178"/>
            <ac:cxnSpMk id="2" creationId="{A2E3CE56-C4DD-0AFA-CBE9-1560F3094690}"/>
          </ac:cxnSpMkLst>
        </pc:cxnChg>
        <pc:cxnChg chg="add mod">
          <ac:chgData name="Palit, Tapti" userId="dec6fbcd-7598-406a-8cbf-504d4a3bac15" providerId="ADAL" clId="{ECD42228-5B96-4A72-B268-C46DF994E6B7}" dt="2024-01-30T15:40:02.537" v="91802"/>
          <ac:cxnSpMkLst>
            <pc:docMk/>
            <pc:sldMk cId="4069589226" sldId="1178"/>
            <ac:cxnSpMk id="19" creationId="{C7325E9C-6710-77F6-496C-B8F7F5A6CE7B}"/>
          </ac:cxnSpMkLst>
        </pc:cxnChg>
      </pc:sldChg>
      <pc:sldChg chg="modSp add del mod">
        <pc:chgData name="Palit, Tapti" userId="dec6fbcd-7598-406a-8cbf-504d4a3bac15" providerId="ADAL" clId="{ECD42228-5B96-4A72-B268-C46DF994E6B7}" dt="2024-01-30T16:42:24.942" v="92642" actId="47"/>
        <pc:sldMkLst>
          <pc:docMk/>
          <pc:sldMk cId="3605657013" sldId="1179"/>
        </pc:sldMkLst>
        <pc:spChg chg="mod">
          <ac:chgData name="Palit, Tapti" userId="dec6fbcd-7598-406a-8cbf-504d4a3bac15" providerId="ADAL" clId="{ECD42228-5B96-4A72-B268-C46DF994E6B7}" dt="2024-01-30T16:42:16.200" v="92641" actId="20577"/>
          <ac:spMkLst>
            <pc:docMk/>
            <pc:sldMk cId="3605657013" sldId="1179"/>
            <ac:spMk id="5" creationId="{075331E4-8F53-7B24-1328-FED7BD443E37}"/>
          </ac:spMkLst>
        </pc:spChg>
      </pc:sldChg>
      <pc:sldChg chg="addSp delSp modSp add mod modAnim modNotesTx">
        <pc:chgData name="Palit, Tapti" userId="dec6fbcd-7598-406a-8cbf-504d4a3bac15" providerId="ADAL" clId="{ECD42228-5B96-4A72-B268-C46DF994E6B7}" dt="2024-02-12T19:19:47.242" v="112364"/>
        <pc:sldMkLst>
          <pc:docMk/>
          <pc:sldMk cId="697344994" sldId="1180"/>
        </pc:sldMkLst>
        <pc:spChg chg="add del mod">
          <ac:chgData name="Palit, Tapti" userId="dec6fbcd-7598-406a-8cbf-504d4a3bac15" providerId="ADAL" clId="{ECD42228-5B96-4A72-B268-C46DF994E6B7}" dt="2024-02-09T04:37:11.397" v="104427" actId="478"/>
          <ac:spMkLst>
            <pc:docMk/>
            <pc:sldMk cId="697344994" sldId="1180"/>
            <ac:spMk id="4" creationId="{403722D9-0CB3-B71B-B32C-F7FAFBB958C4}"/>
          </ac:spMkLst>
        </pc:spChg>
        <pc:spChg chg="add del mod">
          <ac:chgData name="Palit, Tapti" userId="dec6fbcd-7598-406a-8cbf-504d4a3bac15" providerId="ADAL" clId="{ECD42228-5B96-4A72-B268-C46DF994E6B7}" dt="2024-02-08T20:59:03.783" v="100719" actId="478"/>
          <ac:spMkLst>
            <pc:docMk/>
            <pc:sldMk cId="697344994" sldId="1180"/>
            <ac:spMk id="10" creationId="{F0864AA1-5009-67EA-B6B2-304F0367A321}"/>
          </ac:spMkLst>
        </pc:spChg>
        <pc:spChg chg="add mod">
          <ac:chgData name="Palit, Tapti" userId="dec6fbcd-7598-406a-8cbf-504d4a3bac15" providerId="ADAL" clId="{ECD42228-5B96-4A72-B268-C46DF994E6B7}" dt="2024-01-30T15:56:00.647" v="92177" actId="207"/>
          <ac:spMkLst>
            <pc:docMk/>
            <pc:sldMk cId="697344994" sldId="1180"/>
            <ac:spMk id="13" creationId="{F7E834B4-8C7A-DD99-AD81-910992B4A6A3}"/>
          </ac:spMkLst>
        </pc:spChg>
        <pc:spChg chg="mod">
          <ac:chgData name="Palit, Tapti" userId="dec6fbcd-7598-406a-8cbf-504d4a3bac15" providerId="ADAL" clId="{ECD42228-5B96-4A72-B268-C46DF994E6B7}" dt="2024-02-12T19:19:47.242" v="112364"/>
          <ac:spMkLst>
            <pc:docMk/>
            <pc:sldMk cId="697344994" sldId="1180"/>
            <ac:spMk id="14" creationId="{F55D1DCD-63AE-1B38-F985-84D9BB2AE721}"/>
          </ac:spMkLst>
        </pc:spChg>
        <pc:spChg chg="mod">
          <ac:chgData name="Palit, Tapti" userId="dec6fbcd-7598-406a-8cbf-504d4a3bac15" providerId="ADAL" clId="{ECD42228-5B96-4A72-B268-C46DF994E6B7}" dt="2024-01-30T21:27:14.885" v="94857" actId="20577"/>
          <ac:spMkLst>
            <pc:docMk/>
            <pc:sldMk cId="697344994" sldId="1180"/>
            <ac:spMk id="15" creationId="{632CDA17-2240-B34F-44F8-5573404E1E94}"/>
          </ac:spMkLst>
        </pc:spChg>
        <pc:spChg chg="mod">
          <ac:chgData name="Palit, Tapti" userId="dec6fbcd-7598-406a-8cbf-504d4a3bac15" providerId="ADAL" clId="{ECD42228-5B96-4A72-B268-C46DF994E6B7}" dt="2024-01-30T15:55:37.936" v="92162"/>
          <ac:spMkLst>
            <pc:docMk/>
            <pc:sldMk cId="697344994" sldId="1180"/>
            <ac:spMk id="20" creationId="{E6DAEF0D-E7B1-033C-5253-509FAE79E815}"/>
          </ac:spMkLst>
        </pc:spChg>
        <pc:spChg chg="mod">
          <ac:chgData name="Palit, Tapti" userId="dec6fbcd-7598-406a-8cbf-504d4a3bac15" providerId="ADAL" clId="{ECD42228-5B96-4A72-B268-C46DF994E6B7}" dt="2024-01-30T15:55:32.059" v="92161"/>
          <ac:spMkLst>
            <pc:docMk/>
            <pc:sldMk cId="697344994" sldId="1180"/>
            <ac:spMk id="24" creationId="{E1161DEA-E409-E4AE-8CD4-21309B090A89}"/>
          </ac:spMkLst>
        </pc:spChg>
        <pc:spChg chg="mod">
          <ac:chgData name="Palit, Tapti" userId="dec6fbcd-7598-406a-8cbf-504d4a3bac15" providerId="ADAL" clId="{ECD42228-5B96-4A72-B268-C46DF994E6B7}" dt="2024-01-30T15:55:40.969" v="92163"/>
          <ac:spMkLst>
            <pc:docMk/>
            <pc:sldMk cId="697344994" sldId="1180"/>
            <ac:spMk id="25" creationId="{363C4DD7-B853-9634-4200-0775FB68C8B7}"/>
          </ac:spMkLst>
        </pc:spChg>
        <pc:spChg chg="mod">
          <ac:chgData name="Palit, Tapti" userId="dec6fbcd-7598-406a-8cbf-504d4a3bac15" providerId="ADAL" clId="{ECD42228-5B96-4A72-B268-C46DF994E6B7}" dt="2024-01-30T15:55:42.782" v="92164"/>
          <ac:spMkLst>
            <pc:docMk/>
            <pc:sldMk cId="697344994" sldId="1180"/>
            <ac:spMk id="26" creationId="{8A85FE1B-0536-7F03-7274-D71C669F9823}"/>
          </ac:spMkLst>
        </pc:spChg>
        <pc:spChg chg="mod">
          <ac:chgData name="Palit, Tapti" userId="dec6fbcd-7598-406a-8cbf-504d4a3bac15" providerId="ADAL" clId="{ECD42228-5B96-4A72-B268-C46DF994E6B7}" dt="2024-01-30T15:55:44.556" v="92165"/>
          <ac:spMkLst>
            <pc:docMk/>
            <pc:sldMk cId="697344994" sldId="1180"/>
            <ac:spMk id="28" creationId="{BDADD76B-8B24-ED1F-D3E3-C00BFBCEDCD4}"/>
          </ac:spMkLst>
        </pc:spChg>
      </pc:sldChg>
      <pc:sldChg chg="add mod modShow">
        <pc:chgData name="Palit, Tapti" userId="dec6fbcd-7598-406a-8cbf-504d4a3bac15" providerId="ADAL" clId="{ECD42228-5B96-4A72-B268-C46DF994E6B7}" dt="2024-02-09T00:08:52.704" v="101622" actId="729"/>
        <pc:sldMkLst>
          <pc:docMk/>
          <pc:sldMk cId="1083777805" sldId="1181"/>
        </pc:sldMkLst>
      </pc:sldChg>
      <pc:sldChg chg="addSp delSp modSp add del mod ord addAnim delAnim modAnim modNotesTx">
        <pc:chgData name="Palit, Tapti" userId="dec6fbcd-7598-406a-8cbf-504d4a3bac15" providerId="ADAL" clId="{ECD42228-5B96-4A72-B268-C46DF994E6B7}" dt="2024-02-09T00:08:46.987" v="101620" actId="2696"/>
        <pc:sldMkLst>
          <pc:docMk/>
          <pc:sldMk cId="3590149766" sldId="1181"/>
        </pc:sldMkLst>
        <pc:spChg chg="mod">
          <ac:chgData name="Palit, Tapti" userId="dec6fbcd-7598-406a-8cbf-504d4a3bac15" providerId="ADAL" clId="{ECD42228-5B96-4A72-B268-C46DF994E6B7}" dt="2024-02-07T02:47:55.880" v="99460" actId="20577"/>
          <ac:spMkLst>
            <pc:docMk/>
            <pc:sldMk cId="3590149766" sldId="1181"/>
            <ac:spMk id="2" creationId="{6C7C9C36-DF72-A866-6C27-DE4420E006D7}"/>
          </ac:spMkLst>
        </pc:spChg>
        <pc:spChg chg="mod">
          <ac:chgData name="Palit, Tapti" userId="dec6fbcd-7598-406a-8cbf-504d4a3bac15" providerId="ADAL" clId="{ECD42228-5B96-4A72-B268-C46DF994E6B7}" dt="2024-01-30T19:35:13.350" v="94471" actId="20577"/>
          <ac:spMkLst>
            <pc:docMk/>
            <pc:sldMk cId="3590149766" sldId="1181"/>
            <ac:spMk id="5" creationId="{075331E4-8F53-7B24-1328-FED7BD443E37}"/>
          </ac:spMkLst>
        </pc:spChg>
        <pc:spChg chg="mod">
          <ac:chgData name="Palit, Tapti" userId="dec6fbcd-7598-406a-8cbf-504d4a3bac15" providerId="ADAL" clId="{ECD42228-5B96-4A72-B268-C46DF994E6B7}" dt="2024-02-07T02:48:24.432" v="99465"/>
          <ac:spMkLst>
            <pc:docMk/>
            <pc:sldMk cId="3590149766" sldId="1181"/>
            <ac:spMk id="6" creationId="{47E33047-228C-B495-5A0A-7A2021833A17}"/>
          </ac:spMkLst>
        </pc:spChg>
        <pc:spChg chg="mod">
          <ac:chgData name="Palit, Tapti" userId="dec6fbcd-7598-406a-8cbf-504d4a3bac15" providerId="ADAL" clId="{ECD42228-5B96-4A72-B268-C46DF994E6B7}" dt="2024-02-07T02:48:24.432" v="99465"/>
          <ac:spMkLst>
            <pc:docMk/>
            <pc:sldMk cId="3590149766" sldId="1181"/>
            <ac:spMk id="7" creationId="{450C5090-CBD8-31A8-1815-5F0EE8BD5433}"/>
          </ac:spMkLst>
        </pc:spChg>
        <pc:spChg chg="mod">
          <ac:chgData name="Palit, Tapti" userId="dec6fbcd-7598-406a-8cbf-504d4a3bac15" providerId="ADAL" clId="{ECD42228-5B96-4A72-B268-C46DF994E6B7}" dt="2024-01-30T19:35:49.373" v="94486" actId="20577"/>
          <ac:spMkLst>
            <pc:docMk/>
            <pc:sldMk cId="3590149766" sldId="1181"/>
            <ac:spMk id="7" creationId="{50A637E4-6864-CC96-7829-4A83349FE269}"/>
          </ac:spMkLst>
        </pc:spChg>
        <pc:spChg chg="add del mod">
          <ac:chgData name="Palit, Tapti" userId="dec6fbcd-7598-406a-8cbf-504d4a3bac15" providerId="ADAL" clId="{ECD42228-5B96-4A72-B268-C46DF994E6B7}" dt="2024-02-09T00:08:26.816" v="101611" actId="21"/>
          <ac:spMkLst>
            <pc:docMk/>
            <pc:sldMk cId="3590149766" sldId="1181"/>
            <ac:spMk id="8" creationId="{D6AA8456-4905-5C8B-E37A-BE762DEC4DCF}"/>
          </ac:spMkLst>
        </pc:spChg>
        <pc:spChg chg="add mod">
          <ac:chgData name="Palit, Tapti" userId="dec6fbcd-7598-406a-8cbf-504d4a3bac15" providerId="ADAL" clId="{ECD42228-5B96-4A72-B268-C46DF994E6B7}" dt="2024-01-30T17:05:20.728" v="93613" actId="1076"/>
          <ac:spMkLst>
            <pc:docMk/>
            <pc:sldMk cId="3590149766" sldId="1181"/>
            <ac:spMk id="9" creationId="{DF5091AD-A6A9-F049-257F-6BAE11FFC470}"/>
          </ac:spMkLst>
        </pc:spChg>
        <pc:spChg chg="add del">
          <ac:chgData name="Palit, Tapti" userId="dec6fbcd-7598-406a-8cbf-504d4a3bac15" providerId="ADAL" clId="{ECD42228-5B96-4A72-B268-C46DF994E6B7}" dt="2024-02-09T00:08:26.816" v="101611" actId="21"/>
          <ac:spMkLst>
            <pc:docMk/>
            <pc:sldMk cId="3590149766" sldId="1181"/>
            <ac:spMk id="10" creationId="{0CF7692E-7F41-82F7-5F7B-15DAF39C70A1}"/>
          </ac:spMkLst>
        </pc:spChg>
        <pc:spChg chg="mod">
          <ac:chgData name="Palit, Tapti" userId="dec6fbcd-7598-406a-8cbf-504d4a3bac15" providerId="ADAL" clId="{ECD42228-5B96-4A72-B268-C46DF994E6B7}" dt="2024-02-06T23:33:40.958" v="96780" actId="20577"/>
          <ac:spMkLst>
            <pc:docMk/>
            <pc:sldMk cId="3590149766" sldId="1181"/>
            <ac:spMk id="12" creationId="{9EB78D42-05F9-E55B-C4F4-36561CA5B33C}"/>
          </ac:spMkLst>
        </pc:spChg>
        <pc:spChg chg="mod">
          <ac:chgData name="Palit, Tapti" userId="dec6fbcd-7598-406a-8cbf-504d4a3bac15" providerId="ADAL" clId="{ECD42228-5B96-4A72-B268-C46DF994E6B7}" dt="2024-02-07T02:48:14.654" v="99462" actId="6549"/>
          <ac:spMkLst>
            <pc:docMk/>
            <pc:sldMk cId="3590149766" sldId="1181"/>
            <ac:spMk id="16" creationId="{44183735-05CA-DB47-D091-03623AC26EF0}"/>
          </ac:spMkLst>
        </pc:spChg>
        <pc:grpChg chg="add del mod">
          <ac:chgData name="Palit, Tapti" userId="dec6fbcd-7598-406a-8cbf-504d4a3bac15" providerId="ADAL" clId="{ECD42228-5B96-4A72-B268-C46DF994E6B7}" dt="2024-02-07T04:10:26.061" v="100306" actId="478"/>
          <ac:grpSpMkLst>
            <pc:docMk/>
            <pc:sldMk cId="3590149766" sldId="1181"/>
            <ac:grpSpMk id="5" creationId="{CEB3A53A-1C06-CE84-BAEF-571A44CCF4F1}"/>
          </ac:grpSpMkLst>
        </pc:grpChg>
        <pc:grpChg chg="del">
          <ac:chgData name="Palit, Tapti" userId="dec6fbcd-7598-406a-8cbf-504d4a3bac15" providerId="ADAL" clId="{ECD42228-5B96-4A72-B268-C46DF994E6B7}" dt="2024-02-07T02:48:12.522" v="99461" actId="478"/>
          <ac:grpSpMkLst>
            <pc:docMk/>
            <pc:sldMk cId="3590149766" sldId="1181"/>
            <ac:grpSpMk id="14" creationId="{E2816787-3592-0E50-893C-4C01CB05BB47}"/>
          </ac:grpSpMkLst>
        </pc:grpChg>
        <pc:grpChg chg="del">
          <ac:chgData name="Palit, Tapti" userId="dec6fbcd-7598-406a-8cbf-504d4a3bac15" providerId="ADAL" clId="{ECD42228-5B96-4A72-B268-C46DF994E6B7}" dt="2024-02-07T02:48:18.581" v="99463" actId="478"/>
          <ac:grpSpMkLst>
            <pc:docMk/>
            <pc:sldMk cId="3590149766" sldId="1181"/>
            <ac:grpSpMk id="15" creationId="{781AEFED-7F2F-1E0F-29A7-E428BAA1841B}"/>
          </ac:grpSpMkLst>
        </pc:grpChg>
      </pc:sldChg>
      <pc:sldChg chg="addSp delSp modSp new mod modClrScheme chgLayout">
        <pc:chgData name="Palit, Tapti" userId="dec6fbcd-7598-406a-8cbf-504d4a3bac15" providerId="ADAL" clId="{ECD42228-5B96-4A72-B268-C46DF994E6B7}" dt="2024-01-30T18:57:08.568" v="93900" actId="20577"/>
        <pc:sldMkLst>
          <pc:docMk/>
          <pc:sldMk cId="2667204090" sldId="1182"/>
        </pc:sldMkLst>
        <pc:spChg chg="mod ord">
          <ac:chgData name="Palit, Tapti" userId="dec6fbcd-7598-406a-8cbf-504d4a3bac15" providerId="ADAL" clId="{ECD42228-5B96-4A72-B268-C46DF994E6B7}" dt="2024-01-30T18:57:08.568" v="93900" actId="20577"/>
          <ac:spMkLst>
            <pc:docMk/>
            <pc:sldMk cId="2667204090" sldId="1182"/>
            <ac:spMk id="2" creationId="{CBF26494-28CD-1993-78AF-CBD4366ADE0B}"/>
          </ac:spMkLst>
        </pc:spChg>
        <pc:spChg chg="mod ord">
          <ac:chgData name="Palit, Tapti" userId="dec6fbcd-7598-406a-8cbf-504d4a3bac15" providerId="ADAL" clId="{ECD42228-5B96-4A72-B268-C46DF994E6B7}" dt="2024-01-30T16:48:48.317" v="92921" actId="700"/>
          <ac:spMkLst>
            <pc:docMk/>
            <pc:sldMk cId="2667204090" sldId="1182"/>
            <ac:spMk id="3" creationId="{7D8924AE-6FA7-70E8-8963-A72C7F6B0CB2}"/>
          </ac:spMkLst>
        </pc:spChg>
        <pc:spChg chg="mod ord">
          <ac:chgData name="Palit, Tapti" userId="dec6fbcd-7598-406a-8cbf-504d4a3bac15" providerId="ADAL" clId="{ECD42228-5B96-4A72-B268-C46DF994E6B7}" dt="2024-01-30T16:48:48.317" v="92921" actId="700"/>
          <ac:spMkLst>
            <pc:docMk/>
            <pc:sldMk cId="2667204090" sldId="1182"/>
            <ac:spMk id="4" creationId="{C691B103-37CD-4007-0712-FDD1866566E1}"/>
          </ac:spMkLst>
        </pc:spChg>
        <pc:spChg chg="add mod">
          <ac:chgData name="Palit, Tapti" userId="dec6fbcd-7598-406a-8cbf-504d4a3bac15" providerId="ADAL" clId="{ECD42228-5B96-4A72-B268-C46DF994E6B7}" dt="2024-01-30T16:48:56.809" v="92924" actId="1076"/>
          <ac:spMkLst>
            <pc:docMk/>
            <pc:sldMk cId="2667204090" sldId="1182"/>
            <ac:spMk id="6" creationId="{64542C22-242E-1E86-CE69-BD990E330A85}"/>
          </ac:spMkLst>
        </pc:spChg>
        <pc:spChg chg="add mod">
          <ac:chgData name="Palit, Tapti" userId="dec6fbcd-7598-406a-8cbf-504d4a3bac15" providerId="ADAL" clId="{ECD42228-5B96-4A72-B268-C46DF994E6B7}" dt="2024-01-30T16:48:59.704" v="92925" actId="1076"/>
          <ac:spMkLst>
            <pc:docMk/>
            <pc:sldMk cId="2667204090" sldId="1182"/>
            <ac:spMk id="7" creationId="{C9A75279-A181-3884-7218-C533456F95D3}"/>
          </ac:spMkLst>
        </pc:spChg>
        <pc:spChg chg="add del mod">
          <ac:chgData name="Palit, Tapti" userId="dec6fbcd-7598-406a-8cbf-504d4a3bac15" providerId="ADAL" clId="{ECD42228-5B96-4A72-B268-C46DF994E6B7}" dt="2024-01-30T16:48:44.980" v="92920" actId="6264"/>
          <ac:spMkLst>
            <pc:docMk/>
            <pc:sldMk cId="2667204090" sldId="1182"/>
            <ac:spMk id="11" creationId="{677404C1-BAA4-9D25-51C4-35EB464026E2}"/>
          </ac:spMkLst>
        </pc:spChg>
        <pc:spChg chg="add del mod">
          <ac:chgData name="Palit, Tapti" userId="dec6fbcd-7598-406a-8cbf-504d4a3bac15" providerId="ADAL" clId="{ECD42228-5B96-4A72-B268-C46DF994E6B7}" dt="2024-01-30T16:48:44.980" v="92920" actId="6264"/>
          <ac:spMkLst>
            <pc:docMk/>
            <pc:sldMk cId="2667204090" sldId="1182"/>
            <ac:spMk id="12" creationId="{9C9D1695-0686-9D24-D8C2-ABA6EDAB7BB0}"/>
          </ac:spMkLst>
        </pc:spChg>
        <pc:spChg chg="add del mod">
          <ac:chgData name="Palit, Tapti" userId="dec6fbcd-7598-406a-8cbf-504d4a3bac15" providerId="ADAL" clId="{ECD42228-5B96-4A72-B268-C46DF994E6B7}" dt="2024-01-30T16:48:44.980" v="92920" actId="6264"/>
          <ac:spMkLst>
            <pc:docMk/>
            <pc:sldMk cId="2667204090" sldId="1182"/>
            <ac:spMk id="13" creationId="{7362DA66-AE4D-CB90-8C67-8ECBC98C913B}"/>
          </ac:spMkLst>
        </pc:spChg>
        <pc:spChg chg="add mod ord">
          <ac:chgData name="Palit, Tapti" userId="dec6fbcd-7598-406a-8cbf-504d4a3bac15" providerId="ADAL" clId="{ECD42228-5B96-4A72-B268-C46DF994E6B7}" dt="2024-01-30T16:49:14.797" v="93010" actId="20577"/>
          <ac:spMkLst>
            <pc:docMk/>
            <pc:sldMk cId="2667204090" sldId="1182"/>
            <ac:spMk id="14" creationId="{709527B3-6A6C-CED4-ABB3-ABF4FA59708F}"/>
          </ac:spMkLst>
        </pc:spChg>
        <pc:picChg chg="add del mod">
          <ac:chgData name="Palit, Tapti" userId="dec6fbcd-7598-406a-8cbf-504d4a3bac15" providerId="ADAL" clId="{ECD42228-5B96-4A72-B268-C46DF994E6B7}" dt="2024-01-30T16:47:37.295" v="92912" actId="478"/>
          <ac:picMkLst>
            <pc:docMk/>
            <pc:sldMk cId="2667204090" sldId="1182"/>
            <ac:picMk id="5" creationId="{EC9150F5-D298-7D31-81BD-01CD08BA2DC1}"/>
          </ac:picMkLst>
        </pc:picChg>
        <pc:picChg chg="add mod">
          <ac:chgData name="Palit, Tapti" userId="dec6fbcd-7598-406a-8cbf-504d4a3bac15" providerId="ADAL" clId="{ECD42228-5B96-4A72-B268-C46DF994E6B7}" dt="2024-01-30T16:48:51.136" v="92922" actId="1076"/>
          <ac:picMkLst>
            <pc:docMk/>
            <pc:sldMk cId="2667204090" sldId="1182"/>
            <ac:picMk id="9" creationId="{A0F7F194-E47D-B39C-5EAF-E372C0A06FDC}"/>
          </ac:picMkLst>
        </pc:picChg>
        <pc:picChg chg="add mod">
          <ac:chgData name="Palit, Tapti" userId="dec6fbcd-7598-406a-8cbf-504d4a3bac15" providerId="ADAL" clId="{ECD42228-5B96-4A72-B268-C46DF994E6B7}" dt="2024-01-30T16:48:53.175" v="92923" actId="1076"/>
          <ac:picMkLst>
            <pc:docMk/>
            <pc:sldMk cId="2667204090" sldId="1182"/>
            <ac:picMk id="10" creationId="{C6B21AA6-C9F8-1AE2-CC80-4404CF5FFC37}"/>
          </ac:picMkLst>
        </pc:picChg>
      </pc:sldChg>
      <pc:sldChg chg="addSp delSp modSp new mod addAnim delAnim modAnim">
        <pc:chgData name="Palit, Tapti" userId="dec6fbcd-7598-406a-8cbf-504d4a3bac15" providerId="ADAL" clId="{ECD42228-5B96-4A72-B268-C46DF994E6B7}" dt="2024-03-10T16:33:46.406" v="116274" actId="122"/>
        <pc:sldMkLst>
          <pc:docMk/>
          <pc:sldMk cId="1806841782" sldId="1183"/>
        </pc:sldMkLst>
        <pc:spChg chg="del">
          <ac:chgData name="Palit, Tapti" userId="dec6fbcd-7598-406a-8cbf-504d4a3bac15" providerId="ADAL" clId="{ECD42228-5B96-4A72-B268-C46DF994E6B7}" dt="2024-01-31T02:47:24.601" v="95674" actId="478"/>
          <ac:spMkLst>
            <pc:docMk/>
            <pc:sldMk cId="1806841782" sldId="1183"/>
            <ac:spMk id="2" creationId="{13B60205-B725-4AAF-FB39-82B092ACE73D}"/>
          </ac:spMkLst>
        </pc:spChg>
        <pc:spChg chg="mod">
          <ac:chgData name="Palit, Tapti" userId="dec6fbcd-7598-406a-8cbf-504d4a3bac15" providerId="ADAL" clId="{ECD42228-5B96-4A72-B268-C46DF994E6B7}" dt="2024-01-31T03:35:40.905" v="96534" actId="20577"/>
          <ac:spMkLst>
            <pc:docMk/>
            <pc:sldMk cId="1806841782" sldId="1183"/>
            <ac:spMk id="3" creationId="{123825C0-E694-B28F-1668-53A94A45BAFB}"/>
          </ac:spMkLst>
        </pc:spChg>
        <pc:spChg chg="mod">
          <ac:chgData name="Palit, Tapti" userId="dec6fbcd-7598-406a-8cbf-504d4a3bac15" providerId="ADAL" clId="{ECD42228-5B96-4A72-B268-C46DF994E6B7}" dt="2024-01-31T02:46:34.127" v="95634"/>
          <ac:spMkLst>
            <pc:docMk/>
            <pc:sldMk cId="1806841782" sldId="1183"/>
            <ac:spMk id="6" creationId="{64990CD5-53D5-E06F-C2F4-719FBA3E4EAD}"/>
          </ac:spMkLst>
        </pc:spChg>
        <pc:spChg chg="mod">
          <ac:chgData name="Palit, Tapti" userId="dec6fbcd-7598-406a-8cbf-504d4a3bac15" providerId="ADAL" clId="{ECD42228-5B96-4A72-B268-C46DF994E6B7}" dt="2024-01-31T02:46:34.127" v="95634"/>
          <ac:spMkLst>
            <pc:docMk/>
            <pc:sldMk cId="1806841782" sldId="1183"/>
            <ac:spMk id="7" creationId="{76F4A9BA-A26B-8B42-FE90-0CB9705CED46}"/>
          </ac:spMkLst>
        </pc:spChg>
        <pc:spChg chg="mod">
          <ac:chgData name="Palit, Tapti" userId="dec6fbcd-7598-406a-8cbf-504d4a3bac15" providerId="ADAL" clId="{ECD42228-5B96-4A72-B268-C46DF994E6B7}" dt="2024-01-31T02:46:34.127" v="95634"/>
          <ac:spMkLst>
            <pc:docMk/>
            <pc:sldMk cId="1806841782" sldId="1183"/>
            <ac:spMk id="8" creationId="{E358D95F-CFCC-F3BC-11C1-577D8BC5CBFB}"/>
          </ac:spMkLst>
        </pc:spChg>
        <pc:spChg chg="mod">
          <ac:chgData name="Palit, Tapti" userId="dec6fbcd-7598-406a-8cbf-504d4a3bac15" providerId="ADAL" clId="{ECD42228-5B96-4A72-B268-C46DF994E6B7}" dt="2024-01-31T02:46:34.127" v="95634"/>
          <ac:spMkLst>
            <pc:docMk/>
            <pc:sldMk cId="1806841782" sldId="1183"/>
            <ac:spMk id="9" creationId="{7CFE64E0-BD85-F8AB-8341-536A7F13771F}"/>
          </ac:spMkLst>
        </pc:spChg>
        <pc:spChg chg="mod">
          <ac:chgData name="Palit, Tapti" userId="dec6fbcd-7598-406a-8cbf-504d4a3bac15" providerId="ADAL" clId="{ECD42228-5B96-4A72-B268-C46DF994E6B7}" dt="2024-01-31T02:46:34.127" v="95634"/>
          <ac:spMkLst>
            <pc:docMk/>
            <pc:sldMk cId="1806841782" sldId="1183"/>
            <ac:spMk id="10" creationId="{4267C987-A058-1640-D952-4CEBB2BD0C06}"/>
          </ac:spMkLst>
        </pc:spChg>
        <pc:spChg chg="mod">
          <ac:chgData name="Palit, Tapti" userId="dec6fbcd-7598-406a-8cbf-504d4a3bac15" providerId="ADAL" clId="{ECD42228-5B96-4A72-B268-C46DF994E6B7}" dt="2024-01-31T02:46:34.127" v="95634"/>
          <ac:spMkLst>
            <pc:docMk/>
            <pc:sldMk cId="1806841782" sldId="1183"/>
            <ac:spMk id="11" creationId="{18E90CCD-73F4-A3E3-6DC7-D42ACD158D8C}"/>
          </ac:spMkLst>
        </pc:spChg>
        <pc:spChg chg="mod">
          <ac:chgData name="Palit, Tapti" userId="dec6fbcd-7598-406a-8cbf-504d4a3bac15" providerId="ADAL" clId="{ECD42228-5B96-4A72-B268-C46DF994E6B7}" dt="2024-01-31T02:46:34.127" v="95634"/>
          <ac:spMkLst>
            <pc:docMk/>
            <pc:sldMk cId="1806841782" sldId="1183"/>
            <ac:spMk id="17" creationId="{91F6F9EF-9CA7-124F-D44B-69EA8D5833E8}"/>
          </ac:spMkLst>
        </pc:spChg>
        <pc:spChg chg="mod">
          <ac:chgData name="Palit, Tapti" userId="dec6fbcd-7598-406a-8cbf-504d4a3bac15" providerId="ADAL" clId="{ECD42228-5B96-4A72-B268-C46DF994E6B7}" dt="2024-01-31T02:46:34.127" v="95634"/>
          <ac:spMkLst>
            <pc:docMk/>
            <pc:sldMk cId="1806841782" sldId="1183"/>
            <ac:spMk id="19" creationId="{352E3C47-BBFD-83A6-6318-C06804D0A0E4}"/>
          </ac:spMkLst>
        </pc:spChg>
        <pc:spChg chg="mod">
          <ac:chgData name="Palit, Tapti" userId="dec6fbcd-7598-406a-8cbf-504d4a3bac15" providerId="ADAL" clId="{ECD42228-5B96-4A72-B268-C46DF994E6B7}" dt="2024-01-31T02:46:34.127" v="95634"/>
          <ac:spMkLst>
            <pc:docMk/>
            <pc:sldMk cId="1806841782" sldId="1183"/>
            <ac:spMk id="21" creationId="{29FE65F1-02B4-BDD0-8E31-40DF7991DF95}"/>
          </ac:spMkLst>
        </pc:spChg>
        <pc:spChg chg="mod">
          <ac:chgData name="Palit, Tapti" userId="dec6fbcd-7598-406a-8cbf-504d4a3bac15" providerId="ADAL" clId="{ECD42228-5B96-4A72-B268-C46DF994E6B7}" dt="2024-01-31T02:46:34.127" v="95634"/>
          <ac:spMkLst>
            <pc:docMk/>
            <pc:sldMk cId="1806841782" sldId="1183"/>
            <ac:spMk id="23" creationId="{85A4BBF7-4E11-0A41-0FBC-26DBE656B121}"/>
          </ac:spMkLst>
        </pc:spChg>
        <pc:spChg chg="mod">
          <ac:chgData name="Palit, Tapti" userId="dec6fbcd-7598-406a-8cbf-504d4a3bac15" providerId="ADAL" clId="{ECD42228-5B96-4A72-B268-C46DF994E6B7}" dt="2024-01-31T02:46:44.688" v="95637"/>
          <ac:spMkLst>
            <pc:docMk/>
            <pc:sldMk cId="1806841782" sldId="1183"/>
            <ac:spMk id="28" creationId="{74B445D4-6C95-78CE-4511-B8A17726728C}"/>
          </ac:spMkLst>
        </pc:spChg>
        <pc:spChg chg="mod">
          <ac:chgData name="Palit, Tapti" userId="dec6fbcd-7598-406a-8cbf-504d4a3bac15" providerId="ADAL" clId="{ECD42228-5B96-4A72-B268-C46DF994E6B7}" dt="2024-01-31T02:46:44.688" v="95637"/>
          <ac:spMkLst>
            <pc:docMk/>
            <pc:sldMk cId="1806841782" sldId="1183"/>
            <ac:spMk id="31" creationId="{19A1A1F5-3C9C-2EAB-EFD7-B29B874317FF}"/>
          </ac:spMkLst>
        </pc:spChg>
        <pc:spChg chg="mod">
          <ac:chgData name="Palit, Tapti" userId="dec6fbcd-7598-406a-8cbf-504d4a3bac15" providerId="ADAL" clId="{ECD42228-5B96-4A72-B268-C46DF994E6B7}" dt="2024-01-31T02:46:44.688" v="95637"/>
          <ac:spMkLst>
            <pc:docMk/>
            <pc:sldMk cId="1806841782" sldId="1183"/>
            <ac:spMk id="34" creationId="{F93132D6-B514-E66F-D4B8-1B1DC9C620C2}"/>
          </ac:spMkLst>
        </pc:spChg>
        <pc:spChg chg="mod">
          <ac:chgData name="Palit, Tapti" userId="dec6fbcd-7598-406a-8cbf-504d4a3bac15" providerId="ADAL" clId="{ECD42228-5B96-4A72-B268-C46DF994E6B7}" dt="2024-01-31T02:46:44.688" v="95637"/>
          <ac:spMkLst>
            <pc:docMk/>
            <pc:sldMk cId="1806841782" sldId="1183"/>
            <ac:spMk id="36" creationId="{4ACBB24C-D6C1-C559-A0A4-6BE2DD57667C}"/>
          </ac:spMkLst>
        </pc:spChg>
        <pc:spChg chg="mod">
          <ac:chgData name="Palit, Tapti" userId="dec6fbcd-7598-406a-8cbf-504d4a3bac15" providerId="ADAL" clId="{ECD42228-5B96-4A72-B268-C46DF994E6B7}" dt="2024-01-31T02:46:44.688" v="95637"/>
          <ac:spMkLst>
            <pc:docMk/>
            <pc:sldMk cId="1806841782" sldId="1183"/>
            <ac:spMk id="38" creationId="{CF1DF779-2E4E-45E2-8707-435083B155A7}"/>
          </ac:spMkLst>
        </pc:spChg>
        <pc:spChg chg="mod">
          <ac:chgData name="Palit, Tapti" userId="dec6fbcd-7598-406a-8cbf-504d4a3bac15" providerId="ADAL" clId="{ECD42228-5B96-4A72-B268-C46DF994E6B7}" dt="2024-01-31T02:46:44.688" v="95637"/>
          <ac:spMkLst>
            <pc:docMk/>
            <pc:sldMk cId="1806841782" sldId="1183"/>
            <ac:spMk id="39" creationId="{917A34F1-96B9-47E4-6B56-74FFDCA26C6A}"/>
          </ac:spMkLst>
        </pc:spChg>
        <pc:spChg chg="mod">
          <ac:chgData name="Palit, Tapti" userId="dec6fbcd-7598-406a-8cbf-504d4a3bac15" providerId="ADAL" clId="{ECD42228-5B96-4A72-B268-C46DF994E6B7}" dt="2024-01-31T02:46:44.688" v="95637"/>
          <ac:spMkLst>
            <pc:docMk/>
            <pc:sldMk cId="1806841782" sldId="1183"/>
            <ac:spMk id="40" creationId="{F0373820-4B90-E979-A61E-D357CB9506AC}"/>
          </ac:spMkLst>
        </pc:spChg>
        <pc:spChg chg="mod">
          <ac:chgData name="Palit, Tapti" userId="dec6fbcd-7598-406a-8cbf-504d4a3bac15" providerId="ADAL" clId="{ECD42228-5B96-4A72-B268-C46DF994E6B7}" dt="2024-01-31T02:46:44.688" v="95637"/>
          <ac:spMkLst>
            <pc:docMk/>
            <pc:sldMk cId="1806841782" sldId="1183"/>
            <ac:spMk id="41" creationId="{32288EB5-E9E8-FD34-0741-9461ED16CA1C}"/>
          </ac:spMkLst>
        </pc:spChg>
        <pc:spChg chg="mod">
          <ac:chgData name="Palit, Tapti" userId="dec6fbcd-7598-406a-8cbf-504d4a3bac15" providerId="ADAL" clId="{ECD42228-5B96-4A72-B268-C46DF994E6B7}" dt="2024-01-31T02:46:44.688" v="95637"/>
          <ac:spMkLst>
            <pc:docMk/>
            <pc:sldMk cId="1806841782" sldId="1183"/>
            <ac:spMk id="42" creationId="{1D7063DE-5C0C-5BFB-0289-F2A0004151B9}"/>
          </ac:spMkLst>
        </pc:spChg>
        <pc:spChg chg="mod">
          <ac:chgData name="Palit, Tapti" userId="dec6fbcd-7598-406a-8cbf-504d4a3bac15" providerId="ADAL" clId="{ECD42228-5B96-4A72-B268-C46DF994E6B7}" dt="2024-01-31T02:46:44.688" v="95637"/>
          <ac:spMkLst>
            <pc:docMk/>
            <pc:sldMk cId="1806841782" sldId="1183"/>
            <ac:spMk id="43" creationId="{567B5B5A-0F10-81C7-9AF9-C0B386D0D8BA}"/>
          </ac:spMkLst>
        </pc:spChg>
        <pc:spChg chg="mod">
          <ac:chgData name="Palit, Tapti" userId="dec6fbcd-7598-406a-8cbf-504d4a3bac15" providerId="ADAL" clId="{ECD42228-5B96-4A72-B268-C46DF994E6B7}" dt="2024-01-31T02:46:44.688" v="95637"/>
          <ac:spMkLst>
            <pc:docMk/>
            <pc:sldMk cId="1806841782" sldId="1183"/>
            <ac:spMk id="47" creationId="{5FC6C5FD-5C38-440D-B746-7C8C42CC1088}"/>
          </ac:spMkLst>
        </pc:spChg>
        <pc:spChg chg="mod">
          <ac:chgData name="Palit, Tapti" userId="dec6fbcd-7598-406a-8cbf-504d4a3bac15" providerId="ADAL" clId="{ECD42228-5B96-4A72-B268-C46DF994E6B7}" dt="2024-01-31T02:46:44.688" v="95637"/>
          <ac:spMkLst>
            <pc:docMk/>
            <pc:sldMk cId="1806841782" sldId="1183"/>
            <ac:spMk id="49" creationId="{C492AB57-04C6-9571-BECC-17F1D35F9EF7}"/>
          </ac:spMkLst>
        </pc:spChg>
        <pc:spChg chg="mod">
          <ac:chgData name="Palit, Tapti" userId="dec6fbcd-7598-406a-8cbf-504d4a3bac15" providerId="ADAL" clId="{ECD42228-5B96-4A72-B268-C46DF994E6B7}" dt="2024-01-31T02:46:44.688" v="95637"/>
          <ac:spMkLst>
            <pc:docMk/>
            <pc:sldMk cId="1806841782" sldId="1183"/>
            <ac:spMk id="50" creationId="{D8226C6A-648B-BCD9-618E-3A7E5E679A84}"/>
          </ac:spMkLst>
        </pc:spChg>
        <pc:spChg chg="mod">
          <ac:chgData name="Palit, Tapti" userId="dec6fbcd-7598-406a-8cbf-504d4a3bac15" providerId="ADAL" clId="{ECD42228-5B96-4A72-B268-C46DF994E6B7}" dt="2024-01-31T02:46:44.688" v="95637"/>
          <ac:spMkLst>
            <pc:docMk/>
            <pc:sldMk cId="1806841782" sldId="1183"/>
            <ac:spMk id="52" creationId="{21A2469E-B327-E017-B1A6-F97443D6ABB5}"/>
          </ac:spMkLst>
        </pc:spChg>
        <pc:spChg chg="add mod">
          <ac:chgData name="Palit, Tapti" userId="dec6fbcd-7598-406a-8cbf-504d4a3bac15" providerId="ADAL" clId="{ECD42228-5B96-4A72-B268-C46DF994E6B7}" dt="2024-01-31T03:30:29.814" v="96432" actId="1038"/>
          <ac:spMkLst>
            <pc:docMk/>
            <pc:sldMk cId="1806841782" sldId="1183"/>
            <ac:spMk id="53" creationId="{A82FBFB5-B103-4CD2-8475-329EE6D1F065}"/>
          </ac:spMkLst>
        </pc:spChg>
        <pc:spChg chg="add mod">
          <ac:chgData name="Palit, Tapti" userId="dec6fbcd-7598-406a-8cbf-504d4a3bac15" providerId="ADAL" clId="{ECD42228-5B96-4A72-B268-C46DF994E6B7}" dt="2024-01-31T03:42:59.333" v="96698" actId="1076"/>
          <ac:spMkLst>
            <pc:docMk/>
            <pc:sldMk cId="1806841782" sldId="1183"/>
            <ac:spMk id="54" creationId="{8E4FF805-BA97-07E6-181C-DBBD1A0909D9}"/>
          </ac:spMkLst>
        </pc:spChg>
        <pc:spChg chg="add mod">
          <ac:chgData name="Palit, Tapti" userId="dec6fbcd-7598-406a-8cbf-504d4a3bac15" providerId="ADAL" clId="{ECD42228-5B96-4A72-B268-C46DF994E6B7}" dt="2024-01-31T03:42:46.547" v="96694" actId="1076"/>
          <ac:spMkLst>
            <pc:docMk/>
            <pc:sldMk cId="1806841782" sldId="1183"/>
            <ac:spMk id="55" creationId="{12410FC5-10CE-77CB-D07F-9E8A7617396B}"/>
          </ac:spMkLst>
        </pc:spChg>
        <pc:spChg chg="add mod">
          <ac:chgData name="Palit, Tapti" userId="dec6fbcd-7598-406a-8cbf-504d4a3bac15" providerId="ADAL" clId="{ECD42228-5B96-4A72-B268-C46DF994E6B7}" dt="2024-01-31T03:43:05.354" v="96701" actId="1076"/>
          <ac:spMkLst>
            <pc:docMk/>
            <pc:sldMk cId="1806841782" sldId="1183"/>
            <ac:spMk id="56" creationId="{7162C69A-AA02-6DDF-A09E-35BB248664E5}"/>
          </ac:spMkLst>
        </pc:spChg>
        <pc:spChg chg="add mod">
          <ac:chgData name="Palit, Tapti" userId="dec6fbcd-7598-406a-8cbf-504d4a3bac15" providerId="ADAL" clId="{ECD42228-5B96-4A72-B268-C46DF994E6B7}" dt="2024-01-31T03:42:57.723" v="96697" actId="1076"/>
          <ac:spMkLst>
            <pc:docMk/>
            <pc:sldMk cId="1806841782" sldId="1183"/>
            <ac:spMk id="57" creationId="{7EA89ECC-F231-4049-60CC-2E3346254B12}"/>
          </ac:spMkLst>
        </pc:spChg>
        <pc:spChg chg="add mod">
          <ac:chgData name="Palit, Tapti" userId="dec6fbcd-7598-406a-8cbf-504d4a3bac15" providerId="ADAL" clId="{ECD42228-5B96-4A72-B268-C46DF994E6B7}" dt="2024-01-31T03:30:29.814" v="96432" actId="1038"/>
          <ac:spMkLst>
            <pc:docMk/>
            <pc:sldMk cId="1806841782" sldId="1183"/>
            <ac:spMk id="62" creationId="{2A5D3A8D-94C7-2132-7D70-E32E8A57B08C}"/>
          </ac:spMkLst>
        </pc:spChg>
        <pc:spChg chg="add mod">
          <ac:chgData name="Palit, Tapti" userId="dec6fbcd-7598-406a-8cbf-504d4a3bac15" providerId="ADAL" clId="{ECD42228-5B96-4A72-B268-C46DF994E6B7}" dt="2024-01-31T03:42:53.067" v="96696" actId="1076"/>
          <ac:spMkLst>
            <pc:docMk/>
            <pc:sldMk cId="1806841782" sldId="1183"/>
            <ac:spMk id="63" creationId="{919D21B6-7349-94D2-B275-0C3747152861}"/>
          </ac:spMkLst>
        </pc:spChg>
        <pc:spChg chg="add mod">
          <ac:chgData name="Palit, Tapti" userId="dec6fbcd-7598-406a-8cbf-504d4a3bac15" providerId="ADAL" clId="{ECD42228-5B96-4A72-B268-C46DF994E6B7}" dt="2024-01-31T03:42:40.301" v="96692" actId="1076"/>
          <ac:spMkLst>
            <pc:docMk/>
            <pc:sldMk cId="1806841782" sldId="1183"/>
            <ac:spMk id="64" creationId="{1229F293-E905-9BF4-A2EE-7C893CE95D61}"/>
          </ac:spMkLst>
        </pc:spChg>
        <pc:spChg chg="add mod">
          <ac:chgData name="Palit, Tapti" userId="dec6fbcd-7598-406a-8cbf-504d4a3bac15" providerId="ADAL" clId="{ECD42228-5B96-4A72-B268-C46DF994E6B7}" dt="2024-01-31T03:43:16.385" v="96705" actId="1076"/>
          <ac:spMkLst>
            <pc:docMk/>
            <pc:sldMk cId="1806841782" sldId="1183"/>
            <ac:spMk id="65" creationId="{82795363-9614-4861-3BFE-9DA60FDE9026}"/>
          </ac:spMkLst>
        </pc:spChg>
        <pc:spChg chg="add del mod">
          <ac:chgData name="Palit, Tapti" userId="dec6fbcd-7598-406a-8cbf-504d4a3bac15" providerId="ADAL" clId="{ECD42228-5B96-4A72-B268-C46DF994E6B7}" dt="2024-01-31T02:54:56.083" v="95742" actId="478"/>
          <ac:spMkLst>
            <pc:docMk/>
            <pc:sldMk cId="1806841782" sldId="1183"/>
            <ac:spMk id="66" creationId="{267644FE-2F22-B53C-3E96-6C685B1B5DAB}"/>
          </ac:spMkLst>
        </pc:spChg>
        <pc:spChg chg="add del mod">
          <ac:chgData name="Palit, Tapti" userId="dec6fbcd-7598-406a-8cbf-504d4a3bac15" providerId="ADAL" clId="{ECD42228-5B96-4A72-B268-C46DF994E6B7}" dt="2024-01-31T02:51:08.139" v="95678" actId="478"/>
          <ac:spMkLst>
            <pc:docMk/>
            <pc:sldMk cId="1806841782" sldId="1183"/>
            <ac:spMk id="67" creationId="{E8C6BCF3-C40D-C4F7-64A4-DFD7C8A17E71}"/>
          </ac:spMkLst>
        </pc:spChg>
        <pc:spChg chg="add del mod">
          <ac:chgData name="Palit, Tapti" userId="dec6fbcd-7598-406a-8cbf-504d4a3bac15" providerId="ADAL" clId="{ECD42228-5B96-4A72-B268-C46DF994E6B7}" dt="2024-01-31T02:51:44.443" v="95689" actId="478"/>
          <ac:spMkLst>
            <pc:docMk/>
            <pc:sldMk cId="1806841782" sldId="1183"/>
            <ac:spMk id="68" creationId="{44F7A39B-F96F-B5A8-1617-E3ABC3983ADA}"/>
          </ac:spMkLst>
        </pc:spChg>
        <pc:spChg chg="add del mod">
          <ac:chgData name="Palit, Tapti" userId="dec6fbcd-7598-406a-8cbf-504d4a3bac15" providerId="ADAL" clId="{ECD42228-5B96-4A72-B268-C46DF994E6B7}" dt="2024-01-31T02:51:44.443" v="95689" actId="478"/>
          <ac:spMkLst>
            <pc:docMk/>
            <pc:sldMk cId="1806841782" sldId="1183"/>
            <ac:spMk id="69" creationId="{CDCFBBDB-A4BC-4738-5DFA-D6B007051701}"/>
          </ac:spMkLst>
        </pc:spChg>
        <pc:spChg chg="add mod">
          <ac:chgData name="Palit, Tapti" userId="dec6fbcd-7598-406a-8cbf-504d4a3bac15" providerId="ADAL" clId="{ECD42228-5B96-4A72-B268-C46DF994E6B7}" dt="2024-01-31T03:42:42.936" v="96693" actId="1076"/>
          <ac:spMkLst>
            <pc:docMk/>
            <pc:sldMk cId="1806841782" sldId="1183"/>
            <ac:spMk id="70" creationId="{C212634E-D088-AEB8-7911-55E4C3D50F8A}"/>
          </ac:spMkLst>
        </pc:spChg>
        <pc:spChg chg="add del mod">
          <ac:chgData name="Palit, Tapti" userId="dec6fbcd-7598-406a-8cbf-504d4a3bac15" providerId="ADAL" clId="{ECD42228-5B96-4A72-B268-C46DF994E6B7}" dt="2024-01-31T02:54:59.284" v="95743" actId="478"/>
          <ac:spMkLst>
            <pc:docMk/>
            <pc:sldMk cId="1806841782" sldId="1183"/>
            <ac:spMk id="71" creationId="{F787744C-C9A1-F6EB-681B-5C6B2CEB34C3}"/>
          </ac:spMkLst>
        </pc:spChg>
        <pc:spChg chg="add mod">
          <ac:chgData name="Palit, Tapti" userId="dec6fbcd-7598-406a-8cbf-504d4a3bac15" providerId="ADAL" clId="{ECD42228-5B96-4A72-B268-C46DF994E6B7}" dt="2024-01-31T03:30:29.814" v="96432" actId="1038"/>
          <ac:spMkLst>
            <pc:docMk/>
            <pc:sldMk cId="1806841782" sldId="1183"/>
            <ac:spMk id="72" creationId="{7FA2DF74-01A1-2655-EAD0-C3D7BC65160F}"/>
          </ac:spMkLst>
        </pc:spChg>
        <pc:spChg chg="add del mod">
          <ac:chgData name="Palit, Tapti" userId="dec6fbcd-7598-406a-8cbf-504d4a3bac15" providerId="ADAL" clId="{ECD42228-5B96-4A72-B268-C46DF994E6B7}" dt="2024-01-31T02:51:44.443" v="95689" actId="478"/>
          <ac:spMkLst>
            <pc:docMk/>
            <pc:sldMk cId="1806841782" sldId="1183"/>
            <ac:spMk id="81" creationId="{B53F87F8-12EF-EF4E-79E9-21125EAAE620}"/>
          </ac:spMkLst>
        </pc:spChg>
        <pc:spChg chg="add mod">
          <ac:chgData name="Palit, Tapti" userId="dec6fbcd-7598-406a-8cbf-504d4a3bac15" providerId="ADAL" clId="{ECD42228-5B96-4A72-B268-C46DF994E6B7}" dt="2024-01-31T03:42:49.376" v="96695" actId="1076"/>
          <ac:spMkLst>
            <pc:docMk/>
            <pc:sldMk cId="1806841782" sldId="1183"/>
            <ac:spMk id="90" creationId="{A81B8F47-3491-7395-E403-2EE41209D632}"/>
          </ac:spMkLst>
        </pc:spChg>
        <pc:spChg chg="add mod">
          <ac:chgData name="Palit, Tapti" userId="dec6fbcd-7598-406a-8cbf-504d4a3bac15" providerId="ADAL" clId="{ECD42228-5B96-4A72-B268-C46DF994E6B7}" dt="2024-01-31T03:30:29.814" v="96432" actId="1038"/>
          <ac:spMkLst>
            <pc:docMk/>
            <pc:sldMk cId="1806841782" sldId="1183"/>
            <ac:spMk id="91" creationId="{807955A6-3E54-B053-EDB5-D611AE86E487}"/>
          </ac:spMkLst>
        </pc:spChg>
        <pc:spChg chg="add mod">
          <ac:chgData name="Palit, Tapti" userId="dec6fbcd-7598-406a-8cbf-504d4a3bac15" providerId="ADAL" clId="{ECD42228-5B96-4A72-B268-C46DF994E6B7}" dt="2024-01-31T03:43:07.660" v="96702" actId="1076"/>
          <ac:spMkLst>
            <pc:docMk/>
            <pc:sldMk cId="1806841782" sldId="1183"/>
            <ac:spMk id="92" creationId="{38134E3C-3EEF-9740-B1F0-6B3EFABCF973}"/>
          </ac:spMkLst>
        </pc:spChg>
        <pc:spChg chg="add del mod">
          <ac:chgData name="Palit, Tapti" userId="dec6fbcd-7598-406a-8cbf-504d4a3bac15" providerId="ADAL" clId="{ECD42228-5B96-4A72-B268-C46DF994E6B7}" dt="2024-01-31T02:54:56.083" v="95742" actId="478"/>
          <ac:spMkLst>
            <pc:docMk/>
            <pc:sldMk cId="1806841782" sldId="1183"/>
            <ac:spMk id="93" creationId="{5FFA20A9-0032-C204-14C7-C5BE454482CF}"/>
          </ac:spMkLst>
        </pc:spChg>
        <pc:spChg chg="add mod">
          <ac:chgData name="Palit, Tapti" userId="dec6fbcd-7598-406a-8cbf-504d4a3bac15" providerId="ADAL" clId="{ECD42228-5B96-4A72-B268-C46DF994E6B7}" dt="2024-01-31T03:42:37.368" v="96691" actId="1076"/>
          <ac:spMkLst>
            <pc:docMk/>
            <pc:sldMk cId="1806841782" sldId="1183"/>
            <ac:spMk id="94" creationId="{4D3F95AE-0E53-07ED-1AEE-D27CE01F2F9A}"/>
          </ac:spMkLst>
        </pc:spChg>
        <pc:spChg chg="add del mod">
          <ac:chgData name="Palit, Tapti" userId="dec6fbcd-7598-406a-8cbf-504d4a3bac15" providerId="ADAL" clId="{ECD42228-5B96-4A72-B268-C46DF994E6B7}" dt="2024-01-31T03:30:29.814" v="96432" actId="1038"/>
          <ac:spMkLst>
            <pc:docMk/>
            <pc:sldMk cId="1806841782" sldId="1183"/>
            <ac:spMk id="95" creationId="{7A39988A-7F7B-D16E-E66E-264AE34B686B}"/>
          </ac:spMkLst>
        </pc:spChg>
        <pc:spChg chg="add mod">
          <ac:chgData name="Palit, Tapti" userId="dec6fbcd-7598-406a-8cbf-504d4a3bac15" providerId="ADAL" clId="{ECD42228-5B96-4A72-B268-C46DF994E6B7}" dt="2024-01-31T03:43:31.756" v="96707" actId="1076"/>
          <ac:spMkLst>
            <pc:docMk/>
            <pc:sldMk cId="1806841782" sldId="1183"/>
            <ac:spMk id="99" creationId="{4F496759-0D3D-3F85-FA38-D2E22D671F74}"/>
          </ac:spMkLst>
        </pc:spChg>
        <pc:spChg chg="add mod">
          <ac:chgData name="Palit, Tapti" userId="dec6fbcd-7598-406a-8cbf-504d4a3bac15" providerId="ADAL" clId="{ECD42228-5B96-4A72-B268-C46DF994E6B7}" dt="2024-01-31T03:43:48.784" v="96708" actId="1076"/>
          <ac:spMkLst>
            <pc:docMk/>
            <pc:sldMk cId="1806841782" sldId="1183"/>
            <ac:spMk id="100" creationId="{FE031321-04F7-A3A7-65EA-6EFD3F678F06}"/>
          </ac:spMkLst>
        </pc:spChg>
        <pc:spChg chg="add del mod">
          <ac:chgData name="Palit, Tapti" userId="dec6fbcd-7598-406a-8cbf-504d4a3bac15" providerId="ADAL" clId="{ECD42228-5B96-4A72-B268-C46DF994E6B7}" dt="2024-01-31T02:51:06.257" v="95677" actId="478"/>
          <ac:spMkLst>
            <pc:docMk/>
            <pc:sldMk cId="1806841782" sldId="1183"/>
            <ac:spMk id="102" creationId="{4738857C-7BE8-71D5-84F9-2B8F5513B573}"/>
          </ac:spMkLst>
        </pc:spChg>
        <pc:spChg chg="add del mod">
          <ac:chgData name="Palit, Tapti" userId="dec6fbcd-7598-406a-8cbf-504d4a3bac15" providerId="ADAL" clId="{ECD42228-5B96-4A72-B268-C46DF994E6B7}" dt="2024-01-31T02:51:30.105" v="95688" actId="478"/>
          <ac:spMkLst>
            <pc:docMk/>
            <pc:sldMk cId="1806841782" sldId="1183"/>
            <ac:spMk id="103" creationId="{334ED5D5-F811-AE0A-6DDB-6347F6F6998B}"/>
          </ac:spMkLst>
        </pc:spChg>
        <pc:spChg chg="add mod">
          <ac:chgData name="Palit, Tapti" userId="dec6fbcd-7598-406a-8cbf-504d4a3bac15" providerId="ADAL" clId="{ECD42228-5B96-4A72-B268-C46DF994E6B7}" dt="2024-01-31T03:45:57.019" v="96733" actId="1076"/>
          <ac:spMkLst>
            <pc:docMk/>
            <pc:sldMk cId="1806841782" sldId="1183"/>
            <ac:spMk id="214" creationId="{8794231D-5BEA-AFCD-BEEB-393573681986}"/>
          </ac:spMkLst>
        </pc:spChg>
        <pc:spChg chg="add mod">
          <ac:chgData name="Palit, Tapti" userId="dec6fbcd-7598-406a-8cbf-504d4a3bac15" providerId="ADAL" clId="{ECD42228-5B96-4A72-B268-C46DF994E6B7}" dt="2024-01-31T03:44:11.020" v="96711" actId="1076"/>
          <ac:spMkLst>
            <pc:docMk/>
            <pc:sldMk cId="1806841782" sldId="1183"/>
            <ac:spMk id="216" creationId="{15F5B102-9592-04BA-EF70-E13E00F4C932}"/>
          </ac:spMkLst>
        </pc:spChg>
        <pc:spChg chg="add mod">
          <ac:chgData name="Palit, Tapti" userId="dec6fbcd-7598-406a-8cbf-504d4a3bac15" providerId="ADAL" clId="{ECD42228-5B96-4A72-B268-C46DF994E6B7}" dt="2024-01-31T03:02:23.847" v="95918" actId="1076"/>
          <ac:spMkLst>
            <pc:docMk/>
            <pc:sldMk cId="1806841782" sldId="1183"/>
            <ac:spMk id="217" creationId="{93A163D3-B0D9-4C34-0E4C-883C3CA8E2D3}"/>
          </ac:spMkLst>
        </pc:spChg>
        <pc:spChg chg="add mod">
          <ac:chgData name="Palit, Tapti" userId="dec6fbcd-7598-406a-8cbf-504d4a3bac15" providerId="ADAL" clId="{ECD42228-5B96-4A72-B268-C46DF994E6B7}" dt="2024-01-31T03:02:23.847" v="95918" actId="1076"/>
          <ac:spMkLst>
            <pc:docMk/>
            <pc:sldMk cId="1806841782" sldId="1183"/>
            <ac:spMk id="218" creationId="{F47FCF64-F0A1-301A-3349-9373679215B6}"/>
          </ac:spMkLst>
        </pc:spChg>
        <pc:spChg chg="add mod">
          <ac:chgData name="Palit, Tapti" userId="dec6fbcd-7598-406a-8cbf-504d4a3bac15" providerId="ADAL" clId="{ECD42228-5B96-4A72-B268-C46DF994E6B7}" dt="2024-01-31T03:02:23.847" v="95918" actId="1076"/>
          <ac:spMkLst>
            <pc:docMk/>
            <pc:sldMk cId="1806841782" sldId="1183"/>
            <ac:spMk id="219" creationId="{B027DBDD-FB2A-A7F3-59D6-DDBC49B094FF}"/>
          </ac:spMkLst>
        </pc:spChg>
        <pc:spChg chg="add mod">
          <ac:chgData name="Palit, Tapti" userId="dec6fbcd-7598-406a-8cbf-504d4a3bac15" providerId="ADAL" clId="{ECD42228-5B96-4A72-B268-C46DF994E6B7}" dt="2024-01-31T03:02:23.847" v="95918" actId="1076"/>
          <ac:spMkLst>
            <pc:docMk/>
            <pc:sldMk cId="1806841782" sldId="1183"/>
            <ac:spMk id="221" creationId="{37FE15D0-50D9-DD75-D997-37C219DED1CC}"/>
          </ac:spMkLst>
        </pc:spChg>
        <pc:spChg chg="add mod">
          <ac:chgData name="Palit, Tapti" userId="dec6fbcd-7598-406a-8cbf-504d4a3bac15" providerId="ADAL" clId="{ECD42228-5B96-4A72-B268-C46DF994E6B7}" dt="2024-01-31T03:02:23.847" v="95918" actId="1076"/>
          <ac:spMkLst>
            <pc:docMk/>
            <pc:sldMk cId="1806841782" sldId="1183"/>
            <ac:spMk id="222" creationId="{EFB40B77-492B-2144-EBA2-267684329C1E}"/>
          </ac:spMkLst>
        </pc:spChg>
        <pc:spChg chg="add mod">
          <ac:chgData name="Palit, Tapti" userId="dec6fbcd-7598-406a-8cbf-504d4a3bac15" providerId="ADAL" clId="{ECD42228-5B96-4A72-B268-C46DF994E6B7}" dt="2024-01-31T03:02:23.847" v="95918" actId="1076"/>
          <ac:spMkLst>
            <pc:docMk/>
            <pc:sldMk cId="1806841782" sldId="1183"/>
            <ac:spMk id="226" creationId="{C3033EB4-8408-125C-6E63-64C3A2030AD1}"/>
          </ac:spMkLst>
        </pc:spChg>
        <pc:spChg chg="add mod">
          <ac:chgData name="Palit, Tapti" userId="dec6fbcd-7598-406a-8cbf-504d4a3bac15" providerId="ADAL" clId="{ECD42228-5B96-4A72-B268-C46DF994E6B7}" dt="2024-01-31T03:02:23.847" v="95918" actId="1076"/>
          <ac:spMkLst>
            <pc:docMk/>
            <pc:sldMk cId="1806841782" sldId="1183"/>
            <ac:spMk id="227" creationId="{F566C322-E06D-E01D-0282-BA769F0C35F6}"/>
          </ac:spMkLst>
        </pc:spChg>
        <pc:spChg chg="add del mod">
          <ac:chgData name="Palit, Tapti" userId="dec6fbcd-7598-406a-8cbf-504d4a3bac15" providerId="ADAL" clId="{ECD42228-5B96-4A72-B268-C46DF994E6B7}" dt="2024-01-31T03:03:39.824" v="95947" actId="478"/>
          <ac:spMkLst>
            <pc:docMk/>
            <pc:sldMk cId="1806841782" sldId="1183"/>
            <ac:spMk id="228" creationId="{10AD16BC-FCFC-5F28-96DB-E2122110C998}"/>
          </ac:spMkLst>
        </pc:spChg>
        <pc:spChg chg="add del mod">
          <ac:chgData name="Palit, Tapti" userId="dec6fbcd-7598-406a-8cbf-504d4a3bac15" providerId="ADAL" clId="{ECD42228-5B96-4A72-B268-C46DF994E6B7}" dt="2024-01-31T03:03:07.423" v="95940" actId="478"/>
          <ac:spMkLst>
            <pc:docMk/>
            <pc:sldMk cId="1806841782" sldId="1183"/>
            <ac:spMk id="229" creationId="{C891B535-2157-634B-0C71-E1D593D7750B}"/>
          </ac:spMkLst>
        </pc:spChg>
        <pc:spChg chg="add del mod">
          <ac:chgData name="Palit, Tapti" userId="dec6fbcd-7598-406a-8cbf-504d4a3bac15" providerId="ADAL" clId="{ECD42228-5B96-4A72-B268-C46DF994E6B7}" dt="2024-01-31T03:03:42.369" v="95948" actId="478"/>
          <ac:spMkLst>
            <pc:docMk/>
            <pc:sldMk cId="1806841782" sldId="1183"/>
            <ac:spMk id="230" creationId="{ED54211A-3DA6-B09C-68BE-3FE62AF7FE11}"/>
          </ac:spMkLst>
        </pc:spChg>
        <pc:spChg chg="add del mod">
          <ac:chgData name="Palit, Tapti" userId="dec6fbcd-7598-406a-8cbf-504d4a3bac15" providerId="ADAL" clId="{ECD42228-5B96-4A72-B268-C46DF994E6B7}" dt="2024-01-31T03:03:42.369" v="95948" actId="478"/>
          <ac:spMkLst>
            <pc:docMk/>
            <pc:sldMk cId="1806841782" sldId="1183"/>
            <ac:spMk id="231" creationId="{7B6DCAC8-8523-BBF7-581C-67AEC28E5FBB}"/>
          </ac:spMkLst>
        </pc:spChg>
        <pc:spChg chg="add del mod">
          <ac:chgData name="Palit, Tapti" userId="dec6fbcd-7598-406a-8cbf-504d4a3bac15" providerId="ADAL" clId="{ECD42228-5B96-4A72-B268-C46DF994E6B7}" dt="2024-01-31T03:03:39.824" v="95947" actId="478"/>
          <ac:spMkLst>
            <pc:docMk/>
            <pc:sldMk cId="1806841782" sldId="1183"/>
            <ac:spMk id="232" creationId="{E9F9A182-E0B5-5351-0881-F1A0AE12802D}"/>
          </ac:spMkLst>
        </pc:spChg>
        <pc:spChg chg="add del mod">
          <ac:chgData name="Palit, Tapti" userId="dec6fbcd-7598-406a-8cbf-504d4a3bac15" providerId="ADAL" clId="{ECD42228-5B96-4A72-B268-C46DF994E6B7}" dt="2024-01-31T03:03:39.824" v="95947" actId="478"/>
          <ac:spMkLst>
            <pc:docMk/>
            <pc:sldMk cId="1806841782" sldId="1183"/>
            <ac:spMk id="234" creationId="{109C13B0-3E1D-32E1-C6F3-197A0FACA8EC}"/>
          </ac:spMkLst>
        </pc:spChg>
        <pc:spChg chg="add del mod">
          <ac:chgData name="Palit, Tapti" userId="dec6fbcd-7598-406a-8cbf-504d4a3bac15" providerId="ADAL" clId="{ECD42228-5B96-4A72-B268-C46DF994E6B7}" dt="2024-01-31T03:03:39.824" v="95947" actId="478"/>
          <ac:spMkLst>
            <pc:docMk/>
            <pc:sldMk cId="1806841782" sldId="1183"/>
            <ac:spMk id="235" creationId="{824FBB47-A8DF-B63F-DC3E-D8328B167A37}"/>
          </ac:spMkLst>
        </pc:spChg>
        <pc:spChg chg="add del mod">
          <ac:chgData name="Palit, Tapti" userId="dec6fbcd-7598-406a-8cbf-504d4a3bac15" providerId="ADAL" clId="{ECD42228-5B96-4A72-B268-C46DF994E6B7}" dt="2024-01-31T03:03:07.424" v="95942"/>
          <ac:spMkLst>
            <pc:docMk/>
            <pc:sldMk cId="1806841782" sldId="1183"/>
            <ac:spMk id="240" creationId="{5DBB9E11-7D1E-17C8-5531-30D5279E97B5}"/>
          </ac:spMkLst>
        </pc:spChg>
        <pc:spChg chg="add del mod">
          <ac:chgData name="Palit, Tapti" userId="dec6fbcd-7598-406a-8cbf-504d4a3bac15" providerId="ADAL" clId="{ECD42228-5B96-4A72-B268-C46DF994E6B7}" dt="2024-01-31T03:03:39.824" v="95947" actId="478"/>
          <ac:spMkLst>
            <pc:docMk/>
            <pc:sldMk cId="1806841782" sldId="1183"/>
            <ac:spMk id="241" creationId="{99C26BD9-38DF-F3E4-EA79-C1D74F88CDF2}"/>
          </ac:spMkLst>
        </pc:spChg>
        <pc:spChg chg="add del mod">
          <ac:chgData name="Palit, Tapti" userId="dec6fbcd-7598-406a-8cbf-504d4a3bac15" providerId="ADAL" clId="{ECD42228-5B96-4A72-B268-C46DF994E6B7}" dt="2024-01-31T03:03:39.824" v="95947" actId="478"/>
          <ac:spMkLst>
            <pc:docMk/>
            <pc:sldMk cId="1806841782" sldId="1183"/>
            <ac:spMk id="242" creationId="{7A0940AF-F7AA-8A36-47BA-2FE5CB8ABCC9}"/>
          </ac:spMkLst>
        </pc:spChg>
        <pc:spChg chg="add del mod">
          <ac:chgData name="Palit, Tapti" userId="dec6fbcd-7598-406a-8cbf-504d4a3bac15" providerId="ADAL" clId="{ECD42228-5B96-4A72-B268-C46DF994E6B7}" dt="2024-01-31T03:03:39.824" v="95947" actId="478"/>
          <ac:spMkLst>
            <pc:docMk/>
            <pc:sldMk cId="1806841782" sldId="1183"/>
            <ac:spMk id="243" creationId="{65B88EC5-37B7-031D-ED8C-DAE0129577B4}"/>
          </ac:spMkLst>
        </pc:spChg>
        <pc:spChg chg="add del">
          <ac:chgData name="Palit, Tapti" userId="dec6fbcd-7598-406a-8cbf-504d4a3bac15" providerId="ADAL" clId="{ECD42228-5B96-4A72-B268-C46DF994E6B7}" dt="2024-01-31T03:03:46.279" v="95950" actId="22"/>
          <ac:spMkLst>
            <pc:docMk/>
            <pc:sldMk cId="1806841782" sldId="1183"/>
            <ac:spMk id="245" creationId="{85079C9E-62C3-15C8-83C5-D1334A3CA67A}"/>
          </ac:spMkLst>
        </pc:spChg>
        <pc:spChg chg="add del mod">
          <ac:chgData name="Palit, Tapti" userId="dec6fbcd-7598-406a-8cbf-504d4a3bac15" providerId="ADAL" clId="{ECD42228-5B96-4A72-B268-C46DF994E6B7}" dt="2024-01-31T03:07:34.648" v="95992" actId="478"/>
          <ac:spMkLst>
            <pc:docMk/>
            <pc:sldMk cId="1806841782" sldId="1183"/>
            <ac:spMk id="246" creationId="{6D1AC131-3FC6-D35B-3DA3-F853E6710A11}"/>
          </ac:spMkLst>
        </pc:spChg>
        <pc:spChg chg="add del mod">
          <ac:chgData name="Palit, Tapti" userId="dec6fbcd-7598-406a-8cbf-504d4a3bac15" providerId="ADAL" clId="{ECD42228-5B96-4A72-B268-C46DF994E6B7}" dt="2024-01-31T03:07:34.648" v="95992" actId="478"/>
          <ac:spMkLst>
            <pc:docMk/>
            <pc:sldMk cId="1806841782" sldId="1183"/>
            <ac:spMk id="247" creationId="{CB342DA2-85DE-0568-D3EB-F7F41A2BAB66}"/>
          </ac:spMkLst>
        </pc:spChg>
        <pc:spChg chg="add del mod">
          <ac:chgData name="Palit, Tapti" userId="dec6fbcd-7598-406a-8cbf-504d4a3bac15" providerId="ADAL" clId="{ECD42228-5B96-4A72-B268-C46DF994E6B7}" dt="2024-01-31T03:07:34.648" v="95992" actId="478"/>
          <ac:spMkLst>
            <pc:docMk/>
            <pc:sldMk cId="1806841782" sldId="1183"/>
            <ac:spMk id="253" creationId="{055F83BC-8879-5814-BC82-89F7221EEFDC}"/>
          </ac:spMkLst>
        </pc:spChg>
        <pc:spChg chg="add mod">
          <ac:chgData name="Palit, Tapti" userId="dec6fbcd-7598-406a-8cbf-504d4a3bac15" providerId="ADAL" clId="{ECD42228-5B96-4A72-B268-C46DF994E6B7}" dt="2024-01-31T03:44:16.779" v="96713" actId="1076"/>
          <ac:spMkLst>
            <pc:docMk/>
            <pc:sldMk cId="1806841782" sldId="1183"/>
            <ac:spMk id="4101" creationId="{EFBFF2AC-4EA6-4C5D-C918-7DE5621DC396}"/>
          </ac:spMkLst>
        </pc:spChg>
        <pc:spChg chg="add mod">
          <ac:chgData name="Palit, Tapti" userId="dec6fbcd-7598-406a-8cbf-504d4a3bac15" providerId="ADAL" clId="{ECD42228-5B96-4A72-B268-C46DF994E6B7}" dt="2024-02-09T03:03:08.569" v="102899" actId="14100"/>
          <ac:spMkLst>
            <pc:docMk/>
            <pc:sldMk cId="1806841782" sldId="1183"/>
            <ac:spMk id="4103" creationId="{3E938F5B-2880-AFED-BAE8-DE3654DB6DAE}"/>
          </ac:spMkLst>
        </pc:spChg>
        <pc:spChg chg="add del mod">
          <ac:chgData name="Palit, Tapti" userId="dec6fbcd-7598-406a-8cbf-504d4a3bac15" providerId="ADAL" clId="{ECD42228-5B96-4A72-B268-C46DF994E6B7}" dt="2024-01-31T03:14:43.494" v="96124" actId="478"/>
          <ac:spMkLst>
            <pc:docMk/>
            <pc:sldMk cId="1806841782" sldId="1183"/>
            <ac:spMk id="4104" creationId="{5E5C16F2-575B-09C1-0510-2857654A72A7}"/>
          </ac:spMkLst>
        </pc:spChg>
        <pc:spChg chg="add mod">
          <ac:chgData name="Palit, Tapti" userId="dec6fbcd-7598-406a-8cbf-504d4a3bac15" providerId="ADAL" clId="{ECD42228-5B96-4A72-B268-C46DF994E6B7}" dt="2024-02-09T03:03:08.569" v="102899" actId="14100"/>
          <ac:spMkLst>
            <pc:docMk/>
            <pc:sldMk cId="1806841782" sldId="1183"/>
            <ac:spMk id="4107" creationId="{D19768DD-7142-74AD-47D2-56DE1364C683}"/>
          </ac:spMkLst>
        </pc:spChg>
        <pc:spChg chg="add mod">
          <ac:chgData name="Palit, Tapti" userId="dec6fbcd-7598-406a-8cbf-504d4a3bac15" providerId="ADAL" clId="{ECD42228-5B96-4A72-B268-C46DF994E6B7}" dt="2024-02-09T03:03:08.569" v="102899" actId="14100"/>
          <ac:spMkLst>
            <pc:docMk/>
            <pc:sldMk cId="1806841782" sldId="1183"/>
            <ac:spMk id="4108" creationId="{D69D080F-1211-689F-378D-F2C7F299F331}"/>
          </ac:spMkLst>
        </pc:spChg>
        <pc:spChg chg="add mod">
          <ac:chgData name="Palit, Tapti" userId="dec6fbcd-7598-406a-8cbf-504d4a3bac15" providerId="ADAL" clId="{ECD42228-5B96-4A72-B268-C46DF994E6B7}" dt="2024-02-09T03:03:08.569" v="102899" actId="14100"/>
          <ac:spMkLst>
            <pc:docMk/>
            <pc:sldMk cId="1806841782" sldId="1183"/>
            <ac:spMk id="4109" creationId="{BE8FD441-435B-8277-1812-EF76C710E880}"/>
          </ac:spMkLst>
        </pc:spChg>
        <pc:spChg chg="add mod">
          <ac:chgData name="Palit, Tapti" userId="dec6fbcd-7598-406a-8cbf-504d4a3bac15" providerId="ADAL" clId="{ECD42228-5B96-4A72-B268-C46DF994E6B7}" dt="2024-02-09T03:03:08.569" v="102899" actId="14100"/>
          <ac:spMkLst>
            <pc:docMk/>
            <pc:sldMk cId="1806841782" sldId="1183"/>
            <ac:spMk id="4110" creationId="{440D982C-6074-2EAB-E33D-6882B54C2EE6}"/>
          </ac:spMkLst>
        </pc:spChg>
        <pc:spChg chg="add mod">
          <ac:chgData name="Palit, Tapti" userId="dec6fbcd-7598-406a-8cbf-504d4a3bac15" providerId="ADAL" clId="{ECD42228-5B96-4A72-B268-C46DF994E6B7}" dt="2024-02-09T03:03:08.569" v="102899" actId="14100"/>
          <ac:spMkLst>
            <pc:docMk/>
            <pc:sldMk cId="1806841782" sldId="1183"/>
            <ac:spMk id="4111" creationId="{D50D22DF-3CDF-4E18-DA34-8FA4B67D6A71}"/>
          </ac:spMkLst>
        </pc:spChg>
        <pc:spChg chg="add mod">
          <ac:chgData name="Palit, Tapti" userId="dec6fbcd-7598-406a-8cbf-504d4a3bac15" providerId="ADAL" clId="{ECD42228-5B96-4A72-B268-C46DF994E6B7}" dt="2024-02-09T03:03:08.569" v="102899" actId="14100"/>
          <ac:spMkLst>
            <pc:docMk/>
            <pc:sldMk cId="1806841782" sldId="1183"/>
            <ac:spMk id="4112" creationId="{6FD13A48-49FA-3360-C17C-AAB762E77C5D}"/>
          </ac:spMkLst>
        </pc:spChg>
        <pc:spChg chg="add mod">
          <ac:chgData name="Palit, Tapti" userId="dec6fbcd-7598-406a-8cbf-504d4a3bac15" providerId="ADAL" clId="{ECD42228-5B96-4A72-B268-C46DF994E6B7}" dt="2024-02-09T03:03:08.569" v="102899" actId="14100"/>
          <ac:spMkLst>
            <pc:docMk/>
            <pc:sldMk cId="1806841782" sldId="1183"/>
            <ac:spMk id="4113" creationId="{0A95EC8E-65A5-A6D0-5CB1-BD28F0C0EF3F}"/>
          </ac:spMkLst>
        </pc:spChg>
        <pc:spChg chg="add mod">
          <ac:chgData name="Palit, Tapti" userId="dec6fbcd-7598-406a-8cbf-504d4a3bac15" providerId="ADAL" clId="{ECD42228-5B96-4A72-B268-C46DF994E6B7}" dt="2024-02-09T03:03:08.569" v="102899" actId="14100"/>
          <ac:spMkLst>
            <pc:docMk/>
            <pc:sldMk cId="1806841782" sldId="1183"/>
            <ac:spMk id="4114" creationId="{3608D082-876C-078F-5569-F7F07500CDDA}"/>
          </ac:spMkLst>
        </pc:spChg>
        <pc:spChg chg="add mod">
          <ac:chgData name="Palit, Tapti" userId="dec6fbcd-7598-406a-8cbf-504d4a3bac15" providerId="ADAL" clId="{ECD42228-5B96-4A72-B268-C46DF994E6B7}" dt="2024-02-09T03:03:08.569" v="102899" actId="14100"/>
          <ac:spMkLst>
            <pc:docMk/>
            <pc:sldMk cId="1806841782" sldId="1183"/>
            <ac:spMk id="4115" creationId="{ABEE1270-6DE7-A3DC-BB2E-D66BD9576928}"/>
          </ac:spMkLst>
        </pc:spChg>
        <pc:spChg chg="add mod">
          <ac:chgData name="Palit, Tapti" userId="dec6fbcd-7598-406a-8cbf-504d4a3bac15" providerId="ADAL" clId="{ECD42228-5B96-4A72-B268-C46DF994E6B7}" dt="2024-02-09T03:03:08.569" v="102899" actId="14100"/>
          <ac:spMkLst>
            <pc:docMk/>
            <pc:sldMk cId="1806841782" sldId="1183"/>
            <ac:spMk id="4117" creationId="{A4465545-FC81-D456-7210-0BA7D3090A2B}"/>
          </ac:spMkLst>
        </pc:spChg>
        <pc:spChg chg="add mod">
          <ac:chgData name="Palit, Tapti" userId="dec6fbcd-7598-406a-8cbf-504d4a3bac15" providerId="ADAL" clId="{ECD42228-5B96-4A72-B268-C46DF994E6B7}" dt="2024-02-09T03:03:08.569" v="102899" actId="14100"/>
          <ac:spMkLst>
            <pc:docMk/>
            <pc:sldMk cId="1806841782" sldId="1183"/>
            <ac:spMk id="4118" creationId="{B9B3689F-23E3-EFBE-AE9A-0EBC1CA33ECA}"/>
          </ac:spMkLst>
        </pc:spChg>
        <pc:spChg chg="add mod">
          <ac:chgData name="Palit, Tapti" userId="dec6fbcd-7598-406a-8cbf-504d4a3bac15" providerId="ADAL" clId="{ECD42228-5B96-4A72-B268-C46DF994E6B7}" dt="2024-02-09T03:03:08.569" v="102899" actId="14100"/>
          <ac:spMkLst>
            <pc:docMk/>
            <pc:sldMk cId="1806841782" sldId="1183"/>
            <ac:spMk id="4119" creationId="{FD4CFCDF-F4F7-2BA5-113C-656AA5356DE4}"/>
          </ac:spMkLst>
        </pc:spChg>
        <pc:spChg chg="add mod">
          <ac:chgData name="Palit, Tapti" userId="dec6fbcd-7598-406a-8cbf-504d4a3bac15" providerId="ADAL" clId="{ECD42228-5B96-4A72-B268-C46DF994E6B7}" dt="2024-02-09T03:03:08.569" v="102899" actId="14100"/>
          <ac:spMkLst>
            <pc:docMk/>
            <pc:sldMk cId="1806841782" sldId="1183"/>
            <ac:spMk id="4120" creationId="{795AAA7D-7E81-A2BF-1031-C8F23B5DFC76}"/>
          </ac:spMkLst>
        </pc:spChg>
        <pc:spChg chg="add del mod">
          <ac:chgData name="Palit, Tapti" userId="dec6fbcd-7598-406a-8cbf-504d4a3bac15" providerId="ADAL" clId="{ECD42228-5B96-4A72-B268-C46DF994E6B7}" dt="2024-01-31T03:13:18.897" v="96091" actId="478"/>
          <ac:spMkLst>
            <pc:docMk/>
            <pc:sldMk cId="1806841782" sldId="1183"/>
            <ac:spMk id="4121" creationId="{1C3FC4CA-10A0-F564-23EE-3D8840FF6280}"/>
          </ac:spMkLst>
        </pc:spChg>
        <pc:spChg chg="add mod">
          <ac:chgData name="Palit, Tapti" userId="dec6fbcd-7598-406a-8cbf-504d4a3bac15" providerId="ADAL" clId="{ECD42228-5B96-4A72-B268-C46DF994E6B7}" dt="2024-02-09T03:03:08.569" v="102899" actId="14100"/>
          <ac:spMkLst>
            <pc:docMk/>
            <pc:sldMk cId="1806841782" sldId="1183"/>
            <ac:spMk id="4122" creationId="{B0A03B38-E8A3-0892-DBB0-31A255CFAFAB}"/>
          </ac:spMkLst>
        </pc:spChg>
        <pc:spChg chg="add del mod">
          <ac:chgData name="Palit, Tapti" userId="dec6fbcd-7598-406a-8cbf-504d4a3bac15" providerId="ADAL" clId="{ECD42228-5B96-4A72-B268-C46DF994E6B7}" dt="2024-01-31T03:13:12.419" v="96090" actId="478"/>
          <ac:spMkLst>
            <pc:docMk/>
            <pc:sldMk cId="1806841782" sldId="1183"/>
            <ac:spMk id="4123" creationId="{23B23D51-548D-442A-B1B3-736810443B88}"/>
          </ac:spMkLst>
        </pc:spChg>
        <pc:spChg chg="add mod">
          <ac:chgData name="Palit, Tapti" userId="dec6fbcd-7598-406a-8cbf-504d4a3bac15" providerId="ADAL" clId="{ECD42228-5B96-4A72-B268-C46DF994E6B7}" dt="2024-02-09T03:03:08.569" v="102899" actId="14100"/>
          <ac:spMkLst>
            <pc:docMk/>
            <pc:sldMk cId="1806841782" sldId="1183"/>
            <ac:spMk id="4124" creationId="{3EE9B995-8545-8DDB-59B9-412EBCF00673}"/>
          </ac:spMkLst>
        </pc:spChg>
        <pc:spChg chg="add mod">
          <ac:chgData name="Palit, Tapti" userId="dec6fbcd-7598-406a-8cbf-504d4a3bac15" providerId="ADAL" clId="{ECD42228-5B96-4A72-B268-C46DF994E6B7}" dt="2024-02-09T03:03:08.569" v="102899" actId="14100"/>
          <ac:spMkLst>
            <pc:docMk/>
            <pc:sldMk cId="1806841782" sldId="1183"/>
            <ac:spMk id="4125" creationId="{E606D8C0-8A5D-9C1D-03E6-F955F430437B}"/>
          </ac:spMkLst>
        </pc:spChg>
        <pc:spChg chg="add mod">
          <ac:chgData name="Palit, Tapti" userId="dec6fbcd-7598-406a-8cbf-504d4a3bac15" providerId="ADAL" clId="{ECD42228-5B96-4A72-B268-C46DF994E6B7}" dt="2024-02-09T03:03:08.569" v="102899" actId="14100"/>
          <ac:spMkLst>
            <pc:docMk/>
            <pc:sldMk cId="1806841782" sldId="1183"/>
            <ac:spMk id="4145" creationId="{FC07F7A3-9B1A-D596-D594-5BC8151E0E31}"/>
          </ac:spMkLst>
        </pc:spChg>
        <pc:spChg chg="add mod">
          <ac:chgData name="Palit, Tapti" userId="dec6fbcd-7598-406a-8cbf-504d4a3bac15" providerId="ADAL" clId="{ECD42228-5B96-4A72-B268-C46DF994E6B7}" dt="2024-02-09T03:03:08.569" v="102899" actId="14100"/>
          <ac:spMkLst>
            <pc:docMk/>
            <pc:sldMk cId="1806841782" sldId="1183"/>
            <ac:spMk id="4146" creationId="{DE187969-2D6B-62DB-B7D0-92B3D87644D8}"/>
          </ac:spMkLst>
        </pc:spChg>
        <pc:spChg chg="add mod">
          <ac:chgData name="Palit, Tapti" userId="dec6fbcd-7598-406a-8cbf-504d4a3bac15" providerId="ADAL" clId="{ECD42228-5B96-4A72-B268-C46DF994E6B7}" dt="2024-01-31T03:19:38.159" v="96183"/>
          <ac:spMkLst>
            <pc:docMk/>
            <pc:sldMk cId="1806841782" sldId="1183"/>
            <ac:spMk id="4147" creationId="{CA0C7CD4-E273-0300-3580-4169B079DCD8}"/>
          </ac:spMkLst>
        </pc:spChg>
        <pc:spChg chg="add mod">
          <ac:chgData name="Palit, Tapti" userId="dec6fbcd-7598-406a-8cbf-504d4a3bac15" providerId="ADAL" clId="{ECD42228-5B96-4A72-B268-C46DF994E6B7}" dt="2024-01-31T03:19:38.159" v="96183"/>
          <ac:spMkLst>
            <pc:docMk/>
            <pc:sldMk cId="1806841782" sldId="1183"/>
            <ac:spMk id="4148" creationId="{47BFF214-3704-AE21-318B-FACE4F1BDD03}"/>
          </ac:spMkLst>
        </pc:spChg>
        <pc:spChg chg="add mod">
          <ac:chgData name="Palit, Tapti" userId="dec6fbcd-7598-406a-8cbf-504d4a3bac15" providerId="ADAL" clId="{ECD42228-5B96-4A72-B268-C46DF994E6B7}" dt="2024-01-31T03:19:38.159" v="96183"/>
          <ac:spMkLst>
            <pc:docMk/>
            <pc:sldMk cId="1806841782" sldId="1183"/>
            <ac:spMk id="4151" creationId="{C5EB59D8-4F01-ADE6-3874-C9FEB47118F3}"/>
          </ac:spMkLst>
        </pc:spChg>
        <pc:spChg chg="mod">
          <ac:chgData name="Palit, Tapti" userId="dec6fbcd-7598-406a-8cbf-504d4a3bac15" providerId="ADAL" clId="{ECD42228-5B96-4A72-B268-C46DF994E6B7}" dt="2024-01-31T03:19:38.159" v="96183"/>
          <ac:spMkLst>
            <pc:docMk/>
            <pc:sldMk cId="1806841782" sldId="1183"/>
            <ac:spMk id="4153" creationId="{3B51B557-72EF-0EB1-AA85-5F9AB2297ECA}"/>
          </ac:spMkLst>
        </pc:spChg>
        <pc:spChg chg="mod">
          <ac:chgData name="Palit, Tapti" userId="dec6fbcd-7598-406a-8cbf-504d4a3bac15" providerId="ADAL" clId="{ECD42228-5B96-4A72-B268-C46DF994E6B7}" dt="2024-01-31T03:19:45.984" v="96187" actId="6549"/>
          <ac:spMkLst>
            <pc:docMk/>
            <pc:sldMk cId="1806841782" sldId="1183"/>
            <ac:spMk id="4154" creationId="{812C7A28-9D5F-C409-092D-6C9B4EF8C39E}"/>
          </ac:spMkLst>
        </pc:spChg>
        <pc:spChg chg="mod">
          <ac:chgData name="Palit, Tapti" userId="dec6fbcd-7598-406a-8cbf-504d4a3bac15" providerId="ADAL" clId="{ECD42228-5B96-4A72-B268-C46DF994E6B7}" dt="2024-01-31T03:19:46.484" v="96188" actId="6549"/>
          <ac:spMkLst>
            <pc:docMk/>
            <pc:sldMk cId="1806841782" sldId="1183"/>
            <ac:spMk id="4155" creationId="{698212B7-6A37-6EC1-522C-A5EF7B1DB290}"/>
          </ac:spMkLst>
        </pc:spChg>
        <pc:spChg chg="mod">
          <ac:chgData name="Palit, Tapti" userId="dec6fbcd-7598-406a-8cbf-504d4a3bac15" providerId="ADAL" clId="{ECD42228-5B96-4A72-B268-C46DF994E6B7}" dt="2024-01-31T03:19:47.022" v="96189" actId="6549"/>
          <ac:spMkLst>
            <pc:docMk/>
            <pc:sldMk cId="1806841782" sldId="1183"/>
            <ac:spMk id="4157" creationId="{F2C623E7-24AB-AF2C-B61B-920AAAF441BF}"/>
          </ac:spMkLst>
        </pc:spChg>
        <pc:spChg chg="mod">
          <ac:chgData name="Palit, Tapti" userId="dec6fbcd-7598-406a-8cbf-504d4a3bac15" providerId="ADAL" clId="{ECD42228-5B96-4A72-B268-C46DF994E6B7}" dt="2024-01-31T03:19:38.159" v="96183"/>
          <ac:spMkLst>
            <pc:docMk/>
            <pc:sldMk cId="1806841782" sldId="1183"/>
            <ac:spMk id="4160" creationId="{FDB98FB9-2209-E4C9-5A59-A9D3EC781087}"/>
          </ac:spMkLst>
        </pc:spChg>
        <pc:spChg chg="mod">
          <ac:chgData name="Palit, Tapti" userId="dec6fbcd-7598-406a-8cbf-504d4a3bac15" providerId="ADAL" clId="{ECD42228-5B96-4A72-B268-C46DF994E6B7}" dt="2024-01-31T03:19:38.159" v="96183"/>
          <ac:spMkLst>
            <pc:docMk/>
            <pc:sldMk cId="1806841782" sldId="1183"/>
            <ac:spMk id="4162" creationId="{F308CC32-FE43-8993-14C1-374C8FB1D6BF}"/>
          </ac:spMkLst>
        </pc:spChg>
        <pc:spChg chg="mod">
          <ac:chgData name="Palit, Tapti" userId="dec6fbcd-7598-406a-8cbf-504d4a3bac15" providerId="ADAL" clId="{ECD42228-5B96-4A72-B268-C46DF994E6B7}" dt="2024-01-31T03:19:38.159" v="96183"/>
          <ac:spMkLst>
            <pc:docMk/>
            <pc:sldMk cId="1806841782" sldId="1183"/>
            <ac:spMk id="4163" creationId="{8D98070B-7CDE-A81F-DD9B-987B67A4DEDC}"/>
          </ac:spMkLst>
        </pc:spChg>
        <pc:spChg chg="mod">
          <ac:chgData name="Palit, Tapti" userId="dec6fbcd-7598-406a-8cbf-504d4a3bac15" providerId="ADAL" clId="{ECD42228-5B96-4A72-B268-C46DF994E6B7}" dt="2024-01-31T03:19:38.159" v="96183"/>
          <ac:spMkLst>
            <pc:docMk/>
            <pc:sldMk cId="1806841782" sldId="1183"/>
            <ac:spMk id="4164" creationId="{A8350178-0814-8F5D-7A6F-4B8B18BB9DD7}"/>
          </ac:spMkLst>
        </pc:spChg>
        <pc:spChg chg="add mod">
          <ac:chgData name="Palit, Tapti" userId="dec6fbcd-7598-406a-8cbf-504d4a3bac15" providerId="ADAL" clId="{ECD42228-5B96-4A72-B268-C46DF994E6B7}" dt="2024-02-08T20:48:40.342" v="100717" actId="14100"/>
          <ac:spMkLst>
            <pc:docMk/>
            <pc:sldMk cId="1806841782" sldId="1183"/>
            <ac:spMk id="4166" creationId="{5A412095-8CC2-319C-2DA7-1578C1AF6292}"/>
          </ac:spMkLst>
        </pc:spChg>
        <pc:spChg chg="mod">
          <ac:chgData name="Palit, Tapti" userId="dec6fbcd-7598-406a-8cbf-504d4a3bac15" providerId="ADAL" clId="{ECD42228-5B96-4A72-B268-C46DF994E6B7}" dt="2024-02-08T20:48:40.342" v="100717" actId="14100"/>
          <ac:spMkLst>
            <pc:docMk/>
            <pc:sldMk cId="1806841782" sldId="1183"/>
            <ac:spMk id="4170" creationId="{C9886057-8588-86E0-7AE3-E440D3246225}"/>
          </ac:spMkLst>
        </pc:spChg>
        <pc:spChg chg="mod">
          <ac:chgData name="Palit, Tapti" userId="dec6fbcd-7598-406a-8cbf-504d4a3bac15" providerId="ADAL" clId="{ECD42228-5B96-4A72-B268-C46DF994E6B7}" dt="2024-02-08T20:48:40.342" v="100717" actId="14100"/>
          <ac:spMkLst>
            <pc:docMk/>
            <pc:sldMk cId="1806841782" sldId="1183"/>
            <ac:spMk id="4171" creationId="{BED3A421-D0C0-8B11-DD92-F5200AB99BA5}"/>
          </ac:spMkLst>
        </pc:spChg>
        <pc:spChg chg="mod">
          <ac:chgData name="Palit, Tapti" userId="dec6fbcd-7598-406a-8cbf-504d4a3bac15" providerId="ADAL" clId="{ECD42228-5B96-4A72-B268-C46DF994E6B7}" dt="2024-02-08T20:48:40.342" v="100717" actId="14100"/>
          <ac:spMkLst>
            <pc:docMk/>
            <pc:sldMk cId="1806841782" sldId="1183"/>
            <ac:spMk id="4172" creationId="{5304FC47-0EEA-0044-D9ED-9A1431A6681D}"/>
          </ac:spMkLst>
        </pc:spChg>
        <pc:spChg chg="mod">
          <ac:chgData name="Palit, Tapti" userId="dec6fbcd-7598-406a-8cbf-504d4a3bac15" providerId="ADAL" clId="{ECD42228-5B96-4A72-B268-C46DF994E6B7}" dt="2024-02-08T20:48:40.342" v="100717" actId="14100"/>
          <ac:spMkLst>
            <pc:docMk/>
            <pc:sldMk cId="1806841782" sldId="1183"/>
            <ac:spMk id="4176" creationId="{EC9537C0-723A-AA27-2B3E-CFB4E3A13057}"/>
          </ac:spMkLst>
        </pc:spChg>
        <pc:spChg chg="mod">
          <ac:chgData name="Palit, Tapti" userId="dec6fbcd-7598-406a-8cbf-504d4a3bac15" providerId="ADAL" clId="{ECD42228-5B96-4A72-B268-C46DF994E6B7}" dt="2024-02-08T20:48:40.342" v="100717" actId="14100"/>
          <ac:spMkLst>
            <pc:docMk/>
            <pc:sldMk cId="1806841782" sldId="1183"/>
            <ac:spMk id="4178" creationId="{8D91F512-2C05-A3A5-2127-9CD227D6A2B4}"/>
          </ac:spMkLst>
        </pc:spChg>
        <pc:spChg chg="mod">
          <ac:chgData name="Palit, Tapti" userId="dec6fbcd-7598-406a-8cbf-504d4a3bac15" providerId="ADAL" clId="{ECD42228-5B96-4A72-B268-C46DF994E6B7}" dt="2024-02-08T20:48:40.342" v="100717" actId="14100"/>
          <ac:spMkLst>
            <pc:docMk/>
            <pc:sldMk cId="1806841782" sldId="1183"/>
            <ac:spMk id="4179" creationId="{AAC24658-CEBA-4C23-1506-48B299846FB0}"/>
          </ac:spMkLst>
        </pc:spChg>
        <pc:spChg chg="mod">
          <ac:chgData name="Palit, Tapti" userId="dec6fbcd-7598-406a-8cbf-504d4a3bac15" providerId="ADAL" clId="{ECD42228-5B96-4A72-B268-C46DF994E6B7}" dt="2024-02-08T20:48:40.342" v="100717" actId="14100"/>
          <ac:spMkLst>
            <pc:docMk/>
            <pc:sldMk cId="1806841782" sldId="1183"/>
            <ac:spMk id="4180" creationId="{E928792D-9766-4878-0ECC-1DB61CD55632}"/>
          </ac:spMkLst>
        </pc:spChg>
        <pc:spChg chg="add mod">
          <ac:chgData name="Palit, Tapti" userId="dec6fbcd-7598-406a-8cbf-504d4a3bac15" providerId="ADAL" clId="{ECD42228-5B96-4A72-B268-C46DF994E6B7}" dt="2024-02-08T20:48:40.342" v="100717" actId="14100"/>
          <ac:spMkLst>
            <pc:docMk/>
            <pc:sldMk cId="1806841782" sldId="1183"/>
            <ac:spMk id="4194" creationId="{684D21D4-1CF5-76D6-7852-F64F39DE1CE2}"/>
          </ac:spMkLst>
        </pc:spChg>
        <pc:spChg chg="add mod">
          <ac:chgData name="Palit, Tapti" userId="dec6fbcd-7598-406a-8cbf-504d4a3bac15" providerId="ADAL" clId="{ECD42228-5B96-4A72-B268-C46DF994E6B7}" dt="2024-03-10T16:33:46.406" v="116274" actId="122"/>
          <ac:spMkLst>
            <pc:docMk/>
            <pc:sldMk cId="1806841782" sldId="1183"/>
            <ac:spMk id="4196" creationId="{ADF986C3-4B00-350D-4A71-0241B6FFC623}"/>
          </ac:spMkLst>
        </pc:spChg>
        <pc:spChg chg="add del mod">
          <ac:chgData name="Palit, Tapti" userId="dec6fbcd-7598-406a-8cbf-504d4a3bac15" providerId="ADAL" clId="{ECD42228-5B96-4A72-B268-C46DF994E6B7}" dt="2024-01-31T03:36:44.135" v="96543" actId="21"/>
          <ac:spMkLst>
            <pc:docMk/>
            <pc:sldMk cId="1806841782" sldId="1183"/>
            <ac:spMk id="4197" creationId="{D2A30EC9-C436-5282-CBA0-4098DBB16423}"/>
          </ac:spMkLst>
        </pc:spChg>
        <pc:spChg chg="add del mod">
          <ac:chgData name="Palit, Tapti" userId="dec6fbcd-7598-406a-8cbf-504d4a3bac15" providerId="ADAL" clId="{ECD42228-5B96-4A72-B268-C46DF994E6B7}" dt="2024-01-31T03:36:44.135" v="96543" actId="21"/>
          <ac:spMkLst>
            <pc:docMk/>
            <pc:sldMk cId="1806841782" sldId="1183"/>
            <ac:spMk id="4200" creationId="{2C83F4A5-31B8-B5F6-811B-FA3BA5FCCAC3}"/>
          </ac:spMkLst>
        </pc:spChg>
        <pc:spChg chg="add mod">
          <ac:chgData name="Palit, Tapti" userId="dec6fbcd-7598-406a-8cbf-504d4a3bac15" providerId="ADAL" clId="{ECD42228-5B96-4A72-B268-C46DF994E6B7}" dt="2024-01-31T03:44:35.556" v="96715" actId="1076"/>
          <ac:spMkLst>
            <pc:docMk/>
            <pc:sldMk cId="1806841782" sldId="1183"/>
            <ac:spMk id="4204" creationId="{981F8091-BD6B-A8B1-1123-96956C9721D3}"/>
          </ac:spMkLst>
        </pc:spChg>
        <pc:spChg chg="add mod">
          <ac:chgData name="Palit, Tapti" userId="dec6fbcd-7598-406a-8cbf-504d4a3bac15" providerId="ADAL" clId="{ECD42228-5B96-4A72-B268-C46DF994E6B7}" dt="2024-01-31T03:44:35.556" v="96715" actId="1076"/>
          <ac:spMkLst>
            <pc:docMk/>
            <pc:sldMk cId="1806841782" sldId="1183"/>
            <ac:spMk id="4205" creationId="{C3C1BD00-2E6D-8AF9-BA33-2C9A5FC55E5E}"/>
          </ac:spMkLst>
        </pc:spChg>
        <pc:spChg chg="add mod">
          <ac:chgData name="Palit, Tapti" userId="dec6fbcd-7598-406a-8cbf-504d4a3bac15" providerId="ADAL" clId="{ECD42228-5B96-4A72-B268-C46DF994E6B7}" dt="2024-02-09T04:11:09.793" v="104310" actId="692"/>
          <ac:spMkLst>
            <pc:docMk/>
            <pc:sldMk cId="1806841782" sldId="1183"/>
            <ac:spMk id="4206" creationId="{8E6E9F8B-A8E7-1BDB-8402-B51E78C446D5}"/>
          </ac:spMkLst>
        </pc:spChg>
        <pc:spChg chg="add mod">
          <ac:chgData name="Palit, Tapti" userId="dec6fbcd-7598-406a-8cbf-504d4a3bac15" providerId="ADAL" clId="{ECD42228-5B96-4A72-B268-C46DF994E6B7}" dt="2024-02-09T04:11:37.750" v="104316" actId="692"/>
          <ac:spMkLst>
            <pc:docMk/>
            <pc:sldMk cId="1806841782" sldId="1183"/>
            <ac:spMk id="4207" creationId="{298B8BAA-779F-D58A-09CC-11E66C2AAD9F}"/>
          </ac:spMkLst>
        </pc:spChg>
        <pc:spChg chg="add mod">
          <ac:chgData name="Palit, Tapti" userId="dec6fbcd-7598-406a-8cbf-504d4a3bac15" providerId="ADAL" clId="{ECD42228-5B96-4A72-B268-C46DF994E6B7}" dt="2024-02-09T04:11:45.018" v="104317" actId="14100"/>
          <ac:spMkLst>
            <pc:docMk/>
            <pc:sldMk cId="1806841782" sldId="1183"/>
            <ac:spMk id="4208" creationId="{9B5B5FE9-33C7-ECCE-366D-57B4B372760D}"/>
          </ac:spMkLst>
        </pc:spChg>
        <pc:spChg chg="add del mod">
          <ac:chgData name="Palit, Tapti" userId="dec6fbcd-7598-406a-8cbf-504d4a3bac15" providerId="ADAL" clId="{ECD42228-5B96-4A72-B268-C46DF994E6B7}" dt="2024-01-31T03:37:02.807" v="96549" actId="478"/>
          <ac:spMkLst>
            <pc:docMk/>
            <pc:sldMk cId="1806841782" sldId="1183"/>
            <ac:spMk id="4209" creationId="{E71E3016-735E-90FA-0B28-87BBA3589350}"/>
          </ac:spMkLst>
        </pc:spChg>
        <pc:spChg chg="add mod">
          <ac:chgData name="Palit, Tapti" userId="dec6fbcd-7598-406a-8cbf-504d4a3bac15" providerId="ADAL" clId="{ECD42228-5B96-4A72-B268-C46DF994E6B7}" dt="2024-02-09T04:11:33.859" v="104315" actId="692"/>
          <ac:spMkLst>
            <pc:docMk/>
            <pc:sldMk cId="1806841782" sldId="1183"/>
            <ac:spMk id="4210" creationId="{33BC18D8-44D1-7C5F-0069-49A41D8815BA}"/>
          </ac:spMkLst>
        </pc:spChg>
        <pc:spChg chg="add mod">
          <ac:chgData name="Palit, Tapti" userId="dec6fbcd-7598-406a-8cbf-504d4a3bac15" providerId="ADAL" clId="{ECD42228-5B96-4A72-B268-C46DF994E6B7}" dt="2024-01-31T03:44:35.556" v="96715" actId="1076"/>
          <ac:spMkLst>
            <pc:docMk/>
            <pc:sldMk cId="1806841782" sldId="1183"/>
            <ac:spMk id="4211" creationId="{D2A30EC9-C436-5282-CBA0-4098DBB16423}"/>
          </ac:spMkLst>
        </pc:spChg>
        <pc:spChg chg="add mod">
          <ac:chgData name="Palit, Tapti" userId="dec6fbcd-7598-406a-8cbf-504d4a3bac15" providerId="ADAL" clId="{ECD42228-5B96-4A72-B268-C46DF994E6B7}" dt="2024-01-31T03:44:35.556" v="96715" actId="1076"/>
          <ac:spMkLst>
            <pc:docMk/>
            <pc:sldMk cId="1806841782" sldId="1183"/>
            <ac:spMk id="4213" creationId="{2C83F4A5-31B8-B5F6-811B-FA3BA5FCCAC3}"/>
          </ac:spMkLst>
        </pc:spChg>
        <pc:spChg chg="add mod">
          <ac:chgData name="Palit, Tapti" userId="dec6fbcd-7598-406a-8cbf-504d4a3bac15" providerId="ADAL" clId="{ECD42228-5B96-4A72-B268-C46DF994E6B7}" dt="2024-02-09T04:11:29.217" v="104314" actId="692"/>
          <ac:spMkLst>
            <pc:docMk/>
            <pc:sldMk cId="1806841782" sldId="1183"/>
            <ac:spMk id="4214" creationId="{8479B822-A9DF-2CC9-8013-1C469AD1BE8A}"/>
          </ac:spMkLst>
        </pc:spChg>
        <pc:spChg chg="add mod">
          <ac:chgData name="Palit, Tapti" userId="dec6fbcd-7598-406a-8cbf-504d4a3bac15" providerId="ADAL" clId="{ECD42228-5B96-4A72-B268-C46DF994E6B7}" dt="2024-01-31T03:44:35.556" v="96715" actId="1076"/>
          <ac:spMkLst>
            <pc:docMk/>
            <pc:sldMk cId="1806841782" sldId="1183"/>
            <ac:spMk id="4216" creationId="{E7725C28-7DD9-6CCF-D34C-D0EE612A13CE}"/>
          </ac:spMkLst>
        </pc:spChg>
        <pc:spChg chg="add mod">
          <ac:chgData name="Palit, Tapti" userId="dec6fbcd-7598-406a-8cbf-504d4a3bac15" providerId="ADAL" clId="{ECD42228-5B96-4A72-B268-C46DF994E6B7}" dt="2024-01-31T03:44:35.556" v="96715" actId="1076"/>
          <ac:spMkLst>
            <pc:docMk/>
            <pc:sldMk cId="1806841782" sldId="1183"/>
            <ac:spMk id="4217" creationId="{11B299D4-DB29-39F4-2038-143EDD8E6408}"/>
          </ac:spMkLst>
        </pc:spChg>
        <pc:spChg chg="add mod">
          <ac:chgData name="Palit, Tapti" userId="dec6fbcd-7598-406a-8cbf-504d4a3bac15" providerId="ADAL" clId="{ECD42228-5B96-4A72-B268-C46DF994E6B7}" dt="2024-02-09T04:11:26.114" v="104313" actId="692"/>
          <ac:spMkLst>
            <pc:docMk/>
            <pc:sldMk cId="1806841782" sldId="1183"/>
            <ac:spMk id="4218" creationId="{490C2483-DE5C-4BE3-EE21-9B8A915ED9CA}"/>
          </ac:spMkLst>
        </pc:spChg>
        <pc:spChg chg="add mod">
          <ac:chgData name="Palit, Tapti" userId="dec6fbcd-7598-406a-8cbf-504d4a3bac15" providerId="ADAL" clId="{ECD42228-5B96-4A72-B268-C46DF994E6B7}" dt="2024-02-13T15:24:51.464" v="116074" actId="14100"/>
          <ac:spMkLst>
            <pc:docMk/>
            <pc:sldMk cId="1806841782" sldId="1183"/>
            <ac:spMk id="4219" creationId="{E7A8B1C1-4684-589E-34C9-1A7B46EDF34C}"/>
          </ac:spMkLst>
        </pc:spChg>
        <pc:spChg chg="add mod">
          <ac:chgData name="Palit, Tapti" userId="dec6fbcd-7598-406a-8cbf-504d4a3bac15" providerId="ADAL" clId="{ECD42228-5B96-4A72-B268-C46DF994E6B7}" dt="2024-01-31T03:44:35.556" v="96715" actId="1076"/>
          <ac:spMkLst>
            <pc:docMk/>
            <pc:sldMk cId="1806841782" sldId="1183"/>
            <ac:spMk id="4220" creationId="{9EB3B624-79E1-F330-CE22-5DE07030F415}"/>
          </ac:spMkLst>
        </pc:spChg>
        <pc:grpChg chg="add del mod">
          <ac:chgData name="Palit, Tapti" userId="dec6fbcd-7598-406a-8cbf-504d4a3bac15" providerId="ADAL" clId="{ECD42228-5B96-4A72-B268-C46DF994E6B7}" dt="2024-01-31T02:46:36.707" v="95636" actId="478"/>
          <ac:grpSpMkLst>
            <pc:docMk/>
            <pc:sldMk cId="1806841782" sldId="1183"/>
            <ac:grpSpMk id="5" creationId="{344D5E53-185B-AC6C-51BE-BCF206C620E3}"/>
          </ac:grpSpMkLst>
        </pc:grpChg>
        <pc:grpChg chg="add del mod">
          <ac:chgData name="Palit, Tapti" userId="dec6fbcd-7598-406a-8cbf-504d4a3bac15" providerId="ADAL" clId="{ECD42228-5B96-4A72-B268-C46DF994E6B7}" dt="2024-01-31T02:59:48.616" v="95897" actId="478"/>
          <ac:grpSpMkLst>
            <pc:docMk/>
            <pc:sldMk cId="1806841782" sldId="1183"/>
            <ac:grpSpMk id="26" creationId="{08610916-B4A7-D404-4CFC-432DF724C184}"/>
          </ac:grpSpMkLst>
        </pc:grpChg>
        <pc:grpChg chg="mod">
          <ac:chgData name="Palit, Tapti" userId="dec6fbcd-7598-406a-8cbf-504d4a3bac15" providerId="ADAL" clId="{ECD42228-5B96-4A72-B268-C46DF994E6B7}" dt="2024-01-31T02:46:44.688" v="95637"/>
          <ac:grpSpMkLst>
            <pc:docMk/>
            <pc:sldMk cId="1806841782" sldId="1183"/>
            <ac:grpSpMk id="27" creationId="{8CDC579A-707D-1022-3CF1-A38E77D1C71E}"/>
          </ac:grpSpMkLst>
        </pc:grpChg>
        <pc:grpChg chg="mod">
          <ac:chgData name="Palit, Tapti" userId="dec6fbcd-7598-406a-8cbf-504d4a3bac15" providerId="ADAL" clId="{ECD42228-5B96-4A72-B268-C46DF994E6B7}" dt="2024-01-31T02:46:44.688" v="95637"/>
          <ac:grpSpMkLst>
            <pc:docMk/>
            <pc:sldMk cId="1806841782" sldId="1183"/>
            <ac:grpSpMk id="30" creationId="{24E5B1A5-7425-9B70-768C-26707D88BEA0}"/>
          </ac:grpSpMkLst>
        </pc:grpChg>
        <pc:grpChg chg="mod">
          <ac:chgData name="Palit, Tapti" userId="dec6fbcd-7598-406a-8cbf-504d4a3bac15" providerId="ADAL" clId="{ECD42228-5B96-4A72-B268-C46DF994E6B7}" dt="2024-01-31T02:46:44.688" v="95637"/>
          <ac:grpSpMkLst>
            <pc:docMk/>
            <pc:sldMk cId="1806841782" sldId="1183"/>
            <ac:grpSpMk id="33" creationId="{E70A8AAF-2289-FC0F-F039-3BB4599DB82E}"/>
          </ac:grpSpMkLst>
        </pc:grpChg>
        <pc:grpChg chg="add mod">
          <ac:chgData name="Palit, Tapti" userId="dec6fbcd-7598-406a-8cbf-504d4a3bac15" providerId="ADAL" clId="{ECD42228-5B96-4A72-B268-C46DF994E6B7}" dt="2024-01-31T03:45:51.259" v="96732" actId="1076"/>
          <ac:grpSpMkLst>
            <pc:docMk/>
            <pc:sldMk cId="1806841782" sldId="1183"/>
            <ac:grpSpMk id="215" creationId="{E91DB2D8-40D2-7757-7D79-2ACD04D1EC5B}"/>
          </ac:grpSpMkLst>
        </pc:grpChg>
        <pc:grpChg chg="add mod">
          <ac:chgData name="Palit, Tapti" userId="dec6fbcd-7598-406a-8cbf-504d4a3bac15" providerId="ADAL" clId="{ECD42228-5B96-4A72-B268-C46DF994E6B7}" dt="2024-02-09T03:03:08.569" v="102899" actId="14100"/>
          <ac:grpSpMkLst>
            <pc:docMk/>
            <pc:sldMk cId="1806841782" sldId="1183"/>
            <ac:grpSpMk id="4144" creationId="{084EB515-0C61-4369-B309-72458219290A}"/>
          </ac:grpSpMkLst>
        </pc:grpChg>
        <pc:grpChg chg="add mod">
          <ac:chgData name="Palit, Tapti" userId="dec6fbcd-7598-406a-8cbf-504d4a3bac15" providerId="ADAL" clId="{ECD42228-5B96-4A72-B268-C46DF994E6B7}" dt="2024-01-31T03:19:38.159" v="96183"/>
          <ac:grpSpMkLst>
            <pc:docMk/>
            <pc:sldMk cId="1806841782" sldId="1183"/>
            <ac:grpSpMk id="4152" creationId="{F6A96875-011D-6DB6-15AB-DF65EA287B3E}"/>
          </ac:grpSpMkLst>
        </pc:grpChg>
        <pc:grpChg chg="add mod">
          <ac:chgData name="Palit, Tapti" userId="dec6fbcd-7598-406a-8cbf-504d4a3bac15" providerId="ADAL" clId="{ECD42228-5B96-4A72-B268-C46DF994E6B7}" dt="2024-01-31T03:19:38.159" v="96183"/>
          <ac:grpSpMkLst>
            <pc:docMk/>
            <pc:sldMk cId="1806841782" sldId="1183"/>
            <ac:grpSpMk id="4158" creationId="{498C8175-9AE2-DD75-C53D-4A8FB12BCE31}"/>
          </ac:grpSpMkLst>
        </pc:grpChg>
        <pc:grpChg chg="mod">
          <ac:chgData name="Palit, Tapti" userId="dec6fbcd-7598-406a-8cbf-504d4a3bac15" providerId="ADAL" clId="{ECD42228-5B96-4A72-B268-C46DF994E6B7}" dt="2024-01-31T03:19:38.159" v="96183"/>
          <ac:grpSpMkLst>
            <pc:docMk/>
            <pc:sldMk cId="1806841782" sldId="1183"/>
            <ac:grpSpMk id="4159" creationId="{EBF3449C-34AE-9FF4-B14A-826A9480D354}"/>
          </ac:grpSpMkLst>
        </pc:grpChg>
        <pc:grpChg chg="add mod">
          <ac:chgData name="Palit, Tapti" userId="dec6fbcd-7598-406a-8cbf-504d4a3bac15" providerId="ADAL" clId="{ECD42228-5B96-4A72-B268-C46DF994E6B7}" dt="2024-02-08T20:48:40.342" v="100717" actId="14100"/>
          <ac:grpSpMkLst>
            <pc:docMk/>
            <pc:sldMk cId="1806841782" sldId="1183"/>
            <ac:grpSpMk id="4169" creationId="{3FBCE1FD-F3F3-EB0B-850A-CFBDB82419DA}"/>
          </ac:grpSpMkLst>
        </pc:grpChg>
        <pc:grpChg chg="add mod">
          <ac:chgData name="Palit, Tapti" userId="dec6fbcd-7598-406a-8cbf-504d4a3bac15" providerId="ADAL" clId="{ECD42228-5B96-4A72-B268-C46DF994E6B7}" dt="2024-02-08T20:48:40.342" v="100717" actId="14100"/>
          <ac:grpSpMkLst>
            <pc:docMk/>
            <pc:sldMk cId="1806841782" sldId="1183"/>
            <ac:grpSpMk id="4174" creationId="{C039DC35-178B-3F02-3AEC-BAC523F849F3}"/>
          </ac:grpSpMkLst>
        </pc:grpChg>
        <pc:grpChg chg="mod">
          <ac:chgData name="Palit, Tapti" userId="dec6fbcd-7598-406a-8cbf-504d4a3bac15" providerId="ADAL" clId="{ECD42228-5B96-4A72-B268-C46DF994E6B7}" dt="2024-02-08T20:48:40.342" v="100717" actId="14100"/>
          <ac:grpSpMkLst>
            <pc:docMk/>
            <pc:sldMk cId="1806841782" sldId="1183"/>
            <ac:grpSpMk id="4175" creationId="{3C838660-1E6E-207D-A5CE-7136AD3E0AED}"/>
          </ac:grpSpMkLst>
        </pc:grpChg>
        <pc:grpChg chg="add mod">
          <ac:chgData name="Palit, Tapti" userId="dec6fbcd-7598-406a-8cbf-504d4a3bac15" providerId="ADAL" clId="{ECD42228-5B96-4A72-B268-C46DF994E6B7}" dt="2024-02-08T20:48:40.342" v="100717" actId="14100"/>
          <ac:grpSpMkLst>
            <pc:docMk/>
            <pc:sldMk cId="1806841782" sldId="1183"/>
            <ac:grpSpMk id="4189" creationId="{89D3AF85-9493-6510-58B0-67ABC55656D3}"/>
          </ac:grpSpMkLst>
        </pc:grpChg>
        <pc:grpChg chg="add mod">
          <ac:chgData name="Palit, Tapti" userId="dec6fbcd-7598-406a-8cbf-504d4a3bac15" providerId="ADAL" clId="{ECD42228-5B96-4A72-B268-C46DF994E6B7}" dt="2024-02-08T20:48:40.342" v="100717" actId="14100"/>
          <ac:grpSpMkLst>
            <pc:docMk/>
            <pc:sldMk cId="1806841782" sldId="1183"/>
            <ac:grpSpMk id="4193" creationId="{BEF9D665-993E-0B7C-6310-70E8F70F342D}"/>
          </ac:grpSpMkLst>
        </pc:grpChg>
        <pc:grpChg chg="add mod">
          <ac:chgData name="Palit, Tapti" userId="dec6fbcd-7598-406a-8cbf-504d4a3bac15" providerId="ADAL" clId="{ECD42228-5B96-4A72-B268-C46DF994E6B7}" dt="2024-02-08T20:48:40.342" v="100717" actId="14100"/>
          <ac:grpSpMkLst>
            <pc:docMk/>
            <pc:sldMk cId="1806841782" sldId="1183"/>
            <ac:grpSpMk id="4195" creationId="{7CDEED5A-0DCB-5164-FBF2-822157DACB5A}"/>
          </ac:grpSpMkLst>
        </pc:grpChg>
        <pc:grpChg chg="add mod">
          <ac:chgData name="Palit, Tapti" userId="dec6fbcd-7598-406a-8cbf-504d4a3bac15" providerId="ADAL" clId="{ECD42228-5B96-4A72-B268-C46DF994E6B7}" dt="2024-02-08T20:48:40.342" v="100717" actId="14100"/>
          <ac:grpSpMkLst>
            <pc:docMk/>
            <pc:sldMk cId="1806841782" sldId="1183"/>
            <ac:grpSpMk id="5141" creationId="{33566291-17C9-03A3-9493-968869FAA976}"/>
          </ac:grpSpMkLst>
        </pc:grpChg>
        <pc:grpChg chg="add mod">
          <ac:chgData name="Palit, Tapti" userId="dec6fbcd-7598-406a-8cbf-504d4a3bac15" providerId="ADAL" clId="{ECD42228-5B96-4A72-B268-C46DF994E6B7}" dt="2024-02-09T03:03:08.569" v="102899" actId="14100"/>
          <ac:grpSpMkLst>
            <pc:docMk/>
            <pc:sldMk cId="1806841782" sldId="1183"/>
            <ac:grpSpMk id="5142" creationId="{FE401C20-86E8-5F98-5406-6A5E01804E9D}"/>
          </ac:grpSpMkLst>
        </pc:grpChg>
        <pc:picChg chg="add mod">
          <ac:chgData name="Palit, Tapti" userId="dec6fbcd-7598-406a-8cbf-504d4a3bac15" providerId="ADAL" clId="{ECD42228-5B96-4A72-B268-C46DF994E6B7}" dt="2024-01-31T03:30:29.814" v="96432" actId="1038"/>
          <ac:picMkLst>
            <pc:docMk/>
            <pc:sldMk cId="1806841782" sldId="1183"/>
            <ac:picMk id="4098" creationId="{5A1934BC-6E28-0DA8-E5A6-6B9DA7B384D3}"/>
          </ac:picMkLst>
        </pc:picChg>
        <pc:picChg chg="add mod">
          <ac:chgData name="Palit, Tapti" userId="dec6fbcd-7598-406a-8cbf-504d4a3bac15" providerId="ADAL" clId="{ECD42228-5B96-4A72-B268-C46DF994E6B7}" dt="2024-01-31T03:44:12.754" v="96712" actId="1076"/>
          <ac:picMkLst>
            <pc:docMk/>
            <pc:sldMk cId="1806841782" sldId="1183"/>
            <ac:picMk id="4100" creationId="{DE8C143C-D61C-7B59-A99A-48F2C3C81544}"/>
          </ac:picMkLst>
        </pc:picChg>
        <pc:picChg chg="add mod">
          <ac:chgData name="Palit, Tapti" userId="dec6fbcd-7598-406a-8cbf-504d4a3bac15" providerId="ADAL" clId="{ECD42228-5B96-4A72-B268-C46DF994E6B7}" dt="2024-02-09T03:03:08.569" v="102899" actId="14100"/>
          <ac:picMkLst>
            <pc:docMk/>
            <pc:sldMk cId="1806841782" sldId="1183"/>
            <ac:picMk id="4102" creationId="{0BB0A97C-BD4C-3BCF-D75E-79997921153F}"/>
          </ac:picMkLst>
        </pc:picChg>
        <pc:picChg chg="add del mod">
          <ac:chgData name="Palit, Tapti" userId="dec6fbcd-7598-406a-8cbf-504d4a3bac15" providerId="ADAL" clId="{ECD42228-5B96-4A72-B268-C46DF994E6B7}" dt="2024-01-31T03:36:44.135" v="96543" actId="21"/>
          <ac:picMkLst>
            <pc:docMk/>
            <pc:sldMk cId="1806841782" sldId="1183"/>
            <ac:picMk id="4199" creationId="{25EA7522-225E-47B7-CCDE-5881ED5E9B9A}"/>
          </ac:picMkLst>
        </pc:picChg>
        <pc:picChg chg="add del mod">
          <ac:chgData name="Palit, Tapti" userId="dec6fbcd-7598-406a-8cbf-504d4a3bac15" providerId="ADAL" clId="{ECD42228-5B96-4A72-B268-C46DF994E6B7}" dt="2024-01-31T03:31:40.925" v="96465" actId="478"/>
          <ac:picMkLst>
            <pc:docMk/>
            <pc:sldMk cId="1806841782" sldId="1183"/>
            <ac:picMk id="4201" creationId="{12933029-26B5-34FF-C11D-91DF20BC1F49}"/>
          </ac:picMkLst>
        </pc:picChg>
        <pc:picChg chg="add mod">
          <ac:chgData name="Palit, Tapti" userId="dec6fbcd-7598-406a-8cbf-504d4a3bac15" providerId="ADAL" clId="{ECD42228-5B96-4A72-B268-C46DF994E6B7}" dt="2024-01-31T03:44:35.556" v="96715" actId="1076"/>
          <ac:picMkLst>
            <pc:docMk/>
            <pc:sldMk cId="1806841782" sldId="1183"/>
            <ac:picMk id="4202" creationId="{1FD005C8-E3C1-305B-B814-CBF22BEE1006}"/>
          </ac:picMkLst>
        </pc:picChg>
        <pc:picChg chg="add mod">
          <ac:chgData name="Palit, Tapti" userId="dec6fbcd-7598-406a-8cbf-504d4a3bac15" providerId="ADAL" clId="{ECD42228-5B96-4A72-B268-C46DF994E6B7}" dt="2024-01-31T03:44:35.556" v="96715" actId="1076"/>
          <ac:picMkLst>
            <pc:docMk/>
            <pc:sldMk cId="1806841782" sldId="1183"/>
            <ac:picMk id="4203" creationId="{A74444C1-6D37-EA16-3C34-A5BF4584E5EA}"/>
          </ac:picMkLst>
        </pc:picChg>
        <pc:picChg chg="add mod">
          <ac:chgData name="Palit, Tapti" userId="dec6fbcd-7598-406a-8cbf-504d4a3bac15" providerId="ADAL" clId="{ECD42228-5B96-4A72-B268-C46DF994E6B7}" dt="2024-01-31T03:44:35.556" v="96715" actId="1076"/>
          <ac:picMkLst>
            <pc:docMk/>
            <pc:sldMk cId="1806841782" sldId="1183"/>
            <ac:picMk id="4212" creationId="{25EA7522-225E-47B7-CCDE-5881ED5E9B9A}"/>
          </ac:picMkLst>
        </pc:picChg>
        <pc:picChg chg="add mod">
          <ac:chgData name="Palit, Tapti" userId="dec6fbcd-7598-406a-8cbf-504d4a3bac15" providerId="ADAL" clId="{ECD42228-5B96-4A72-B268-C46DF994E6B7}" dt="2024-01-31T03:44:35.556" v="96715" actId="1076"/>
          <ac:picMkLst>
            <pc:docMk/>
            <pc:sldMk cId="1806841782" sldId="1183"/>
            <ac:picMk id="4215" creationId="{C9BD07D6-737A-88F9-2B15-BBFDEE76E2DA}"/>
          </ac:picMkLst>
        </pc:picChg>
        <pc:picChg chg="add mod">
          <ac:chgData name="Palit, Tapti" userId="dec6fbcd-7598-406a-8cbf-504d4a3bac15" providerId="ADAL" clId="{ECD42228-5B96-4A72-B268-C46DF994E6B7}" dt="2024-02-08T20:48:40.342" v="100717" actId="14100"/>
          <ac:picMkLst>
            <pc:docMk/>
            <pc:sldMk cId="1806841782" sldId="1183"/>
            <ac:picMk id="5122" creationId="{E033299F-905C-18E1-825A-C97CBA773E2F}"/>
          </ac:picMkLst>
        </pc:picChg>
        <pc:cxnChg chg="mod">
          <ac:chgData name="Palit, Tapti" userId="dec6fbcd-7598-406a-8cbf-504d4a3bac15" providerId="ADAL" clId="{ECD42228-5B96-4A72-B268-C46DF994E6B7}" dt="2024-01-31T02:46:36.707" v="95636" actId="478"/>
          <ac:cxnSpMkLst>
            <pc:docMk/>
            <pc:sldMk cId="1806841782" sldId="1183"/>
            <ac:cxnSpMk id="12" creationId="{F25897AD-5766-5588-FB9F-217E88274B2A}"/>
          </ac:cxnSpMkLst>
        </pc:cxnChg>
        <pc:cxnChg chg="mod">
          <ac:chgData name="Palit, Tapti" userId="dec6fbcd-7598-406a-8cbf-504d4a3bac15" providerId="ADAL" clId="{ECD42228-5B96-4A72-B268-C46DF994E6B7}" dt="2024-01-31T02:46:36.707" v="95636" actId="478"/>
          <ac:cxnSpMkLst>
            <pc:docMk/>
            <pc:sldMk cId="1806841782" sldId="1183"/>
            <ac:cxnSpMk id="13" creationId="{9D92D0E4-7DE2-5588-09D1-5CD32E33C3AB}"/>
          </ac:cxnSpMkLst>
        </pc:cxnChg>
        <pc:cxnChg chg="mod">
          <ac:chgData name="Palit, Tapti" userId="dec6fbcd-7598-406a-8cbf-504d4a3bac15" providerId="ADAL" clId="{ECD42228-5B96-4A72-B268-C46DF994E6B7}" dt="2024-01-31T02:46:36.707" v="95636" actId="478"/>
          <ac:cxnSpMkLst>
            <pc:docMk/>
            <pc:sldMk cId="1806841782" sldId="1183"/>
            <ac:cxnSpMk id="14" creationId="{1B31DD56-1E59-BFE5-42E6-2E4915BD0E7D}"/>
          </ac:cxnSpMkLst>
        </pc:cxnChg>
        <pc:cxnChg chg="mod">
          <ac:chgData name="Palit, Tapti" userId="dec6fbcd-7598-406a-8cbf-504d4a3bac15" providerId="ADAL" clId="{ECD42228-5B96-4A72-B268-C46DF994E6B7}" dt="2024-01-31T02:46:36.707" v="95636" actId="478"/>
          <ac:cxnSpMkLst>
            <pc:docMk/>
            <pc:sldMk cId="1806841782" sldId="1183"/>
            <ac:cxnSpMk id="15" creationId="{BF3A4D39-C26E-78FD-263E-A55D98B9F77F}"/>
          </ac:cxnSpMkLst>
        </pc:cxnChg>
        <pc:cxnChg chg="mod">
          <ac:chgData name="Palit, Tapti" userId="dec6fbcd-7598-406a-8cbf-504d4a3bac15" providerId="ADAL" clId="{ECD42228-5B96-4A72-B268-C46DF994E6B7}" dt="2024-01-31T02:46:36.707" v="95636" actId="478"/>
          <ac:cxnSpMkLst>
            <pc:docMk/>
            <pc:sldMk cId="1806841782" sldId="1183"/>
            <ac:cxnSpMk id="16" creationId="{6D6464B6-8586-7466-2897-2EFE54BB1427}"/>
          </ac:cxnSpMkLst>
        </pc:cxnChg>
        <pc:cxnChg chg="mod">
          <ac:chgData name="Palit, Tapti" userId="dec6fbcd-7598-406a-8cbf-504d4a3bac15" providerId="ADAL" clId="{ECD42228-5B96-4A72-B268-C46DF994E6B7}" dt="2024-01-31T02:46:36.707" v="95636" actId="478"/>
          <ac:cxnSpMkLst>
            <pc:docMk/>
            <pc:sldMk cId="1806841782" sldId="1183"/>
            <ac:cxnSpMk id="18" creationId="{9A3A4C8C-E99C-6123-FC8D-B9390892C188}"/>
          </ac:cxnSpMkLst>
        </pc:cxnChg>
        <pc:cxnChg chg="mod">
          <ac:chgData name="Palit, Tapti" userId="dec6fbcd-7598-406a-8cbf-504d4a3bac15" providerId="ADAL" clId="{ECD42228-5B96-4A72-B268-C46DF994E6B7}" dt="2024-01-31T02:46:36.707" v="95636" actId="478"/>
          <ac:cxnSpMkLst>
            <pc:docMk/>
            <pc:sldMk cId="1806841782" sldId="1183"/>
            <ac:cxnSpMk id="20" creationId="{64424CE7-8DF2-08B0-1656-1A8AD3F0AB8B}"/>
          </ac:cxnSpMkLst>
        </pc:cxnChg>
        <pc:cxnChg chg="mod">
          <ac:chgData name="Palit, Tapti" userId="dec6fbcd-7598-406a-8cbf-504d4a3bac15" providerId="ADAL" clId="{ECD42228-5B96-4A72-B268-C46DF994E6B7}" dt="2024-01-31T02:46:36.707" v="95636" actId="478"/>
          <ac:cxnSpMkLst>
            <pc:docMk/>
            <pc:sldMk cId="1806841782" sldId="1183"/>
            <ac:cxnSpMk id="22" creationId="{2AF4B52D-C13D-A867-6E1E-B76E19F05750}"/>
          </ac:cxnSpMkLst>
        </pc:cxnChg>
        <pc:cxnChg chg="mod">
          <ac:chgData name="Palit, Tapti" userId="dec6fbcd-7598-406a-8cbf-504d4a3bac15" providerId="ADAL" clId="{ECD42228-5B96-4A72-B268-C46DF994E6B7}" dt="2024-01-31T02:46:36.707" v="95636" actId="478"/>
          <ac:cxnSpMkLst>
            <pc:docMk/>
            <pc:sldMk cId="1806841782" sldId="1183"/>
            <ac:cxnSpMk id="24" creationId="{EF61ABE1-A8EF-73C7-5C61-CC11F3DED634}"/>
          </ac:cxnSpMkLst>
        </pc:cxnChg>
        <pc:cxnChg chg="mod">
          <ac:chgData name="Palit, Tapti" userId="dec6fbcd-7598-406a-8cbf-504d4a3bac15" providerId="ADAL" clId="{ECD42228-5B96-4A72-B268-C46DF994E6B7}" dt="2024-01-31T02:46:36.707" v="95636" actId="478"/>
          <ac:cxnSpMkLst>
            <pc:docMk/>
            <pc:sldMk cId="1806841782" sldId="1183"/>
            <ac:cxnSpMk id="25" creationId="{C28F6C99-8B4C-BC52-22AE-9DDA922BDC00}"/>
          </ac:cxnSpMkLst>
        </pc:cxnChg>
        <pc:cxnChg chg="mod">
          <ac:chgData name="Palit, Tapti" userId="dec6fbcd-7598-406a-8cbf-504d4a3bac15" providerId="ADAL" clId="{ECD42228-5B96-4A72-B268-C46DF994E6B7}" dt="2024-01-31T02:46:44.688" v="95637"/>
          <ac:cxnSpMkLst>
            <pc:docMk/>
            <pc:sldMk cId="1806841782" sldId="1183"/>
            <ac:cxnSpMk id="29" creationId="{E387AA58-91E8-0788-92E7-380CB473BBC4}"/>
          </ac:cxnSpMkLst>
        </pc:cxnChg>
        <pc:cxnChg chg="mod">
          <ac:chgData name="Palit, Tapti" userId="dec6fbcd-7598-406a-8cbf-504d4a3bac15" providerId="ADAL" clId="{ECD42228-5B96-4A72-B268-C46DF994E6B7}" dt="2024-01-31T02:46:44.688" v="95637"/>
          <ac:cxnSpMkLst>
            <pc:docMk/>
            <pc:sldMk cId="1806841782" sldId="1183"/>
            <ac:cxnSpMk id="32" creationId="{A4FA18B7-5D2A-6B62-BBC7-78DCA18FB30F}"/>
          </ac:cxnSpMkLst>
        </pc:cxnChg>
        <pc:cxnChg chg="mod">
          <ac:chgData name="Palit, Tapti" userId="dec6fbcd-7598-406a-8cbf-504d4a3bac15" providerId="ADAL" clId="{ECD42228-5B96-4A72-B268-C46DF994E6B7}" dt="2024-01-31T02:46:44.688" v="95637"/>
          <ac:cxnSpMkLst>
            <pc:docMk/>
            <pc:sldMk cId="1806841782" sldId="1183"/>
            <ac:cxnSpMk id="35" creationId="{67F6D269-CE08-716E-1BB0-029485B91DC2}"/>
          </ac:cxnSpMkLst>
        </pc:cxnChg>
        <pc:cxnChg chg="mod">
          <ac:chgData name="Palit, Tapti" userId="dec6fbcd-7598-406a-8cbf-504d4a3bac15" providerId="ADAL" clId="{ECD42228-5B96-4A72-B268-C46DF994E6B7}" dt="2024-01-31T02:46:44.688" v="95637"/>
          <ac:cxnSpMkLst>
            <pc:docMk/>
            <pc:sldMk cId="1806841782" sldId="1183"/>
            <ac:cxnSpMk id="37" creationId="{4BBD96DD-B044-65AC-C399-8244B798E87E}"/>
          </ac:cxnSpMkLst>
        </pc:cxnChg>
        <pc:cxnChg chg="mod">
          <ac:chgData name="Palit, Tapti" userId="dec6fbcd-7598-406a-8cbf-504d4a3bac15" providerId="ADAL" clId="{ECD42228-5B96-4A72-B268-C46DF994E6B7}" dt="2024-01-31T02:59:48.616" v="95897" actId="478"/>
          <ac:cxnSpMkLst>
            <pc:docMk/>
            <pc:sldMk cId="1806841782" sldId="1183"/>
            <ac:cxnSpMk id="44" creationId="{D9B20728-16E4-BA54-B57B-675D87E6B77A}"/>
          </ac:cxnSpMkLst>
        </pc:cxnChg>
        <pc:cxnChg chg="mod">
          <ac:chgData name="Palit, Tapti" userId="dec6fbcd-7598-406a-8cbf-504d4a3bac15" providerId="ADAL" clId="{ECD42228-5B96-4A72-B268-C46DF994E6B7}" dt="2024-01-31T02:59:48.616" v="95897" actId="478"/>
          <ac:cxnSpMkLst>
            <pc:docMk/>
            <pc:sldMk cId="1806841782" sldId="1183"/>
            <ac:cxnSpMk id="45" creationId="{D6E46682-73F0-1245-F696-ED586D2F5965}"/>
          </ac:cxnSpMkLst>
        </pc:cxnChg>
        <pc:cxnChg chg="mod">
          <ac:chgData name="Palit, Tapti" userId="dec6fbcd-7598-406a-8cbf-504d4a3bac15" providerId="ADAL" clId="{ECD42228-5B96-4A72-B268-C46DF994E6B7}" dt="2024-01-31T02:59:48.616" v="95897" actId="478"/>
          <ac:cxnSpMkLst>
            <pc:docMk/>
            <pc:sldMk cId="1806841782" sldId="1183"/>
            <ac:cxnSpMk id="46" creationId="{3E070F07-2B65-BFF9-C180-A4F04CBCC244}"/>
          </ac:cxnSpMkLst>
        </pc:cxnChg>
        <pc:cxnChg chg="mod">
          <ac:chgData name="Palit, Tapti" userId="dec6fbcd-7598-406a-8cbf-504d4a3bac15" providerId="ADAL" clId="{ECD42228-5B96-4A72-B268-C46DF994E6B7}" dt="2024-01-31T02:59:48.616" v="95897" actId="478"/>
          <ac:cxnSpMkLst>
            <pc:docMk/>
            <pc:sldMk cId="1806841782" sldId="1183"/>
            <ac:cxnSpMk id="48" creationId="{AFB39CEA-4750-6E13-02EC-9C6380515664}"/>
          </ac:cxnSpMkLst>
        </pc:cxnChg>
        <pc:cxnChg chg="mod">
          <ac:chgData name="Palit, Tapti" userId="dec6fbcd-7598-406a-8cbf-504d4a3bac15" providerId="ADAL" clId="{ECD42228-5B96-4A72-B268-C46DF994E6B7}" dt="2024-01-31T02:59:48.616" v="95897" actId="478"/>
          <ac:cxnSpMkLst>
            <pc:docMk/>
            <pc:sldMk cId="1806841782" sldId="1183"/>
            <ac:cxnSpMk id="51" creationId="{45229D00-6888-5A78-21A1-1B45D236AE18}"/>
          </ac:cxnSpMkLst>
        </pc:cxnChg>
        <pc:cxnChg chg="add mod">
          <ac:chgData name="Palit, Tapti" userId="dec6fbcd-7598-406a-8cbf-504d4a3bac15" providerId="ADAL" clId="{ECD42228-5B96-4A72-B268-C46DF994E6B7}" dt="2024-01-31T03:42:59.333" v="96698" actId="1076"/>
          <ac:cxnSpMkLst>
            <pc:docMk/>
            <pc:sldMk cId="1806841782" sldId="1183"/>
            <ac:cxnSpMk id="58" creationId="{56845958-88B9-8B24-999E-58AE696AEFDF}"/>
          </ac:cxnSpMkLst>
        </pc:cxnChg>
        <pc:cxnChg chg="add mod">
          <ac:chgData name="Palit, Tapti" userId="dec6fbcd-7598-406a-8cbf-504d4a3bac15" providerId="ADAL" clId="{ECD42228-5B96-4A72-B268-C46DF994E6B7}" dt="2024-01-31T03:43:05.354" v="96701" actId="1076"/>
          <ac:cxnSpMkLst>
            <pc:docMk/>
            <pc:sldMk cId="1806841782" sldId="1183"/>
            <ac:cxnSpMk id="59" creationId="{C58F380C-256F-3F87-4EF2-7FCD9B86A3FE}"/>
          </ac:cxnSpMkLst>
        </pc:cxnChg>
        <pc:cxnChg chg="add mod">
          <ac:chgData name="Palit, Tapti" userId="dec6fbcd-7598-406a-8cbf-504d4a3bac15" providerId="ADAL" clId="{ECD42228-5B96-4A72-B268-C46DF994E6B7}" dt="2024-01-31T03:42:57.723" v="96697" actId="1076"/>
          <ac:cxnSpMkLst>
            <pc:docMk/>
            <pc:sldMk cId="1806841782" sldId="1183"/>
            <ac:cxnSpMk id="60" creationId="{C96006E0-0752-3486-0562-10DF6C182229}"/>
          </ac:cxnSpMkLst>
        </pc:cxnChg>
        <pc:cxnChg chg="add del mod">
          <ac:chgData name="Palit, Tapti" userId="dec6fbcd-7598-406a-8cbf-504d4a3bac15" providerId="ADAL" clId="{ECD42228-5B96-4A72-B268-C46DF994E6B7}" dt="2024-01-31T02:54:56.083" v="95742" actId="478"/>
          <ac:cxnSpMkLst>
            <pc:docMk/>
            <pc:sldMk cId="1806841782" sldId="1183"/>
            <ac:cxnSpMk id="61" creationId="{64C1BECE-11C5-CD11-8495-437AE375E2E9}"/>
          </ac:cxnSpMkLst>
        </pc:cxnChg>
        <pc:cxnChg chg="add mod">
          <ac:chgData name="Palit, Tapti" userId="dec6fbcd-7598-406a-8cbf-504d4a3bac15" providerId="ADAL" clId="{ECD42228-5B96-4A72-B268-C46DF994E6B7}" dt="2024-01-31T03:42:57.723" v="96697" actId="1076"/>
          <ac:cxnSpMkLst>
            <pc:docMk/>
            <pc:sldMk cId="1806841782" sldId="1183"/>
            <ac:cxnSpMk id="73" creationId="{F158398E-A6A1-B999-9495-657C1B608C5B}"/>
          </ac:cxnSpMkLst>
        </pc:cxnChg>
        <pc:cxnChg chg="add mod">
          <ac:chgData name="Palit, Tapti" userId="dec6fbcd-7598-406a-8cbf-504d4a3bac15" providerId="ADAL" clId="{ECD42228-5B96-4A72-B268-C46DF994E6B7}" dt="2024-01-31T03:42:49.376" v="96695" actId="1076"/>
          <ac:cxnSpMkLst>
            <pc:docMk/>
            <pc:sldMk cId="1806841782" sldId="1183"/>
            <ac:cxnSpMk id="74" creationId="{11176A2E-1778-88DA-20CB-CF7328B7618B}"/>
          </ac:cxnSpMkLst>
        </pc:cxnChg>
        <pc:cxnChg chg="add mod">
          <ac:chgData name="Palit, Tapti" userId="dec6fbcd-7598-406a-8cbf-504d4a3bac15" providerId="ADAL" clId="{ECD42228-5B96-4A72-B268-C46DF994E6B7}" dt="2024-01-31T03:42:53.067" v="96696" actId="1076"/>
          <ac:cxnSpMkLst>
            <pc:docMk/>
            <pc:sldMk cId="1806841782" sldId="1183"/>
            <ac:cxnSpMk id="75" creationId="{9161C1BB-B0C0-18FD-9808-2BFC99366E29}"/>
          </ac:cxnSpMkLst>
        </pc:cxnChg>
        <pc:cxnChg chg="add mod">
          <ac:chgData name="Palit, Tapti" userId="dec6fbcd-7598-406a-8cbf-504d4a3bac15" providerId="ADAL" clId="{ECD42228-5B96-4A72-B268-C46DF994E6B7}" dt="2024-01-31T03:42:59.333" v="96698" actId="1076"/>
          <ac:cxnSpMkLst>
            <pc:docMk/>
            <pc:sldMk cId="1806841782" sldId="1183"/>
            <ac:cxnSpMk id="76" creationId="{248C790A-2ABF-1116-2F60-86A80C700DD3}"/>
          </ac:cxnSpMkLst>
        </pc:cxnChg>
        <pc:cxnChg chg="add del mod">
          <ac:chgData name="Palit, Tapti" userId="dec6fbcd-7598-406a-8cbf-504d4a3bac15" providerId="ADAL" clId="{ECD42228-5B96-4A72-B268-C46DF994E6B7}" dt="2024-01-31T02:51:10.478" v="95679" actId="478"/>
          <ac:cxnSpMkLst>
            <pc:docMk/>
            <pc:sldMk cId="1806841782" sldId="1183"/>
            <ac:cxnSpMk id="77" creationId="{CB25764B-2880-1DD9-6ECA-AC625C7D514A}"/>
          </ac:cxnSpMkLst>
        </pc:cxnChg>
        <pc:cxnChg chg="add del mod">
          <ac:chgData name="Palit, Tapti" userId="dec6fbcd-7598-406a-8cbf-504d4a3bac15" providerId="ADAL" clId="{ECD42228-5B96-4A72-B268-C46DF994E6B7}" dt="2024-01-31T02:51:44.443" v="95689" actId="478"/>
          <ac:cxnSpMkLst>
            <pc:docMk/>
            <pc:sldMk cId="1806841782" sldId="1183"/>
            <ac:cxnSpMk id="78" creationId="{1C15BD5A-5E67-E593-34E7-0ECB7756341F}"/>
          </ac:cxnSpMkLst>
        </pc:cxnChg>
        <pc:cxnChg chg="add mod">
          <ac:chgData name="Palit, Tapti" userId="dec6fbcd-7598-406a-8cbf-504d4a3bac15" providerId="ADAL" clId="{ECD42228-5B96-4A72-B268-C46DF994E6B7}" dt="2024-01-31T03:43:07.660" v="96702" actId="1076"/>
          <ac:cxnSpMkLst>
            <pc:docMk/>
            <pc:sldMk cId="1806841782" sldId="1183"/>
            <ac:cxnSpMk id="79" creationId="{509E3274-334B-37FE-2F49-B7244499951D}"/>
          </ac:cxnSpMkLst>
        </pc:cxnChg>
        <pc:cxnChg chg="add mod">
          <ac:chgData name="Palit, Tapti" userId="dec6fbcd-7598-406a-8cbf-504d4a3bac15" providerId="ADAL" clId="{ECD42228-5B96-4A72-B268-C46DF994E6B7}" dt="2024-01-31T03:43:16.385" v="96705" actId="1076"/>
          <ac:cxnSpMkLst>
            <pc:docMk/>
            <pc:sldMk cId="1806841782" sldId="1183"/>
            <ac:cxnSpMk id="80" creationId="{A25B4DFD-73FC-166B-B13A-E41C69896F7F}"/>
          </ac:cxnSpMkLst>
        </pc:cxnChg>
        <pc:cxnChg chg="add del mod">
          <ac:chgData name="Palit, Tapti" userId="dec6fbcd-7598-406a-8cbf-504d4a3bac15" providerId="ADAL" clId="{ECD42228-5B96-4A72-B268-C46DF994E6B7}" dt="2024-01-31T02:51:44.443" v="95689" actId="478"/>
          <ac:cxnSpMkLst>
            <pc:docMk/>
            <pc:sldMk cId="1806841782" sldId="1183"/>
            <ac:cxnSpMk id="82" creationId="{B274CAEC-25DD-D4DA-AD2D-5CA25D48E096}"/>
          </ac:cxnSpMkLst>
        </pc:cxnChg>
        <pc:cxnChg chg="add del mod">
          <ac:chgData name="Palit, Tapti" userId="dec6fbcd-7598-406a-8cbf-504d4a3bac15" providerId="ADAL" clId="{ECD42228-5B96-4A72-B268-C46DF994E6B7}" dt="2024-01-31T02:51:44.443" v="95689" actId="478"/>
          <ac:cxnSpMkLst>
            <pc:docMk/>
            <pc:sldMk cId="1806841782" sldId="1183"/>
            <ac:cxnSpMk id="83" creationId="{4B57F636-3729-FE19-ECF1-74B1597270B5}"/>
          </ac:cxnSpMkLst>
        </pc:cxnChg>
        <pc:cxnChg chg="add mod">
          <ac:chgData name="Palit, Tapti" userId="dec6fbcd-7598-406a-8cbf-504d4a3bac15" providerId="ADAL" clId="{ECD42228-5B96-4A72-B268-C46DF994E6B7}" dt="2024-01-31T03:42:42.936" v="96693" actId="1076"/>
          <ac:cxnSpMkLst>
            <pc:docMk/>
            <pc:sldMk cId="1806841782" sldId="1183"/>
            <ac:cxnSpMk id="84" creationId="{85BBDC3D-4B65-9C8F-127D-EFB811F34C79}"/>
          </ac:cxnSpMkLst>
        </pc:cxnChg>
        <pc:cxnChg chg="add mod">
          <ac:chgData name="Palit, Tapti" userId="dec6fbcd-7598-406a-8cbf-504d4a3bac15" providerId="ADAL" clId="{ECD42228-5B96-4A72-B268-C46DF994E6B7}" dt="2024-01-31T03:42:40.301" v="96692" actId="1076"/>
          <ac:cxnSpMkLst>
            <pc:docMk/>
            <pc:sldMk cId="1806841782" sldId="1183"/>
            <ac:cxnSpMk id="85" creationId="{A1B37A33-B2FC-8C76-A96C-772B2ED7AF3F}"/>
          </ac:cxnSpMkLst>
        </pc:cxnChg>
        <pc:cxnChg chg="add mod">
          <ac:chgData name="Palit, Tapti" userId="dec6fbcd-7598-406a-8cbf-504d4a3bac15" providerId="ADAL" clId="{ECD42228-5B96-4A72-B268-C46DF994E6B7}" dt="2024-01-31T03:30:29.814" v="96432" actId="1038"/>
          <ac:cxnSpMkLst>
            <pc:docMk/>
            <pc:sldMk cId="1806841782" sldId="1183"/>
            <ac:cxnSpMk id="86" creationId="{C45E4A23-A720-10C4-7263-567EC8ACB3E5}"/>
          </ac:cxnSpMkLst>
        </pc:cxnChg>
        <pc:cxnChg chg="add mod">
          <ac:chgData name="Palit, Tapti" userId="dec6fbcd-7598-406a-8cbf-504d4a3bac15" providerId="ADAL" clId="{ECD42228-5B96-4A72-B268-C46DF994E6B7}" dt="2024-01-31T03:30:29.814" v="96432" actId="1038"/>
          <ac:cxnSpMkLst>
            <pc:docMk/>
            <pc:sldMk cId="1806841782" sldId="1183"/>
            <ac:cxnSpMk id="87" creationId="{73873A39-42F6-550F-72E0-CF96F29C94DD}"/>
          </ac:cxnSpMkLst>
        </pc:cxnChg>
        <pc:cxnChg chg="add del mod">
          <ac:chgData name="Palit, Tapti" userId="dec6fbcd-7598-406a-8cbf-504d4a3bac15" providerId="ADAL" clId="{ECD42228-5B96-4A72-B268-C46DF994E6B7}" dt="2024-01-31T02:54:59.284" v="95743" actId="478"/>
          <ac:cxnSpMkLst>
            <pc:docMk/>
            <pc:sldMk cId="1806841782" sldId="1183"/>
            <ac:cxnSpMk id="88" creationId="{F6BC749A-F9C7-7784-13CD-E9AB62ACF177}"/>
          </ac:cxnSpMkLst>
        </pc:cxnChg>
        <pc:cxnChg chg="add del mod">
          <ac:chgData name="Palit, Tapti" userId="dec6fbcd-7598-406a-8cbf-504d4a3bac15" providerId="ADAL" clId="{ECD42228-5B96-4A72-B268-C46DF994E6B7}" dt="2024-01-31T02:54:59.284" v="95743" actId="478"/>
          <ac:cxnSpMkLst>
            <pc:docMk/>
            <pc:sldMk cId="1806841782" sldId="1183"/>
            <ac:cxnSpMk id="89" creationId="{2B7340D1-8EB4-5A2C-2053-1A22AE6DA2FA}"/>
          </ac:cxnSpMkLst>
        </pc:cxnChg>
        <pc:cxnChg chg="add mod">
          <ac:chgData name="Palit, Tapti" userId="dec6fbcd-7598-406a-8cbf-504d4a3bac15" providerId="ADAL" clId="{ECD42228-5B96-4A72-B268-C46DF994E6B7}" dt="2024-01-31T03:42:57.723" v="96697" actId="1076"/>
          <ac:cxnSpMkLst>
            <pc:docMk/>
            <pc:sldMk cId="1806841782" sldId="1183"/>
            <ac:cxnSpMk id="96" creationId="{5F59ADF9-695C-0234-1278-09F50F82FF25}"/>
          </ac:cxnSpMkLst>
        </pc:cxnChg>
        <pc:cxnChg chg="add mod">
          <ac:chgData name="Palit, Tapti" userId="dec6fbcd-7598-406a-8cbf-504d4a3bac15" providerId="ADAL" clId="{ECD42228-5B96-4A72-B268-C46DF994E6B7}" dt="2024-01-31T03:44:00.219" v="96709" actId="14100"/>
          <ac:cxnSpMkLst>
            <pc:docMk/>
            <pc:sldMk cId="1806841782" sldId="1183"/>
            <ac:cxnSpMk id="97" creationId="{7691D561-D649-F670-B1E5-44EDB69FEE01}"/>
          </ac:cxnSpMkLst>
        </pc:cxnChg>
        <pc:cxnChg chg="add mod">
          <ac:chgData name="Palit, Tapti" userId="dec6fbcd-7598-406a-8cbf-504d4a3bac15" providerId="ADAL" clId="{ECD42228-5B96-4A72-B268-C46DF994E6B7}" dt="2024-01-31T03:43:31.756" v="96707" actId="1076"/>
          <ac:cxnSpMkLst>
            <pc:docMk/>
            <pc:sldMk cId="1806841782" sldId="1183"/>
            <ac:cxnSpMk id="98" creationId="{5E5044EC-C5B5-DE33-D3AD-E990324DA09E}"/>
          </ac:cxnSpMkLst>
        </pc:cxnChg>
        <pc:cxnChg chg="add mod">
          <ac:chgData name="Palit, Tapti" userId="dec6fbcd-7598-406a-8cbf-504d4a3bac15" providerId="ADAL" clId="{ECD42228-5B96-4A72-B268-C46DF994E6B7}" dt="2024-01-31T03:43:48.784" v="96708" actId="1076"/>
          <ac:cxnSpMkLst>
            <pc:docMk/>
            <pc:sldMk cId="1806841782" sldId="1183"/>
            <ac:cxnSpMk id="101" creationId="{6443FA2D-F580-7F36-C9D2-7E618FCDEF67}"/>
          </ac:cxnSpMkLst>
        </pc:cxnChg>
        <pc:cxnChg chg="add mod">
          <ac:chgData name="Palit, Tapti" userId="dec6fbcd-7598-406a-8cbf-504d4a3bac15" providerId="ADAL" clId="{ECD42228-5B96-4A72-B268-C46DF994E6B7}" dt="2024-01-31T03:02:23.847" v="95918" actId="1076"/>
          <ac:cxnSpMkLst>
            <pc:docMk/>
            <pc:sldMk cId="1806841782" sldId="1183"/>
            <ac:cxnSpMk id="220" creationId="{6B31932E-EBCE-586E-BC38-1C1D4D17DCBC}"/>
          </ac:cxnSpMkLst>
        </pc:cxnChg>
        <pc:cxnChg chg="add mod">
          <ac:chgData name="Palit, Tapti" userId="dec6fbcd-7598-406a-8cbf-504d4a3bac15" providerId="ADAL" clId="{ECD42228-5B96-4A72-B268-C46DF994E6B7}" dt="2024-01-31T03:02:23.847" v="95918" actId="1076"/>
          <ac:cxnSpMkLst>
            <pc:docMk/>
            <pc:sldMk cId="1806841782" sldId="1183"/>
            <ac:cxnSpMk id="223" creationId="{05B79823-14B9-9022-6172-C27232CE5B28}"/>
          </ac:cxnSpMkLst>
        </pc:cxnChg>
        <pc:cxnChg chg="add mod">
          <ac:chgData name="Palit, Tapti" userId="dec6fbcd-7598-406a-8cbf-504d4a3bac15" providerId="ADAL" clId="{ECD42228-5B96-4A72-B268-C46DF994E6B7}" dt="2024-01-31T03:02:23.847" v="95918" actId="1076"/>
          <ac:cxnSpMkLst>
            <pc:docMk/>
            <pc:sldMk cId="1806841782" sldId="1183"/>
            <ac:cxnSpMk id="224" creationId="{2F087E84-C6E4-97B7-F0AC-91D6084AAA57}"/>
          </ac:cxnSpMkLst>
        </pc:cxnChg>
        <pc:cxnChg chg="add mod">
          <ac:chgData name="Palit, Tapti" userId="dec6fbcd-7598-406a-8cbf-504d4a3bac15" providerId="ADAL" clId="{ECD42228-5B96-4A72-B268-C46DF994E6B7}" dt="2024-01-31T03:02:23.847" v="95918" actId="1076"/>
          <ac:cxnSpMkLst>
            <pc:docMk/>
            <pc:sldMk cId="1806841782" sldId="1183"/>
            <ac:cxnSpMk id="225" creationId="{BB889FBF-53C0-A959-750C-2136C1CAEF49}"/>
          </ac:cxnSpMkLst>
        </pc:cxnChg>
        <pc:cxnChg chg="add del mod">
          <ac:chgData name="Palit, Tapti" userId="dec6fbcd-7598-406a-8cbf-504d4a3bac15" providerId="ADAL" clId="{ECD42228-5B96-4A72-B268-C46DF994E6B7}" dt="2024-01-31T03:03:39.824" v="95947" actId="478"/>
          <ac:cxnSpMkLst>
            <pc:docMk/>
            <pc:sldMk cId="1806841782" sldId="1183"/>
            <ac:cxnSpMk id="233" creationId="{38EF319C-4DD3-2C75-CAD5-BCD7532999FC}"/>
          </ac:cxnSpMkLst>
        </pc:cxnChg>
        <pc:cxnChg chg="add del mod">
          <ac:chgData name="Palit, Tapti" userId="dec6fbcd-7598-406a-8cbf-504d4a3bac15" providerId="ADAL" clId="{ECD42228-5B96-4A72-B268-C46DF994E6B7}" dt="2024-01-31T03:03:39.824" v="95947" actId="478"/>
          <ac:cxnSpMkLst>
            <pc:docMk/>
            <pc:sldMk cId="1806841782" sldId="1183"/>
            <ac:cxnSpMk id="236" creationId="{5244BC58-00D9-FF71-8DD2-F93FC51963FF}"/>
          </ac:cxnSpMkLst>
        </pc:cxnChg>
        <pc:cxnChg chg="add del mod">
          <ac:chgData name="Palit, Tapti" userId="dec6fbcd-7598-406a-8cbf-504d4a3bac15" providerId="ADAL" clId="{ECD42228-5B96-4A72-B268-C46DF994E6B7}" dt="2024-01-31T03:03:39.824" v="95947" actId="478"/>
          <ac:cxnSpMkLst>
            <pc:docMk/>
            <pc:sldMk cId="1806841782" sldId="1183"/>
            <ac:cxnSpMk id="237" creationId="{3E2FFA53-7A2A-90BD-4A96-A02495DD28ED}"/>
          </ac:cxnSpMkLst>
        </pc:cxnChg>
        <pc:cxnChg chg="add del mod">
          <ac:chgData name="Palit, Tapti" userId="dec6fbcd-7598-406a-8cbf-504d4a3bac15" providerId="ADAL" clId="{ECD42228-5B96-4A72-B268-C46DF994E6B7}" dt="2024-01-31T03:03:39.824" v="95947" actId="478"/>
          <ac:cxnSpMkLst>
            <pc:docMk/>
            <pc:sldMk cId="1806841782" sldId="1183"/>
            <ac:cxnSpMk id="238" creationId="{C8C15A75-DADC-44D2-73BA-88C9DA3740C4}"/>
          </ac:cxnSpMkLst>
        </pc:cxnChg>
        <pc:cxnChg chg="add del mod">
          <ac:chgData name="Palit, Tapti" userId="dec6fbcd-7598-406a-8cbf-504d4a3bac15" providerId="ADAL" clId="{ECD42228-5B96-4A72-B268-C46DF994E6B7}" dt="2024-01-31T03:03:39.824" v="95947" actId="478"/>
          <ac:cxnSpMkLst>
            <pc:docMk/>
            <pc:sldMk cId="1806841782" sldId="1183"/>
            <ac:cxnSpMk id="239" creationId="{243E2FCE-6BA4-72E5-255E-E7698684FA08}"/>
          </ac:cxnSpMkLst>
        </pc:cxnChg>
        <pc:cxnChg chg="add del mod">
          <ac:chgData name="Palit, Tapti" userId="dec6fbcd-7598-406a-8cbf-504d4a3bac15" providerId="ADAL" clId="{ECD42228-5B96-4A72-B268-C46DF994E6B7}" dt="2024-01-31T03:07:34.648" v="95992" actId="478"/>
          <ac:cxnSpMkLst>
            <pc:docMk/>
            <pc:sldMk cId="1806841782" sldId="1183"/>
            <ac:cxnSpMk id="248" creationId="{33EB5572-F43C-EFF5-BE47-C2900255E1EC}"/>
          </ac:cxnSpMkLst>
        </pc:cxnChg>
        <pc:cxnChg chg="add del mod">
          <ac:chgData name="Palit, Tapti" userId="dec6fbcd-7598-406a-8cbf-504d4a3bac15" providerId="ADAL" clId="{ECD42228-5B96-4A72-B268-C46DF994E6B7}" dt="2024-01-31T03:07:34.648" v="95992" actId="478"/>
          <ac:cxnSpMkLst>
            <pc:docMk/>
            <pc:sldMk cId="1806841782" sldId="1183"/>
            <ac:cxnSpMk id="255" creationId="{F6BA66EE-B763-568C-AFF9-CA5B5D3BDBEE}"/>
          </ac:cxnSpMkLst>
        </pc:cxnChg>
        <pc:cxnChg chg="add mod">
          <ac:chgData name="Palit, Tapti" userId="dec6fbcd-7598-406a-8cbf-504d4a3bac15" providerId="ADAL" clId="{ECD42228-5B96-4A72-B268-C46DF994E6B7}" dt="2024-02-09T03:03:08.569" v="102899" actId="14100"/>
          <ac:cxnSpMkLst>
            <pc:docMk/>
            <pc:sldMk cId="1806841782" sldId="1183"/>
            <ac:cxnSpMk id="4105" creationId="{4FB8382D-032F-2708-D8E4-C0416B18BAE1}"/>
          </ac:cxnSpMkLst>
        </pc:cxnChg>
        <pc:cxnChg chg="add mod">
          <ac:chgData name="Palit, Tapti" userId="dec6fbcd-7598-406a-8cbf-504d4a3bac15" providerId="ADAL" clId="{ECD42228-5B96-4A72-B268-C46DF994E6B7}" dt="2024-02-09T03:03:08.569" v="102899" actId="14100"/>
          <ac:cxnSpMkLst>
            <pc:docMk/>
            <pc:sldMk cId="1806841782" sldId="1183"/>
            <ac:cxnSpMk id="4106" creationId="{D445177C-E1EF-98DB-FC9A-281D959B0D7F}"/>
          </ac:cxnSpMkLst>
        </pc:cxnChg>
        <pc:cxnChg chg="add mod">
          <ac:chgData name="Palit, Tapti" userId="dec6fbcd-7598-406a-8cbf-504d4a3bac15" providerId="ADAL" clId="{ECD42228-5B96-4A72-B268-C46DF994E6B7}" dt="2024-02-09T03:03:08.569" v="102899" actId="14100"/>
          <ac:cxnSpMkLst>
            <pc:docMk/>
            <pc:sldMk cId="1806841782" sldId="1183"/>
            <ac:cxnSpMk id="4116" creationId="{BDFFDC90-B754-778A-E01E-1F5008929DE4}"/>
          </ac:cxnSpMkLst>
        </pc:cxnChg>
        <pc:cxnChg chg="add mod">
          <ac:chgData name="Palit, Tapti" userId="dec6fbcd-7598-406a-8cbf-504d4a3bac15" providerId="ADAL" clId="{ECD42228-5B96-4A72-B268-C46DF994E6B7}" dt="2024-02-09T03:03:08.569" v="102899" actId="14100"/>
          <ac:cxnSpMkLst>
            <pc:docMk/>
            <pc:sldMk cId="1806841782" sldId="1183"/>
            <ac:cxnSpMk id="4126" creationId="{E46FFDE9-592F-6ABA-E851-5E298007442C}"/>
          </ac:cxnSpMkLst>
        </pc:cxnChg>
        <pc:cxnChg chg="add mod">
          <ac:chgData name="Palit, Tapti" userId="dec6fbcd-7598-406a-8cbf-504d4a3bac15" providerId="ADAL" clId="{ECD42228-5B96-4A72-B268-C46DF994E6B7}" dt="2024-02-09T03:03:08.569" v="102899" actId="14100"/>
          <ac:cxnSpMkLst>
            <pc:docMk/>
            <pc:sldMk cId="1806841782" sldId="1183"/>
            <ac:cxnSpMk id="4127" creationId="{501EC5D0-8809-9E5B-969D-955D3796F718}"/>
          </ac:cxnSpMkLst>
        </pc:cxnChg>
        <pc:cxnChg chg="add mod">
          <ac:chgData name="Palit, Tapti" userId="dec6fbcd-7598-406a-8cbf-504d4a3bac15" providerId="ADAL" clId="{ECD42228-5B96-4A72-B268-C46DF994E6B7}" dt="2024-02-09T03:03:08.569" v="102899" actId="14100"/>
          <ac:cxnSpMkLst>
            <pc:docMk/>
            <pc:sldMk cId="1806841782" sldId="1183"/>
            <ac:cxnSpMk id="4128" creationId="{12A7ED28-AC14-A82F-441E-75B91192804E}"/>
          </ac:cxnSpMkLst>
        </pc:cxnChg>
        <pc:cxnChg chg="add mod">
          <ac:chgData name="Palit, Tapti" userId="dec6fbcd-7598-406a-8cbf-504d4a3bac15" providerId="ADAL" clId="{ECD42228-5B96-4A72-B268-C46DF994E6B7}" dt="2024-02-09T03:03:08.569" v="102899" actId="14100"/>
          <ac:cxnSpMkLst>
            <pc:docMk/>
            <pc:sldMk cId="1806841782" sldId="1183"/>
            <ac:cxnSpMk id="4129" creationId="{7A1BD381-FCB8-51E8-CB57-31174038E161}"/>
          </ac:cxnSpMkLst>
        </pc:cxnChg>
        <pc:cxnChg chg="add mod">
          <ac:chgData name="Palit, Tapti" userId="dec6fbcd-7598-406a-8cbf-504d4a3bac15" providerId="ADAL" clId="{ECD42228-5B96-4A72-B268-C46DF994E6B7}" dt="2024-01-31T03:19:38.159" v="96183"/>
          <ac:cxnSpMkLst>
            <pc:docMk/>
            <pc:sldMk cId="1806841782" sldId="1183"/>
            <ac:cxnSpMk id="4149" creationId="{EEF9B8EC-778C-0DDB-E6CD-6D8328057CCA}"/>
          </ac:cxnSpMkLst>
        </pc:cxnChg>
        <pc:cxnChg chg="add mod">
          <ac:chgData name="Palit, Tapti" userId="dec6fbcd-7598-406a-8cbf-504d4a3bac15" providerId="ADAL" clId="{ECD42228-5B96-4A72-B268-C46DF994E6B7}" dt="2024-01-31T03:19:38.159" v="96183"/>
          <ac:cxnSpMkLst>
            <pc:docMk/>
            <pc:sldMk cId="1806841782" sldId="1183"/>
            <ac:cxnSpMk id="4150" creationId="{D2C25D9C-FDAC-B768-CD82-658ADA1B97EB}"/>
          </ac:cxnSpMkLst>
        </pc:cxnChg>
        <pc:cxnChg chg="mod">
          <ac:chgData name="Palit, Tapti" userId="dec6fbcd-7598-406a-8cbf-504d4a3bac15" providerId="ADAL" clId="{ECD42228-5B96-4A72-B268-C46DF994E6B7}" dt="2024-01-31T03:19:38.159" v="96183"/>
          <ac:cxnSpMkLst>
            <pc:docMk/>
            <pc:sldMk cId="1806841782" sldId="1183"/>
            <ac:cxnSpMk id="4156" creationId="{BDC2C299-AA43-D833-A402-4FCA7D3CCB36}"/>
          </ac:cxnSpMkLst>
        </pc:cxnChg>
        <pc:cxnChg chg="mod">
          <ac:chgData name="Palit, Tapti" userId="dec6fbcd-7598-406a-8cbf-504d4a3bac15" providerId="ADAL" clId="{ECD42228-5B96-4A72-B268-C46DF994E6B7}" dt="2024-01-31T03:19:38.159" v="96183"/>
          <ac:cxnSpMkLst>
            <pc:docMk/>
            <pc:sldMk cId="1806841782" sldId="1183"/>
            <ac:cxnSpMk id="4161" creationId="{C177EA6C-4489-9C39-7323-8F6A5C92D904}"/>
          </ac:cxnSpMkLst>
        </pc:cxnChg>
        <pc:cxnChg chg="mod">
          <ac:chgData name="Palit, Tapti" userId="dec6fbcd-7598-406a-8cbf-504d4a3bac15" providerId="ADAL" clId="{ECD42228-5B96-4A72-B268-C46DF994E6B7}" dt="2024-01-31T03:19:38.159" v="96183"/>
          <ac:cxnSpMkLst>
            <pc:docMk/>
            <pc:sldMk cId="1806841782" sldId="1183"/>
            <ac:cxnSpMk id="4165" creationId="{907B479A-A899-0D8B-1949-1BB62694BA6B}"/>
          </ac:cxnSpMkLst>
        </pc:cxnChg>
        <pc:cxnChg chg="add mod">
          <ac:chgData name="Palit, Tapti" userId="dec6fbcd-7598-406a-8cbf-504d4a3bac15" providerId="ADAL" clId="{ECD42228-5B96-4A72-B268-C46DF994E6B7}" dt="2024-02-08T20:48:40.342" v="100717" actId="14100"/>
          <ac:cxnSpMkLst>
            <pc:docMk/>
            <pc:sldMk cId="1806841782" sldId="1183"/>
            <ac:cxnSpMk id="4167" creationId="{BA0F7DF4-159A-2DA5-345C-44CD87DD175E}"/>
          </ac:cxnSpMkLst>
        </pc:cxnChg>
        <pc:cxnChg chg="add mod">
          <ac:chgData name="Palit, Tapti" userId="dec6fbcd-7598-406a-8cbf-504d4a3bac15" providerId="ADAL" clId="{ECD42228-5B96-4A72-B268-C46DF994E6B7}" dt="2024-02-08T20:48:40.342" v="100717" actId="14100"/>
          <ac:cxnSpMkLst>
            <pc:docMk/>
            <pc:sldMk cId="1806841782" sldId="1183"/>
            <ac:cxnSpMk id="4168" creationId="{C8E31C8F-4F14-007C-D248-860EA793FABD}"/>
          </ac:cxnSpMkLst>
        </pc:cxnChg>
        <pc:cxnChg chg="mod">
          <ac:chgData name="Palit, Tapti" userId="dec6fbcd-7598-406a-8cbf-504d4a3bac15" providerId="ADAL" clId="{ECD42228-5B96-4A72-B268-C46DF994E6B7}" dt="2024-02-08T20:48:40.342" v="100717" actId="14100"/>
          <ac:cxnSpMkLst>
            <pc:docMk/>
            <pc:sldMk cId="1806841782" sldId="1183"/>
            <ac:cxnSpMk id="4173" creationId="{734E9522-36B3-0D07-19A9-CD626BEAA744}"/>
          </ac:cxnSpMkLst>
        </pc:cxnChg>
        <pc:cxnChg chg="mod">
          <ac:chgData name="Palit, Tapti" userId="dec6fbcd-7598-406a-8cbf-504d4a3bac15" providerId="ADAL" clId="{ECD42228-5B96-4A72-B268-C46DF994E6B7}" dt="2024-02-08T20:48:40.342" v="100717" actId="14100"/>
          <ac:cxnSpMkLst>
            <pc:docMk/>
            <pc:sldMk cId="1806841782" sldId="1183"/>
            <ac:cxnSpMk id="4177" creationId="{45EE2912-32DD-75EE-AC36-CCE67096BA97}"/>
          </ac:cxnSpMkLst>
        </pc:cxnChg>
        <pc:cxnChg chg="mod">
          <ac:chgData name="Palit, Tapti" userId="dec6fbcd-7598-406a-8cbf-504d4a3bac15" providerId="ADAL" clId="{ECD42228-5B96-4A72-B268-C46DF994E6B7}" dt="2024-02-08T20:48:40.342" v="100717" actId="14100"/>
          <ac:cxnSpMkLst>
            <pc:docMk/>
            <pc:sldMk cId="1806841782" sldId="1183"/>
            <ac:cxnSpMk id="4181" creationId="{49DD1FB0-83A0-CAEB-09C7-1474D67D37FA}"/>
          </ac:cxnSpMkLst>
        </pc:cxnChg>
        <pc:cxnChg chg="add mod">
          <ac:chgData name="Palit, Tapti" userId="dec6fbcd-7598-406a-8cbf-504d4a3bac15" providerId="ADAL" clId="{ECD42228-5B96-4A72-B268-C46DF994E6B7}" dt="2024-02-08T20:48:40.342" v="100717" actId="14100"/>
          <ac:cxnSpMkLst>
            <pc:docMk/>
            <pc:sldMk cId="1806841782" sldId="1183"/>
            <ac:cxnSpMk id="4190" creationId="{21DD4F5E-EF9C-D12A-4AA5-A824559078FB}"/>
          </ac:cxnSpMkLst>
        </pc:cxnChg>
      </pc:sldChg>
      <pc:sldChg chg="modSp add del mod">
        <pc:chgData name="Palit, Tapti" userId="dec6fbcd-7598-406a-8cbf-504d4a3bac15" providerId="ADAL" clId="{ECD42228-5B96-4A72-B268-C46DF994E6B7}" dt="2024-01-31T02:12:40.289" v="95612" actId="47"/>
        <pc:sldMkLst>
          <pc:docMk/>
          <pc:sldMk cId="3352344418" sldId="1183"/>
        </pc:sldMkLst>
        <pc:spChg chg="mod">
          <ac:chgData name="Palit, Tapti" userId="dec6fbcd-7598-406a-8cbf-504d4a3bac15" providerId="ADAL" clId="{ECD42228-5B96-4A72-B268-C46DF994E6B7}" dt="2024-01-31T02:03:27.565" v="95450" actId="20577"/>
          <ac:spMkLst>
            <pc:docMk/>
            <pc:sldMk cId="3352344418" sldId="1183"/>
            <ac:spMk id="2" creationId="{B0DF2977-6775-429C-D500-B91287C852C7}"/>
          </ac:spMkLst>
        </pc:spChg>
      </pc:sldChg>
      <pc:sldChg chg="modSp add del mod">
        <pc:chgData name="Palit, Tapti" userId="dec6fbcd-7598-406a-8cbf-504d4a3bac15" providerId="ADAL" clId="{ECD42228-5B96-4A72-B268-C46DF994E6B7}" dt="2024-01-30T19:29:01.568" v="94375" actId="47"/>
        <pc:sldMkLst>
          <pc:docMk/>
          <pc:sldMk cId="3569979917" sldId="1183"/>
        </pc:sldMkLst>
        <pc:spChg chg="mod">
          <ac:chgData name="Palit, Tapti" userId="dec6fbcd-7598-406a-8cbf-504d4a3bac15" providerId="ADAL" clId="{ECD42228-5B96-4A72-B268-C46DF994E6B7}" dt="2024-01-30T19:28:54.096" v="94374" actId="6549"/>
          <ac:spMkLst>
            <pc:docMk/>
            <pc:sldMk cId="3569979917" sldId="1183"/>
            <ac:spMk id="2" creationId="{C3433336-0953-E90B-9EBD-EFEF4D9466D0}"/>
          </ac:spMkLst>
        </pc:spChg>
        <pc:spChg chg="mod">
          <ac:chgData name="Palit, Tapti" userId="dec6fbcd-7598-406a-8cbf-504d4a3bac15" providerId="ADAL" clId="{ECD42228-5B96-4A72-B268-C46DF994E6B7}" dt="2024-01-30T19:28:49.471" v="94373" actId="20577"/>
          <ac:spMkLst>
            <pc:docMk/>
            <pc:sldMk cId="3569979917" sldId="1183"/>
            <ac:spMk id="3" creationId="{E2C3A34B-F163-9357-03D8-C2EA10E2E08D}"/>
          </ac:spMkLst>
        </pc:spChg>
      </pc:sldChg>
      <pc:sldChg chg="add del">
        <pc:chgData name="Palit, Tapti" userId="dec6fbcd-7598-406a-8cbf-504d4a3bac15" providerId="ADAL" clId="{ECD42228-5B96-4A72-B268-C46DF994E6B7}" dt="2024-01-30T16:49:21.983" v="93011" actId="47"/>
        <pc:sldMkLst>
          <pc:docMk/>
          <pc:sldMk cId="3623356780" sldId="1183"/>
        </pc:sldMkLst>
      </pc:sldChg>
      <pc:sldChg chg="addSp modSp add del">
        <pc:chgData name="Palit, Tapti" userId="dec6fbcd-7598-406a-8cbf-504d4a3bac15" providerId="ADAL" clId="{ECD42228-5B96-4A72-B268-C46DF994E6B7}" dt="2024-01-31T03:19:55.754" v="96192" actId="2890"/>
        <pc:sldMkLst>
          <pc:docMk/>
          <pc:sldMk cId="1516094971" sldId="1184"/>
        </pc:sldMkLst>
        <pc:spChg chg="add mod">
          <ac:chgData name="Palit, Tapti" userId="dec6fbcd-7598-406a-8cbf-504d4a3bac15" providerId="ADAL" clId="{ECD42228-5B96-4A72-B268-C46DF994E6B7}" dt="2024-01-31T03:19:52.599" v="96191"/>
          <ac:spMkLst>
            <pc:docMk/>
            <pc:sldMk cId="1516094971" sldId="1184"/>
            <ac:spMk id="2" creationId="{332991A2-E25F-6A39-ED2A-7F5EDDFD5D5A}"/>
          </ac:spMkLst>
        </pc:spChg>
        <pc:spChg chg="add mod">
          <ac:chgData name="Palit, Tapti" userId="dec6fbcd-7598-406a-8cbf-504d4a3bac15" providerId="ADAL" clId="{ECD42228-5B96-4A72-B268-C46DF994E6B7}" dt="2024-01-31T03:19:52.599" v="96191"/>
          <ac:spMkLst>
            <pc:docMk/>
            <pc:sldMk cId="1516094971" sldId="1184"/>
            <ac:spMk id="5" creationId="{2C176C41-2B1A-71B4-A355-DA2E908F7558}"/>
          </ac:spMkLst>
        </pc:spChg>
        <pc:spChg chg="add mod">
          <ac:chgData name="Palit, Tapti" userId="dec6fbcd-7598-406a-8cbf-504d4a3bac15" providerId="ADAL" clId="{ECD42228-5B96-4A72-B268-C46DF994E6B7}" dt="2024-01-31T03:19:52.599" v="96191"/>
          <ac:spMkLst>
            <pc:docMk/>
            <pc:sldMk cId="1516094971" sldId="1184"/>
            <ac:spMk id="8" creationId="{C64C4254-8DB9-5EB7-06E8-A46213482932}"/>
          </ac:spMkLst>
        </pc:spChg>
        <pc:spChg chg="mod">
          <ac:chgData name="Palit, Tapti" userId="dec6fbcd-7598-406a-8cbf-504d4a3bac15" providerId="ADAL" clId="{ECD42228-5B96-4A72-B268-C46DF994E6B7}" dt="2024-01-31T03:19:52.599" v="96191"/>
          <ac:spMkLst>
            <pc:docMk/>
            <pc:sldMk cId="1516094971" sldId="1184"/>
            <ac:spMk id="10" creationId="{B8971179-C5DE-6E83-8DA2-15967F8388AB}"/>
          </ac:spMkLst>
        </pc:spChg>
        <pc:spChg chg="mod">
          <ac:chgData name="Palit, Tapti" userId="dec6fbcd-7598-406a-8cbf-504d4a3bac15" providerId="ADAL" clId="{ECD42228-5B96-4A72-B268-C46DF994E6B7}" dt="2024-01-31T03:19:52.599" v="96191"/>
          <ac:spMkLst>
            <pc:docMk/>
            <pc:sldMk cId="1516094971" sldId="1184"/>
            <ac:spMk id="11" creationId="{67B10C4C-65FF-8EBA-CE0F-149B54C979F9}"/>
          </ac:spMkLst>
        </pc:spChg>
        <pc:spChg chg="mod">
          <ac:chgData name="Palit, Tapti" userId="dec6fbcd-7598-406a-8cbf-504d4a3bac15" providerId="ADAL" clId="{ECD42228-5B96-4A72-B268-C46DF994E6B7}" dt="2024-01-31T03:19:52.599" v="96191"/>
          <ac:spMkLst>
            <pc:docMk/>
            <pc:sldMk cId="1516094971" sldId="1184"/>
            <ac:spMk id="12" creationId="{3F7D09D7-438B-CC78-BC6B-C1139526AA71}"/>
          </ac:spMkLst>
        </pc:spChg>
        <pc:spChg chg="mod">
          <ac:chgData name="Palit, Tapti" userId="dec6fbcd-7598-406a-8cbf-504d4a3bac15" providerId="ADAL" clId="{ECD42228-5B96-4A72-B268-C46DF994E6B7}" dt="2024-01-31T03:19:52.599" v="96191"/>
          <ac:spMkLst>
            <pc:docMk/>
            <pc:sldMk cId="1516094971" sldId="1184"/>
            <ac:spMk id="14" creationId="{7E225A93-80FE-7E9B-F1A1-687B444B2940}"/>
          </ac:spMkLst>
        </pc:spChg>
        <pc:spChg chg="mod">
          <ac:chgData name="Palit, Tapti" userId="dec6fbcd-7598-406a-8cbf-504d4a3bac15" providerId="ADAL" clId="{ECD42228-5B96-4A72-B268-C46DF994E6B7}" dt="2024-01-31T03:19:52.599" v="96191"/>
          <ac:spMkLst>
            <pc:docMk/>
            <pc:sldMk cId="1516094971" sldId="1184"/>
            <ac:spMk id="17" creationId="{6153E66C-B7CB-1924-1820-2552DCA6B226}"/>
          </ac:spMkLst>
        </pc:spChg>
        <pc:spChg chg="mod">
          <ac:chgData name="Palit, Tapti" userId="dec6fbcd-7598-406a-8cbf-504d4a3bac15" providerId="ADAL" clId="{ECD42228-5B96-4A72-B268-C46DF994E6B7}" dt="2024-01-31T03:19:52.599" v="96191"/>
          <ac:spMkLst>
            <pc:docMk/>
            <pc:sldMk cId="1516094971" sldId="1184"/>
            <ac:spMk id="19" creationId="{1825F5E0-95A2-5B00-9727-27BEF83D9E00}"/>
          </ac:spMkLst>
        </pc:spChg>
        <pc:spChg chg="mod">
          <ac:chgData name="Palit, Tapti" userId="dec6fbcd-7598-406a-8cbf-504d4a3bac15" providerId="ADAL" clId="{ECD42228-5B96-4A72-B268-C46DF994E6B7}" dt="2024-01-31T03:19:52.599" v="96191"/>
          <ac:spMkLst>
            <pc:docMk/>
            <pc:sldMk cId="1516094971" sldId="1184"/>
            <ac:spMk id="20" creationId="{A4367BDF-C73C-3FDC-3534-7D30B7D334B0}"/>
          </ac:spMkLst>
        </pc:spChg>
        <pc:spChg chg="mod">
          <ac:chgData name="Palit, Tapti" userId="dec6fbcd-7598-406a-8cbf-504d4a3bac15" providerId="ADAL" clId="{ECD42228-5B96-4A72-B268-C46DF994E6B7}" dt="2024-01-31T03:19:52.599" v="96191"/>
          <ac:spMkLst>
            <pc:docMk/>
            <pc:sldMk cId="1516094971" sldId="1184"/>
            <ac:spMk id="21" creationId="{017B6C03-3404-A50A-8265-53F18A5BBA31}"/>
          </ac:spMkLst>
        </pc:spChg>
        <pc:grpChg chg="add mod">
          <ac:chgData name="Palit, Tapti" userId="dec6fbcd-7598-406a-8cbf-504d4a3bac15" providerId="ADAL" clId="{ECD42228-5B96-4A72-B268-C46DF994E6B7}" dt="2024-01-31T03:19:52.599" v="96191"/>
          <ac:grpSpMkLst>
            <pc:docMk/>
            <pc:sldMk cId="1516094971" sldId="1184"/>
            <ac:grpSpMk id="9" creationId="{475EC516-CB61-7723-A0E5-99B6BFC29147}"/>
          </ac:grpSpMkLst>
        </pc:grpChg>
        <pc:grpChg chg="add mod">
          <ac:chgData name="Palit, Tapti" userId="dec6fbcd-7598-406a-8cbf-504d4a3bac15" providerId="ADAL" clId="{ECD42228-5B96-4A72-B268-C46DF994E6B7}" dt="2024-01-31T03:19:52.599" v="96191"/>
          <ac:grpSpMkLst>
            <pc:docMk/>
            <pc:sldMk cId="1516094971" sldId="1184"/>
            <ac:grpSpMk id="15" creationId="{18964AD1-B742-D7F5-5C58-53A39E5475AC}"/>
          </ac:grpSpMkLst>
        </pc:grpChg>
        <pc:grpChg chg="mod">
          <ac:chgData name="Palit, Tapti" userId="dec6fbcd-7598-406a-8cbf-504d4a3bac15" providerId="ADAL" clId="{ECD42228-5B96-4A72-B268-C46DF994E6B7}" dt="2024-01-31T03:19:52.599" v="96191"/>
          <ac:grpSpMkLst>
            <pc:docMk/>
            <pc:sldMk cId="1516094971" sldId="1184"/>
            <ac:grpSpMk id="16" creationId="{FEC9157F-283E-2F62-03A6-2C7913F48F4F}"/>
          </ac:grpSpMkLst>
        </pc:grpChg>
        <pc:cxnChg chg="add mod">
          <ac:chgData name="Palit, Tapti" userId="dec6fbcd-7598-406a-8cbf-504d4a3bac15" providerId="ADAL" clId="{ECD42228-5B96-4A72-B268-C46DF994E6B7}" dt="2024-01-31T03:19:52.599" v="96191"/>
          <ac:cxnSpMkLst>
            <pc:docMk/>
            <pc:sldMk cId="1516094971" sldId="1184"/>
            <ac:cxnSpMk id="6" creationId="{45DC0267-F9F5-322B-F4B3-C5D434154153}"/>
          </ac:cxnSpMkLst>
        </pc:cxnChg>
        <pc:cxnChg chg="add mod">
          <ac:chgData name="Palit, Tapti" userId="dec6fbcd-7598-406a-8cbf-504d4a3bac15" providerId="ADAL" clId="{ECD42228-5B96-4A72-B268-C46DF994E6B7}" dt="2024-01-31T03:19:52.599" v="96191"/>
          <ac:cxnSpMkLst>
            <pc:docMk/>
            <pc:sldMk cId="1516094971" sldId="1184"/>
            <ac:cxnSpMk id="7" creationId="{687B13CB-515C-F425-4234-99FD806A5578}"/>
          </ac:cxnSpMkLst>
        </pc:cxnChg>
        <pc:cxnChg chg="mod">
          <ac:chgData name="Palit, Tapti" userId="dec6fbcd-7598-406a-8cbf-504d4a3bac15" providerId="ADAL" clId="{ECD42228-5B96-4A72-B268-C46DF994E6B7}" dt="2024-01-31T03:19:52.599" v="96191"/>
          <ac:cxnSpMkLst>
            <pc:docMk/>
            <pc:sldMk cId="1516094971" sldId="1184"/>
            <ac:cxnSpMk id="13" creationId="{14406B79-70D2-1D8D-E962-20E40BDCB4ED}"/>
          </ac:cxnSpMkLst>
        </pc:cxnChg>
        <pc:cxnChg chg="mod">
          <ac:chgData name="Palit, Tapti" userId="dec6fbcd-7598-406a-8cbf-504d4a3bac15" providerId="ADAL" clId="{ECD42228-5B96-4A72-B268-C46DF994E6B7}" dt="2024-01-31T03:19:52.599" v="96191"/>
          <ac:cxnSpMkLst>
            <pc:docMk/>
            <pc:sldMk cId="1516094971" sldId="1184"/>
            <ac:cxnSpMk id="18" creationId="{F9CD5393-9E8F-0DCB-4BA1-D44A96C22DB0}"/>
          </ac:cxnSpMkLst>
        </pc:cxnChg>
        <pc:cxnChg chg="mod">
          <ac:chgData name="Palit, Tapti" userId="dec6fbcd-7598-406a-8cbf-504d4a3bac15" providerId="ADAL" clId="{ECD42228-5B96-4A72-B268-C46DF994E6B7}" dt="2024-01-31T03:19:52.599" v="96191"/>
          <ac:cxnSpMkLst>
            <pc:docMk/>
            <pc:sldMk cId="1516094971" sldId="1184"/>
            <ac:cxnSpMk id="22" creationId="{298904BD-3AD8-CA0D-3894-63D565FE11CB}"/>
          </ac:cxnSpMkLst>
        </pc:cxnChg>
      </pc:sldChg>
      <pc:sldChg chg="addSp delSp modSp new mod">
        <pc:chgData name="Palit, Tapti" userId="dec6fbcd-7598-406a-8cbf-504d4a3bac15" providerId="ADAL" clId="{ECD42228-5B96-4A72-B268-C46DF994E6B7}" dt="2024-01-31T03:22:56.834" v="96245" actId="21"/>
        <pc:sldMkLst>
          <pc:docMk/>
          <pc:sldMk cId="4147658582" sldId="1184"/>
        </pc:sldMkLst>
        <pc:spChg chg="del">
          <ac:chgData name="Palit, Tapti" userId="dec6fbcd-7598-406a-8cbf-504d4a3bac15" providerId="ADAL" clId="{ECD42228-5B96-4A72-B268-C46DF994E6B7}" dt="2024-01-31T03:20:01.840" v="96194" actId="478"/>
          <ac:spMkLst>
            <pc:docMk/>
            <pc:sldMk cId="4147658582" sldId="1184"/>
            <ac:spMk id="2" creationId="{4C1FD961-944F-B2D1-3E6F-D4FE60C4C96A}"/>
          </ac:spMkLst>
        </pc:spChg>
        <pc:spChg chg="add del mod">
          <ac:chgData name="Palit, Tapti" userId="dec6fbcd-7598-406a-8cbf-504d4a3bac15" providerId="ADAL" clId="{ECD42228-5B96-4A72-B268-C46DF994E6B7}" dt="2024-01-31T03:22:21.619" v="96239" actId="478"/>
          <ac:spMkLst>
            <pc:docMk/>
            <pc:sldMk cId="4147658582" sldId="1184"/>
            <ac:spMk id="5" creationId="{8013315A-9635-D5FD-386D-60246F328ED6}"/>
          </ac:spMkLst>
        </pc:spChg>
        <pc:spChg chg="add del mod">
          <ac:chgData name="Palit, Tapti" userId="dec6fbcd-7598-406a-8cbf-504d4a3bac15" providerId="ADAL" clId="{ECD42228-5B96-4A72-B268-C46DF994E6B7}" dt="2024-01-31T03:22:56.834" v="96245" actId="21"/>
          <ac:spMkLst>
            <pc:docMk/>
            <pc:sldMk cId="4147658582" sldId="1184"/>
            <ac:spMk id="6" creationId="{5A412095-8CC2-319C-2DA7-1578C1AF6292}"/>
          </ac:spMkLst>
        </pc:spChg>
        <pc:spChg chg="add del mod">
          <ac:chgData name="Palit, Tapti" userId="dec6fbcd-7598-406a-8cbf-504d4a3bac15" providerId="ADAL" clId="{ECD42228-5B96-4A72-B268-C46DF994E6B7}" dt="2024-01-31T03:22:52.623" v="96244" actId="478"/>
          <ac:spMkLst>
            <pc:docMk/>
            <pc:sldMk cId="4147658582" sldId="1184"/>
            <ac:spMk id="9" creationId="{336C4B22-3847-7865-3492-F641B5FC82A7}"/>
          </ac:spMkLst>
        </pc:spChg>
        <pc:spChg chg="mod">
          <ac:chgData name="Palit, Tapti" userId="dec6fbcd-7598-406a-8cbf-504d4a3bac15" providerId="ADAL" clId="{ECD42228-5B96-4A72-B268-C46DF994E6B7}" dt="2024-01-31T03:21:28.691" v="96225" actId="14100"/>
          <ac:spMkLst>
            <pc:docMk/>
            <pc:sldMk cId="4147658582" sldId="1184"/>
            <ac:spMk id="11" creationId="{C9886057-8588-86E0-7AE3-E440D3246225}"/>
          </ac:spMkLst>
        </pc:spChg>
        <pc:spChg chg="mod">
          <ac:chgData name="Palit, Tapti" userId="dec6fbcd-7598-406a-8cbf-504d4a3bac15" providerId="ADAL" clId="{ECD42228-5B96-4A72-B268-C46DF994E6B7}" dt="2024-01-31T03:21:20.333" v="96223" actId="1076"/>
          <ac:spMkLst>
            <pc:docMk/>
            <pc:sldMk cId="4147658582" sldId="1184"/>
            <ac:spMk id="12" creationId="{BED3A421-D0C0-8B11-DD92-F5200AB99BA5}"/>
          </ac:spMkLst>
        </pc:spChg>
        <pc:spChg chg="mod">
          <ac:chgData name="Palit, Tapti" userId="dec6fbcd-7598-406a-8cbf-504d4a3bac15" providerId="ADAL" clId="{ECD42228-5B96-4A72-B268-C46DF994E6B7}" dt="2024-01-31T03:21:04.246" v="96219" actId="14100"/>
          <ac:spMkLst>
            <pc:docMk/>
            <pc:sldMk cId="4147658582" sldId="1184"/>
            <ac:spMk id="13" creationId="{5304FC47-0EEA-0044-D9ED-9A1431A6681D}"/>
          </ac:spMkLst>
        </pc:spChg>
        <pc:spChg chg="del mod">
          <ac:chgData name="Palit, Tapti" userId="dec6fbcd-7598-406a-8cbf-504d4a3bac15" providerId="ADAL" clId="{ECD42228-5B96-4A72-B268-C46DF994E6B7}" dt="2024-01-31T03:20:57.391" v="96218" actId="478"/>
          <ac:spMkLst>
            <pc:docMk/>
            <pc:sldMk cId="4147658582" sldId="1184"/>
            <ac:spMk id="15" creationId="{981CC681-F90D-19D8-1B28-3A26C20CAA83}"/>
          </ac:spMkLst>
        </pc:spChg>
        <pc:spChg chg="mod">
          <ac:chgData name="Palit, Tapti" userId="dec6fbcd-7598-406a-8cbf-504d4a3bac15" providerId="ADAL" clId="{ECD42228-5B96-4A72-B268-C46DF994E6B7}" dt="2024-01-31T03:21:43.476" v="96229" actId="1076"/>
          <ac:spMkLst>
            <pc:docMk/>
            <pc:sldMk cId="4147658582" sldId="1184"/>
            <ac:spMk id="18" creationId="{EC9537C0-723A-AA27-2B3E-CFB4E3A13057}"/>
          </ac:spMkLst>
        </pc:spChg>
        <pc:spChg chg="mod">
          <ac:chgData name="Palit, Tapti" userId="dec6fbcd-7598-406a-8cbf-504d4a3bac15" providerId="ADAL" clId="{ECD42228-5B96-4A72-B268-C46DF994E6B7}" dt="2024-01-31T03:22:02.581" v="96234" actId="14100"/>
          <ac:spMkLst>
            <pc:docMk/>
            <pc:sldMk cId="4147658582" sldId="1184"/>
            <ac:spMk id="20" creationId="{8D91F512-2C05-A3A5-2127-9CD227D6A2B4}"/>
          </ac:spMkLst>
        </pc:spChg>
        <pc:spChg chg="mod">
          <ac:chgData name="Palit, Tapti" userId="dec6fbcd-7598-406a-8cbf-504d4a3bac15" providerId="ADAL" clId="{ECD42228-5B96-4A72-B268-C46DF994E6B7}" dt="2024-01-31T03:21:40.815" v="96228" actId="1076"/>
          <ac:spMkLst>
            <pc:docMk/>
            <pc:sldMk cId="4147658582" sldId="1184"/>
            <ac:spMk id="21" creationId="{AAC24658-CEBA-4C23-1506-48B299846FB0}"/>
          </ac:spMkLst>
        </pc:spChg>
        <pc:spChg chg="mod">
          <ac:chgData name="Palit, Tapti" userId="dec6fbcd-7598-406a-8cbf-504d4a3bac15" providerId="ADAL" clId="{ECD42228-5B96-4A72-B268-C46DF994E6B7}" dt="2024-01-31T03:21:08.038" v="96220" actId="14100"/>
          <ac:spMkLst>
            <pc:docMk/>
            <pc:sldMk cId="4147658582" sldId="1184"/>
            <ac:spMk id="22" creationId="{E928792D-9766-4878-0ECC-1DB61CD55632}"/>
          </ac:spMkLst>
        </pc:spChg>
        <pc:grpChg chg="add del mod">
          <ac:chgData name="Palit, Tapti" userId="dec6fbcd-7598-406a-8cbf-504d4a3bac15" providerId="ADAL" clId="{ECD42228-5B96-4A72-B268-C46DF994E6B7}" dt="2024-01-31T03:22:56.834" v="96245" actId="21"/>
          <ac:grpSpMkLst>
            <pc:docMk/>
            <pc:sldMk cId="4147658582" sldId="1184"/>
            <ac:grpSpMk id="10" creationId="{3FBCE1FD-F3F3-EB0B-850A-CFBDB82419DA}"/>
          </ac:grpSpMkLst>
        </pc:grpChg>
        <pc:grpChg chg="add del mod">
          <ac:chgData name="Palit, Tapti" userId="dec6fbcd-7598-406a-8cbf-504d4a3bac15" providerId="ADAL" clId="{ECD42228-5B96-4A72-B268-C46DF994E6B7}" dt="2024-01-31T03:22:56.834" v="96245" actId="21"/>
          <ac:grpSpMkLst>
            <pc:docMk/>
            <pc:sldMk cId="4147658582" sldId="1184"/>
            <ac:grpSpMk id="16" creationId="{C039DC35-178B-3F02-3AEC-BAC523F849F3}"/>
          </ac:grpSpMkLst>
        </pc:grpChg>
        <pc:grpChg chg="mod">
          <ac:chgData name="Palit, Tapti" userId="dec6fbcd-7598-406a-8cbf-504d4a3bac15" providerId="ADAL" clId="{ECD42228-5B96-4A72-B268-C46DF994E6B7}" dt="2024-01-31T03:20:02.296" v="96195"/>
          <ac:grpSpMkLst>
            <pc:docMk/>
            <pc:sldMk cId="4147658582" sldId="1184"/>
            <ac:grpSpMk id="17" creationId="{3C838660-1E6E-207D-A5CE-7136AD3E0AED}"/>
          </ac:grpSpMkLst>
        </pc:grpChg>
        <pc:picChg chg="add del mod">
          <ac:chgData name="Palit, Tapti" userId="dec6fbcd-7598-406a-8cbf-504d4a3bac15" providerId="ADAL" clId="{ECD42228-5B96-4A72-B268-C46DF994E6B7}" dt="2024-01-31T03:22:56.834" v="96245" actId="21"/>
          <ac:picMkLst>
            <pc:docMk/>
            <pc:sldMk cId="4147658582" sldId="1184"/>
            <ac:picMk id="5122" creationId="{E033299F-905C-18E1-825A-C97CBA773E2F}"/>
          </ac:picMkLst>
        </pc:picChg>
        <pc:cxnChg chg="add del mod">
          <ac:chgData name="Palit, Tapti" userId="dec6fbcd-7598-406a-8cbf-504d4a3bac15" providerId="ADAL" clId="{ECD42228-5B96-4A72-B268-C46DF994E6B7}" dt="2024-01-31T03:22:56.834" v="96245" actId="21"/>
          <ac:cxnSpMkLst>
            <pc:docMk/>
            <pc:sldMk cId="4147658582" sldId="1184"/>
            <ac:cxnSpMk id="7" creationId="{BA0F7DF4-159A-2DA5-345C-44CD87DD175E}"/>
          </ac:cxnSpMkLst>
        </pc:cxnChg>
        <pc:cxnChg chg="add del mod">
          <ac:chgData name="Palit, Tapti" userId="dec6fbcd-7598-406a-8cbf-504d4a3bac15" providerId="ADAL" clId="{ECD42228-5B96-4A72-B268-C46DF994E6B7}" dt="2024-01-31T03:22:56.834" v="96245" actId="21"/>
          <ac:cxnSpMkLst>
            <pc:docMk/>
            <pc:sldMk cId="4147658582" sldId="1184"/>
            <ac:cxnSpMk id="8" creationId="{C8E31C8F-4F14-007C-D248-860EA793FABD}"/>
          </ac:cxnSpMkLst>
        </pc:cxnChg>
        <pc:cxnChg chg="mod">
          <ac:chgData name="Palit, Tapti" userId="dec6fbcd-7598-406a-8cbf-504d4a3bac15" providerId="ADAL" clId="{ECD42228-5B96-4A72-B268-C46DF994E6B7}" dt="2024-01-31T03:21:20.333" v="96223" actId="1076"/>
          <ac:cxnSpMkLst>
            <pc:docMk/>
            <pc:sldMk cId="4147658582" sldId="1184"/>
            <ac:cxnSpMk id="14" creationId="{734E9522-36B3-0D07-19A9-CD626BEAA744}"/>
          </ac:cxnSpMkLst>
        </pc:cxnChg>
        <pc:cxnChg chg="mod">
          <ac:chgData name="Palit, Tapti" userId="dec6fbcd-7598-406a-8cbf-504d4a3bac15" providerId="ADAL" clId="{ECD42228-5B96-4A72-B268-C46DF994E6B7}" dt="2024-01-31T03:21:43.476" v="96229" actId="1076"/>
          <ac:cxnSpMkLst>
            <pc:docMk/>
            <pc:sldMk cId="4147658582" sldId="1184"/>
            <ac:cxnSpMk id="19" creationId="{45EE2912-32DD-75EE-AC36-CCE67096BA97}"/>
          </ac:cxnSpMkLst>
        </pc:cxnChg>
        <pc:cxnChg chg="mod">
          <ac:chgData name="Palit, Tapti" userId="dec6fbcd-7598-406a-8cbf-504d4a3bac15" providerId="ADAL" clId="{ECD42228-5B96-4A72-B268-C46DF994E6B7}" dt="2024-01-31T03:21:40.815" v="96228" actId="1076"/>
          <ac:cxnSpMkLst>
            <pc:docMk/>
            <pc:sldMk cId="4147658582" sldId="1184"/>
            <ac:cxnSpMk id="23" creationId="{49DD1FB0-83A0-CAEB-09C7-1474D67D37FA}"/>
          </ac:cxnSpMkLst>
        </pc:cxnChg>
      </pc:sldChg>
      <pc:sldChg chg="modSp mod modNotesTx">
        <pc:chgData name="Palit, Tapti" userId="dec6fbcd-7598-406a-8cbf-504d4a3bac15" providerId="ADAL" clId="{ECD42228-5B96-4A72-B268-C46DF994E6B7}" dt="2024-02-13T13:14:14.822" v="115794" actId="20577"/>
        <pc:sldMkLst>
          <pc:docMk/>
          <pc:sldMk cId="1970989127" sldId="1188"/>
        </pc:sldMkLst>
        <pc:spChg chg="mod">
          <ac:chgData name="Palit, Tapti" userId="dec6fbcd-7598-406a-8cbf-504d4a3bac15" providerId="ADAL" clId="{ECD42228-5B96-4A72-B268-C46DF994E6B7}" dt="2024-02-07T01:47:42.473" v="99064" actId="20577"/>
          <ac:spMkLst>
            <pc:docMk/>
            <pc:sldMk cId="1970989127" sldId="1188"/>
            <ac:spMk id="6" creationId="{27130B30-B222-C580-5B6E-3EAD98432401}"/>
          </ac:spMkLst>
        </pc:spChg>
      </pc:sldChg>
      <pc:sldChg chg="addSp delSp modSp mod delAnim modAnim addCm delCm modCm modNotesTx">
        <pc:chgData name="Palit, Tapti" userId="dec6fbcd-7598-406a-8cbf-504d4a3bac15" providerId="ADAL" clId="{ECD42228-5B96-4A72-B268-C46DF994E6B7}" dt="2024-02-11T20:05:07.445" v="112333" actId="14826"/>
        <pc:sldMkLst>
          <pc:docMk/>
          <pc:sldMk cId="2183783552" sldId="1192"/>
        </pc:sldMkLst>
        <pc:spChg chg="del mod">
          <ac:chgData name="Palit, Tapti" userId="dec6fbcd-7598-406a-8cbf-504d4a3bac15" providerId="ADAL" clId="{ECD42228-5B96-4A72-B268-C46DF994E6B7}" dt="2024-02-09T03:08:56.006" v="102998" actId="478"/>
          <ac:spMkLst>
            <pc:docMk/>
            <pc:sldMk cId="2183783552" sldId="1192"/>
            <ac:spMk id="6" creationId="{D854FC9E-93FF-EB26-F45B-F7E5AE253FCA}"/>
          </ac:spMkLst>
        </pc:spChg>
        <pc:spChg chg="del mod">
          <ac:chgData name="Palit, Tapti" userId="dec6fbcd-7598-406a-8cbf-504d4a3bac15" providerId="ADAL" clId="{ECD42228-5B96-4A72-B268-C46DF994E6B7}" dt="2024-02-08T22:20:33.114" v="101018" actId="478"/>
          <ac:spMkLst>
            <pc:docMk/>
            <pc:sldMk cId="2183783552" sldId="1192"/>
            <ac:spMk id="7" creationId="{83086D1F-06D1-25F7-4473-DDFB674F3FBE}"/>
          </ac:spMkLst>
        </pc:spChg>
        <pc:spChg chg="add del mod">
          <ac:chgData name="Palit, Tapti" userId="dec6fbcd-7598-406a-8cbf-504d4a3bac15" providerId="ADAL" clId="{ECD42228-5B96-4A72-B268-C46DF994E6B7}" dt="2024-02-09T03:08:56.006" v="102998" actId="478"/>
          <ac:spMkLst>
            <pc:docMk/>
            <pc:sldMk cId="2183783552" sldId="1192"/>
            <ac:spMk id="12" creationId="{0B4F011C-89FD-6879-F3B3-FF6B664B159E}"/>
          </ac:spMkLst>
        </pc:spChg>
        <pc:spChg chg="add del mod">
          <ac:chgData name="Palit, Tapti" userId="dec6fbcd-7598-406a-8cbf-504d4a3bac15" providerId="ADAL" clId="{ECD42228-5B96-4A72-B268-C46DF994E6B7}" dt="2024-02-09T03:12:16.443" v="103059" actId="478"/>
          <ac:spMkLst>
            <pc:docMk/>
            <pc:sldMk cId="2183783552" sldId="1192"/>
            <ac:spMk id="13" creationId="{4233C756-4F3A-623B-6588-27B3858D2A54}"/>
          </ac:spMkLst>
        </pc:spChg>
        <pc:spChg chg="del mod">
          <ac:chgData name="Palit, Tapti" userId="dec6fbcd-7598-406a-8cbf-504d4a3bac15" providerId="ADAL" clId="{ECD42228-5B96-4A72-B268-C46DF994E6B7}" dt="2024-02-09T03:09:46.706" v="103016" actId="478"/>
          <ac:spMkLst>
            <pc:docMk/>
            <pc:sldMk cId="2183783552" sldId="1192"/>
            <ac:spMk id="14" creationId="{50C36D76-258C-E85D-CE5E-75FE91D4FD12}"/>
          </ac:spMkLst>
        </pc:spChg>
        <pc:spChg chg="add mod">
          <ac:chgData name="Palit, Tapti" userId="dec6fbcd-7598-406a-8cbf-504d4a3bac15" providerId="ADAL" clId="{ECD42228-5B96-4A72-B268-C46DF994E6B7}" dt="2024-02-09T03:09:46.706" v="103016" actId="478"/>
          <ac:spMkLst>
            <pc:docMk/>
            <pc:sldMk cId="2183783552" sldId="1192"/>
            <ac:spMk id="17" creationId="{2F78BB6D-3A96-1F51-7325-1CE0F261DD0C}"/>
          </ac:spMkLst>
        </pc:spChg>
        <pc:spChg chg="add del mod">
          <ac:chgData name="Palit, Tapti" userId="dec6fbcd-7598-406a-8cbf-504d4a3bac15" providerId="ADAL" clId="{ECD42228-5B96-4A72-B268-C46DF994E6B7}" dt="2024-02-09T03:12:09.848" v="103056" actId="478"/>
          <ac:spMkLst>
            <pc:docMk/>
            <pc:sldMk cId="2183783552" sldId="1192"/>
            <ac:spMk id="19" creationId="{983211FA-6BD4-21DA-28A7-E0DCCFD08DC0}"/>
          </ac:spMkLst>
        </pc:spChg>
        <pc:spChg chg="add mod">
          <ac:chgData name="Palit, Tapti" userId="dec6fbcd-7598-406a-8cbf-504d4a3bac15" providerId="ADAL" clId="{ECD42228-5B96-4A72-B268-C46DF994E6B7}" dt="2024-02-09T03:10:52.158" v="103051" actId="164"/>
          <ac:spMkLst>
            <pc:docMk/>
            <pc:sldMk cId="2183783552" sldId="1192"/>
            <ac:spMk id="20" creationId="{F4B733E9-BF7C-6A59-4DD7-8946F62ABA36}"/>
          </ac:spMkLst>
        </pc:spChg>
        <pc:spChg chg="add mod">
          <ac:chgData name="Palit, Tapti" userId="dec6fbcd-7598-406a-8cbf-504d4a3bac15" providerId="ADAL" clId="{ECD42228-5B96-4A72-B268-C46DF994E6B7}" dt="2024-02-09T03:10:52.158" v="103051" actId="164"/>
          <ac:spMkLst>
            <pc:docMk/>
            <pc:sldMk cId="2183783552" sldId="1192"/>
            <ac:spMk id="21" creationId="{E42E3BEE-61B6-F698-019B-9D329815BF2A}"/>
          </ac:spMkLst>
        </pc:spChg>
        <pc:spChg chg="add mod">
          <ac:chgData name="Palit, Tapti" userId="dec6fbcd-7598-406a-8cbf-504d4a3bac15" providerId="ADAL" clId="{ECD42228-5B96-4A72-B268-C46DF994E6B7}" dt="2024-02-09T03:12:16.884" v="103060"/>
          <ac:spMkLst>
            <pc:docMk/>
            <pc:sldMk cId="2183783552" sldId="1192"/>
            <ac:spMk id="23" creationId="{92537B77-B06D-6473-36C4-1409207999A9}"/>
          </ac:spMkLst>
        </pc:spChg>
        <pc:spChg chg="add mod">
          <ac:chgData name="Palit, Tapti" userId="dec6fbcd-7598-406a-8cbf-504d4a3bac15" providerId="ADAL" clId="{ECD42228-5B96-4A72-B268-C46DF994E6B7}" dt="2024-02-09T03:12:16.884" v="103060"/>
          <ac:spMkLst>
            <pc:docMk/>
            <pc:sldMk cId="2183783552" sldId="1192"/>
            <ac:spMk id="24" creationId="{5AE4FC51-06D2-E05F-E15E-325C42108E8C}"/>
          </ac:spMkLst>
        </pc:spChg>
        <pc:grpChg chg="add del mod">
          <ac:chgData name="Palit, Tapti" userId="dec6fbcd-7598-406a-8cbf-504d4a3bac15" providerId="ADAL" clId="{ECD42228-5B96-4A72-B268-C46DF994E6B7}" dt="2024-02-09T03:12:07.034" v="103055" actId="478"/>
          <ac:grpSpMkLst>
            <pc:docMk/>
            <pc:sldMk cId="2183783552" sldId="1192"/>
            <ac:grpSpMk id="22" creationId="{FBA22594-0483-95D4-6654-90821FCAB6EF}"/>
          </ac:grpSpMkLst>
        </pc:grpChg>
        <pc:picChg chg="add mod">
          <ac:chgData name="Palit, Tapti" userId="dec6fbcd-7598-406a-8cbf-504d4a3bac15" providerId="ADAL" clId="{ECD42228-5B96-4A72-B268-C46DF994E6B7}" dt="2024-02-11T20:05:07.445" v="112333" actId="14826"/>
          <ac:picMkLst>
            <pc:docMk/>
            <pc:sldMk cId="2183783552" sldId="1192"/>
            <ac:picMk id="4" creationId="{3B97300D-E293-190A-5602-F17EA8F1D4DD}"/>
          </ac:picMkLst>
        </pc:picChg>
        <pc:picChg chg="del mod">
          <ac:chgData name="Palit, Tapti" userId="dec6fbcd-7598-406a-8cbf-504d4a3bac15" providerId="ADAL" clId="{ECD42228-5B96-4A72-B268-C46DF994E6B7}" dt="2024-02-08T22:20:30.677" v="101017" actId="478"/>
          <ac:picMkLst>
            <pc:docMk/>
            <pc:sldMk cId="2183783552" sldId="1192"/>
            <ac:picMk id="9" creationId="{572B90BA-CCCE-2773-7C3A-920518DFB520}"/>
          </ac:picMkLst>
        </pc:picChg>
        <pc:picChg chg="del mod">
          <ac:chgData name="Palit, Tapti" userId="dec6fbcd-7598-406a-8cbf-504d4a3bac15" providerId="ADAL" clId="{ECD42228-5B96-4A72-B268-C46DF994E6B7}" dt="2024-02-09T03:08:56.006" v="102998" actId="478"/>
          <ac:picMkLst>
            <pc:docMk/>
            <pc:sldMk cId="2183783552" sldId="1192"/>
            <ac:picMk id="10" creationId="{58CD9030-C36D-7B9F-5319-3495B58BB732}"/>
          </ac:picMkLst>
        </pc:picChg>
        <pc:picChg chg="add mod">
          <ac:chgData name="Palit, Tapti" userId="dec6fbcd-7598-406a-8cbf-504d4a3bac15" providerId="ADAL" clId="{ECD42228-5B96-4A72-B268-C46DF994E6B7}" dt="2024-02-09T03:12:16.884" v="103060"/>
          <ac:picMkLst>
            <pc:docMk/>
            <pc:sldMk cId="2183783552" sldId="1192"/>
            <ac:picMk id="25" creationId="{762BFA9F-3F4D-DEE2-572D-3D33232D1781}"/>
          </ac:picMkLst>
        </pc:picChg>
        <pc:picChg chg="add del mod">
          <ac:chgData name="Palit, Tapti" userId="dec6fbcd-7598-406a-8cbf-504d4a3bac15" providerId="ADAL" clId="{ECD42228-5B96-4A72-B268-C46DF994E6B7}" dt="2024-02-09T03:57:52.558" v="103945" actId="478"/>
          <ac:picMkLst>
            <pc:docMk/>
            <pc:sldMk cId="2183783552" sldId="1192"/>
            <ac:picMk id="26" creationId="{0E783AB1-73A2-55AE-9AE4-98791FCACBAE}"/>
          </ac:picMkLst>
        </pc:picChg>
        <pc:picChg chg="add del mod">
          <ac:chgData name="Palit, Tapti" userId="dec6fbcd-7598-406a-8cbf-504d4a3bac15" providerId="ADAL" clId="{ECD42228-5B96-4A72-B268-C46DF994E6B7}" dt="2024-02-09T03:08:56.006" v="102998" actId="478"/>
          <ac:picMkLst>
            <pc:docMk/>
            <pc:sldMk cId="2183783552" sldId="1192"/>
            <ac:picMk id="1026" creationId="{8A5B12EA-EA41-F560-FC7C-6BB93C1912AC}"/>
          </ac:picMkLst>
        </pc:picChg>
        <pc:picChg chg="add del mod">
          <ac:chgData name="Palit, Tapti" userId="dec6fbcd-7598-406a-8cbf-504d4a3bac15" providerId="ADAL" clId="{ECD42228-5B96-4A72-B268-C46DF994E6B7}" dt="2024-02-09T03:08:56.006" v="102998" actId="478"/>
          <ac:picMkLst>
            <pc:docMk/>
            <pc:sldMk cId="2183783552" sldId="1192"/>
            <ac:picMk id="1028" creationId="{82EAB410-1FBE-A4C6-35D0-AD0327F3D3E4}"/>
          </ac:picMkLst>
        </pc:picChg>
        <pc:picChg chg="add del mod">
          <ac:chgData name="Palit, Tapti" userId="dec6fbcd-7598-406a-8cbf-504d4a3bac15" providerId="ADAL" clId="{ECD42228-5B96-4A72-B268-C46DF994E6B7}" dt="2024-02-08T23:00:51.531" v="101177" actId="478"/>
          <ac:picMkLst>
            <pc:docMk/>
            <pc:sldMk cId="2183783552" sldId="1192"/>
            <ac:picMk id="1030" creationId="{9C4D984B-C3EA-C997-BF1E-7E593D8344D4}"/>
          </ac:picMkLst>
        </pc:picChg>
        <pc:picChg chg="add del mod">
          <ac:chgData name="Palit, Tapti" userId="dec6fbcd-7598-406a-8cbf-504d4a3bac15" providerId="ADAL" clId="{ECD42228-5B96-4A72-B268-C46DF994E6B7}" dt="2024-02-09T03:08:56.006" v="102998" actId="478"/>
          <ac:picMkLst>
            <pc:docMk/>
            <pc:sldMk cId="2183783552" sldId="1192"/>
            <ac:picMk id="1032" creationId="{E61F7F72-33D3-5BB5-FF5A-51133C03E0FE}"/>
          </ac:picMkLst>
        </pc:picChg>
        <pc:picChg chg="add del mod">
          <ac:chgData name="Palit, Tapti" userId="dec6fbcd-7598-406a-8cbf-504d4a3bac15" providerId="ADAL" clId="{ECD42228-5B96-4A72-B268-C46DF994E6B7}" dt="2024-02-09T03:08:56.006" v="102998" actId="478"/>
          <ac:picMkLst>
            <pc:docMk/>
            <pc:sldMk cId="2183783552" sldId="1192"/>
            <ac:picMk id="1034" creationId="{7A618024-F00A-9241-8A7C-D13BCB899D32}"/>
          </ac:picMkLst>
        </pc:picChg>
        <pc:cxnChg chg="add del mod">
          <ac:chgData name="Palit, Tapti" userId="dec6fbcd-7598-406a-8cbf-504d4a3bac15" providerId="ADAL" clId="{ECD42228-5B96-4A72-B268-C46DF994E6B7}" dt="2024-02-09T03:08:56.006" v="102998" actId="478"/>
          <ac:cxnSpMkLst>
            <pc:docMk/>
            <pc:sldMk cId="2183783552" sldId="1192"/>
            <ac:cxnSpMk id="5" creationId="{29558022-BE6B-A597-3BF9-0397A6A1C692}"/>
          </ac:cxnSpMkLst>
        </pc:cxnChg>
        <pc:cxnChg chg="add del mod">
          <ac:chgData name="Palit, Tapti" userId="dec6fbcd-7598-406a-8cbf-504d4a3bac15" providerId="ADAL" clId="{ECD42228-5B96-4A72-B268-C46DF994E6B7}" dt="2024-02-09T03:12:13.880" v="103058" actId="478"/>
          <ac:cxnSpMkLst>
            <pc:docMk/>
            <pc:sldMk cId="2183783552" sldId="1192"/>
            <ac:cxnSpMk id="7" creationId="{C8CA781B-77B0-5B8C-2A0F-FF079F9B0FF8}"/>
          </ac:cxnSpMkLst>
        </pc:cxnChg>
        <pc:cxnChg chg="add del mod">
          <ac:chgData name="Palit, Tapti" userId="dec6fbcd-7598-406a-8cbf-504d4a3bac15" providerId="ADAL" clId="{ECD42228-5B96-4A72-B268-C46DF994E6B7}" dt="2024-02-09T03:12:11.878" v="103057" actId="478"/>
          <ac:cxnSpMkLst>
            <pc:docMk/>
            <pc:sldMk cId="2183783552" sldId="1192"/>
            <ac:cxnSpMk id="8" creationId="{1ACBFD5A-DBD5-37C3-2606-1A4C4B7AAC5C}"/>
          </ac:cxnSpMkLst>
        </pc:cxnChg>
        <pc:cxnChg chg="add del mod">
          <ac:chgData name="Palit, Tapti" userId="dec6fbcd-7598-406a-8cbf-504d4a3bac15" providerId="ADAL" clId="{ECD42228-5B96-4A72-B268-C46DF994E6B7}" dt="2024-02-09T03:08:56.006" v="102998" actId="478"/>
          <ac:cxnSpMkLst>
            <pc:docMk/>
            <pc:sldMk cId="2183783552" sldId="1192"/>
            <ac:cxnSpMk id="15" creationId="{5475DD2C-05CD-D1C6-7DFC-216A01507A32}"/>
          </ac:cxnSpMkLst>
        </pc:cxnChg>
        <pc:cxnChg chg="add del mod">
          <ac:chgData name="Palit, Tapti" userId="dec6fbcd-7598-406a-8cbf-504d4a3bac15" providerId="ADAL" clId="{ECD42228-5B96-4A72-B268-C46DF994E6B7}" dt="2024-02-09T03:08:56.006" v="102998" actId="478"/>
          <ac:cxnSpMkLst>
            <pc:docMk/>
            <pc:sldMk cId="2183783552" sldId="1192"/>
            <ac:cxnSpMk id="18" creationId="{00A52ADB-149F-A858-D418-5B74E2F3ED17}"/>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8T23:10:58.511" v="101225"/>
              <pc2:cmMkLst xmlns:pc2="http://schemas.microsoft.com/office/powerpoint/2019/9/main/command">
                <pc:docMk/>
                <pc:sldMk cId="2183783552" sldId="1192"/>
                <pc2:cmMk id="{7ED3598D-9E95-4F49-8C64-9F14337D3EDE}"/>
              </pc2:cmMkLst>
            </pc226:cmChg>
            <pc226:cmChg xmlns:pc226="http://schemas.microsoft.com/office/powerpoint/2022/06/main/command" chg="">
              <pc226:chgData name="Palit, Tapti" userId="dec6fbcd-7598-406a-8cbf-504d4a3bac15" providerId="ADAL" clId="{ECD42228-5B96-4A72-B268-C46DF994E6B7}" dt="2024-02-09T04:05:52.584" v="104264"/>
              <pc2:cmMkLst xmlns:pc2="http://schemas.microsoft.com/office/powerpoint/2019/9/main/command">
                <pc:docMk/>
                <pc:sldMk cId="2183783552" sldId="1192"/>
                <pc2:cmMk id="{EBB840D1-A0DA-4FB7-821C-B4B477A18BE8}"/>
              </pc2:cmMkLst>
              <pc226:cmRplyChg chg="add">
                <pc226:chgData name="Palit, Tapti" userId="dec6fbcd-7598-406a-8cbf-504d4a3bac15" providerId="ADAL" clId="{ECD42228-5B96-4A72-B268-C46DF994E6B7}" dt="2024-02-09T04:05:18.211" v="104263"/>
                <pc2:cmRplyMkLst xmlns:pc2="http://schemas.microsoft.com/office/powerpoint/2019/9/main/command">
                  <pc:docMk/>
                  <pc:sldMk cId="2183783552" sldId="1192"/>
                  <pc2:cmMk id="{EBB840D1-A0DA-4FB7-821C-B4B477A18BE8}"/>
                  <pc2:cmRplyMk id="{8B5B7391-20A9-466D-8F7A-6CD372830E98}"/>
                </pc2:cmRplyMkLst>
              </pc226:cmRplyChg>
              <pc226:cmRplyChg chg="add">
                <pc226:chgData name="Palit, Tapti" userId="dec6fbcd-7598-406a-8cbf-504d4a3bac15" providerId="ADAL" clId="{ECD42228-5B96-4A72-B268-C46DF994E6B7}" dt="2024-02-09T04:05:52.584" v="104264"/>
                <pc2:cmRplyMkLst xmlns:pc2="http://schemas.microsoft.com/office/powerpoint/2019/9/main/command">
                  <pc:docMk/>
                  <pc:sldMk cId="2183783552" sldId="1192"/>
                  <pc2:cmMk id="{EBB840D1-A0DA-4FB7-821C-B4B477A18BE8}"/>
                  <pc2:cmRplyMk id="{5F654CD0-9635-4A20-805C-58F72370318D}"/>
                </pc2:cmRplyMkLst>
              </pc226:cmRplyChg>
              <pc226:cmRplyChg chg="add">
                <pc226:chgData name="Palit, Tapti" userId="dec6fbcd-7598-406a-8cbf-504d4a3bac15" providerId="ADAL" clId="{ECD42228-5B96-4A72-B268-C46DF994E6B7}" dt="2024-02-08T23:11:06.175" v="101226"/>
                <pc2:cmRplyMkLst xmlns:pc2="http://schemas.microsoft.com/office/powerpoint/2019/9/main/command">
                  <pc:docMk/>
                  <pc:sldMk cId="2183783552" sldId="1192"/>
                  <pc2:cmMk id="{EBB840D1-A0DA-4FB7-821C-B4B477A18BE8}"/>
                  <pc2:cmRplyMk id="{3F7801F3-9932-4DBD-B51D-453DB0BC447F}"/>
                </pc2:cmRplyMkLst>
              </pc226:cmRplyChg>
            </pc226:cmChg>
          </p:ext>
        </pc:extLst>
      </pc:sldChg>
      <pc:sldChg chg="addSp delSp modSp mod modAnim addCm modCm">
        <pc:chgData name="Palit, Tapti" userId="dec6fbcd-7598-406a-8cbf-504d4a3bac15" providerId="ADAL" clId="{ECD42228-5B96-4A72-B268-C46DF994E6B7}" dt="2024-02-11T15:06:03.187" v="110279"/>
        <pc:sldMkLst>
          <pc:docMk/>
          <pc:sldMk cId="1788548575" sldId="1198"/>
        </pc:sldMkLst>
        <pc:spChg chg="mod">
          <ac:chgData name="Palit, Tapti" userId="dec6fbcd-7598-406a-8cbf-504d4a3bac15" providerId="ADAL" clId="{ECD42228-5B96-4A72-B268-C46DF994E6B7}" dt="2024-02-11T14:52:59.093" v="110190" actId="20577"/>
          <ac:spMkLst>
            <pc:docMk/>
            <pc:sldMk cId="1788548575" sldId="1198"/>
            <ac:spMk id="2" creationId="{74CF87A6-E811-118F-455C-709D1BAE0802}"/>
          </ac:spMkLst>
        </pc:spChg>
        <pc:spChg chg="mod">
          <ac:chgData name="Palit, Tapti" userId="dec6fbcd-7598-406a-8cbf-504d4a3bac15" providerId="ADAL" clId="{ECD42228-5B96-4A72-B268-C46DF994E6B7}" dt="2024-02-07T00:36:01.745" v="97711" actId="20577"/>
          <ac:spMkLst>
            <pc:docMk/>
            <pc:sldMk cId="1788548575" sldId="1198"/>
            <ac:spMk id="3" creationId="{3D84E652-3773-6BFB-6879-CDCCC8A1EA9A}"/>
          </ac:spMkLst>
        </pc:spChg>
        <pc:spChg chg="mod">
          <ac:chgData name="Palit, Tapti" userId="dec6fbcd-7598-406a-8cbf-504d4a3bac15" providerId="ADAL" clId="{ECD42228-5B96-4A72-B268-C46DF994E6B7}" dt="2024-02-11T14:51:24.039" v="110167" actId="1076"/>
          <ac:spMkLst>
            <pc:docMk/>
            <pc:sldMk cId="1788548575" sldId="1198"/>
            <ac:spMk id="7" creationId="{541EBE14-A425-961F-C0A0-2D41E02DE9CD}"/>
          </ac:spMkLst>
        </pc:spChg>
        <pc:spChg chg="mod">
          <ac:chgData name="Palit, Tapti" userId="dec6fbcd-7598-406a-8cbf-504d4a3bac15" providerId="ADAL" clId="{ECD42228-5B96-4A72-B268-C46DF994E6B7}" dt="2024-02-11T14:51:01.593" v="110159" actId="1076"/>
          <ac:spMkLst>
            <pc:docMk/>
            <pc:sldMk cId="1788548575" sldId="1198"/>
            <ac:spMk id="8" creationId="{D0FBCA76-3DCA-405B-5ACA-7A4B49BE660F}"/>
          </ac:spMkLst>
        </pc:spChg>
        <pc:spChg chg="mod">
          <ac:chgData name="Palit, Tapti" userId="dec6fbcd-7598-406a-8cbf-504d4a3bac15" providerId="ADAL" clId="{ECD42228-5B96-4A72-B268-C46DF994E6B7}" dt="2024-02-11T14:50:50.381" v="110156" actId="14100"/>
          <ac:spMkLst>
            <pc:docMk/>
            <pc:sldMk cId="1788548575" sldId="1198"/>
            <ac:spMk id="9" creationId="{FBEA197B-4A8C-9D35-6486-31EF43CEA87D}"/>
          </ac:spMkLst>
        </pc:spChg>
        <pc:spChg chg="mod">
          <ac:chgData name="Palit, Tapti" userId="dec6fbcd-7598-406a-8cbf-504d4a3bac15" providerId="ADAL" clId="{ECD42228-5B96-4A72-B268-C46DF994E6B7}" dt="2024-02-11T14:54:12.882" v="110213" actId="1076"/>
          <ac:spMkLst>
            <pc:docMk/>
            <pc:sldMk cId="1788548575" sldId="1198"/>
            <ac:spMk id="11" creationId="{05DD3F33-944D-BF62-9D19-BF633049324F}"/>
          </ac:spMkLst>
        </pc:spChg>
        <pc:spChg chg="add mod">
          <ac:chgData name="Palit, Tapti" userId="dec6fbcd-7598-406a-8cbf-504d4a3bac15" providerId="ADAL" clId="{ECD42228-5B96-4A72-B268-C46DF994E6B7}" dt="2024-02-11T14:59:29.102" v="110246" actId="1076"/>
          <ac:spMkLst>
            <pc:docMk/>
            <pc:sldMk cId="1788548575" sldId="1198"/>
            <ac:spMk id="15" creationId="{5EFF7B73-D36A-5148-4BF5-7672AFADB1EF}"/>
          </ac:spMkLst>
        </pc:spChg>
        <pc:spChg chg="add mod">
          <ac:chgData name="Palit, Tapti" userId="dec6fbcd-7598-406a-8cbf-504d4a3bac15" providerId="ADAL" clId="{ECD42228-5B96-4A72-B268-C46DF994E6B7}" dt="2024-02-11T14:59:29.102" v="110246" actId="1076"/>
          <ac:spMkLst>
            <pc:docMk/>
            <pc:sldMk cId="1788548575" sldId="1198"/>
            <ac:spMk id="20" creationId="{AAAB00DE-7929-E6EC-D934-36097FCA7111}"/>
          </ac:spMkLst>
        </pc:spChg>
        <pc:spChg chg="mod topLvl">
          <ac:chgData name="Palit, Tapti" userId="dec6fbcd-7598-406a-8cbf-504d4a3bac15" providerId="ADAL" clId="{ECD42228-5B96-4A72-B268-C46DF994E6B7}" dt="2024-02-11T15:02:49.725" v="110266" actId="164"/>
          <ac:spMkLst>
            <pc:docMk/>
            <pc:sldMk cId="1788548575" sldId="1198"/>
            <ac:spMk id="23" creationId="{B4590D0D-3DFD-A3A7-DD5D-4EDF5738555D}"/>
          </ac:spMkLst>
        </pc:spChg>
        <pc:spChg chg="mod topLvl">
          <ac:chgData name="Palit, Tapti" userId="dec6fbcd-7598-406a-8cbf-504d4a3bac15" providerId="ADAL" clId="{ECD42228-5B96-4A72-B268-C46DF994E6B7}" dt="2024-02-11T15:02:49.725" v="110266" actId="164"/>
          <ac:spMkLst>
            <pc:docMk/>
            <pc:sldMk cId="1788548575" sldId="1198"/>
            <ac:spMk id="24" creationId="{1A300C6B-1326-D04B-7177-8C6B6877DB9B}"/>
          </ac:spMkLst>
        </pc:spChg>
        <pc:spChg chg="mod topLvl">
          <ac:chgData name="Palit, Tapti" userId="dec6fbcd-7598-406a-8cbf-504d4a3bac15" providerId="ADAL" clId="{ECD42228-5B96-4A72-B268-C46DF994E6B7}" dt="2024-02-11T15:02:49.725" v="110266" actId="164"/>
          <ac:spMkLst>
            <pc:docMk/>
            <pc:sldMk cId="1788548575" sldId="1198"/>
            <ac:spMk id="25" creationId="{3A1E0CC7-8F1D-C49B-18E5-58FBB55EA86C}"/>
          </ac:spMkLst>
        </pc:spChg>
        <pc:spChg chg="mod topLvl">
          <ac:chgData name="Palit, Tapti" userId="dec6fbcd-7598-406a-8cbf-504d4a3bac15" providerId="ADAL" clId="{ECD42228-5B96-4A72-B268-C46DF994E6B7}" dt="2024-02-11T15:02:49.725" v="110266" actId="164"/>
          <ac:spMkLst>
            <pc:docMk/>
            <pc:sldMk cId="1788548575" sldId="1198"/>
            <ac:spMk id="27" creationId="{89C56800-3076-F50D-0273-A36148774CFA}"/>
          </ac:spMkLst>
        </pc:spChg>
        <pc:spChg chg="add mod">
          <ac:chgData name="Palit, Tapti" userId="dec6fbcd-7598-406a-8cbf-504d4a3bac15" providerId="ADAL" clId="{ECD42228-5B96-4A72-B268-C46DF994E6B7}" dt="2024-02-11T15:02:49.725" v="110266" actId="164"/>
          <ac:spMkLst>
            <pc:docMk/>
            <pc:sldMk cId="1788548575" sldId="1198"/>
            <ac:spMk id="29" creationId="{F30EFC5D-4691-46DC-1CCD-5CDB58A35C7C}"/>
          </ac:spMkLst>
        </pc:spChg>
        <pc:grpChg chg="add mod">
          <ac:chgData name="Palit, Tapti" userId="dec6fbcd-7598-406a-8cbf-504d4a3bac15" providerId="ADAL" clId="{ECD42228-5B96-4A72-B268-C46DF994E6B7}" dt="2024-02-11T14:59:29.102" v="110246" actId="1076"/>
          <ac:grpSpMkLst>
            <pc:docMk/>
            <pc:sldMk cId="1788548575" sldId="1198"/>
            <ac:grpSpMk id="6" creationId="{28CE01E2-31BF-8983-1939-B42D672CED15}"/>
          </ac:grpSpMkLst>
        </pc:grpChg>
        <pc:grpChg chg="add del mod">
          <ac:chgData name="Palit, Tapti" userId="dec6fbcd-7598-406a-8cbf-504d4a3bac15" providerId="ADAL" clId="{ECD42228-5B96-4A72-B268-C46DF994E6B7}" dt="2024-02-11T15:01:50.223" v="110263" actId="165"/>
          <ac:grpSpMkLst>
            <pc:docMk/>
            <pc:sldMk cId="1788548575" sldId="1198"/>
            <ac:grpSpMk id="17" creationId="{659E126F-BA12-81E3-820C-2773DB7B01A9}"/>
          </ac:grpSpMkLst>
        </pc:grpChg>
        <pc:grpChg chg="add del mod topLvl">
          <ac:chgData name="Palit, Tapti" userId="dec6fbcd-7598-406a-8cbf-504d4a3bac15" providerId="ADAL" clId="{ECD42228-5B96-4A72-B268-C46DF994E6B7}" dt="2024-02-11T15:02:37.645" v="110265" actId="165"/>
          <ac:grpSpMkLst>
            <pc:docMk/>
            <pc:sldMk cId="1788548575" sldId="1198"/>
            <ac:grpSpMk id="22" creationId="{4336188F-D110-E7DC-5615-943503FD6B3E}"/>
          </ac:grpSpMkLst>
        </pc:grpChg>
        <pc:grpChg chg="add mod">
          <ac:chgData name="Palit, Tapti" userId="dec6fbcd-7598-406a-8cbf-504d4a3bac15" providerId="ADAL" clId="{ECD42228-5B96-4A72-B268-C46DF994E6B7}" dt="2024-02-11T15:02:49.725" v="110266" actId="164"/>
          <ac:grpSpMkLst>
            <pc:docMk/>
            <pc:sldMk cId="1788548575" sldId="1198"/>
            <ac:grpSpMk id="43" creationId="{350BAEA9-F9C8-8613-F0C2-BFDE622336CE}"/>
          </ac:grpSpMkLst>
        </pc:grpChg>
        <pc:graphicFrameChg chg="add del mod">
          <ac:chgData name="Palit, Tapti" userId="dec6fbcd-7598-406a-8cbf-504d4a3bac15" providerId="ADAL" clId="{ECD42228-5B96-4A72-B268-C46DF994E6B7}" dt="2024-02-07T00:39:51.691" v="98112" actId="478"/>
          <ac:graphicFrameMkLst>
            <pc:docMk/>
            <pc:sldMk cId="1788548575" sldId="1198"/>
            <ac:graphicFrameMk id="6" creationId="{F0877819-A7D1-A14C-2643-999587B33295}"/>
          </ac:graphicFrameMkLst>
        </pc:graphicFrameChg>
        <pc:cxnChg chg="mod">
          <ac:chgData name="Palit, Tapti" userId="dec6fbcd-7598-406a-8cbf-504d4a3bac15" providerId="ADAL" clId="{ECD42228-5B96-4A72-B268-C46DF994E6B7}" dt="2024-02-11T14:51:01.593" v="110159" actId="1076"/>
          <ac:cxnSpMkLst>
            <pc:docMk/>
            <pc:sldMk cId="1788548575" sldId="1198"/>
            <ac:cxnSpMk id="10" creationId="{F38203A9-DF54-A525-ACE6-B4E9210CA0A2}"/>
          </ac:cxnSpMkLst>
        </pc:cxnChg>
        <pc:cxnChg chg="add mod topLvl">
          <ac:chgData name="Palit, Tapti" userId="dec6fbcd-7598-406a-8cbf-504d4a3bac15" providerId="ADAL" clId="{ECD42228-5B96-4A72-B268-C46DF994E6B7}" dt="2024-02-11T15:02:49.725" v="110266" actId="164"/>
          <ac:cxnSpMkLst>
            <pc:docMk/>
            <pc:sldMk cId="1788548575" sldId="1198"/>
            <ac:cxnSpMk id="12" creationId="{35482677-4032-1D04-850E-6E4C70BA96B5}"/>
          </ac:cxnSpMkLst>
        </pc:cxnChg>
        <pc:cxnChg chg="add mod">
          <ac:chgData name="Palit, Tapti" userId="dec6fbcd-7598-406a-8cbf-504d4a3bac15" providerId="ADAL" clId="{ECD42228-5B96-4A72-B268-C46DF994E6B7}" dt="2024-02-11T14:59:29.102" v="110246" actId="1076"/>
          <ac:cxnSpMkLst>
            <pc:docMk/>
            <pc:sldMk cId="1788548575" sldId="1198"/>
            <ac:cxnSpMk id="16" creationId="{C08C3BC1-7682-DB95-97F9-F0DDA9F64C34}"/>
          </ac:cxnSpMkLst>
        </pc:cxnChg>
        <pc:cxnChg chg="mod topLvl">
          <ac:chgData name="Palit, Tapti" userId="dec6fbcd-7598-406a-8cbf-504d4a3bac15" providerId="ADAL" clId="{ECD42228-5B96-4A72-B268-C46DF994E6B7}" dt="2024-02-11T15:02:49.725" v="110266" actId="164"/>
          <ac:cxnSpMkLst>
            <pc:docMk/>
            <pc:sldMk cId="1788548575" sldId="1198"/>
            <ac:cxnSpMk id="26" creationId="{586BD724-86E8-63A6-701C-95696B0CB4FA}"/>
          </ac:cxnSpMkLst>
        </pc:cxnChg>
        <pc:cxnChg chg="add mod">
          <ac:chgData name="Palit, Tapti" userId="dec6fbcd-7598-406a-8cbf-504d4a3bac15" providerId="ADAL" clId="{ECD42228-5B96-4A72-B268-C46DF994E6B7}" dt="2024-02-11T14:59:29.102" v="110246" actId="1076"/>
          <ac:cxnSpMkLst>
            <pc:docMk/>
            <pc:sldMk cId="1788548575" sldId="1198"/>
            <ac:cxnSpMk id="31" creationId="{B17A9948-D80B-E696-3007-7F5BB1E63323}"/>
          </ac:cxnSpMkLst>
        </pc:cxnChg>
        <pc:cxnChg chg="add mod">
          <ac:chgData name="Palit, Tapti" userId="dec6fbcd-7598-406a-8cbf-504d4a3bac15" providerId="ADAL" clId="{ECD42228-5B96-4A72-B268-C46DF994E6B7}" dt="2024-02-11T14:59:29.102" v="110246" actId="1076"/>
          <ac:cxnSpMkLst>
            <pc:docMk/>
            <pc:sldMk cId="1788548575" sldId="1198"/>
            <ac:cxnSpMk id="36" creationId="{CDC0155E-855F-4562-C7FD-ACD34FE36187}"/>
          </ac:cxnSpMkLst>
        </pc:cxnChg>
        <pc:cxnChg chg="add mod">
          <ac:chgData name="Palit, Tapti" userId="dec6fbcd-7598-406a-8cbf-504d4a3bac15" providerId="ADAL" clId="{ECD42228-5B96-4A72-B268-C46DF994E6B7}" dt="2024-02-11T15:00:08.123" v="110250" actId="14100"/>
          <ac:cxnSpMkLst>
            <pc:docMk/>
            <pc:sldMk cId="1788548575" sldId="1198"/>
            <ac:cxnSpMk id="39" creationId="{ED27EC7D-2AF3-E8B8-1365-249AE0C6CC95}"/>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2-11T14:59:35.121" v="110247"/>
              <pc2:cmMkLst xmlns:pc2="http://schemas.microsoft.com/office/powerpoint/2019/9/main/command">
                <pc:docMk/>
                <pc:sldMk cId="1788548575" sldId="1198"/>
                <pc2:cmMk id="{FC59A80F-5E81-419E-B623-627D532650CE}"/>
              </pc2:cmMkLst>
            </pc226:cmChg>
          </p:ext>
        </pc:extLst>
      </pc:sldChg>
      <pc:sldChg chg="modSp mod">
        <pc:chgData name="Palit, Tapti" userId="dec6fbcd-7598-406a-8cbf-504d4a3bac15" providerId="ADAL" clId="{ECD42228-5B96-4A72-B268-C46DF994E6B7}" dt="2024-02-12T19:45:10.215" v="112952" actId="1076"/>
        <pc:sldMkLst>
          <pc:docMk/>
          <pc:sldMk cId="4042136570" sldId="1199"/>
        </pc:sldMkLst>
        <pc:spChg chg="mod">
          <ac:chgData name="Palit, Tapti" userId="dec6fbcd-7598-406a-8cbf-504d4a3bac15" providerId="ADAL" clId="{ECD42228-5B96-4A72-B268-C46DF994E6B7}" dt="2024-02-10T00:54:37.431" v="109281" actId="20577"/>
          <ac:spMkLst>
            <pc:docMk/>
            <pc:sldMk cId="4042136570" sldId="1199"/>
            <ac:spMk id="2" creationId="{70943C05-705A-375F-5DCE-3D5EB9E5CA53}"/>
          </ac:spMkLst>
        </pc:spChg>
        <pc:spChg chg="mod">
          <ac:chgData name="Palit, Tapti" userId="dec6fbcd-7598-406a-8cbf-504d4a3bac15" providerId="ADAL" clId="{ECD42228-5B96-4A72-B268-C46DF994E6B7}" dt="2024-02-12T19:45:00.565" v="112950" actId="1076"/>
          <ac:spMkLst>
            <pc:docMk/>
            <pc:sldMk cId="4042136570" sldId="1199"/>
            <ac:spMk id="3" creationId="{99996FAE-EEAF-8A43-5AE4-B2A267240156}"/>
          </ac:spMkLst>
        </pc:spChg>
        <pc:spChg chg="mod">
          <ac:chgData name="Palit, Tapti" userId="dec6fbcd-7598-406a-8cbf-504d4a3bac15" providerId="ADAL" clId="{ECD42228-5B96-4A72-B268-C46DF994E6B7}" dt="2024-02-12T19:45:10.215" v="112952" actId="1076"/>
          <ac:spMkLst>
            <pc:docMk/>
            <pc:sldMk cId="4042136570" sldId="1199"/>
            <ac:spMk id="5" creationId="{5B9DBC0D-154E-AA0C-9C04-B7516A348568}"/>
          </ac:spMkLst>
        </pc:spChg>
        <pc:spChg chg="mod">
          <ac:chgData name="Palit, Tapti" userId="dec6fbcd-7598-406a-8cbf-504d4a3bac15" providerId="ADAL" clId="{ECD42228-5B96-4A72-B268-C46DF994E6B7}" dt="2024-02-12T19:45:10.215" v="112952" actId="1076"/>
          <ac:spMkLst>
            <pc:docMk/>
            <pc:sldMk cId="4042136570" sldId="1199"/>
            <ac:spMk id="6" creationId="{BC8A0015-899E-2374-C018-5CEFAD7BB615}"/>
          </ac:spMkLst>
        </pc:spChg>
        <pc:spChg chg="mod">
          <ac:chgData name="Palit, Tapti" userId="dec6fbcd-7598-406a-8cbf-504d4a3bac15" providerId="ADAL" clId="{ECD42228-5B96-4A72-B268-C46DF994E6B7}" dt="2024-02-12T19:45:10.215" v="112952" actId="1076"/>
          <ac:spMkLst>
            <pc:docMk/>
            <pc:sldMk cId="4042136570" sldId="1199"/>
            <ac:spMk id="9" creationId="{8AF83101-2651-53D3-520C-7FA3AB74F97A}"/>
          </ac:spMkLst>
        </pc:spChg>
        <pc:spChg chg="mod">
          <ac:chgData name="Palit, Tapti" userId="dec6fbcd-7598-406a-8cbf-504d4a3bac15" providerId="ADAL" clId="{ECD42228-5B96-4A72-B268-C46DF994E6B7}" dt="2024-02-12T19:45:10.215" v="112952" actId="1076"/>
          <ac:spMkLst>
            <pc:docMk/>
            <pc:sldMk cId="4042136570" sldId="1199"/>
            <ac:spMk id="10" creationId="{91937978-9536-D49F-3631-BBE6F43B0F17}"/>
          </ac:spMkLst>
        </pc:spChg>
        <pc:spChg chg="mod">
          <ac:chgData name="Palit, Tapti" userId="dec6fbcd-7598-406a-8cbf-504d4a3bac15" providerId="ADAL" clId="{ECD42228-5B96-4A72-B268-C46DF994E6B7}" dt="2024-02-12T19:45:10.215" v="112952" actId="1076"/>
          <ac:spMkLst>
            <pc:docMk/>
            <pc:sldMk cId="4042136570" sldId="1199"/>
            <ac:spMk id="13" creationId="{7E74DDE7-5BC4-AAD7-ADC5-608C93598268}"/>
          </ac:spMkLst>
        </pc:spChg>
        <pc:spChg chg="mod">
          <ac:chgData name="Palit, Tapti" userId="dec6fbcd-7598-406a-8cbf-504d4a3bac15" providerId="ADAL" clId="{ECD42228-5B96-4A72-B268-C46DF994E6B7}" dt="2024-02-12T19:45:10.215" v="112952" actId="1076"/>
          <ac:spMkLst>
            <pc:docMk/>
            <pc:sldMk cId="4042136570" sldId="1199"/>
            <ac:spMk id="14" creationId="{DDC5A5E4-B7A5-DAE6-2DF4-FCE38C2A255D}"/>
          </ac:spMkLst>
        </pc:spChg>
        <pc:spChg chg="mod">
          <ac:chgData name="Palit, Tapti" userId="dec6fbcd-7598-406a-8cbf-504d4a3bac15" providerId="ADAL" clId="{ECD42228-5B96-4A72-B268-C46DF994E6B7}" dt="2024-02-12T19:45:10.215" v="112952" actId="1076"/>
          <ac:spMkLst>
            <pc:docMk/>
            <pc:sldMk cId="4042136570" sldId="1199"/>
            <ac:spMk id="22" creationId="{8B1CAB58-6910-69B0-140F-EA895DB76D3F}"/>
          </ac:spMkLst>
        </pc:spChg>
        <pc:spChg chg="mod">
          <ac:chgData name="Palit, Tapti" userId="dec6fbcd-7598-406a-8cbf-504d4a3bac15" providerId="ADAL" clId="{ECD42228-5B96-4A72-B268-C46DF994E6B7}" dt="2024-02-12T19:45:10.215" v="112952" actId="1076"/>
          <ac:spMkLst>
            <pc:docMk/>
            <pc:sldMk cId="4042136570" sldId="1199"/>
            <ac:spMk id="23" creationId="{B43B3D7A-DF03-53A1-A81C-E3E4D11559CB}"/>
          </ac:spMkLst>
        </pc:spChg>
        <pc:spChg chg="mod">
          <ac:chgData name="Palit, Tapti" userId="dec6fbcd-7598-406a-8cbf-504d4a3bac15" providerId="ADAL" clId="{ECD42228-5B96-4A72-B268-C46DF994E6B7}" dt="2024-02-12T19:45:10.215" v="112952" actId="1076"/>
          <ac:spMkLst>
            <pc:docMk/>
            <pc:sldMk cId="4042136570" sldId="1199"/>
            <ac:spMk id="24" creationId="{01CF8B0E-AE75-F1F7-3006-F1629212E28E}"/>
          </ac:spMkLst>
        </pc:spChg>
        <pc:spChg chg="mod">
          <ac:chgData name="Palit, Tapti" userId="dec6fbcd-7598-406a-8cbf-504d4a3bac15" providerId="ADAL" clId="{ECD42228-5B96-4A72-B268-C46DF994E6B7}" dt="2024-02-12T19:45:10.215" v="112952" actId="1076"/>
          <ac:spMkLst>
            <pc:docMk/>
            <pc:sldMk cId="4042136570" sldId="1199"/>
            <ac:spMk id="26" creationId="{D4ED8A26-792D-ABB3-865B-8FA2CAEB3A1B}"/>
          </ac:spMkLst>
        </pc:spChg>
        <pc:spChg chg="mod">
          <ac:chgData name="Palit, Tapti" userId="dec6fbcd-7598-406a-8cbf-504d4a3bac15" providerId="ADAL" clId="{ECD42228-5B96-4A72-B268-C46DF994E6B7}" dt="2024-02-12T19:45:10.215" v="112952" actId="1076"/>
          <ac:spMkLst>
            <pc:docMk/>
            <pc:sldMk cId="4042136570" sldId="1199"/>
            <ac:spMk id="27" creationId="{5B49C65F-34AF-5891-7151-006B8BF7A875}"/>
          </ac:spMkLst>
        </pc:spChg>
        <pc:spChg chg="mod">
          <ac:chgData name="Palit, Tapti" userId="dec6fbcd-7598-406a-8cbf-504d4a3bac15" providerId="ADAL" clId="{ECD42228-5B96-4A72-B268-C46DF994E6B7}" dt="2024-02-12T19:45:10.215" v="112952" actId="1076"/>
          <ac:spMkLst>
            <pc:docMk/>
            <pc:sldMk cId="4042136570" sldId="1199"/>
            <ac:spMk id="28" creationId="{529C8A94-EA67-50F2-005C-AACD30C550B1}"/>
          </ac:spMkLst>
        </pc:spChg>
        <pc:spChg chg="mod">
          <ac:chgData name="Palit, Tapti" userId="dec6fbcd-7598-406a-8cbf-504d4a3bac15" providerId="ADAL" clId="{ECD42228-5B96-4A72-B268-C46DF994E6B7}" dt="2024-02-12T19:45:10.215" v="112952" actId="1076"/>
          <ac:spMkLst>
            <pc:docMk/>
            <pc:sldMk cId="4042136570" sldId="1199"/>
            <ac:spMk id="29" creationId="{D6A78E8E-6BD4-9B22-4E6D-5A8ADE338A24}"/>
          </ac:spMkLst>
        </pc:spChg>
        <pc:spChg chg="mod">
          <ac:chgData name="Palit, Tapti" userId="dec6fbcd-7598-406a-8cbf-504d4a3bac15" providerId="ADAL" clId="{ECD42228-5B96-4A72-B268-C46DF994E6B7}" dt="2024-02-12T19:45:10.215" v="112952" actId="1076"/>
          <ac:spMkLst>
            <pc:docMk/>
            <pc:sldMk cId="4042136570" sldId="1199"/>
            <ac:spMk id="38" creationId="{827B02F5-E080-CA40-4FD6-78BFF345E533}"/>
          </ac:spMkLst>
        </pc:spChg>
        <pc:spChg chg="mod">
          <ac:chgData name="Palit, Tapti" userId="dec6fbcd-7598-406a-8cbf-504d4a3bac15" providerId="ADAL" clId="{ECD42228-5B96-4A72-B268-C46DF994E6B7}" dt="2024-02-12T19:45:10.215" v="112952" actId="1076"/>
          <ac:spMkLst>
            <pc:docMk/>
            <pc:sldMk cId="4042136570" sldId="1199"/>
            <ac:spMk id="42" creationId="{84468FD9-483C-4058-B82E-A09583DCA901}"/>
          </ac:spMkLst>
        </pc:spChg>
        <pc:grpChg chg="mod">
          <ac:chgData name="Palit, Tapti" userId="dec6fbcd-7598-406a-8cbf-504d4a3bac15" providerId="ADAL" clId="{ECD42228-5B96-4A72-B268-C46DF994E6B7}" dt="2024-02-12T19:45:10.215" v="112952" actId="1076"/>
          <ac:grpSpMkLst>
            <pc:docMk/>
            <pc:sldMk cId="4042136570" sldId="1199"/>
            <ac:grpSpMk id="8" creationId="{A303B1C2-0ED8-0205-231A-D8CF182C64F0}"/>
          </ac:grpSpMkLst>
        </pc:grpChg>
        <pc:grpChg chg="mod">
          <ac:chgData name="Palit, Tapti" userId="dec6fbcd-7598-406a-8cbf-504d4a3bac15" providerId="ADAL" clId="{ECD42228-5B96-4A72-B268-C46DF994E6B7}" dt="2024-02-12T19:45:10.215" v="112952" actId="1076"/>
          <ac:grpSpMkLst>
            <pc:docMk/>
            <pc:sldMk cId="4042136570" sldId="1199"/>
            <ac:grpSpMk id="11" creationId="{4964653E-A96F-2956-E8D0-012A1AA44177}"/>
          </ac:grpSpMkLst>
        </pc:grpChg>
        <pc:grpChg chg="mod">
          <ac:chgData name="Palit, Tapti" userId="dec6fbcd-7598-406a-8cbf-504d4a3bac15" providerId="ADAL" clId="{ECD42228-5B96-4A72-B268-C46DF994E6B7}" dt="2024-02-12T19:45:10.215" v="112952" actId="1076"/>
          <ac:grpSpMkLst>
            <pc:docMk/>
            <pc:sldMk cId="4042136570" sldId="1199"/>
            <ac:grpSpMk id="16" creationId="{D1C3978E-56E7-0ECE-7D78-572224B04B28}"/>
          </ac:grpSpMkLst>
        </pc:grpChg>
        <pc:grpChg chg="mod">
          <ac:chgData name="Palit, Tapti" userId="dec6fbcd-7598-406a-8cbf-504d4a3bac15" providerId="ADAL" clId="{ECD42228-5B96-4A72-B268-C46DF994E6B7}" dt="2024-02-12T19:45:10.215" v="112952" actId="1076"/>
          <ac:grpSpMkLst>
            <pc:docMk/>
            <pc:sldMk cId="4042136570" sldId="1199"/>
            <ac:grpSpMk id="25" creationId="{0465CFCC-97C6-4092-35DB-B844AD619D38}"/>
          </ac:grpSpMkLst>
        </pc:grpChg>
        <pc:grpChg chg="mod">
          <ac:chgData name="Palit, Tapti" userId="dec6fbcd-7598-406a-8cbf-504d4a3bac15" providerId="ADAL" clId="{ECD42228-5B96-4A72-B268-C46DF994E6B7}" dt="2024-02-12T19:45:10.215" v="112952" actId="1076"/>
          <ac:grpSpMkLst>
            <pc:docMk/>
            <pc:sldMk cId="4042136570" sldId="1199"/>
            <ac:grpSpMk id="30" creationId="{1E495E1E-DA4E-2576-2EC7-12EE34165E6B}"/>
          </ac:grpSpMkLst>
        </pc:grpChg>
        <pc:picChg chg="mod">
          <ac:chgData name="Palit, Tapti" userId="dec6fbcd-7598-406a-8cbf-504d4a3bac15" providerId="ADAL" clId="{ECD42228-5B96-4A72-B268-C46DF994E6B7}" dt="2024-02-12T19:45:10.215" v="112952" actId="1076"/>
          <ac:picMkLst>
            <pc:docMk/>
            <pc:sldMk cId="4042136570" sldId="1199"/>
            <ac:picMk id="7" creationId="{4F3FFEC7-1909-9513-4DF3-8D533C856A04}"/>
          </ac:picMkLst>
        </pc:picChg>
        <pc:cxnChg chg="mod">
          <ac:chgData name="Palit, Tapti" userId="dec6fbcd-7598-406a-8cbf-504d4a3bac15" providerId="ADAL" clId="{ECD42228-5B96-4A72-B268-C46DF994E6B7}" dt="2024-02-12T19:45:10.215" v="112952" actId="1076"/>
          <ac:cxnSpMkLst>
            <pc:docMk/>
            <pc:sldMk cId="4042136570" sldId="1199"/>
            <ac:cxnSpMk id="32" creationId="{541C548D-09CD-59A2-A89D-4BBB73245F9D}"/>
          </ac:cxnSpMkLst>
        </pc:cxnChg>
      </pc:sldChg>
      <pc:sldChg chg="addSp delSp modSp mod modClrScheme modAnim chgLayout">
        <pc:chgData name="Palit, Tapti" userId="dec6fbcd-7598-406a-8cbf-504d4a3bac15" providerId="ADAL" clId="{ECD42228-5B96-4A72-B268-C46DF994E6B7}" dt="2024-02-10T00:54:42.567" v="109282"/>
        <pc:sldMkLst>
          <pc:docMk/>
          <pc:sldMk cId="3768287891" sldId="1200"/>
        </pc:sldMkLst>
        <pc:spChg chg="mod ord">
          <ac:chgData name="Palit, Tapti" userId="dec6fbcd-7598-406a-8cbf-504d4a3bac15" providerId="ADAL" clId="{ECD42228-5B96-4A72-B268-C46DF994E6B7}" dt="2024-02-10T00:54:42.567" v="109282"/>
          <ac:spMkLst>
            <pc:docMk/>
            <pc:sldMk cId="3768287891" sldId="1200"/>
            <ac:spMk id="2" creationId="{6530DED4-0580-55DC-9011-7477C8675B73}"/>
          </ac:spMkLst>
        </pc:spChg>
        <pc:spChg chg="mod ord">
          <ac:chgData name="Palit, Tapti" userId="dec6fbcd-7598-406a-8cbf-504d4a3bac15" providerId="ADAL" clId="{ECD42228-5B96-4A72-B268-C46DF994E6B7}" dt="2024-02-09T02:58:44.056" v="102838" actId="5793"/>
          <ac:spMkLst>
            <pc:docMk/>
            <pc:sldMk cId="3768287891" sldId="1200"/>
            <ac:spMk id="3" creationId="{D4378041-6CE9-61D9-88E2-C6504AA0D553}"/>
          </ac:spMkLst>
        </pc:spChg>
        <pc:spChg chg="add mod ord">
          <ac:chgData name="Palit, Tapti" userId="dec6fbcd-7598-406a-8cbf-504d4a3bac15" providerId="ADAL" clId="{ECD42228-5B96-4A72-B268-C46DF994E6B7}" dt="2024-02-09T02:57:18.253" v="102737" actId="20577"/>
          <ac:spMkLst>
            <pc:docMk/>
            <pc:sldMk cId="3768287891" sldId="1200"/>
            <ac:spMk id="4" creationId="{4C9F2168-20DC-FD01-C54B-93EE659E344B}"/>
          </ac:spMkLst>
        </pc:spChg>
        <pc:spChg chg="mod ord">
          <ac:chgData name="Palit, Tapti" userId="dec6fbcd-7598-406a-8cbf-504d4a3bac15" providerId="ADAL" clId="{ECD42228-5B96-4A72-B268-C46DF994E6B7}" dt="2024-02-07T02:46:40.487" v="99384" actId="6264"/>
          <ac:spMkLst>
            <pc:docMk/>
            <pc:sldMk cId="3768287891" sldId="1200"/>
            <ac:spMk id="4" creationId="{C3684352-E06E-6DDC-1D8C-F6F03FBC88EA}"/>
          </ac:spMkLst>
        </pc:spChg>
        <pc:spChg chg="add del mod">
          <ac:chgData name="Palit, Tapti" userId="dec6fbcd-7598-406a-8cbf-504d4a3bac15" providerId="ADAL" clId="{ECD42228-5B96-4A72-B268-C46DF994E6B7}" dt="2024-02-07T02:46:40.487" v="99384" actId="6264"/>
          <ac:spMkLst>
            <pc:docMk/>
            <pc:sldMk cId="3768287891" sldId="1200"/>
            <ac:spMk id="12" creationId="{79284191-1AAC-F97A-A349-BCA733498B26}"/>
          </ac:spMkLst>
        </pc:spChg>
        <pc:spChg chg="add del mod">
          <ac:chgData name="Palit, Tapti" userId="dec6fbcd-7598-406a-8cbf-504d4a3bac15" providerId="ADAL" clId="{ECD42228-5B96-4A72-B268-C46DF994E6B7}" dt="2024-02-07T02:46:40.487" v="99384" actId="6264"/>
          <ac:spMkLst>
            <pc:docMk/>
            <pc:sldMk cId="3768287891" sldId="1200"/>
            <ac:spMk id="15" creationId="{4C1D797E-9335-3FC8-F7FA-34D72B622BDB}"/>
          </ac:spMkLst>
        </pc:spChg>
        <pc:spChg chg="add del mod">
          <ac:chgData name="Palit, Tapti" userId="dec6fbcd-7598-406a-8cbf-504d4a3bac15" providerId="ADAL" clId="{ECD42228-5B96-4A72-B268-C46DF994E6B7}" dt="2024-02-07T02:46:40.487" v="99384" actId="6264"/>
          <ac:spMkLst>
            <pc:docMk/>
            <pc:sldMk cId="3768287891" sldId="1200"/>
            <ac:spMk id="17" creationId="{CD46E0C6-AE65-B0AE-9AC6-B98730CA252F}"/>
          </ac:spMkLst>
        </pc:spChg>
      </pc:sldChg>
      <pc:sldChg chg="addSp delSp modSp del mod delAnim modAnim">
        <pc:chgData name="Palit, Tapti" userId="dec6fbcd-7598-406a-8cbf-504d4a3bac15" providerId="ADAL" clId="{ECD42228-5B96-4A72-B268-C46DF994E6B7}" dt="2024-02-07T02:48:26.563" v="99466" actId="47"/>
        <pc:sldMkLst>
          <pc:docMk/>
          <pc:sldMk cId="1051057103" sldId="1201"/>
        </pc:sldMkLst>
        <pc:spChg chg="mod">
          <ac:chgData name="Palit, Tapti" userId="dec6fbcd-7598-406a-8cbf-504d4a3bac15" providerId="ADAL" clId="{ECD42228-5B96-4A72-B268-C46DF994E6B7}" dt="2024-02-07T02:44:48.334" v="99372" actId="2711"/>
          <ac:spMkLst>
            <pc:docMk/>
            <pc:sldMk cId="1051057103" sldId="1201"/>
            <ac:spMk id="6" creationId="{47E33047-228C-B495-5A0A-7A2021833A17}"/>
          </ac:spMkLst>
        </pc:spChg>
        <pc:spChg chg="mod">
          <ac:chgData name="Palit, Tapti" userId="dec6fbcd-7598-406a-8cbf-504d4a3bac15" providerId="ADAL" clId="{ECD42228-5B96-4A72-B268-C46DF994E6B7}" dt="2024-02-07T02:44:11.227" v="99322"/>
          <ac:spMkLst>
            <pc:docMk/>
            <pc:sldMk cId="1051057103" sldId="1201"/>
            <ac:spMk id="7" creationId="{450C5090-CBD8-31A8-1815-5F0EE8BD5433}"/>
          </ac:spMkLst>
        </pc:spChg>
        <pc:grpChg chg="add del mod">
          <ac:chgData name="Palit, Tapti" userId="dec6fbcd-7598-406a-8cbf-504d4a3bac15" providerId="ADAL" clId="{ECD42228-5B96-4A72-B268-C46DF994E6B7}" dt="2024-02-07T02:48:23.174" v="99464" actId="21"/>
          <ac:grpSpMkLst>
            <pc:docMk/>
            <pc:sldMk cId="1051057103" sldId="1201"/>
            <ac:grpSpMk id="5" creationId="{CEB3A53A-1C06-CE84-BAEF-571A44CCF4F1}"/>
          </ac:grpSpMkLst>
        </pc:grpChg>
      </pc:sldChg>
      <pc:sldChg chg="addSp delSp modSp mod delAnim modAnim chgLayout modNotesTx">
        <pc:chgData name="Palit, Tapti" userId="dec6fbcd-7598-406a-8cbf-504d4a3bac15" providerId="ADAL" clId="{ECD42228-5B96-4A72-B268-C46DF994E6B7}" dt="2024-02-12T21:08:17.500" v="113523" actId="1076"/>
        <pc:sldMkLst>
          <pc:docMk/>
          <pc:sldMk cId="2515159250" sldId="1202"/>
        </pc:sldMkLst>
        <pc:spChg chg="mod ord">
          <ac:chgData name="Palit, Tapti" userId="dec6fbcd-7598-406a-8cbf-504d4a3bac15" providerId="ADAL" clId="{ECD42228-5B96-4A72-B268-C46DF994E6B7}" dt="2024-02-11T14:29:29.120" v="109696" actId="14"/>
          <ac:spMkLst>
            <pc:docMk/>
            <pc:sldMk cId="2515159250" sldId="1202"/>
            <ac:spMk id="2" creationId="{2A70FAA0-97D6-AB4C-A5EF-C46A5722EDDF}"/>
          </ac:spMkLst>
        </pc:spChg>
        <pc:spChg chg="mod ord">
          <ac:chgData name="Palit, Tapti" userId="dec6fbcd-7598-406a-8cbf-504d4a3bac15" providerId="ADAL" clId="{ECD42228-5B96-4A72-B268-C46DF994E6B7}" dt="2024-02-10T00:55:04.293" v="109298"/>
          <ac:spMkLst>
            <pc:docMk/>
            <pc:sldMk cId="2515159250" sldId="1202"/>
            <ac:spMk id="3" creationId="{351B4105-D7DF-6FF8-C3C0-2ADA4E3FE36E}"/>
          </ac:spMkLst>
        </pc:spChg>
        <pc:spChg chg="mod ord">
          <ac:chgData name="Palit, Tapti" userId="dec6fbcd-7598-406a-8cbf-504d4a3bac15" providerId="ADAL" clId="{ECD42228-5B96-4A72-B268-C46DF994E6B7}" dt="2024-02-06T23:37:06.908" v="97128" actId="6264"/>
          <ac:spMkLst>
            <pc:docMk/>
            <pc:sldMk cId="2515159250" sldId="1202"/>
            <ac:spMk id="4" creationId="{85090158-F364-0108-74F9-3881E33A41EA}"/>
          </ac:spMkLst>
        </pc:spChg>
        <pc:spChg chg="del">
          <ac:chgData name="Palit, Tapti" userId="dec6fbcd-7598-406a-8cbf-504d4a3bac15" providerId="ADAL" clId="{ECD42228-5B96-4A72-B268-C46DF994E6B7}" dt="2024-02-09T02:48:03.897" v="102504" actId="478"/>
          <ac:spMkLst>
            <pc:docMk/>
            <pc:sldMk cId="2515159250" sldId="1202"/>
            <ac:spMk id="7" creationId="{4A887AA2-98DD-1E15-03A3-D291CACC6013}"/>
          </ac:spMkLst>
        </pc:spChg>
        <pc:spChg chg="del">
          <ac:chgData name="Palit, Tapti" userId="dec6fbcd-7598-406a-8cbf-504d4a3bac15" providerId="ADAL" clId="{ECD42228-5B96-4A72-B268-C46DF994E6B7}" dt="2024-02-09T02:48:03.897" v="102504" actId="478"/>
          <ac:spMkLst>
            <pc:docMk/>
            <pc:sldMk cId="2515159250" sldId="1202"/>
            <ac:spMk id="8" creationId="{602E9820-28ED-E45E-93EF-DAE41B463581}"/>
          </ac:spMkLst>
        </pc:spChg>
        <pc:spChg chg="del mod ord">
          <ac:chgData name="Palit, Tapti" userId="dec6fbcd-7598-406a-8cbf-504d4a3bac15" providerId="ADAL" clId="{ECD42228-5B96-4A72-B268-C46DF994E6B7}" dt="2024-02-06T23:37:06.908" v="97128" actId="6264"/>
          <ac:spMkLst>
            <pc:docMk/>
            <pc:sldMk cId="2515159250" sldId="1202"/>
            <ac:spMk id="9" creationId="{EA880391-4380-D670-1883-02F8C0719755}"/>
          </ac:spMkLst>
        </pc:spChg>
        <pc:spChg chg="add del mod">
          <ac:chgData name="Palit, Tapti" userId="dec6fbcd-7598-406a-8cbf-504d4a3bac15" providerId="ADAL" clId="{ECD42228-5B96-4A72-B268-C46DF994E6B7}" dt="2024-02-06T23:34:25.774" v="96781" actId="6264"/>
          <ac:spMkLst>
            <pc:docMk/>
            <pc:sldMk cId="2515159250" sldId="1202"/>
            <ac:spMk id="10" creationId="{716D75C5-73B1-B63E-AA47-D476F2603D27}"/>
          </ac:spMkLst>
        </pc:spChg>
        <pc:spChg chg="add del mod">
          <ac:chgData name="Palit, Tapti" userId="dec6fbcd-7598-406a-8cbf-504d4a3bac15" providerId="ADAL" clId="{ECD42228-5B96-4A72-B268-C46DF994E6B7}" dt="2024-02-06T23:34:25.774" v="96781" actId="6264"/>
          <ac:spMkLst>
            <pc:docMk/>
            <pc:sldMk cId="2515159250" sldId="1202"/>
            <ac:spMk id="11" creationId="{E3CF9414-B3DF-A57F-B307-467240E1B683}"/>
          </ac:spMkLst>
        </pc:spChg>
        <pc:spChg chg="add del mod">
          <ac:chgData name="Palit, Tapti" userId="dec6fbcd-7598-406a-8cbf-504d4a3bac15" providerId="ADAL" clId="{ECD42228-5B96-4A72-B268-C46DF994E6B7}" dt="2024-02-06T23:34:25.774" v="96781" actId="6264"/>
          <ac:spMkLst>
            <pc:docMk/>
            <pc:sldMk cId="2515159250" sldId="1202"/>
            <ac:spMk id="12" creationId="{3E9554EC-49FE-03E7-9876-BB4D07BFDCB7}"/>
          </ac:spMkLst>
        </pc:spChg>
        <pc:spChg chg="add del mod">
          <ac:chgData name="Palit, Tapti" userId="dec6fbcd-7598-406a-8cbf-504d4a3bac15" providerId="ADAL" clId="{ECD42228-5B96-4A72-B268-C46DF994E6B7}" dt="2024-02-06T23:34:25.774" v="96781" actId="6264"/>
          <ac:spMkLst>
            <pc:docMk/>
            <pc:sldMk cId="2515159250" sldId="1202"/>
            <ac:spMk id="13" creationId="{ADED8484-7799-C04E-AC34-C94ABA313C9B}"/>
          </ac:spMkLst>
        </pc:spChg>
        <pc:spChg chg="add del mod">
          <ac:chgData name="Palit, Tapti" userId="dec6fbcd-7598-406a-8cbf-504d4a3bac15" providerId="ADAL" clId="{ECD42228-5B96-4A72-B268-C46DF994E6B7}" dt="2024-02-06T23:37:06.908" v="97128" actId="6264"/>
          <ac:spMkLst>
            <pc:docMk/>
            <pc:sldMk cId="2515159250" sldId="1202"/>
            <ac:spMk id="14" creationId="{86E8C289-A7C7-2B09-6720-167B50DBD2B4}"/>
          </ac:spMkLst>
        </pc:spChg>
        <pc:spChg chg="add del mod">
          <ac:chgData name="Palit, Tapti" userId="dec6fbcd-7598-406a-8cbf-504d4a3bac15" providerId="ADAL" clId="{ECD42228-5B96-4A72-B268-C46DF994E6B7}" dt="2024-02-06T23:37:06.908" v="97128" actId="6264"/>
          <ac:spMkLst>
            <pc:docMk/>
            <pc:sldMk cId="2515159250" sldId="1202"/>
            <ac:spMk id="15" creationId="{105D3935-E563-098F-6932-73CE7F52E620}"/>
          </ac:spMkLst>
        </pc:spChg>
        <pc:spChg chg="add del mod">
          <ac:chgData name="Palit, Tapti" userId="dec6fbcd-7598-406a-8cbf-504d4a3bac15" providerId="ADAL" clId="{ECD42228-5B96-4A72-B268-C46DF994E6B7}" dt="2024-02-06T23:37:06.908" v="97128" actId="6264"/>
          <ac:spMkLst>
            <pc:docMk/>
            <pc:sldMk cId="2515159250" sldId="1202"/>
            <ac:spMk id="16" creationId="{25EF7A8A-B864-198E-97B6-BB95A4C45577}"/>
          </ac:spMkLst>
        </pc:spChg>
        <pc:spChg chg="add mod ord">
          <ac:chgData name="Palit, Tapti" userId="dec6fbcd-7598-406a-8cbf-504d4a3bac15" providerId="ADAL" clId="{ECD42228-5B96-4A72-B268-C46DF994E6B7}" dt="2024-02-11T18:23:06.839" v="112145" actId="20577"/>
          <ac:spMkLst>
            <pc:docMk/>
            <pc:sldMk cId="2515159250" sldId="1202"/>
            <ac:spMk id="17" creationId="{4ED272E3-E897-0B8A-9B92-639C9D284B35}"/>
          </ac:spMkLst>
        </pc:spChg>
        <pc:spChg chg="mod">
          <ac:chgData name="Palit, Tapti" userId="dec6fbcd-7598-406a-8cbf-504d4a3bac15" providerId="ADAL" clId="{ECD42228-5B96-4A72-B268-C46DF994E6B7}" dt="2024-02-12T21:08:17.500" v="113523" actId="1076"/>
          <ac:spMkLst>
            <pc:docMk/>
            <pc:sldMk cId="2515159250" sldId="1202"/>
            <ac:spMk id="19" creationId="{F9A9E779-A4AB-BEDA-0653-313C80014B84}"/>
          </ac:spMkLst>
        </pc:spChg>
        <pc:spChg chg="mod">
          <ac:chgData name="Palit, Tapti" userId="dec6fbcd-7598-406a-8cbf-504d4a3bac15" providerId="ADAL" clId="{ECD42228-5B96-4A72-B268-C46DF994E6B7}" dt="2024-02-12T21:08:17.500" v="113523" actId="1076"/>
          <ac:spMkLst>
            <pc:docMk/>
            <pc:sldMk cId="2515159250" sldId="1202"/>
            <ac:spMk id="20" creationId="{15190D98-9AB6-FE56-42DD-8A38CAACFDAA}"/>
          </ac:spMkLst>
        </pc:spChg>
        <pc:grpChg chg="add mod">
          <ac:chgData name="Palit, Tapti" userId="dec6fbcd-7598-406a-8cbf-504d4a3bac15" providerId="ADAL" clId="{ECD42228-5B96-4A72-B268-C46DF994E6B7}" dt="2024-02-12T21:08:17.500" v="113523" actId="1076"/>
          <ac:grpSpMkLst>
            <pc:docMk/>
            <pc:sldMk cId="2515159250" sldId="1202"/>
            <ac:grpSpMk id="10" creationId="{0843F51B-7834-61A0-9A9B-C626A2C53121}"/>
          </ac:grpSpMkLst>
        </pc:grpChg>
        <pc:picChg chg="add del mod">
          <ac:chgData name="Palit, Tapti" userId="dec6fbcd-7598-406a-8cbf-504d4a3bac15" providerId="ADAL" clId="{ECD42228-5B96-4A72-B268-C46DF994E6B7}" dt="2024-02-09T02:51:10.035" v="102658" actId="478"/>
          <ac:picMkLst>
            <pc:docMk/>
            <pc:sldMk cId="2515159250" sldId="1202"/>
            <ac:picMk id="4" creationId="{5B5A7F26-5D60-A882-DCFD-0D00A58C5F89}"/>
          </ac:picMkLst>
        </pc:picChg>
        <pc:picChg chg="del">
          <ac:chgData name="Palit, Tapti" userId="dec6fbcd-7598-406a-8cbf-504d4a3bac15" providerId="ADAL" clId="{ECD42228-5B96-4A72-B268-C46DF994E6B7}" dt="2024-02-09T02:48:03.897" v="102504" actId="478"/>
          <ac:picMkLst>
            <pc:docMk/>
            <pc:sldMk cId="2515159250" sldId="1202"/>
            <ac:picMk id="5" creationId="{35B2253E-1A4B-01D3-0EEE-ACB4B047E83F}"/>
          </ac:picMkLst>
        </pc:picChg>
        <pc:picChg chg="add mod">
          <ac:chgData name="Palit, Tapti" userId="dec6fbcd-7598-406a-8cbf-504d4a3bac15" providerId="ADAL" clId="{ECD42228-5B96-4A72-B268-C46DF994E6B7}" dt="2024-02-12T21:08:17.500" v="113523" actId="1076"/>
          <ac:picMkLst>
            <pc:docMk/>
            <pc:sldMk cId="2515159250" sldId="1202"/>
            <ac:picMk id="9" creationId="{1FC57D3D-1ECA-1560-155D-81FB1D0E1A0C}"/>
          </ac:picMkLst>
        </pc:picChg>
        <pc:picChg chg="mod">
          <ac:chgData name="Palit, Tapti" userId="dec6fbcd-7598-406a-8cbf-504d4a3bac15" providerId="ADAL" clId="{ECD42228-5B96-4A72-B268-C46DF994E6B7}" dt="2024-02-12T21:08:17.500" v="113523" actId="1076"/>
          <ac:picMkLst>
            <pc:docMk/>
            <pc:sldMk cId="2515159250" sldId="1202"/>
            <ac:picMk id="11" creationId="{8F8F7591-D160-8A2F-C3AE-17F498564D67}"/>
          </ac:picMkLst>
        </pc:picChg>
        <pc:picChg chg="mod">
          <ac:chgData name="Palit, Tapti" userId="dec6fbcd-7598-406a-8cbf-504d4a3bac15" providerId="ADAL" clId="{ECD42228-5B96-4A72-B268-C46DF994E6B7}" dt="2024-02-12T21:08:17.500" v="113523" actId="1076"/>
          <ac:picMkLst>
            <pc:docMk/>
            <pc:sldMk cId="2515159250" sldId="1202"/>
            <ac:picMk id="12" creationId="{9C7D64B0-8631-6966-6E83-C361E3F7C69D}"/>
          </ac:picMkLst>
        </pc:picChg>
        <pc:picChg chg="mod">
          <ac:chgData name="Palit, Tapti" userId="dec6fbcd-7598-406a-8cbf-504d4a3bac15" providerId="ADAL" clId="{ECD42228-5B96-4A72-B268-C46DF994E6B7}" dt="2024-02-12T21:08:17.500" v="113523" actId="1076"/>
          <ac:picMkLst>
            <pc:docMk/>
            <pc:sldMk cId="2515159250" sldId="1202"/>
            <ac:picMk id="13" creationId="{40FA7FB2-28B4-63E4-12D4-A393F1E2C1E5}"/>
          </ac:picMkLst>
        </pc:picChg>
        <pc:picChg chg="mod">
          <ac:chgData name="Palit, Tapti" userId="dec6fbcd-7598-406a-8cbf-504d4a3bac15" providerId="ADAL" clId="{ECD42228-5B96-4A72-B268-C46DF994E6B7}" dt="2024-02-12T21:08:17.500" v="113523" actId="1076"/>
          <ac:picMkLst>
            <pc:docMk/>
            <pc:sldMk cId="2515159250" sldId="1202"/>
            <ac:picMk id="14" creationId="{7402F24F-7DB2-5D01-9F73-97019CA9CD73}"/>
          </ac:picMkLst>
        </pc:picChg>
        <pc:picChg chg="add mod">
          <ac:chgData name="Palit, Tapti" userId="dec6fbcd-7598-406a-8cbf-504d4a3bac15" providerId="ADAL" clId="{ECD42228-5B96-4A72-B268-C46DF994E6B7}" dt="2024-02-12T21:08:17.500" v="113523" actId="1076"/>
          <ac:picMkLst>
            <pc:docMk/>
            <pc:sldMk cId="2515159250" sldId="1202"/>
            <ac:picMk id="22" creationId="{4FC3B243-5C00-BF52-0A0D-CBA568C4DBEA}"/>
          </ac:picMkLst>
        </pc:picChg>
        <pc:picChg chg="del mod">
          <ac:chgData name="Palit, Tapti" userId="dec6fbcd-7598-406a-8cbf-504d4a3bac15" providerId="ADAL" clId="{ECD42228-5B96-4A72-B268-C46DF994E6B7}" dt="2024-02-09T02:48:03.897" v="102504" actId="478"/>
          <ac:picMkLst>
            <pc:docMk/>
            <pc:sldMk cId="2515159250" sldId="1202"/>
            <ac:picMk id="1026" creationId="{6D5C5623-DF05-8C0B-5A91-39F9D85A5B69}"/>
          </ac:picMkLst>
        </pc:picChg>
        <pc:picChg chg="del">
          <ac:chgData name="Palit, Tapti" userId="dec6fbcd-7598-406a-8cbf-504d4a3bac15" providerId="ADAL" clId="{ECD42228-5B96-4A72-B268-C46DF994E6B7}" dt="2024-02-09T02:48:03.897" v="102504" actId="478"/>
          <ac:picMkLst>
            <pc:docMk/>
            <pc:sldMk cId="2515159250" sldId="1202"/>
            <ac:picMk id="1028" creationId="{39914A1B-54BB-11FC-1282-1645953B11CF}"/>
          </ac:picMkLst>
        </pc:picChg>
        <pc:picChg chg="add del mod">
          <ac:chgData name="Palit, Tapti" userId="dec6fbcd-7598-406a-8cbf-504d4a3bac15" providerId="ADAL" clId="{ECD42228-5B96-4A72-B268-C46DF994E6B7}" dt="2024-02-09T02:54:58.454" v="102691" actId="478"/>
          <ac:picMkLst>
            <pc:docMk/>
            <pc:sldMk cId="2515159250" sldId="1202"/>
            <ac:picMk id="1030" creationId="{45FB45D0-3F52-838B-AF19-D026EBBB7616}"/>
          </ac:picMkLst>
        </pc:picChg>
        <pc:cxnChg chg="del">
          <ac:chgData name="Palit, Tapti" userId="dec6fbcd-7598-406a-8cbf-504d4a3bac15" providerId="ADAL" clId="{ECD42228-5B96-4A72-B268-C46DF994E6B7}" dt="2024-02-09T02:48:03.897" v="102504" actId="478"/>
          <ac:cxnSpMkLst>
            <pc:docMk/>
            <pc:sldMk cId="2515159250" sldId="1202"/>
            <ac:cxnSpMk id="6" creationId="{0F0BDE3A-601E-AE37-B097-0A7CD0A053D2}"/>
          </ac:cxnSpMkLst>
        </pc:cxnChg>
        <pc:cxnChg chg="mod">
          <ac:chgData name="Palit, Tapti" userId="dec6fbcd-7598-406a-8cbf-504d4a3bac15" providerId="ADAL" clId="{ECD42228-5B96-4A72-B268-C46DF994E6B7}" dt="2024-02-12T21:08:17.500" v="113523" actId="1076"/>
          <ac:cxnSpMkLst>
            <pc:docMk/>
            <pc:sldMk cId="2515159250" sldId="1202"/>
            <ac:cxnSpMk id="15" creationId="{2A833E29-97AA-DF22-FF84-73E5A62752BE}"/>
          </ac:cxnSpMkLst>
        </pc:cxnChg>
        <pc:cxnChg chg="mod">
          <ac:chgData name="Palit, Tapti" userId="dec6fbcd-7598-406a-8cbf-504d4a3bac15" providerId="ADAL" clId="{ECD42228-5B96-4A72-B268-C46DF994E6B7}" dt="2024-02-12T21:08:17.500" v="113523" actId="1076"/>
          <ac:cxnSpMkLst>
            <pc:docMk/>
            <pc:sldMk cId="2515159250" sldId="1202"/>
            <ac:cxnSpMk id="16" creationId="{B0FFD107-8473-9A1F-337A-23077D37C822}"/>
          </ac:cxnSpMkLst>
        </pc:cxnChg>
        <pc:cxnChg chg="mod">
          <ac:chgData name="Palit, Tapti" userId="dec6fbcd-7598-406a-8cbf-504d4a3bac15" providerId="ADAL" clId="{ECD42228-5B96-4A72-B268-C46DF994E6B7}" dt="2024-02-12T21:08:17.500" v="113523" actId="1076"/>
          <ac:cxnSpMkLst>
            <pc:docMk/>
            <pc:sldMk cId="2515159250" sldId="1202"/>
            <ac:cxnSpMk id="18" creationId="{5EC6C12B-06C3-9F0C-E0B0-C1C6AECE36AC}"/>
          </ac:cxnSpMkLst>
        </pc:cxnChg>
      </pc:sldChg>
      <pc:sldChg chg="addSp delSp modSp del mod modAnim chgLayout">
        <pc:chgData name="Palit, Tapti" userId="dec6fbcd-7598-406a-8cbf-504d4a3bac15" providerId="ADAL" clId="{ECD42228-5B96-4A72-B268-C46DF994E6B7}" dt="2024-02-09T03:01:56.902" v="102893" actId="2696"/>
        <pc:sldMkLst>
          <pc:docMk/>
          <pc:sldMk cId="3016799779" sldId="1203"/>
        </pc:sldMkLst>
        <pc:spChg chg="mod ord">
          <ac:chgData name="Palit, Tapti" userId="dec6fbcd-7598-406a-8cbf-504d4a3bac15" providerId="ADAL" clId="{ECD42228-5B96-4A72-B268-C46DF994E6B7}" dt="2024-02-06T23:36:48.704" v="97127" actId="20577"/>
          <ac:spMkLst>
            <pc:docMk/>
            <pc:sldMk cId="3016799779" sldId="1203"/>
            <ac:spMk id="2" creationId="{03FA1A32-5824-9985-5E41-2303E9375BAB}"/>
          </ac:spMkLst>
        </pc:spChg>
        <pc:spChg chg="mod ord">
          <ac:chgData name="Palit, Tapti" userId="dec6fbcd-7598-406a-8cbf-504d4a3bac15" providerId="ADAL" clId="{ECD42228-5B96-4A72-B268-C46DF994E6B7}" dt="2024-02-06T23:36:04.887" v="97018" actId="6264"/>
          <ac:spMkLst>
            <pc:docMk/>
            <pc:sldMk cId="3016799779" sldId="1203"/>
            <ac:spMk id="3" creationId="{127BBF0A-6E3B-2D59-5D1A-E68906BE4BFB}"/>
          </ac:spMkLst>
        </pc:spChg>
        <pc:spChg chg="mod ord">
          <ac:chgData name="Palit, Tapti" userId="dec6fbcd-7598-406a-8cbf-504d4a3bac15" providerId="ADAL" clId="{ECD42228-5B96-4A72-B268-C46DF994E6B7}" dt="2024-02-06T23:36:04.887" v="97018" actId="6264"/>
          <ac:spMkLst>
            <pc:docMk/>
            <pc:sldMk cId="3016799779" sldId="1203"/>
            <ac:spMk id="4" creationId="{4DBE763C-14BB-29D9-D508-93501698A4B1}"/>
          </ac:spMkLst>
        </pc:spChg>
        <pc:spChg chg="mod ord">
          <ac:chgData name="Palit, Tapti" userId="dec6fbcd-7598-406a-8cbf-504d4a3bac15" providerId="ADAL" clId="{ECD42228-5B96-4A72-B268-C46DF994E6B7}" dt="2024-02-06T23:41:11.257" v="97249" actId="20577"/>
          <ac:spMkLst>
            <pc:docMk/>
            <pc:sldMk cId="3016799779" sldId="1203"/>
            <ac:spMk id="9" creationId="{AEF08731-08B1-355C-F7E1-FE8A0C51368E}"/>
          </ac:spMkLst>
        </pc:spChg>
        <pc:spChg chg="add del mod">
          <ac:chgData name="Palit, Tapti" userId="dec6fbcd-7598-406a-8cbf-504d4a3bac15" providerId="ADAL" clId="{ECD42228-5B96-4A72-B268-C46DF994E6B7}" dt="2024-02-06T23:36:04.887" v="97018" actId="6264"/>
          <ac:spMkLst>
            <pc:docMk/>
            <pc:sldMk cId="3016799779" sldId="1203"/>
            <ac:spMk id="10" creationId="{C8AAF78C-37C3-CBC7-1C58-4F86ED38C5A9}"/>
          </ac:spMkLst>
        </pc:spChg>
        <pc:spChg chg="add del mod">
          <ac:chgData name="Palit, Tapti" userId="dec6fbcd-7598-406a-8cbf-504d4a3bac15" providerId="ADAL" clId="{ECD42228-5B96-4A72-B268-C46DF994E6B7}" dt="2024-02-06T23:36:04.887" v="97018" actId="6264"/>
          <ac:spMkLst>
            <pc:docMk/>
            <pc:sldMk cId="3016799779" sldId="1203"/>
            <ac:spMk id="11" creationId="{46223EAD-C13B-5A51-5B94-3224EC71AA3E}"/>
          </ac:spMkLst>
        </pc:spChg>
        <pc:spChg chg="add del mod">
          <ac:chgData name="Palit, Tapti" userId="dec6fbcd-7598-406a-8cbf-504d4a3bac15" providerId="ADAL" clId="{ECD42228-5B96-4A72-B268-C46DF994E6B7}" dt="2024-02-06T23:36:04.887" v="97018" actId="6264"/>
          <ac:spMkLst>
            <pc:docMk/>
            <pc:sldMk cId="3016799779" sldId="1203"/>
            <ac:spMk id="12" creationId="{9174CFF4-8A8A-D273-03B7-AFB10A13C148}"/>
          </ac:spMkLst>
        </pc:spChg>
        <pc:spChg chg="add del mod">
          <ac:chgData name="Palit, Tapti" userId="dec6fbcd-7598-406a-8cbf-504d4a3bac15" providerId="ADAL" clId="{ECD42228-5B96-4A72-B268-C46DF994E6B7}" dt="2024-02-06T23:36:04.887" v="97018" actId="6264"/>
          <ac:spMkLst>
            <pc:docMk/>
            <pc:sldMk cId="3016799779" sldId="1203"/>
            <ac:spMk id="13" creationId="{0BDA6C4A-B029-D7C0-34ED-9593DCDF1B5F}"/>
          </ac:spMkLst>
        </pc:spChg>
        <pc:spChg chg="mod">
          <ac:chgData name="Palit, Tapti" userId="dec6fbcd-7598-406a-8cbf-504d4a3bac15" providerId="ADAL" clId="{ECD42228-5B96-4A72-B268-C46DF994E6B7}" dt="2024-02-07T01:08:42.083" v="98716" actId="164"/>
          <ac:spMkLst>
            <pc:docMk/>
            <pc:sldMk cId="3016799779" sldId="1203"/>
            <ac:spMk id="43" creationId="{AEFF050B-22BB-D019-B966-30BCFFC8C78A}"/>
          </ac:spMkLst>
        </pc:spChg>
        <pc:spChg chg="mod">
          <ac:chgData name="Palit, Tapti" userId="dec6fbcd-7598-406a-8cbf-504d4a3bac15" providerId="ADAL" clId="{ECD42228-5B96-4A72-B268-C46DF994E6B7}" dt="2024-02-07T01:08:42.083" v="98716" actId="164"/>
          <ac:spMkLst>
            <pc:docMk/>
            <pc:sldMk cId="3016799779" sldId="1203"/>
            <ac:spMk id="46" creationId="{09FEF288-2E6A-CF9C-DC43-79F9BF795829}"/>
          </ac:spMkLst>
        </pc:spChg>
        <pc:grpChg chg="add mod">
          <ac:chgData name="Palit, Tapti" userId="dec6fbcd-7598-406a-8cbf-504d4a3bac15" providerId="ADAL" clId="{ECD42228-5B96-4A72-B268-C46DF994E6B7}" dt="2024-02-07T01:08:42.083" v="98716" actId="164"/>
          <ac:grpSpMkLst>
            <pc:docMk/>
            <pc:sldMk cId="3016799779" sldId="1203"/>
            <ac:grpSpMk id="10" creationId="{CB0189AE-148C-99C8-B0EE-C25BC7DFE27B}"/>
          </ac:grpSpMkLst>
        </pc:grpChg>
        <pc:picChg chg="mod">
          <ac:chgData name="Palit, Tapti" userId="dec6fbcd-7598-406a-8cbf-504d4a3bac15" providerId="ADAL" clId="{ECD42228-5B96-4A72-B268-C46DF994E6B7}" dt="2024-02-07T01:08:35.905" v="98715" actId="1076"/>
          <ac:picMkLst>
            <pc:docMk/>
            <pc:sldMk cId="3016799779" sldId="1203"/>
            <ac:picMk id="5" creationId="{722B97B6-8EFE-8DD5-36EC-499E04D9CEFD}"/>
          </ac:picMkLst>
        </pc:picChg>
        <pc:picChg chg="mod">
          <ac:chgData name="Palit, Tapti" userId="dec6fbcd-7598-406a-8cbf-504d4a3bac15" providerId="ADAL" clId="{ECD42228-5B96-4A72-B268-C46DF994E6B7}" dt="2024-02-07T01:08:42.083" v="98716" actId="164"/>
          <ac:picMkLst>
            <pc:docMk/>
            <pc:sldMk cId="3016799779" sldId="1203"/>
            <ac:picMk id="20" creationId="{9FC79036-51C6-410C-75BE-9CFFD374C15B}"/>
          </ac:picMkLst>
        </pc:picChg>
        <pc:picChg chg="mod">
          <ac:chgData name="Palit, Tapti" userId="dec6fbcd-7598-406a-8cbf-504d4a3bac15" providerId="ADAL" clId="{ECD42228-5B96-4A72-B268-C46DF994E6B7}" dt="2024-02-07T01:08:42.083" v="98716" actId="164"/>
          <ac:picMkLst>
            <pc:docMk/>
            <pc:sldMk cId="3016799779" sldId="1203"/>
            <ac:picMk id="21" creationId="{DC965327-19CC-3E45-3F09-B31D9E214B9E}"/>
          </ac:picMkLst>
        </pc:picChg>
        <pc:picChg chg="mod">
          <ac:chgData name="Palit, Tapti" userId="dec6fbcd-7598-406a-8cbf-504d4a3bac15" providerId="ADAL" clId="{ECD42228-5B96-4A72-B268-C46DF994E6B7}" dt="2024-02-07T01:08:42.083" v="98716" actId="164"/>
          <ac:picMkLst>
            <pc:docMk/>
            <pc:sldMk cId="3016799779" sldId="1203"/>
            <ac:picMk id="22" creationId="{C8031E95-90E9-83C4-2BC2-7895C19B270E}"/>
          </ac:picMkLst>
        </pc:picChg>
        <pc:picChg chg="mod">
          <ac:chgData name="Palit, Tapti" userId="dec6fbcd-7598-406a-8cbf-504d4a3bac15" providerId="ADAL" clId="{ECD42228-5B96-4A72-B268-C46DF994E6B7}" dt="2024-02-07T01:08:42.083" v="98716" actId="164"/>
          <ac:picMkLst>
            <pc:docMk/>
            <pc:sldMk cId="3016799779" sldId="1203"/>
            <ac:picMk id="23" creationId="{656F6BC0-D807-644D-0E56-BEB296A059E5}"/>
          </ac:picMkLst>
        </pc:picChg>
        <pc:cxnChg chg="mod">
          <ac:chgData name="Palit, Tapti" userId="dec6fbcd-7598-406a-8cbf-504d4a3bac15" providerId="ADAL" clId="{ECD42228-5B96-4A72-B268-C46DF994E6B7}" dt="2024-02-07T01:08:42.083" v="98716" actId="164"/>
          <ac:cxnSpMkLst>
            <pc:docMk/>
            <pc:sldMk cId="3016799779" sldId="1203"/>
            <ac:cxnSpMk id="24" creationId="{F8093AFA-2178-0DC5-B0E8-F677F91417C8}"/>
          </ac:cxnSpMkLst>
        </pc:cxnChg>
        <pc:cxnChg chg="mod">
          <ac:chgData name="Palit, Tapti" userId="dec6fbcd-7598-406a-8cbf-504d4a3bac15" providerId="ADAL" clId="{ECD42228-5B96-4A72-B268-C46DF994E6B7}" dt="2024-02-07T01:08:42.083" v="98716" actId="164"/>
          <ac:cxnSpMkLst>
            <pc:docMk/>
            <pc:sldMk cId="3016799779" sldId="1203"/>
            <ac:cxnSpMk id="25" creationId="{DF720B9E-B9FF-8457-7842-35BD4E544A4B}"/>
          </ac:cxnSpMkLst>
        </pc:cxnChg>
        <pc:cxnChg chg="mod">
          <ac:chgData name="Palit, Tapti" userId="dec6fbcd-7598-406a-8cbf-504d4a3bac15" providerId="ADAL" clId="{ECD42228-5B96-4A72-B268-C46DF994E6B7}" dt="2024-02-07T01:08:42.083" v="98716" actId="164"/>
          <ac:cxnSpMkLst>
            <pc:docMk/>
            <pc:sldMk cId="3016799779" sldId="1203"/>
            <ac:cxnSpMk id="26" creationId="{7C6AC42D-7BD6-B9D1-6D0D-3386CC6D0D88}"/>
          </ac:cxnSpMkLst>
        </pc:cxnChg>
      </pc:sldChg>
      <pc:sldChg chg="add mod modShow">
        <pc:chgData name="Palit, Tapti" userId="dec6fbcd-7598-406a-8cbf-504d4a3bac15" providerId="ADAL" clId="{ECD42228-5B96-4A72-B268-C46DF994E6B7}" dt="2024-02-09T03:02:01.545" v="102895" actId="729"/>
        <pc:sldMkLst>
          <pc:docMk/>
          <pc:sldMk cId="3286660172" sldId="1203"/>
        </pc:sldMkLst>
      </pc:sldChg>
      <pc:sldChg chg="addSp delSp modSp add del mod ord modShow">
        <pc:chgData name="Palit, Tapti" userId="dec6fbcd-7598-406a-8cbf-504d4a3bac15" providerId="ADAL" clId="{ECD42228-5B96-4A72-B268-C46DF994E6B7}" dt="2024-02-07T01:13:55.108" v="98826" actId="47"/>
        <pc:sldMkLst>
          <pc:docMk/>
          <pc:sldMk cId="1504403626" sldId="1204"/>
        </pc:sldMkLst>
        <pc:spChg chg="mod">
          <ac:chgData name="Palit, Tapti" userId="dec6fbcd-7598-406a-8cbf-504d4a3bac15" providerId="ADAL" clId="{ECD42228-5B96-4A72-B268-C46DF994E6B7}" dt="2024-02-07T00:56:29.783" v="98553" actId="20577"/>
          <ac:spMkLst>
            <pc:docMk/>
            <pc:sldMk cId="1504403626" sldId="1204"/>
            <ac:spMk id="2" creationId="{0FE02A0C-FD5E-3D05-F3DE-141C8442AABF}"/>
          </ac:spMkLst>
        </pc:spChg>
        <pc:spChg chg="add del">
          <ac:chgData name="Palit, Tapti" userId="dec6fbcd-7598-406a-8cbf-504d4a3bac15" providerId="ADAL" clId="{ECD42228-5B96-4A72-B268-C46DF994E6B7}" dt="2024-02-07T00:56:57.787" v="98560" actId="21"/>
          <ac:spMkLst>
            <pc:docMk/>
            <pc:sldMk cId="1504403626" sldId="1204"/>
            <ac:spMk id="29" creationId="{4B15FEB8-B604-5BF9-198A-2829C7240FC5}"/>
          </ac:spMkLst>
        </pc:spChg>
        <pc:spChg chg="add del">
          <ac:chgData name="Palit, Tapti" userId="dec6fbcd-7598-406a-8cbf-504d4a3bac15" providerId="ADAL" clId="{ECD42228-5B96-4A72-B268-C46DF994E6B7}" dt="2024-02-07T00:57:29.618" v="98565" actId="21"/>
          <ac:spMkLst>
            <pc:docMk/>
            <pc:sldMk cId="1504403626" sldId="1204"/>
            <ac:spMk id="31" creationId="{146611FA-95AD-AAC0-6C2A-E0D47F1A30EA}"/>
          </ac:spMkLst>
        </pc:spChg>
        <pc:spChg chg="mod">
          <ac:chgData name="Palit, Tapti" userId="dec6fbcd-7598-406a-8cbf-504d4a3bac15" providerId="ADAL" clId="{ECD42228-5B96-4A72-B268-C46DF994E6B7}" dt="2024-02-07T00:57:26.110" v="98563" actId="1076"/>
          <ac:spMkLst>
            <pc:docMk/>
            <pc:sldMk cId="1504403626" sldId="1204"/>
            <ac:spMk id="33" creationId="{166FBCE8-EAD0-29F9-B62E-B51B2CF815DF}"/>
          </ac:spMkLst>
        </pc:spChg>
        <pc:grpChg chg="add del">
          <ac:chgData name="Palit, Tapti" userId="dec6fbcd-7598-406a-8cbf-504d4a3bac15" providerId="ADAL" clId="{ECD42228-5B96-4A72-B268-C46DF994E6B7}" dt="2024-02-07T00:57:29.618" v="98565" actId="21"/>
          <ac:grpSpMkLst>
            <pc:docMk/>
            <pc:sldMk cId="1504403626" sldId="1204"/>
            <ac:grpSpMk id="11" creationId="{0288ABAE-FA58-2B71-9E63-000F082B35EA}"/>
          </ac:grpSpMkLst>
        </pc:grpChg>
        <pc:grpChg chg="mod">
          <ac:chgData name="Palit, Tapti" userId="dec6fbcd-7598-406a-8cbf-504d4a3bac15" providerId="ADAL" clId="{ECD42228-5B96-4A72-B268-C46DF994E6B7}" dt="2024-02-07T01:03:18.331" v="98655" actId="571"/>
          <ac:grpSpMkLst>
            <pc:docMk/>
            <pc:sldMk cId="1504403626" sldId="1204"/>
            <ac:grpSpMk id="50" creationId="{170CFD6D-75D9-2039-864F-DE3F6E30F800}"/>
          </ac:grpSpMkLst>
        </pc:grpChg>
        <pc:picChg chg="add mod">
          <ac:chgData name="Palit, Tapti" userId="dec6fbcd-7598-406a-8cbf-504d4a3bac15" providerId="ADAL" clId="{ECD42228-5B96-4A72-B268-C46DF994E6B7}" dt="2024-02-07T01:03:18.331" v="98655" actId="571"/>
          <ac:picMkLst>
            <pc:docMk/>
            <pc:sldMk cId="1504403626" sldId="1204"/>
            <ac:picMk id="20" creationId="{4B2C3759-C1E4-1F0B-8EF7-030D2BC6AEF0}"/>
          </ac:picMkLst>
        </pc:picChg>
        <pc:picChg chg="add mod">
          <ac:chgData name="Palit, Tapti" userId="dec6fbcd-7598-406a-8cbf-504d4a3bac15" providerId="ADAL" clId="{ECD42228-5B96-4A72-B268-C46DF994E6B7}" dt="2024-02-07T01:03:18.331" v="98655" actId="571"/>
          <ac:picMkLst>
            <pc:docMk/>
            <pc:sldMk cId="1504403626" sldId="1204"/>
            <ac:picMk id="21" creationId="{6F1C65F6-BC9D-332B-AE5D-D079E4A615F6}"/>
          </ac:picMkLst>
        </pc:picChg>
        <pc:picChg chg="mod">
          <ac:chgData name="Palit, Tapti" userId="dec6fbcd-7598-406a-8cbf-504d4a3bac15" providerId="ADAL" clId="{ECD42228-5B96-4A72-B268-C46DF994E6B7}" dt="2024-02-07T01:03:18.331" v="98655" actId="571"/>
          <ac:picMkLst>
            <pc:docMk/>
            <pc:sldMk cId="1504403626" sldId="1204"/>
            <ac:picMk id="37" creationId="{9F83617B-5334-BBB3-C358-E6CD447D27DB}"/>
          </ac:picMkLst>
        </pc:picChg>
        <pc:picChg chg="mod">
          <ac:chgData name="Palit, Tapti" userId="dec6fbcd-7598-406a-8cbf-504d4a3bac15" providerId="ADAL" clId="{ECD42228-5B96-4A72-B268-C46DF994E6B7}" dt="2024-02-07T01:03:18.331" v="98655" actId="571"/>
          <ac:picMkLst>
            <pc:docMk/>
            <pc:sldMk cId="1504403626" sldId="1204"/>
            <ac:picMk id="3074" creationId="{0FBB0FF4-2CDA-C1DF-2F05-335587B92FA2}"/>
          </ac:picMkLst>
        </pc:picChg>
        <pc:cxnChg chg="add mod">
          <ac:chgData name="Palit, Tapti" userId="dec6fbcd-7598-406a-8cbf-504d4a3bac15" providerId="ADAL" clId="{ECD42228-5B96-4A72-B268-C46DF994E6B7}" dt="2024-02-07T01:03:18.331" v="98655" actId="571"/>
          <ac:cxnSpMkLst>
            <pc:docMk/>
            <pc:sldMk cId="1504403626" sldId="1204"/>
            <ac:cxnSpMk id="22" creationId="{09F3BFE7-40DC-0934-9C5A-C6CDB1267FD8}"/>
          </ac:cxnSpMkLst>
        </pc:cxnChg>
        <pc:cxnChg chg="mod">
          <ac:chgData name="Palit, Tapti" userId="dec6fbcd-7598-406a-8cbf-504d4a3bac15" providerId="ADAL" clId="{ECD42228-5B96-4A72-B268-C46DF994E6B7}" dt="2024-02-07T01:03:18.331" v="98655" actId="571"/>
          <ac:cxnSpMkLst>
            <pc:docMk/>
            <pc:sldMk cId="1504403626" sldId="1204"/>
            <ac:cxnSpMk id="38" creationId="{03E7F8A5-7CDA-20CA-18B6-18B34738F416}"/>
          </ac:cxnSpMkLst>
        </pc:cxnChg>
      </pc:sldChg>
      <pc:sldChg chg="addSp delSp modSp new mod ord delAnim modAnim modCm modNotesTx">
        <pc:chgData name="Palit, Tapti" userId="dec6fbcd-7598-406a-8cbf-504d4a3bac15" providerId="ADAL" clId="{ECD42228-5B96-4A72-B268-C46DF994E6B7}" dt="2024-02-13T04:15:54.796" v="115351"/>
        <pc:sldMkLst>
          <pc:docMk/>
          <pc:sldMk cId="1398096310" sldId="1205"/>
        </pc:sldMkLst>
        <pc:spChg chg="add del">
          <ac:chgData name="Palit, Tapti" userId="dec6fbcd-7598-406a-8cbf-504d4a3bac15" providerId="ADAL" clId="{ECD42228-5B96-4A72-B268-C46DF994E6B7}" dt="2024-02-07T00:15:42.435" v="97276" actId="3680"/>
          <ac:spMkLst>
            <pc:docMk/>
            <pc:sldMk cId="1398096310" sldId="1205"/>
            <ac:spMk id="2" creationId="{C9722E7A-A97A-F525-3DFA-1A0BA7DBC0B9}"/>
          </ac:spMkLst>
        </pc:spChg>
        <pc:spChg chg="mod">
          <ac:chgData name="Palit, Tapti" userId="dec6fbcd-7598-406a-8cbf-504d4a3bac15" providerId="ADAL" clId="{ECD42228-5B96-4A72-B268-C46DF994E6B7}" dt="2024-02-07T00:08:37.641" v="97265" actId="20577"/>
          <ac:spMkLst>
            <pc:docMk/>
            <pc:sldMk cId="1398096310" sldId="1205"/>
            <ac:spMk id="3" creationId="{FC7EDE75-A6E7-44C0-D017-1EF23D2231B7}"/>
          </ac:spMkLst>
        </pc:spChg>
        <pc:spChg chg="add del mod">
          <ac:chgData name="Palit, Tapti" userId="dec6fbcd-7598-406a-8cbf-504d4a3bac15" providerId="ADAL" clId="{ECD42228-5B96-4A72-B268-C46DF994E6B7}" dt="2024-02-11T18:26:56.113" v="112295" actId="478"/>
          <ac:spMkLst>
            <pc:docMk/>
            <pc:sldMk cId="1398096310" sldId="1205"/>
            <ac:spMk id="4" creationId="{0F2EA7BF-889E-C05C-5845-5ABD5365E7AD}"/>
          </ac:spMkLst>
        </pc:spChg>
        <pc:spChg chg="add mod">
          <ac:chgData name="Palit, Tapti" userId="dec6fbcd-7598-406a-8cbf-504d4a3bac15" providerId="ADAL" clId="{ECD42228-5B96-4A72-B268-C46DF994E6B7}" dt="2024-02-13T02:51:28.915" v="114140" actId="207"/>
          <ac:spMkLst>
            <pc:docMk/>
            <pc:sldMk cId="1398096310" sldId="1205"/>
            <ac:spMk id="4" creationId="{52BE84B2-FF14-A3F4-DCCE-A0C895539F98}"/>
          </ac:spMkLst>
        </pc:spChg>
        <pc:spChg chg="add del mod">
          <ac:chgData name="Palit, Tapti" userId="dec6fbcd-7598-406a-8cbf-504d4a3bac15" providerId="ADAL" clId="{ECD42228-5B96-4A72-B268-C46DF994E6B7}" dt="2024-02-08T23:27:46.352" v="101297" actId="478"/>
          <ac:spMkLst>
            <pc:docMk/>
            <pc:sldMk cId="1398096310" sldId="1205"/>
            <ac:spMk id="4" creationId="{9D18E6BA-FE80-3049-9FB2-1FA28628F521}"/>
          </ac:spMkLst>
        </pc:spChg>
        <pc:spChg chg="add del mod">
          <ac:chgData name="Palit, Tapti" userId="dec6fbcd-7598-406a-8cbf-504d4a3bac15" providerId="ADAL" clId="{ECD42228-5B96-4A72-B268-C46DF994E6B7}" dt="2024-02-12T20:24:03.332" v="113052" actId="478"/>
          <ac:spMkLst>
            <pc:docMk/>
            <pc:sldMk cId="1398096310" sldId="1205"/>
            <ac:spMk id="7" creationId="{ACC402D8-5916-9791-B2FC-6889069D91D9}"/>
          </ac:spMkLst>
        </pc:spChg>
        <pc:spChg chg="add del mod">
          <ac:chgData name="Palit, Tapti" userId="dec6fbcd-7598-406a-8cbf-504d4a3bac15" providerId="ADAL" clId="{ECD42228-5B96-4A72-B268-C46DF994E6B7}" dt="2024-02-12T20:24:10.748" v="113055" actId="478"/>
          <ac:spMkLst>
            <pc:docMk/>
            <pc:sldMk cId="1398096310" sldId="1205"/>
            <ac:spMk id="9" creationId="{25CB8286-4C89-6ADE-A49D-31827C4E5521}"/>
          </ac:spMkLst>
        </pc:spChg>
        <pc:spChg chg="add del mod">
          <ac:chgData name="Palit, Tapti" userId="dec6fbcd-7598-406a-8cbf-504d4a3bac15" providerId="ADAL" clId="{ECD42228-5B96-4A72-B268-C46DF994E6B7}" dt="2024-02-12T20:24:10.748" v="113055" actId="478"/>
          <ac:spMkLst>
            <pc:docMk/>
            <pc:sldMk cId="1398096310" sldId="1205"/>
            <ac:spMk id="10" creationId="{A5F22E1C-45A8-0BAC-3C2D-13CE996C7931}"/>
          </ac:spMkLst>
        </pc:spChg>
        <pc:spChg chg="add del mod">
          <ac:chgData name="Palit, Tapti" userId="dec6fbcd-7598-406a-8cbf-504d4a3bac15" providerId="ADAL" clId="{ECD42228-5B96-4A72-B268-C46DF994E6B7}" dt="2024-02-12T20:24:03.332" v="113052" actId="478"/>
          <ac:spMkLst>
            <pc:docMk/>
            <pc:sldMk cId="1398096310" sldId="1205"/>
            <ac:spMk id="11" creationId="{ECBF5772-AE88-C516-4A05-05344DC66CF9}"/>
          </ac:spMkLst>
        </pc:spChg>
        <pc:spChg chg="add del mod">
          <ac:chgData name="Palit, Tapti" userId="dec6fbcd-7598-406a-8cbf-504d4a3bac15" providerId="ADAL" clId="{ECD42228-5B96-4A72-B268-C46DF994E6B7}" dt="2024-02-12T20:24:04.720" v="113053" actId="478"/>
          <ac:spMkLst>
            <pc:docMk/>
            <pc:sldMk cId="1398096310" sldId="1205"/>
            <ac:spMk id="12" creationId="{8491E948-8CEF-0BCC-087B-C1506B64E388}"/>
          </ac:spMkLst>
        </pc:spChg>
        <pc:spChg chg="add del mod">
          <ac:chgData name="Palit, Tapti" userId="dec6fbcd-7598-406a-8cbf-504d4a3bac15" providerId="ADAL" clId="{ECD42228-5B96-4A72-B268-C46DF994E6B7}" dt="2024-02-08T23:33:30.788" v="101324" actId="478"/>
          <ac:spMkLst>
            <pc:docMk/>
            <pc:sldMk cId="1398096310" sldId="1205"/>
            <ac:spMk id="13" creationId="{8EC49839-5387-7E00-6DF5-284E9295BA68}"/>
          </ac:spMkLst>
        </pc:spChg>
        <pc:spChg chg="add del mod">
          <ac:chgData name="Palit, Tapti" userId="dec6fbcd-7598-406a-8cbf-504d4a3bac15" providerId="ADAL" clId="{ECD42228-5B96-4A72-B268-C46DF994E6B7}" dt="2024-02-08T23:32:42.419" v="101318" actId="478"/>
          <ac:spMkLst>
            <pc:docMk/>
            <pc:sldMk cId="1398096310" sldId="1205"/>
            <ac:spMk id="14" creationId="{4F5AC6D7-5839-BB6A-EFA4-DD779F52B10E}"/>
          </ac:spMkLst>
        </pc:spChg>
        <pc:spChg chg="add mod ord">
          <ac:chgData name="Palit, Tapti" userId="dec6fbcd-7598-406a-8cbf-504d4a3bac15" providerId="ADAL" clId="{ECD42228-5B96-4A72-B268-C46DF994E6B7}" dt="2024-02-13T02:51:29.718" v="114141" actId="166"/>
          <ac:spMkLst>
            <pc:docMk/>
            <pc:sldMk cId="1398096310" sldId="1205"/>
            <ac:spMk id="14" creationId="{CA5E1F40-B885-0DED-E3AD-6D2C23D2BCE8}"/>
          </ac:spMkLst>
        </pc:spChg>
        <pc:spChg chg="add mod ord">
          <ac:chgData name="Palit, Tapti" userId="dec6fbcd-7598-406a-8cbf-504d4a3bac15" providerId="ADAL" clId="{ECD42228-5B96-4A72-B268-C46DF994E6B7}" dt="2024-02-13T04:15:23.856" v="115343" actId="166"/>
          <ac:spMkLst>
            <pc:docMk/>
            <pc:sldMk cId="1398096310" sldId="1205"/>
            <ac:spMk id="15" creationId="{D6CD26EE-3A40-9D38-6531-564253BCA4CB}"/>
          </ac:spMkLst>
        </pc:spChg>
        <pc:spChg chg="add del mod">
          <ac:chgData name="Palit, Tapti" userId="dec6fbcd-7598-406a-8cbf-504d4a3bac15" providerId="ADAL" clId="{ECD42228-5B96-4A72-B268-C46DF994E6B7}" dt="2024-02-08T23:32:34.234" v="101314" actId="478"/>
          <ac:spMkLst>
            <pc:docMk/>
            <pc:sldMk cId="1398096310" sldId="1205"/>
            <ac:spMk id="15" creationId="{DE478125-0D75-01AA-E798-FE471BDE29FA}"/>
          </ac:spMkLst>
        </pc:spChg>
        <pc:spChg chg="add del mod">
          <ac:chgData name="Palit, Tapti" userId="dec6fbcd-7598-406a-8cbf-504d4a3bac15" providerId="ADAL" clId="{ECD42228-5B96-4A72-B268-C46DF994E6B7}" dt="2024-02-12T20:24:14.844" v="113057" actId="478"/>
          <ac:spMkLst>
            <pc:docMk/>
            <pc:sldMk cId="1398096310" sldId="1205"/>
            <ac:spMk id="16" creationId="{AECE0635-5768-B427-227A-35221EEF6928}"/>
          </ac:spMkLst>
        </pc:spChg>
        <pc:spChg chg="add del mod">
          <ac:chgData name="Palit, Tapti" userId="dec6fbcd-7598-406a-8cbf-504d4a3bac15" providerId="ADAL" clId="{ECD42228-5B96-4A72-B268-C46DF994E6B7}" dt="2024-02-12T20:24:16.496" v="113058" actId="478"/>
          <ac:spMkLst>
            <pc:docMk/>
            <pc:sldMk cId="1398096310" sldId="1205"/>
            <ac:spMk id="17" creationId="{9966EED1-26CB-3789-DC59-2ED369FFF0C5}"/>
          </ac:spMkLst>
        </pc:spChg>
        <pc:spChg chg="add del mod">
          <ac:chgData name="Palit, Tapti" userId="dec6fbcd-7598-406a-8cbf-504d4a3bac15" providerId="ADAL" clId="{ECD42228-5B96-4A72-B268-C46DF994E6B7}" dt="2024-02-12T20:24:03.332" v="113052" actId="478"/>
          <ac:spMkLst>
            <pc:docMk/>
            <pc:sldMk cId="1398096310" sldId="1205"/>
            <ac:spMk id="18" creationId="{8C784AD8-11BC-ECDA-7E14-BA8E0099A01D}"/>
          </ac:spMkLst>
        </pc:spChg>
        <pc:spChg chg="add del mod">
          <ac:chgData name="Palit, Tapti" userId="dec6fbcd-7598-406a-8cbf-504d4a3bac15" providerId="ADAL" clId="{ECD42228-5B96-4A72-B268-C46DF994E6B7}" dt="2024-02-12T20:24:18.252" v="113059" actId="478"/>
          <ac:spMkLst>
            <pc:docMk/>
            <pc:sldMk cId="1398096310" sldId="1205"/>
            <ac:spMk id="19" creationId="{C318A696-3607-6DD7-D21F-09FE1A5F87BA}"/>
          </ac:spMkLst>
        </pc:spChg>
        <pc:spChg chg="add mod">
          <ac:chgData name="Palit, Tapti" userId="dec6fbcd-7598-406a-8cbf-504d4a3bac15" providerId="ADAL" clId="{ECD42228-5B96-4A72-B268-C46DF994E6B7}" dt="2024-02-08T23:35:56.810" v="101339"/>
          <ac:spMkLst>
            <pc:docMk/>
            <pc:sldMk cId="1398096310" sldId="1205"/>
            <ac:spMk id="20" creationId="{F64DB693-0070-A90D-498A-FC884A67695B}"/>
          </ac:spMkLst>
        </pc:spChg>
        <pc:spChg chg="add del mod">
          <ac:chgData name="Palit, Tapti" userId="dec6fbcd-7598-406a-8cbf-504d4a3bac15" providerId="ADAL" clId="{ECD42228-5B96-4A72-B268-C46DF994E6B7}" dt="2024-02-12T20:23:40.650" v="113050" actId="478"/>
          <ac:spMkLst>
            <pc:docMk/>
            <pc:sldMk cId="1398096310" sldId="1205"/>
            <ac:spMk id="22" creationId="{E44B6495-E255-8748-8F92-B282729F5E6B}"/>
          </ac:spMkLst>
        </pc:spChg>
        <pc:spChg chg="add del mod">
          <ac:chgData name="Palit, Tapti" userId="dec6fbcd-7598-406a-8cbf-504d4a3bac15" providerId="ADAL" clId="{ECD42228-5B96-4A72-B268-C46DF994E6B7}" dt="2024-02-12T20:23:47.572" v="113051" actId="478"/>
          <ac:spMkLst>
            <pc:docMk/>
            <pc:sldMk cId="1398096310" sldId="1205"/>
            <ac:spMk id="23" creationId="{0B157FDE-7B2E-4789-EADB-1073E85B2805}"/>
          </ac:spMkLst>
        </pc:spChg>
        <pc:spChg chg="add del mod">
          <ac:chgData name="Palit, Tapti" userId="dec6fbcd-7598-406a-8cbf-504d4a3bac15" providerId="ADAL" clId="{ECD42228-5B96-4A72-B268-C46DF994E6B7}" dt="2024-02-12T20:24:03.332" v="113052" actId="478"/>
          <ac:spMkLst>
            <pc:docMk/>
            <pc:sldMk cId="1398096310" sldId="1205"/>
            <ac:spMk id="25" creationId="{EBF49C80-FA2C-53AA-02B7-B0836FE2FA1D}"/>
          </ac:spMkLst>
        </pc:spChg>
        <pc:spChg chg="add mod">
          <ac:chgData name="Palit, Tapti" userId="dec6fbcd-7598-406a-8cbf-504d4a3bac15" providerId="ADAL" clId="{ECD42228-5B96-4A72-B268-C46DF994E6B7}" dt="2024-02-12T20:38:35.302" v="113252" actId="1076"/>
          <ac:spMkLst>
            <pc:docMk/>
            <pc:sldMk cId="1398096310" sldId="1205"/>
            <ac:spMk id="28" creationId="{36C2AFDC-B4B2-5992-640A-9D8733ACE4B5}"/>
          </ac:spMkLst>
        </pc:spChg>
        <pc:spChg chg="add mod topLvl">
          <ac:chgData name="Palit, Tapti" userId="dec6fbcd-7598-406a-8cbf-504d4a3bac15" providerId="ADAL" clId="{ECD42228-5B96-4A72-B268-C46DF994E6B7}" dt="2024-02-12T20:47:01.620" v="113441" actId="14100"/>
          <ac:spMkLst>
            <pc:docMk/>
            <pc:sldMk cId="1398096310" sldId="1205"/>
            <ac:spMk id="29" creationId="{46EF52ED-F56D-099A-5AEB-EA78A73181D8}"/>
          </ac:spMkLst>
        </pc:spChg>
        <pc:spChg chg="add del mod topLvl">
          <ac:chgData name="Palit, Tapti" userId="dec6fbcd-7598-406a-8cbf-504d4a3bac15" providerId="ADAL" clId="{ECD42228-5B96-4A72-B268-C46DF994E6B7}" dt="2024-02-12T20:37:01.067" v="113243" actId="478"/>
          <ac:spMkLst>
            <pc:docMk/>
            <pc:sldMk cId="1398096310" sldId="1205"/>
            <ac:spMk id="30" creationId="{6717DC82-BCD5-90B2-F15D-3C4F8828A6F9}"/>
          </ac:spMkLst>
        </pc:spChg>
        <pc:spChg chg="add mod">
          <ac:chgData name="Palit, Tapti" userId="dec6fbcd-7598-406a-8cbf-504d4a3bac15" providerId="ADAL" clId="{ECD42228-5B96-4A72-B268-C46DF994E6B7}" dt="2024-02-12T20:47:32.476" v="113445" actId="164"/>
          <ac:spMkLst>
            <pc:docMk/>
            <pc:sldMk cId="1398096310" sldId="1205"/>
            <ac:spMk id="37" creationId="{1CA26251-1471-8A20-9E6B-916F2D952860}"/>
          </ac:spMkLst>
        </pc:spChg>
        <pc:spChg chg="add mod ord">
          <ac:chgData name="Palit, Tapti" userId="dec6fbcd-7598-406a-8cbf-504d4a3bac15" providerId="ADAL" clId="{ECD42228-5B96-4A72-B268-C46DF994E6B7}" dt="2024-02-13T04:15:41.167" v="115350" actId="167"/>
          <ac:spMkLst>
            <pc:docMk/>
            <pc:sldMk cId="1398096310" sldId="1205"/>
            <ac:spMk id="40" creationId="{6CE11216-EDEB-D403-C593-63556AFCA6C6}"/>
          </ac:spMkLst>
        </pc:spChg>
        <pc:grpChg chg="add del mod">
          <ac:chgData name="Palit, Tapti" userId="dec6fbcd-7598-406a-8cbf-504d4a3bac15" providerId="ADAL" clId="{ECD42228-5B96-4A72-B268-C46DF994E6B7}" dt="2024-02-12T20:37:01.067" v="113243" actId="478"/>
          <ac:grpSpMkLst>
            <pc:docMk/>
            <pc:sldMk cId="1398096310" sldId="1205"/>
            <ac:grpSpMk id="31" creationId="{E45A3589-1912-D4DA-2139-540C1E7E1546}"/>
          </ac:grpSpMkLst>
        </pc:grpChg>
        <pc:grpChg chg="add mod">
          <ac:chgData name="Palit, Tapti" userId="dec6fbcd-7598-406a-8cbf-504d4a3bac15" providerId="ADAL" clId="{ECD42228-5B96-4A72-B268-C46DF994E6B7}" dt="2024-02-12T20:38:26.950" v="113249" actId="1076"/>
          <ac:grpSpMkLst>
            <pc:docMk/>
            <pc:sldMk cId="1398096310" sldId="1205"/>
            <ac:grpSpMk id="34" creationId="{7055EB7D-B32C-5A84-69FA-2A43B9FCFE67}"/>
          </ac:grpSpMkLst>
        </pc:grpChg>
        <pc:grpChg chg="add mod">
          <ac:chgData name="Palit, Tapti" userId="dec6fbcd-7598-406a-8cbf-504d4a3bac15" providerId="ADAL" clId="{ECD42228-5B96-4A72-B268-C46DF994E6B7}" dt="2024-02-13T02:51:08.945" v="114136" actId="166"/>
          <ac:grpSpMkLst>
            <pc:docMk/>
            <pc:sldMk cId="1398096310" sldId="1205"/>
            <ac:grpSpMk id="39" creationId="{65BB1717-874A-7ABA-78C3-E2E775A0BE45}"/>
          </ac:grpSpMkLst>
        </pc:grpChg>
        <pc:graphicFrameChg chg="add del mod ord modGraphic">
          <ac:chgData name="Palit, Tapti" userId="dec6fbcd-7598-406a-8cbf-504d4a3bac15" providerId="ADAL" clId="{ECD42228-5B96-4A72-B268-C46DF994E6B7}" dt="2024-02-07T00:14:18.252" v="97275" actId="3680"/>
          <ac:graphicFrameMkLst>
            <pc:docMk/>
            <pc:sldMk cId="1398096310" sldId="1205"/>
            <ac:graphicFrameMk id="6" creationId="{1D34A491-7E66-AE31-F5DA-23A7BB78B8F1}"/>
          </ac:graphicFrameMkLst>
        </pc:graphicFrameChg>
        <pc:graphicFrameChg chg="add del mod ord modGraphic">
          <ac:chgData name="Palit, Tapti" userId="dec6fbcd-7598-406a-8cbf-504d4a3bac15" providerId="ADAL" clId="{ECD42228-5B96-4A72-B268-C46DF994E6B7}" dt="2024-02-08T23:21:45.664" v="101228" actId="478"/>
          <ac:graphicFrameMkLst>
            <pc:docMk/>
            <pc:sldMk cId="1398096310" sldId="1205"/>
            <ac:graphicFrameMk id="7" creationId="{873BC080-4BD2-C392-BB49-71ABF032B989}"/>
          </ac:graphicFrameMkLst>
        </pc:graphicFrameChg>
        <pc:picChg chg="add del mod">
          <ac:chgData name="Palit, Tapti" userId="dec6fbcd-7598-406a-8cbf-504d4a3bac15" providerId="ADAL" clId="{ECD42228-5B96-4A72-B268-C46DF994E6B7}" dt="2024-02-07T00:24:57.461" v="97520" actId="478"/>
          <ac:picMkLst>
            <pc:docMk/>
            <pc:sldMk cId="1398096310" sldId="1205"/>
            <ac:picMk id="8" creationId="{FD47FDB6-91FE-CBD3-4016-6FAF5A0CFE26}"/>
          </ac:picMkLst>
        </pc:picChg>
        <pc:picChg chg="add mod">
          <ac:chgData name="Palit, Tapti" userId="dec6fbcd-7598-406a-8cbf-504d4a3bac15" providerId="ADAL" clId="{ECD42228-5B96-4A72-B268-C46DF994E6B7}" dt="2024-02-13T04:15:38.308" v="115348" actId="1076"/>
          <ac:picMkLst>
            <pc:docMk/>
            <pc:sldMk cId="1398096310" sldId="1205"/>
            <ac:picMk id="20" creationId="{9E8A2336-EF91-AC82-D6AD-AC128AFC92F7}"/>
          </ac:picMkLst>
        </pc:picChg>
        <pc:picChg chg="add del mod">
          <ac:chgData name="Palit, Tapti" userId="dec6fbcd-7598-406a-8cbf-504d4a3bac15" providerId="ADAL" clId="{ECD42228-5B96-4A72-B268-C46DF994E6B7}" dt="2024-02-12T20:26:45.686" v="113060" actId="478"/>
          <ac:picMkLst>
            <pc:docMk/>
            <pc:sldMk cId="1398096310" sldId="1205"/>
            <ac:picMk id="21" creationId="{57FFE535-ED88-29FE-C1F5-A085C74407FD}"/>
          </ac:picMkLst>
        </pc:picChg>
        <pc:picChg chg="add del mod">
          <ac:chgData name="Palit, Tapti" userId="dec6fbcd-7598-406a-8cbf-504d4a3bac15" providerId="ADAL" clId="{ECD42228-5B96-4A72-B268-C46DF994E6B7}" dt="2024-02-12T20:23:39.116" v="113049" actId="478"/>
          <ac:picMkLst>
            <pc:docMk/>
            <pc:sldMk cId="1398096310" sldId="1205"/>
            <ac:picMk id="24" creationId="{38239903-AA1A-26F6-8991-101FF382D59F}"/>
          </ac:picMkLst>
        </pc:picChg>
        <pc:picChg chg="add mod">
          <ac:chgData name="Palit, Tapti" userId="dec6fbcd-7598-406a-8cbf-504d4a3bac15" providerId="ADAL" clId="{ECD42228-5B96-4A72-B268-C46DF994E6B7}" dt="2024-02-12T20:38:26.950" v="113249" actId="1076"/>
          <ac:picMkLst>
            <pc:docMk/>
            <pc:sldMk cId="1398096310" sldId="1205"/>
            <ac:picMk id="26" creationId="{695A46EA-47EE-508D-5754-8358ED391190}"/>
          </ac:picMkLst>
        </pc:picChg>
        <pc:picChg chg="add mod">
          <ac:chgData name="Palit, Tapti" userId="dec6fbcd-7598-406a-8cbf-504d4a3bac15" providerId="ADAL" clId="{ECD42228-5B96-4A72-B268-C46DF994E6B7}" dt="2024-02-12T20:47:32.476" v="113445" actId="164"/>
          <ac:picMkLst>
            <pc:docMk/>
            <pc:sldMk cId="1398096310" sldId="1205"/>
            <ac:picMk id="32" creationId="{47597D07-F57D-3B4E-8E55-AFE4E1B57140}"/>
          </ac:picMkLst>
        </pc:picChg>
        <pc:picChg chg="add mod">
          <ac:chgData name="Palit, Tapti" userId="dec6fbcd-7598-406a-8cbf-504d4a3bac15" providerId="ADAL" clId="{ECD42228-5B96-4A72-B268-C46DF994E6B7}" dt="2024-02-13T02:51:08.945" v="114136" actId="166"/>
          <ac:picMkLst>
            <pc:docMk/>
            <pc:sldMk cId="1398096310" sldId="1205"/>
            <ac:picMk id="2050" creationId="{0EA428D6-6CA3-1F4E-A39D-2C51F2539D54}"/>
          </ac:picMkLst>
        </pc:picChg>
        <pc:picChg chg="add del mod">
          <ac:chgData name="Palit, Tapti" userId="dec6fbcd-7598-406a-8cbf-504d4a3bac15" providerId="ADAL" clId="{ECD42228-5B96-4A72-B268-C46DF994E6B7}" dt="2024-02-12T20:26:47.550" v="113061" actId="478"/>
          <ac:picMkLst>
            <pc:docMk/>
            <pc:sldMk cId="1398096310" sldId="1205"/>
            <ac:picMk id="2052" creationId="{8023B1B8-8ECB-E2E8-F1A9-791E1201A6ED}"/>
          </ac:picMkLst>
        </pc:picChg>
        <pc:picChg chg="add del mod">
          <ac:chgData name="Palit, Tapti" userId="dec6fbcd-7598-406a-8cbf-504d4a3bac15" providerId="ADAL" clId="{ECD42228-5B96-4A72-B268-C46DF994E6B7}" dt="2024-02-12T20:24:06.427" v="113054" actId="478"/>
          <ac:picMkLst>
            <pc:docMk/>
            <pc:sldMk cId="1398096310" sldId="1205"/>
            <ac:picMk id="2054" creationId="{A1550F1F-D4C6-604F-3839-2D812A42335E}"/>
          </ac:picMkLst>
        </pc:picChg>
        <pc:picChg chg="add del mod">
          <ac:chgData name="Palit, Tapti" userId="dec6fbcd-7598-406a-8cbf-504d4a3bac15" providerId="ADAL" clId="{ECD42228-5B96-4A72-B268-C46DF994E6B7}" dt="2024-02-12T20:24:13.223" v="113056" actId="478"/>
          <ac:picMkLst>
            <pc:docMk/>
            <pc:sldMk cId="1398096310" sldId="1205"/>
            <ac:picMk id="2056" creationId="{0835A589-862B-25F2-2B3E-3DE8F770D7B1}"/>
          </ac:picMkLst>
        </pc:picChg>
        <pc:cxnChg chg="add del mod">
          <ac:chgData name="Palit, Tapti" userId="dec6fbcd-7598-406a-8cbf-504d4a3bac15" providerId="ADAL" clId="{ECD42228-5B96-4A72-B268-C46DF994E6B7}" dt="2024-02-12T20:24:10.748" v="113055" actId="478"/>
          <ac:cxnSpMkLst>
            <pc:docMk/>
            <pc:sldMk cId="1398096310" sldId="1205"/>
            <ac:cxnSpMk id="8" creationId="{5C980207-1AB0-CC18-839A-3444CC128EBA}"/>
          </ac:cxnSpMkLst>
        </pc:cxnChg>
        <pc:cxnChg chg="add del mod">
          <ac:chgData name="Palit, Tapti" userId="dec6fbcd-7598-406a-8cbf-504d4a3bac15" providerId="ADAL" clId="{ECD42228-5B96-4A72-B268-C46DF994E6B7}" dt="2024-02-13T02:49:23.948" v="114104" actId="478"/>
          <ac:cxnSpMkLst>
            <pc:docMk/>
            <pc:sldMk cId="1398096310" sldId="1205"/>
            <ac:cxnSpMk id="13" creationId="{5FA9260B-15A3-37A6-8A25-7537690A2062}"/>
          </ac:cxnSpMkLst>
        </pc:cxnChg>
        <pc:cxnChg chg="add mod">
          <ac:chgData name="Palit, Tapti" userId="dec6fbcd-7598-406a-8cbf-504d4a3bac15" providerId="ADAL" clId="{ECD42228-5B96-4A72-B268-C46DF994E6B7}" dt="2024-02-12T20:47:01.620" v="113441" actId="14100"/>
          <ac:cxnSpMkLst>
            <pc:docMk/>
            <pc:sldMk cId="1398096310" sldId="1205"/>
            <ac:cxnSpMk id="27" creationId="{B558BB07-C857-8A66-85E2-4A3B32334061}"/>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9T00:02:44.002" v="101467"/>
              <pc2:cmMkLst xmlns:pc2="http://schemas.microsoft.com/office/powerpoint/2019/9/main/command">
                <pc:docMk/>
                <pc:sldMk cId="1398096310" sldId="1205"/>
                <pc2:cmMk id="{9561B0FA-505A-4F51-AADA-60D061BBCD03}"/>
              </pc2:cmMkLst>
              <pc226:cmRplyChg chg="add">
                <pc226:chgData name="Palit, Tapti" userId="dec6fbcd-7598-406a-8cbf-504d4a3bac15" providerId="ADAL" clId="{ECD42228-5B96-4A72-B268-C46DF994E6B7}" dt="2024-02-09T00:02:44.002" v="101467"/>
                <pc2:cmRplyMkLst xmlns:pc2="http://schemas.microsoft.com/office/powerpoint/2019/9/main/command">
                  <pc:docMk/>
                  <pc:sldMk cId="1398096310" sldId="1205"/>
                  <pc2:cmMk id="{9561B0FA-505A-4F51-AADA-60D061BBCD03}"/>
                  <pc2:cmRplyMk id="{65D5A9F5-905F-4754-9D21-7DC9B0BDC195}"/>
                </pc2:cmRplyMkLst>
              </pc226:cmRplyChg>
            </pc226:cmChg>
          </p:ext>
        </pc:extLst>
      </pc:sldChg>
      <pc:sldChg chg="modSp new del mod">
        <pc:chgData name="Palit, Tapti" userId="dec6fbcd-7598-406a-8cbf-504d4a3bac15" providerId="ADAL" clId="{ECD42228-5B96-4A72-B268-C46DF994E6B7}" dt="2024-02-07T00:40:25.780" v="98165" actId="47"/>
        <pc:sldMkLst>
          <pc:docMk/>
          <pc:sldMk cId="414741311" sldId="1206"/>
        </pc:sldMkLst>
        <pc:spChg chg="mod">
          <ac:chgData name="Palit, Tapti" userId="dec6fbcd-7598-406a-8cbf-504d4a3bac15" providerId="ADAL" clId="{ECD42228-5B96-4A72-B268-C46DF994E6B7}" dt="2024-02-07T00:40:16.209" v="98164" actId="20577"/>
          <ac:spMkLst>
            <pc:docMk/>
            <pc:sldMk cId="414741311" sldId="1206"/>
            <ac:spMk id="3" creationId="{8760BFFE-0591-A54B-D8A7-2E5CB041F133}"/>
          </ac:spMkLst>
        </pc:spChg>
      </pc:sldChg>
      <pc:sldChg chg="addSp modSp new del mod">
        <pc:chgData name="Palit, Tapti" userId="dec6fbcd-7598-406a-8cbf-504d4a3bac15" providerId="ADAL" clId="{ECD42228-5B96-4A72-B268-C46DF994E6B7}" dt="2024-02-07T00:46:05.951" v="98490" actId="47"/>
        <pc:sldMkLst>
          <pc:docMk/>
          <pc:sldMk cId="2422059033" sldId="1206"/>
        </pc:sldMkLst>
        <pc:spChg chg="mod">
          <ac:chgData name="Palit, Tapti" userId="dec6fbcd-7598-406a-8cbf-504d4a3bac15" providerId="ADAL" clId="{ECD42228-5B96-4A72-B268-C46DF994E6B7}" dt="2024-02-07T00:44:33.593" v="98474" actId="20577"/>
          <ac:spMkLst>
            <pc:docMk/>
            <pc:sldMk cId="2422059033" sldId="1206"/>
            <ac:spMk id="2" creationId="{5B1A144E-74AE-9376-F3A2-17E9CE92E7D5}"/>
          </ac:spMkLst>
        </pc:spChg>
        <pc:spChg chg="mod">
          <ac:chgData name="Palit, Tapti" userId="dec6fbcd-7598-406a-8cbf-504d4a3bac15" providerId="ADAL" clId="{ECD42228-5B96-4A72-B268-C46DF994E6B7}" dt="2024-02-07T00:40:50.176" v="98211" actId="20577"/>
          <ac:spMkLst>
            <pc:docMk/>
            <pc:sldMk cId="2422059033" sldId="1206"/>
            <ac:spMk id="3" creationId="{17B5D90D-DEEB-A5FF-21C5-5F4B07F64D0B}"/>
          </ac:spMkLst>
        </pc:spChg>
        <pc:spChg chg="add mod">
          <ac:chgData name="Palit, Tapti" userId="dec6fbcd-7598-406a-8cbf-504d4a3bac15" providerId="ADAL" clId="{ECD42228-5B96-4A72-B268-C46DF994E6B7}" dt="2024-02-07T00:45:32.448" v="98481" actId="2711"/>
          <ac:spMkLst>
            <pc:docMk/>
            <pc:sldMk cId="2422059033" sldId="1206"/>
            <ac:spMk id="5" creationId="{4244F101-8584-45D4-9ACE-999EE378FEB9}"/>
          </ac:spMkLst>
        </pc:spChg>
        <pc:spChg chg="add mod">
          <ac:chgData name="Palit, Tapti" userId="dec6fbcd-7598-406a-8cbf-504d4a3bac15" providerId="ADAL" clId="{ECD42228-5B96-4A72-B268-C46DF994E6B7}" dt="2024-02-07T00:45:48.043" v="98486" actId="20577"/>
          <ac:spMkLst>
            <pc:docMk/>
            <pc:sldMk cId="2422059033" sldId="1206"/>
            <ac:spMk id="6" creationId="{D68CDFD3-4C28-C608-425F-7BEF99C7F17E}"/>
          </ac:spMkLst>
        </pc:spChg>
        <pc:spChg chg="add mod">
          <ac:chgData name="Palit, Tapti" userId="dec6fbcd-7598-406a-8cbf-504d4a3bac15" providerId="ADAL" clId="{ECD42228-5B96-4A72-B268-C46DF994E6B7}" dt="2024-02-07T00:45:49.650" v="98487" actId="20577"/>
          <ac:spMkLst>
            <pc:docMk/>
            <pc:sldMk cId="2422059033" sldId="1206"/>
            <ac:spMk id="7" creationId="{6F68DAD5-EE76-C182-DF8D-DF921F9E4FD3}"/>
          </ac:spMkLst>
        </pc:spChg>
        <pc:cxnChg chg="add mod">
          <ac:chgData name="Palit, Tapti" userId="dec6fbcd-7598-406a-8cbf-504d4a3bac15" providerId="ADAL" clId="{ECD42228-5B96-4A72-B268-C46DF994E6B7}" dt="2024-02-07T00:46:03.341" v="98489" actId="13822"/>
          <ac:cxnSpMkLst>
            <pc:docMk/>
            <pc:sldMk cId="2422059033" sldId="1206"/>
            <ac:cxnSpMk id="9" creationId="{786FCA54-0BAA-2C14-9EE2-6B3F77AA2EFE}"/>
          </ac:cxnSpMkLst>
        </pc:cxnChg>
      </pc:sldChg>
      <pc:sldChg chg="modSp new del mod">
        <pc:chgData name="Palit, Tapti" userId="dec6fbcd-7598-406a-8cbf-504d4a3bac15" providerId="ADAL" clId="{ECD42228-5B96-4A72-B268-C46DF994E6B7}" dt="2024-02-07T00:34:28.498" v="97701" actId="47"/>
        <pc:sldMkLst>
          <pc:docMk/>
          <pc:sldMk cId="2461190495" sldId="1206"/>
        </pc:sldMkLst>
        <pc:spChg chg="mod">
          <ac:chgData name="Palit, Tapti" userId="dec6fbcd-7598-406a-8cbf-504d4a3bac15" providerId="ADAL" clId="{ECD42228-5B96-4A72-B268-C46DF994E6B7}" dt="2024-02-07T00:33:59.870" v="97700" actId="20577"/>
          <ac:spMkLst>
            <pc:docMk/>
            <pc:sldMk cId="2461190495" sldId="1206"/>
            <ac:spMk id="2" creationId="{B53AB67B-22FD-4AAD-9ADB-A1D501C66BB3}"/>
          </ac:spMkLst>
        </pc:spChg>
        <pc:spChg chg="mod">
          <ac:chgData name="Palit, Tapti" userId="dec6fbcd-7598-406a-8cbf-504d4a3bac15" providerId="ADAL" clId="{ECD42228-5B96-4A72-B268-C46DF994E6B7}" dt="2024-02-07T00:32:45.312" v="97560" actId="20577"/>
          <ac:spMkLst>
            <pc:docMk/>
            <pc:sldMk cId="2461190495" sldId="1206"/>
            <ac:spMk id="3" creationId="{FF29CBC8-D50E-7DA1-0740-F0D96DFCE1DB}"/>
          </ac:spMkLst>
        </pc:spChg>
      </pc:sldChg>
      <pc:sldChg chg="add mod modShow">
        <pc:chgData name="Palit, Tapti" userId="dec6fbcd-7598-406a-8cbf-504d4a3bac15" providerId="ADAL" clId="{ECD42228-5B96-4A72-B268-C46DF994E6B7}" dt="2024-02-09T00:06:29.337" v="101492" actId="729"/>
        <pc:sldMkLst>
          <pc:docMk/>
          <pc:sldMk cId="1359043439" sldId="1207"/>
        </pc:sldMkLst>
      </pc:sldChg>
      <pc:sldChg chg="modSp add del mod ord">
        <pc:chgData name="Palit, Tapti" userId="dec6fbcd-7598-406a-8cbf-504d4a3bac15" providerId="ADAL" clId="{ECD42228-5B96-4A72-B268-C46DF994E6B7}" dt="2024-02-09T00:06:24.141" v="101490" actId="2696"/>
        <pc:sldMkLst>
          <pc:docMk/>
          <pc:sldMk cId="2731928100" sldId="1207"/>
        </pc:sldMkLst>
        <pc:graphicFrameChg chg="mod modGraphic">
          <ac:chgData name="Palit, Tapti" userId="dec6fbcd-7598-406a-8cbf-504d4a3bac15" providerId="ADAL" clId="{ECD42228-5B96-4A72-B268-C46DF994E6B7}" dt="2024-02-07T00:42:42.341" v="98317" actId="1076"/>
          <ac:graphicFrameMkLst>
            <pc:docMk/>
            <pc:sldMk cId="2731928100" sldId="1207"/>
            <ac:graphicFrameMk id="7" creationId="{A1266F03-3189-7318-619B-D45631DC8385}"/>
          </ac:graphicFrameMkLst>
        </pc:graphicFrameChg>
      </pc:sldChg>
      <pc:sldChg chg="addSp delSp modSp new mod modAnim modNotesTx">
        <pc:chgData name="Palit, Tapti" userId="dec6fbcd-7598-406a-8cbf-504d4a3bac15" providerId="ADAL" clId="{ECD42228-5B96-4A72-B268-C46DF994E6B7}" dt="2024-02-26T00:01:17.498" v="116145" actId="21"/>
        <pc:sldMkLst>
          <pc:docMk/>
          <pc:sldMk cId="464758406" sldId="1208"/>
        </pc:sldMkLst>
        <pc:spChg chg="del">
          <ac:chgData name="Palit, Tapti" userId="dec6fbcd-7598-406a-8cbf-504d4a3bac15" providerId="ADAL" clId="{ECD42228-5B96-4A72-B268-C46DF994E6B7}" dt="2024-02-07T00:56:16.660" v="98526" actId="478"/>
          <ac:spMkLst>
            <pc:docMk/>
            <pc:sldMk cId="464758406" sldId="1208"/>
            <ac:spMk id="2" creationId="{AFA12262-9113-A996-AC55-BB5E07D26FAA}"/>
          </ac:spMkLst>
        </pc:spChg>
        <pc:spChg chg="mod">
          <ac:chgData name="Palit, Tapti" userId="dec6fbcd-7598-406a-8cbf-504d4a3bac15" providerId="ADAL" clId="{ECD42228-5B96-4A72-B268-C46DF994E6B7}" dt="2024-02-07T00:51:45.374" v="98510" actId="20577"/>
          <ac:spMkLst>
            <pc:docMk/>
            <pc:sldMk cId="464758406" sldId="1208"/>
            <ac:spMk id="3" creationId="{6DCCF931-5AD4-C12E-47C2-819276866ED8}"/>
          </ac:spMkLst>
        </pc:spChg>
        <pc:spChg chg="mod">
          <ac:chgData name="Palit, Tapti" userId="dec6fbcd-7598-406a-8cbf-504d4a3bac15" providerId="ADAL" clId="{ECD42228-5B96-4A72-B268-C46DF994E6B7}" dt="2024-02-13T04:20:07.859" v="115614" actId="6549"/>
          <ac:spMkLst>
            <pc:docMk/>
            <pc:sldMk cId="464758406" sldId="1208"/>
            <ac:spMk id="5" creationId="{E4C63F31-73EE-AFD8-DDCC-7203FD3B9FCE}"/>
          </ac:spMkLst>
        </pc:spChg>
        <pc:spChg chg="add mod">
          <ac:chgData name="Palit, Tapti" userId="dec6fbcd-7598-406a-8cbf-504d4a3bac15" providerId="ADAL" clId="{ECD42228-5B96-4A72-B268-C46DF994E6B7}" dt="2024-02-11T14:55:47.322" v="110219" actId="1076"/>
          <ac:spMkLst>
            <pc:docMk/>
            <pc:sldMk cId="464758406" sldId="1208"/>
            <ac:spMk id="6" creationId="{C4158739-80F3-2794-A53D-E1CD4FF51874}"/>
          </ac:spMkLst>
        </pc:spChg>
        <pc:spChg chg="add mod">
          <ac:chgData name="Palit, Tapti" userId="dec6fbcd-7598-406a-8cbf-504d4a3bac15" providerId="ADAL" clId="{ECD42228-5B96-4A72-B268-C46DF994E6B7}" dt="2024-02-09T04:10:46.054" v="104308" actId="692"/>
          <ac:spMkLst>
            <pc:docMk/>
            <pc:sldMk cId="464758406" sldId="1208"/>
            <ac:spMk id="7" creationId="{23D4FF75-9A6E-AE39-D4E7-3B2977AD427C}"/>
          </ac:spMkLst>
        </pc:spChg>
        <pc:spChg chg="del mod">
          <ac:chgData name="Palit, Tapti" userId="dec6fbcd-7598-406a-8cbf-504d4a3bac15" providerId="ADAL" clId="{ECD42228-5B96-4A72-B268-C46DF994E6B7}" dt="2024-02-11T14:31:25.864" v="109716" actId="478"/>
          <ac:spMkLst>
            <pc:docMk/>
            <pc:sldMk cId="464758406" sldId="1208"/>
            <ac:spMk id="12" creationId="{4EE2CC11-0933-DF2F-D8ED-2AB50FC2ADE7}"/>
          </ac:spMkLst>
        </pc:spChg>
        <pc:spChg chg="del mod">
          <ac:chgData name="Palit, Tapti" userId="dec6fbcd-7598-406a-8cbf-504d4a3bac15" providerId="ADAL" clId="{ECD42228-5B96-4A72-B268-C46DF994E6B7}" dt="2024-02-11T14:31:28.186" v="109717" actId="478"/>
          <ac:spMkLst>
            <pc:docMk/>
            <pc:sldMk cId="464758406" sldId="1208"/>
            <ac:spMk id="13" creationId="{D812812A-6254-E5BA-3209-044A32B5E5BE}"/>
          </ac:spMkLst>
        </pc:spChg>
        <pc:spChg chg="del mod topLvl">
          <ac:chgData name="Palit, Tapti" userId="dec6fbcd-7598-406a-8cbf-504d4a3bac15" providerId="ADAL" clId="{ECD42228-5B96-4A72-B268-C46DF994E6B7}" dt="2024-02-11T14:31:31.570" v="109719" actId="478"/>
          <ac:spMkLst>
            <pc:docMk/>
            <pc:sldMk cId="464758406" sldId="1208"/>
            <ac:spMk id="14" creationId="{18C279B1-04A3-47BE-1F1C-67A899F27AF4}"/>
          </ac:spMkLst>
        </pc:spChg>
        <pc:spChg chg="del mod">
          <ac:chgData name="Palit, Tapti" userId="dec6fbcd-7598-406a-8cbf-504d4a3bac15" providerId="ADAL" clId="{ECD42228-5B96-4A72-B268-C46DF994E6B7}" dt="2024-02-11T14:31:29.839" v="109718" actId="478"/>
          <ac:spMkLst>
            <pc:docMk/>
            <pc:sldMk cId="464758406" sldId="1208"/>
            <ac:spMk id="15" creationId="{1D41E707-90BF-F192-2627-265A6CC1202A}"/>
          </ac:spMkLst>
        </pc:spChg>
        <pc:spChg chg="add mod">
          <ac:chgData name="Palit, Tapti" userId="dec6fbcd-7598-406a-8cbf-504d4a3bac15" providerId="ADAL" clId="{ECD42228-5B96-4A72-B268-C46DF994E6B7}" dt="2024-02-11T14:55:26.803" v="110218" actId="1076"/>
          <ac:spMkLst>
            <pc:docMk/>
            <pc:sldMk cId="464758406" sldId="1208"/>
            <ac:spMk id="16" creationId="{0EED2028-096B-CD2D-C08C-8ADAE899D7DA}"/>
          </ac:spMkLst>
        </pc:spChg>
        <pc:spChg chg="add mod">
          <ac:chgData name="Palit, Tapti" userId="dec6fbcd-7598-406a-8cbf-504d4a3bac15" providerId="ADAL" clId="{ECD42228-5B96-4A72-B268-C46DF994E6B7}" dt="2024-02-09T04:12:19.899" v="104321" actId="1076"/>
          <ac:spMkLst>
            <pc:docMk/>
            <pc:sldMk cId="464758406" sldId="1208"/>
            <ac:spMk id="17" creationId="{B1358D06-A338-DA40-DC13-673DE9B0D5AB}"/>
          </ac:spMkLst>
        </pc:spChg>
        <pc:spChg chg="add mod">
          <ac:chgData name="Palit, Tapti" userId="dec6fbcd-7598-406a-8cbf-504d4a3bac15" providerId="ADAL" clId="{ECD42228-5B96-4A72-B268-C46DF994E6B7}" dt="2024-02-11T14:55:18.765" v="110217" actId="1076"/>
          <ac:spMkLst>
            <pc:docMk/>
            <pc:sldMk cId="464758406" sldId="1208"/>
            <ac:spMk id="20" creationId="{7177A045-F0FD-4BD7-F3BE-5E8662976297}"/>
          </ac:spMkLst>
        </pc:spChg>
        <pc:spChg chg="add del mod">
          <ac:chgData name="Palit, Tapti" userId="dec6fbcd-7598-406a-8cbf-504d4a3bac15" providerId="ADAL" clId="{ECD42228-5B96-4A72-B268-C46DF994E6B7}" dt="2024-02-11T14:30:23.082" v="109705" actId="478"/>
          <ac:spMkLst>
            <pc:docMk/>
            <pc:sldMk cId="464758406" sldId="1208"/>
            <ac:spMk id="21" creationId="{2A30EC91-14E9-5E8D-9100-CFCBD22F41E1}"/>
          </ac:spMkLst>
        </pc:spChg>
        <pc:spChg chg="add mod">
          <ac:chgData name="Palit, Tapti" userId="dec6fbcd-7598-406a-8cbf-504d4a3bac15" providerId="ADAL" clId="{ECD42228-5B96-4A72-B268-C46DF994E6B7}" dt="2024-02-09T04:12:19.899" v="104321" actId="1076"/>
          <ac:spMkLst>
            <pc:docMk/>
            <pc:sldMk cId="464758406" sldId="1208"/>
            <ac:spMk id="22" creationId="{304854F3-10B5-692E-E0E9-B41130865A09}"/>
          </ac:spMkLst>
        </pc:spChg>
        <pc:spChg chg="add del mod">
          <ac:chgData name="Palit, Tapti" userId="dec6fbcd-7598-406a-8cbf-504d4a3bac15" providerId="ADAL" clId="{ECD42228-5B96-4A72-B268-C46DF994E6B7}" dt="2024-02-11T14:30:24.605" v="109706" actId="478"/>
          <ac:spMkLst>
            <pc:docMk/>
            <pc:sldMk cId="464758406" sldId="1208"/>
            <ac:spMk id="23" creationId="{C03CDA6A-17CE-6F8A-D9BD-42727CE99C8E}"/>
          </ac:spMkLst>
        </pc:spChg>
        <pc:spChg chg="add mod">
          <ac:chgData name="Palit, Tapti" userId="dec6fbcd-7598-406a-8cbf-504d4a3bac15" providerId="ADAL" clId="{ECD42228-5B96-4A72-B268-C46DF994E6B7}" dt="2024-02-11T14:55:07.700" v="110216" actId="1076"/>
          <ac:spMkLst>
            <pc:docMk/>
            <pc:sldMk cId="464758406" sldId="1208"/>
            <ac:spMk id="29" creationId="{0EBC15A0-11CB-8B1F-71F8-5F397BC88AF0}"/>
          </ac:spMkLst>
        </pc:spChg>
        <pc:spChg chg="add mod">
          <ac:chgData name="Palit, Tapti" userId="dec6fbcd-7598-406a-8cbf-504d4a3bac15" providerId="ADAL" clId="{ECD42228-5B96-4A72-B268-C46DF994E6B7}" dt="2024-02-09T04:12:34.122" v="104324" actId="1076"/>
          <ac:spMkLst>
            <pc:docMk/>
            <pc:sldMk cId="464758406" sldId="1208"/>
            <ac:spMk id="38" creationId="{D5CCA776-1136-C249-20FD-C0A6C95EDCF6}"/>
          </ac:spMkLst>
        </pc:spChg>
        <pc:spChg chg="add mod">
          <ac:chgData name="Palit, Tapti" userId="dec6fbcd-7598-406a-8cbf-504d4a3bac15" providerId="ADAL" clId="{ECD42228-5B96-4A72-B268-C46DF994E6B7}" dt="2024-02-07T01:26:47.379" v="98846" actId="1076"/>
          <ac:spMkLst>
            <pc:docMk/>
            <pc:sldMk cId="464758406" sldId="1208"/>
            <ac:spMk id="39" creationId="{3CF477B0-2D78-958E-4AFE-8D248F786D83}"/>
          </ac:spMkLst>
        </pc:spChg>
        <pc:spChg chg="add mod">
          <ac:chgData name="Palit, Tapti" userId="dec6fbcd-7598-406a-8cbf-504d4a3bac15" providerId="ADAL" clId="{ECD42228-5B96-4A72-B268-C46DF994E6B7}" dt="2024-02-07T01:26:51.898" v="98847" actId="1076"/>
          <ac:spMkLst>
            <pc:docMk/>
            <pc:sldMk cId="464758406" sldId="1208"/>
            <ac:spMk id="41" creationId="{65B26A7A-4D85-EE53-E09C-A007AD518164}"/>
          </ac:spMkLst>
        </pc:spChg>
        <pc:spChg chg="add mod">
          <ac:chgData name="Palit, Tapti" userId="dec6fbcd-7598-406a-8cbf-504d4a3bac15" providerId="ADAL" clId="{ECD42228-5B96-4A72-B268-C46DF994E6B7}" dt="2024-02-09T04:10:52.595" v="104309" actId="692"/>
          <ac:spMkLst>
            <pc:docMk/>
            <pc:sldMk cId="464758406" sldId="1208"/>
            <ac:spMk id="65" creationId="{1E142D23-ECB1-6FEE-30C1-F860EB1B871E}"/>
          </ac:spMkLst>
        </pc:spChg>
        <pc:spChg chg="add mod">
          <ac:chgData name="Palit, Tapti" userId="dec6fbcd-7598-406a-8cbf-504d4a3bac15" providerId="ADAL" clId="{ECD42228-5B96-4A72-B268-C46DF994E6B7}" dt="2024-02-09T04:10:52.595" v="104309" actId="692"/>
          <ac:spMkLst>
            <pc:docMk/>
            <pc:sldMk cId="464758406" sldId="1208"/>
            <ac:spMk id="66" creationId="{ABB49D0F-4E19-CE3D-9990-6A6BED6D1D0D}"/>
          </ac:spMkLst>
        </pc:spChg>
        <pc:grpChg chg="add del mod">
          <ac:chgData name="Palit, Tapti" userId="dec6fbcd-7598-406a-8cbf-504d4a3bac15" providerId="ADAL" clId="{ECD42228-5B96-4A72-B268-C46DF994E6B7}" dt="2024-02-11T14:31:31.570" v="109719" actId="478"/>
          <ac:grpSpMkLst>
            <pc:docMk/>
            <pc:sldMk cId="464758406" sldId="1208"/>
            <ac:grpSpMk id="8" creationId="{026990A3-A7E6-1046-0D79-D48C17D7714C}"/>
          </ac:grpSpMkLst>
        </pc:grpChg>
        <pc:grpChg chg="del mod">
          <ac:chgData name="Palit, Tapti" userId="dec6fbcd-7598-406a-8cbf-504d4a3bac15" providerId="ADAL" clId="{ECD42228-5B96-4A72-B268-C46DF994E6B7}" dt="2024-02-11T14:31:29.839" v="109718" actId="478"/>
          <ac:grpSpMkLst>
            <pc:docMk/>
            <pc:sldMk cId="464758406" sldId="1208"/>
            <ac:grpSpMk id="11" creationId="{5C7E4692-6DA6-E078-1021-E265A770D937}"/>
          </ac:grpSpMkLst>
        </pc:grpChg>
        <pc:grpChg chg="add mod">
          <ac:chgData name="Palit, Tapti" userId="dec6fbcd-7598-406a-8cbf-504d4a3bac15" providerId="ADAL" clId="{ECD42228-5B96-4A72-B268-C46DF994E6B7}" dt="2024-02-11T14:55:03.378" v="110215" actId="1076"/>
          <ac:grpSpMkLst>
            <pc:docMk/>
            <pc:sldMk cId="464758406" sldId="1208"/>
            <ac:grpSpMk id="26" creationId="{1445CD8A-10F0-373A-4752-7464D4F914DD}"/>
          </ac:grpSpMkLst>
        </pc:grpChg>
        <pc:grpChg chg="add mod">
          <ac:chgData name="Palit, Tapti" userId="dec6fbcd-7598-406a-8cbf-504d4a3bac15" providerId="ADAL" clId="{ECD42228-5B96-4A72-B268-C46DF994E6B7}" dt="2024-02-09T04:12:36.891" v="104325" actId="1076"/>
          <ac:grpSpMkLst>
            <pc:docMk/>
            <pc:sldMk cId="464758406" sldId="1208"/>
            <ac:grpSpMk id="30" creationId="{74DE334A-7EA6-E15C-7117-C009592BDF76}"/>
          </ac:grpSpMkLst>
        </pc:grpChg>
        <pc:grpChg chg="add del mod">
          <ac:chgData name="Palit, Tapti" userId="dec6fbcd-7598-406a-8cbf-504d4a3bac15" providerId="ADAL" clId="{ECD42228-5B96-4A72-B268-C46DF994E6B7}" dt="2024-02-11T14:30:23.082" v="109705" actId="478"/>
          <ac:grpSpMkLst>
            <pc:docMk/>
            <pc:sldMk cId="464758406" sldId="1208"/>
            <ac:grpSpMk id="40" creationId="{A9A8783C-FA60-CF6C-C0E9-D1008614128F}"/>
          </ac:grpSpMkLst>
        </pc:grpChg>
        <pc:grpChg chg="add mod">
          <ac:chgData name="Palit, Tapti" userId="dec6fbcd-7598-406a-8cbf-504d4a3bac15" providerId="ADAL" clId="{ECD42228-5B96-4A72-B268-C46DF994E6B7}" dt="2024-02-07T01:26:19.581" v="98844" actId="164"/>
          <ac:grpSpMkLst>
            <pc:docMk/>
            <pc:sldMk cId="464758406" sldId="1208"/>
            <ac:grpSpMk id="42" creationId="{E73F82F6-75D1-E4FC-6591-6139D3720A58}"/>
          </ac:grpSpMkLst>
        </pc:grpChg>
        <pc:grpChg chg="add mod">
          <ac:chgData name="Palit, Tapti" userId="dec6fbcd-7598-406a-8cbf-504d4a3bac15" providerId="ADAL" clId="{ECD42228-5B96-4A72-B268-C46DF994E6B7}" dt="2024-02-07T01:26:19.581" v="98844" actId="164"/>
          <ac:grpSpMkLst>
            <pc:docMk/>
            <pc:sldMk cId="464758406" sldId="1208"/>
            <ac:grpSpMk id="43" creationId="{48E4CE9D-E9BE-BF49-F205-C914CEA50799}"/>
          </ac:grpSpMkLst>
        </pc:grpChg>
        <pc:picChg chg="mod topLvl">
          <ac:chgData name="Palit, Tapti" userId="dec6fbcd-7598-406a-8cbf-504d4a3bac15" providerId="ADAL" clId="{ECD42228-5B96-4A72-B268-C46DF994E6B7}" dt="2024-02-11T14:31:36.563" v="109721" actId="1076"/>
          <ac:picMkLst>
            <pc:docMk/>
            <pc:sldMk cId="464758406" sldId="1208"/>
            <ac:picMk id="9" creationId="{86F0DE32-FEE3-C346-5919-C51DABC6042F}"/>
          </ac:picMkLst>
        </pc:picChg>
        <pc:picChg chg="del mod">
          <ac:chgData name="Palit, Tapti" userId="dec6fbcd-7598-406a-8cbf-504d4a3bac15" providerId="ADAL" clId="{ECD42228-5B96-4A72-B268-C46DF994E6B7}" dt="2024-02-11T14:31:24.135" v="109715" actId="478"/>
          <ac:picMkLst>
            <pc:docMk/>
            <pc:sldMk cId="464758406" sldId="1208"/>
            <ac:picMk id="10" creationId="{E9D885C2-39A8-2602-6AFC-84708BE680F2}"/>
          </ac:picMkLst>
        </pc:picChg>
        <pc:picChg chg="add mod">
          <ac:chgData name="Palit, Tapti" userId="dec6fbcd-7598-406a-8cbf-504d4a3bac15" providerId="ADAL" clId="{ECD42228-5B96-4A72-B268-C46DF994E6B7}" dt="2024-02-11T14:30:28.552" v="109709" actId="14100"/>
          <ac:picMkLst>
            <pc:docMk/>
            <pc:sldMk cId="464758406" sldId="1208"/>
            <ac:picMk id="18" creationId="{4768F707-A439-D784-F446-C6D34A5CFF02}"/>
          </ac:picMkLst>
        </pc:picChg>
        <pc:picChg chg="mod">
          <ac:chgData name="Palit, Tapti" userId="dec6fbcd-7598-406a-8cbf-504d4a3bac15" providerId="ADAL" clId="{ECD42228-5B96-4A72-B268-C46DF994E6B7}" dt="2024-02-11T14:55:03.378" v="110215" actId="1076"/>
          <ac:picMkLst>
            <pc:docMk/>
            <pc:sldMk cId="464758406" sldId="1208"/>
            <ac:picMk id="27" creationId="{FBE98D76-6F54-398E-9655-1EEE70B8FBA8}"/>
          </ac:picMkLst>
        </pc:picChg>
        <pc:picChg chg="mod">
          <ac:chgData name="Palit, Tapti" userId="dec6fbcd-7598-406a-8cbf-504d4a3bac15" providerId="ADAL" clId="{ECD42228-5B96-4A72-B268-C46DF994E6B7}" dt="2024-02-11T14:55:03.378" v="110215" actId="1076"/>
          <ac:picMkLst>
            <pc:docMk/>
            <pc:sldMk cId="464758406" sldId="1208"/>
            <ac:picMk id="28" creationId="{F17941FA-46E3-9512-F6DD-E97E446EFE37}"/>
          </ac:picMkLst>
        </pc:picChg>
        <pc:picChg chg="mod">
          <ac:chgData name="Palit, Tapti" userId="dec6fbcd-7598-406a-8cbf-504d4a3bac15" providerId="ADAL" clId="{ECD42228-5B96-4A72-B268-C46DF994E6B7}" dt="2024-02-09T04:12:36.891" v="104325" actId="1076"/>
          <ac:picMkLst>
            <pc:docMk/>
            <pc:sldMk cId="464758406" sldId="1208"/>
            <ac:picMk id="31" creationId="{94401072-2D68-5A5B-9242-A42E73ED6B04}"/>
          </ac:picMkLst>
        </pc:picChg>
        <pc:picChg chg="mod">
          <ac:chgData name="Palit, Tapti" userId="dec6fbcd-7598-406a-8cbf-504d4a3bac15" providerId="ADAL" clId="{ECD42228-5B96-4A72-B268-C46DF994E6B7}" dt="2024-02-09T04:12:36.891" v="104325" actId="1076"/>
          <ac:picMkLst>
            <pc:docMk/>
            <pc:sldMk cId="464758406" sldId="1208"/>
            <ac:picMk id="32" creationId="{E28CA757-3C94-D449-5CB8-4750006EF313}"/>
          </ac:picMkLst>
        </pc:picChg>
        <pc:picChg chg="mod">
          <ac:chgData name="Palit, Tapti" userId="dec6fbcd-7598-406a-8cbf-504d4a3bac15" providerId="ADAL" clId="{ECD42228-5B96-4A72-B268-C46DF994E6B7}" dt="2024-02-09T04:12:36.891" v="104325" actId="1076"/>
          <ac:picMkLst>
            <pc:docMk/>
            <pc:sldMk cId="464758406" sldId="1208"/>
            <ac:picMk id="33" creationId="{7DB2331E-3B6A-5AFC-2514-101AA7DCAF98}"/>
          </ac:picMkLst>
        </pc:picChg>
        <pc:picChg chg="mod">
          <ac:chgData name="Palit, Tapti" userId="dec6fbcd-7598-406a-8cbf-504d4a3bac15" providerId="ADAL" clId="{ECD42228-5B96-4A72-B268-C46DF994E6B7}" dt="2024-02-09T04:12:36.891" v="104325" actId="1076"/>
          <ac:picMkLst>
            <pc:docMk/>
            <pc:sldMk cId="464758406" sldId="1208"/>
            <ac:picMk id="34" creationId="{FFE280AB-D1CB-6536-2389-3D29C91C30C8}"/>
          </ac:picMkLst>
        </pc:picChg>
        <pc:picChg chg="add mod">
          <ac:chgData name="Palit, Tapti" userId="dec6fbcd-7598-406a-8cbf-504d4a3bac15" providerId="ADAL" clId="{ECD42228-5B96-4A72-B268-C46DF994E6B7}" dt="2024-02-07T01:26:05.946" v="98840" actId="164"/>
          <ac:picMkLst>
            <pc:docMk/>
            <pc:sldMk cId="464758406" sldId="1208"/>
            <ac:picMk id="54" creationId="{F6356980-9760-01E2-73A6-2DB409DFC14F}"/>
          </ac:picMkLst>
        </pc:picChg>
        <pc:picChg chg="add mod">
          <ac:chgData name="Palit, Tapti" userId="dec6fbcd-7598-406a-8cbf-504d4a3bac15" providerId="ADAL" clId="{ECD42228-5B96-4A72-B268-C46DF994E6B7}" dt="2024-02-07T01:26:05.946" v="98840" actId="164"/>
          <ac:picMkLst>
            <pc:docMk/>
            <pc:sldMk cId="464758406" sldId="1208"/>
            <ac:picMk id="55" creationId="{F4472382-FA41-9EB5-18B9-54F6FB7634E2}"/>
          </ac:picMkLst>
        </pc:picChg>
        <pc:picChg chg="add mod">
          <ac:chgData name="Palit, Tapti" userId="dec6fbcd-7598-406a-8cbf-504d4a3bac15" providerId="ADAL" clId="{ECD42228-5B96-4A72-B268-C46DF994E6B7}" dt="2024-02-11T14:31:05.146" v="109714" actId="1076"/>
          <ac:picMkLst>
            <pc:docMk/>
            <pc:sldMk cId="464758406" sldId="1208"/>
            <ac:picMk id="1026" creationId="{DD55DBE1-6458-F720-3B92-7EA56B848C4C}"/>
          </ac:picMkLst>
        </pc:picChg>
        <pc:picChg chg="add mod">
          <ac:chgData name="Palit, Tapti" userId="dec6fbcd-7598-406a-8cbf-504d4a3bac15" providerId="ADAL" clId="{ECD42228-5B96-4A72-B268-C46DF994E6B7}" dt="2024-02-11T14:31:51.676" v="109724" actId="1076"/>
          <ac:picMkLst>
            <pc:docMk/>
            <pc:sldMk cId="464758406" sldId="1208"/>
            <ac:picMk id="1028" creationId="{B5C77AAB-37F7-218F-D032-57D45604DF7C}"/>
          </ac:picMkLst>
        </pc:picChg>
        <pc:picChg chg="add del mod">
          <ac:chgData name="Palit, Tapti" userId="dec6fbcd-7598-406a-8cbf-504d4a3bac15" providerId="ADAL" clId="{ECD42228-5B96-4A72-B268-C46DF994E6B7}" dt="2024-02-26T00:01:17.498" v="116145" actId="21"/>
          <ac:picMkLst>
            <pc:docMk/>
            <pc:sldMk cId="464758406" sldId="1208"/>
            <ac:picMk id="1030" creationId="{8E404D65-63F6-472F-57E1-4D7DB503A2DE}"/>
          </ac:picMkLst>
        </pc:picChg>
        <pc:cxnChg chg="add del mod">
          <ac:chgData name="Palit, Tapti" userId="dec6fbcd-7598-406a-8cbf-504d4a3bac15" providerId="ADAL" clId="{ECD42228-5B96-4A72-B268-C46DF994E6B7}" dt="2024-02-07T01:05:34.553" v="98695" actId="478"/>
          <ac:cxnSpMkLst>
            <pc:docMk/>
            <pc:sldMk cId="464758406" sldId="1208"/>
            <ac:cxnSpMk id="7" creationId="{7F7D57E8-36D2-619B-55A9-52C7F053C7D3}"/>
          </ac:cxnSpMkLst>
        </pc:cxnChg>
        <pc:cxnChg chg="add del mod">
          <ac:chgData name="Palit, Tapti" userId="dec6fbcd-7598-406a-8cbf-504d4a3bac15" providerId="ADAL" clId="{ECD42228-5B96-4A72-B268-C46DF994E6B7}" dt="2024-02-11T14:30:25.431" v="109707" actId="478"/>
          <ac:cxnSpMkLst>
            <pc:docMk/>
            <pc:sldMk cId="464758406" sldId="1208"/>
            <ac:cxnSpMk id="19" creationId="{E8411030-EB5C-A0D3-A59D-0DB6A75576F7}"/>
          </ac:cxnSpMkLst>
        </pc:cxnChg>
        <pc:cxnChg chg="mod">
          <ac:chgData name="Palit, Tapti" userId="dec6fbcd-7598-406a-8cbf-504d4a3bac15" providerId="ADAL" clId="{ECD42228-5B96-4A72-B268-C46DF994E6B7}" dt="2024-02-09T04:12:36.891" v="104325" actId="1076"/>
          <ac:cxnSpMkLst>
            <pc:docMk/>
            <pc:sldMk cId="464758406" sldId="1208"/>
            <ac:cxnSpMk id="35" creationId="{5CBBB607-E6F0-37CA-BDFB-0D6C1DE5B2D1}"/>
          </ac:cxnSpMkLst>
        </pc:cxnChg>
        <pc:cxnChg chg="mod">
          <ac:chgData name="Palit, Tapti" userId="dec6fbcd-7598-406a-8cbf-504d4a3bac15" providerId="ADAL" clId="{ECD42228-5B96-4A72-B268-C46DF994E6B7}" dt="2024-02-09T04:12:36.891" v="104325" actId="1076"/>
          <ac:cxnSpMkLst>
            <pc:docMk/>
            <pc:sldMk cId="464758406" sldId="1208"/>
            <ac:cxnSpMk id="36" creationId="{B316DB16-018A-FB1B-A9CD-AD223DB5E809}"/>
          </ac:cxnSpMkLst>
        </pc:cxnChg>
        <pc:cxnChg chg="mod">
          <ac:chgData name="Palit, Tapti" userId="dec6fbcd-7598-406a-8cbf-504d4a3bac15" providerId="ADAL" clId="{ECD42228-5B96-4A72-B268-C46DF994E6B7}" dt="2024-02-09T04:12:36.891" v="104325" actId="1076"/>
          <ac:cxnSpMkLst>
            <pc:docMk/>
            <pc:sldMk cId="464758406" sldId="1208"/>
            <ac:cxnSpMk id="37" creationId="{B077EF08-CE78-F0EB-C5DD-46DBA9C9A67B}"/>
          </ac:cxnSpMkLst>
        </pc:cxnChg>
        <pc:cxnChg chg="add mod">
          <ac:chgData name="Palit, Tapti" userId="dec6fbcd-7598-406a-8cbf-504d4a3bac15" providerId="ADAL" clId="{ECD42228-5B96-4A72-B268-C46DF994E6B7}" dt="2024-02-11T14:32:37.741" v="109746" actId="692"/>
          <ac:cxnSpMkLst>
            <pc:docMk/>
            <pc:sldMk cId="464758406" sldId="1208"/>
            <ac:cxnSpMk id="56" creationId="{7747F2D7-EFD4-EB89-8929-D6FF32E3BEA3}"/>
          </ac:cxnSpMkLst>
        </pc:cxnChg>
      </pc:sldChg>
      <pc:sldChg chg="addSp delSp modSp add mod modAnim modCm">
        <pc:chgData name="Palit, Tapti" userId="dec6fbcd-7598-406a-8cbf-504d4a3bac15" providerId="ADAL" clId="{ECD42228-5B96-4A72-B268-C46DF994E6B7}" dt="2024-02-12T19:19:42.318" v="112363" actId="20577"/>
        <pc:sldMkLst>
          <pc:docMk/>
          <pc:sldMk cId="3305435457" sldId="1209"/>
        </pc:sldMkLst>
        <pc:spChg chg="add del mod">
          <ac:chgData name="Palit, Tapti" userId="dec6fbcd-7598-406a-8cbf-504d4a3bac15" providerId="ADAL" clId="{ECD42228-5B96-4A72-B268-C46DF994E6B7}" dt="2024-02-09T01:22:45.745" v="102260" actId="478"/>
          <ac:spMkLst>
            <pc:docMk/>
            <pc:sldMk cId="3305435457" sldId="1209"/>
            <ac:spMk id="10" creationId="{921FD426-45FF-8A6C-53E3-7C47FC84C9E4}"/>
          </ac:spMkLst>
        </pc:spChg>
        <pc:spChg chg="mod">
          <ac:chgData name="Palit, Tapti" userId="dec6fbcd-7598-406a-8cbf-504d4a3bac15" providerId="ADAL" clId="{ECD42228-5B96-4A72-B268-C46DF994E6B7}" dt="2024-02-12T19:19:42.318" v="112363" actId="20577"/>
          <ac:spMkLst>
            <pc:docMk/>
            <pc:sldMk cId="3305435457" sldId="1209"/>
            <ac:spMk id="14" creationId="{9E2B80B5-2D91-2907-FE48-80CA59B13F98}"/>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38.489" v="100664"/>
              <pc2:cmMkLst xmlns:pc2="http://schemas.microsoft.com/office/powerpoint/2019/9/main/command">
                <pc:docMk/>
                <pc:sldMk cId="3305435457" sldId="1209"/>
                <pc2:cmMk id="{9F9D4D83-B94F-4C34-A272-0D32B94D86BA}"/>
              </pc2:cmMkLst>
              <pc226:cmRplyChg chg="add">
                <pc226:chgData name="Palit, Tapti" userId="dec6fbcd-7598-406a-8cbf-504d4a3bac15" providerId="ADAL" clId="{ECD42228-5B96-4A72-B268-C46DF994E6B7}" dt="2024-02-08T20:42:38.489" v="100664"/>
                <pc2:cmRplyMkLst xmlns:pc2="http://schemas.microsoft.com/office/powerpoint/2019/9/main/command">
                  <pc:docMk/>
                  <pc:sldMk cId="3305435457" sldId="1209"/>
                  <pc2:cmMk id="{9F9D4D83-B94F-4C34-A272-0D32B94D86BA}"/>
                  <pc2:cmRplyMk id="{8DF4DC95-96C3-4C27-AEC3-9F6127A90A85}"/>
                </pc2:cmRplyMkLst>
              </pc226:cmRplyChg>
            </pc226:cmChg>
          </p:ext>
        </pc:extLst>
      </pc:sldChg>
      <pc:sldChg chg="add del ord">
        <pc:chgData name="Palit, Tapti" userId="dec6fbcd-7598-406a-8cbf-504d4a3bac15" providerId="ADAL" clId="{ECD42228-5B96-4A72-B268-C46DF994E6B7}" dt="2024-02-08T21:21:09.291" v="100771" actId="47"/>
        <pc:sldMkLst>
          <pc:docMk/>
          <pc:sldMk cId="1282466282" sldId="1210"/>
        </pc:sldMkLst>
      </pc:sldChg>
      <pc:sldChg chg="addSp delSp modSp new add del mod modClrScheme chgLayout">
        <pc:chgData name="Palit, Tapti" userId="dec6fbcd-7598-406a-8cbf-504d4a3bac15" providerId="ADAL" clId="{ECD42228-5B96-4A72-B268-C46DF994E6B7}" dt="2024-02-09T05:01:24.537" v="104564" actId="2696"/>
        <pc:sldMkLst>
          <pc:docMk/>
          <pc:sldMk cId="1407695452" sldId="1210"/>
        </pc:sldMkLst>
        <pc:spChg chg="del">
          <ac:chgData name="Palit, Tapti" userId="dec6fbcd-7598-406a-8cbf-504d4a3bac15" providerId="ADAL" clId="{ECD42228-5B96-4A72-B268-C46DF994E6B7}" dt="2024-02-08T21:24:38.866" v="100777" actId="700"/>
          <ac:spMkLst>
            <pc:docMk/>
            <pc:sldMk cId="1407695452" sldId="1210"/>
            <ac:spMk id="2" creationId="{9A6DCC31-06DF-7BAE-FC5F-4D526DED2C1C}"/>
          </ac:spMkLst>
        </pc:spChg>
        <pc:spChg chg="del mod ord">
          <ac:chgData name="Palit, Tapti" userId="dec6fbcd-7598-406a-8cbf-504d4a3bac15" providerId="ADAL" clId="{ECD42228-5B96-4A72-B268-C46DF994E6B7}" dt="2024-02-08T21:24:38.866" v="100777" actId="700"/>
          <ac:spMkLst>
            <pc:docMk/>
            <pc:sldMk cId="1407695452" sldId="1210"/>
            <ac:spMk id="3" creationId="{C4BD3778-CC90-9034-BF0D-C4F860D0A4D0}"/>
          </ac:spMkLst>
        </pc:spChg>
        <pc:spChg chg="del">
          <ac:chgData name="Palit, Tapti" userId="dec6fbcd-7598-406a-8cbf-504d4a3bac15" providerId="ADAL" clId="{ECD42228-5B96-4A72-B268-C46DF994E6B7}" dt="2024-02-08T21:24:38.866" v="100777" actId="700"/>
          <ac:spMkLst>
            <pc:docMk/>
            <pc:sldMk cId="1407695452" sldId="1210"/>
            <ac:spMk id="4" creationId="{124C6935-31D5-BBD5-4141-E16565DFEB8F}"/>
          </ac:spMkLst>
        </pc:spChg>
        <pc:spChg chg="add mod ord">
          <ac:chgData name="Palit, Tapti" userId="dec6fbcd-7598-406a-8cbf-504d4a3bac15" providerId="ADAL" clId="{ECD42228-5B96-4A72-B268-C46DF994E6B7}" dt="2024-02-08T21:24:59.751" v="100869" actId="20577"/>
          <ac:spMkLst>
            <pc:docMk/>
            <pc:sldMk cId="1407695452" sldId="1210"/>
            <ac:spMk id="5" creationId="{EA8E3B47-C3F5-E888-8A21-936AACBDA45D}"/>
          </ac:spMkLst>
        </pc:spChg>
      </pc:sldChg>
      <pc:sldChg chg="add mod modShow">
        <pc:chgData name="Palit, Tapti" userId="dec6fbcd-7598-406a-8cbf-504d4a3bac15" providerId="ADAL" clId="{ECD42228-5B96-4A72-B268-C46DF994E6B7}" dt="2024-02-09T05:01:31.704" v="104566" actId="729"/>
        <pc:sldMkLst>
          <pc:docMk/>
          <pc:sldMk cId="1438509292" sldId="1210"/>
        </pc:sldMkLst>
      </pc:sldChg>
      <pc:sldChg chg="add del">
        <pc:chgData name="Palit, Tapti" userId="dec6fbcd-7598-406a-8cbf-504d4a3bac15" providerId="ADAL" clId="{ECD42228-5B96-4A72-B268-C46DF994E6B7}" dt="2024-02-09T00:02:47.675" v="101468" actId="2696"/>
        <pc:sldMkLst>
          <pc:docMk/>
          <pc:sldMk cId="716205125" sldId="1211"/>
        </pc:sldMkLst>
      </pc:sldChg>
      <pc:sldChg chg="add mod modShow">
        <pc:chgData name="Palit, Tapti" userId="dec6fbcd-7598-406a-8cbf-504d4a3bac15" providerId="ADAL" clId="{ECD42228-5B96-4A72-B268-C46DF994E6B7}" dt="2024-02-09T00:02:52.448" v="101470" actId="729"/>
        <pc:sldMkLst>
          <pc:docMk/>
          <pc:sldMk cId="2130521875" sldId="1211"/>
        </pc:sldMkLst>
      </pc:sldChg>
      <pc:sldChg chg="addSp delSp modSp add del mod modAnim modNotesTx">
        <pc:chgData name="Palit, Tapti" userId="dec6fbcd-7598-406a-8cbf-504d4a3bac15" providerId="ADAL" clId="{ECD42228-5B96-4A72-B268-C46DF994E6B7}" dt="2024-02-12T20:38:53.533" v="113254" actId="47"/>
        <pc:sldMkLst>
          <pc:docMk/>
          <pc:sldMk cId="4001070171" sldId="1212"/>
        </pc:sldMkLst>
        <pc:spChg chg="mod">
          <ac:chgData name="Palit, Tapti" userId="dec6fbcd-7598-406a-8cbf-504d4a3bac15" providerId="ADAL" clId="{ECD42228-5B96-4A72-B268-C46DF994E6B7}" dt="2024-02-11T14:37:28.873" v="109782" actId="692"/>
          <ac:spMkLst>
            <pc:docMk/>
            <pc:sldMk cId="4001070171" sldId="1212"/>
            <ac:spMk id="22" creationId="{3DBD562E-F1B0-E04F-3973-2BA96EDA90DF}"/>
          </ac:spMkLst>
        </pc:spChg>
        <pc:spChg chg="mod">
          <ac:chgData name="Palit, Tapti" userId="dec6fbcd-7598-406a-8cbf-504d4a3bac15" providerId="ADAL" clId="{ECD42228-5B96-4A72-B268-C46DF994E6B7}" dt="2024-02-11T14:38:37.890" v="109803" actId="14100"/>
          <ac:spMkLst>
            <pc:docMk/>
            <pc:sldMk cId="4001070171" sldId="1212"/>
            <ac:spMk id="23" creationId="{B7813DAC-E06B-2D8A-B450-283C4508F736}"/>
          </ac:spMkLst>
        </pc:spChg>
        <pc:spChg chg="mod">
          <ac:chgData name="Palit, Tapti" userId="dec6fbcd-7598-406a-8cbf-504d4a3bac15" providerId="ADAL" clId="{ECD42228-5B96-4A72-B268-C46DF994E6B7}" dt="2024-02-11T14:38:57.865" v="109808" actId="14100"/>
          <ac:spMkLst>
            <pc:docMk/>
            <pc:sldMk cId="4001070171" sldId="1212"/>
            <ac:spMk id="25" creationId="{AD986564-35F3-07DE-B96C-4AA7B6B7A6B9}"/>
          </ac:spMkLst>
        </pc:spChg>
        <pc:spChg chg="mod">
          <ac:chgData name="Palit, Tapti" userId="dec6fbcd-7598-406a-8cbf-504d4a3bac15" providerId="ADAL" clId="{ECD42228-5B96-4A72-B268-C46DF994E6B7}" dt="2024-02-09T00:04:27.544" v="101478" actId="1076"/>
          <ac:spMkLst>
            <pc:docMk/>
            <pc:sldMk cId="4001070171" sldId="1212"/>
            <ac:spMk id="28" creationId="{3FD75C22-7A6F-AC1E-8D9B-76ED44CF53C2}"/>
          </ac:spMkLst>
        </pc:spChg>
        <pc:picChg chg="add del mod">
          <ac:chgData name="Palit, Tapti" userId="dec6fbcd-7598-406a-8cbf-504d4a3bac15" providerId="ADAL" clId="{ECD42228-5B96-4A72-B268-C46DF994E6B7}" dt="2024-02-11T14:38:01.582" v="109790" actId="478"/>
          <ac:picMkLst>
            <pc:docMk/>
            <pc:sldMk cId="4001070171" sldId="1212"/>
            <ac:picMk id="4" creationId="{ED241B61-83E1-F2A3-7F61-575332EFE1CE}"/>
          </ac:picMkLst>
        </pc:picChg>
        <pc:picChg chg="add mod">
          <ac:chgData name="Palit, Tapti" userId="dec6fbcd-7598-406a-8cbf-504d4a3bac15" providerId="ADAL" clId="{ECD42228-5B96-4A72-B268-C46DF994E6B7}" dt="2024-02-11T14:38:06.361" v="109792" actId="1076"/>
          <ac:picMkLst>
            <pc:docMk/>
            <pc:sldMk cId="4001070171" sldId="1212"/>
            <ac:picMk id="7" creationId="{DB41BB5A-3394-EA0A-B7A1-4B347D10EFA1}"/>
          </ac:picMkLst>
        </pc:picChg>
        <pc:picChg chg="mod">
          <ac:chgData name="Palit, Tapti" userId="dec6fbcd-7598-406a-8cbf-504d4a3bac15" providerId="ADAL" clId="{ECD42228-5B96-4A72-B268-C46DF994E6B7}" dt="2024-02-11T14:37:35.250" v="109783" actId="1076"/>
          <ac:picMkLst>
            <pc:docMk/>
            <pc:sldMk cId="4001070171" sldId="1212"/>
            <ac:picMk id="24" creationId="{B96956C9-C70B-EB14-B037-FE305C2BFF95}"/>
          </ac:picMkLst>
        </pc:picChg>
        <pc:picChg chg="mod">
          <ac:chgData name="Palit, Tapti" userId="dec6fbcd-7598-406a-8cbf-504d4a3bac15" providerId="ADAL" clId="{ECD42228-5B96-4A72-B268-C46DF994E6B7}" dt="2024-02-11T14:38:21.339" v="109795" actId="1076"/>
          <ac:picMkLst>
            <pc:docMk/>
            <pc:sldMk cId="4001070171" sldId="1212"/>
            <ac:picMk id="26" creationId="{A9AEA78C-FAA5-AE7D-312A-3E44564CD1EA}"/>
          </ac:picMkLst>
        </pc:picChg>
        <pc:picChg chg="mod">
          <ac:chgData name="Palit, Tapti" userId="dec6fbcd-7598-406a-8cbf-504d4a3bac15" providerId="ADAL" clId="{ECD42228-5B96-4A72-B268-C46DF994E6B7}" dt="2024-02-09T00:04:17.066" v="101476" actId="166"/>
          <ac:picMkLst>
            <pc:docMk/>
            <pc:sldMk cId="4001070171" sldId="1212"/>
            <ac:picMk id="2054" creationId="{154E3885-00E9-CFCD-828E-0592A7F923B0}"/>
          </ac:picMkLst>
        </pc:picChg>
        <pc:picChg chg="mod">
          <ac:chgData name="Palit, Tapti" userId="dec6fbcd-7598-406a-8cbf-504d4a3bac15" providerId="ADAL" clId="{ECD42228-5B96-4A72-B268-C46DF994E6B7}" dt="2024-02-11T14:38:44.224" v="109804" actId="1076"/>
          <ac:picMkLst>
            <pc:docMk/>
            <pc:sldMk cId="4001070171" sldId="1212"/>
            <ac:picMk id="2056" creationId="{5DFF5A29-0949-195D-FC25-F10F4232EF6B}"/>
          </ac:picMkLst>
        </pc:picChg>
        <pc:cxnChg chg="mod">
          <ac:chgData name="Palit, Tapti" userId="dec6fbcd-7598-406a-8cbf-504d4a3bac15" providerId="ADAL" clId="{ECD42228-5B96-4A72-B268-C46DF994E6B7}" dt="2024-02-11T14:38:24.149" v="109799" actId="692"/>
          <ac:cxnSpMkLst>
            <pc:docMk/>
            <pc:sldMk cId="4001070171" sldId="1212"/>
            <ac:cxnSpMk id="27" creationId="{31277BDB-6DF9-1AB4-208E-4FF32B2E055C}"/>
          </ac:cxnSpMkLst>
        </pc:cxnChg>
      </pc:sldChg>
      <pc:sldChg chg="add del">
        <pc:chgData name="Palit, Tapti" userId="dec6fbcd-7598-406a-8cbf-504d4a3bac15" providerId="ADAL" clId="{ECD42228-5B96-4A72-B268-C46DF994E6B7}" dt="2024-02-09T03:18:20.912" v="103246" actId="2696"/>
        <pc:sldMkLst>
          <pc:docMk/>
          <pc:sldMk cId="1235997929" sldId="1213"/>
        </pc:sldMkLst>
      </pc:sldChg>
      <pc:sldChg chg="add mod modShow">
        <pc:chgData name="Palit, Tapti" userId="dec6fbcd-7598-406a-8cbf-504d4a3bac15" providerId="ADAL" clId="{ECD42228-5B96-4A72-B268-C46DF994E6B7}" dt="2024-02-09T03:18:27.518" v="103248" actId="729"/>
        <pc:sldMkLst>
          <pc:docMk/>
          <pc:sldMk cId="1384191373" sldId="1213"/>
        </pc:sldMkLst>
      </pc:sldChg>
      <pc:sldChg chg="addSp delSp modSp new del mod modAnim">
        <pc:chgData name="Palit, Tapti" userId="dec6fbcd-7598-406a-8cbf-504d4a3bac15" providerId="ADAL" clId="{ECD42228-5B96-4A72-B268-C46DF994E6B7}" dt="2024-02-09T00:39:00.442" v="102101" actId="47"/>
        <pc:sldMkLst>
          <pc:docMk/>
          <pc:sldMk cId="4280509042" sldId="1213"/>
        </pc:sldMkLst>
        <pc:spChg chg="del">
          <ac:chgData name="Palit, Tapti" userId="dec6fbcd-7598-406a-8cbf-504d4a3bac15" providerId="ADAL" clId="{ECD42228-5B96-4A72-B268-C46DF994E6B7}" dt="2024-02-09T00:28:34.920" v="101778" actId="478"/>
          <ac:spMkLst>
            <pc:docMk/>
            <pc:sldMk cId="4280509042" sldId="1213"/>
            <ac:spMk id="2" creationId="{D3A83794-0F98-E5A1-6F55-1CFDFD06B615}"/>
          </ac:spMkLst>
        </pc:spChg>
        <pc:spChg chg="add mod">
          <ac:chgData name="Palit, Tapti" userId="dec6fbcd-7598-406a-8cbf-504d4a3bac15" providerId="ADAL" clId="{ECD42228-5B96-4A72-B268-C46DF994E6B7}" dt="2024-02-09T00:29:03.943" v="101788" actId="20577"/>
          <ac:spMkLst>
            <pc:docMk/>
            <pc:sldMk cId="4280509042" sldId="1213"/>
            <ac:spMk id="9" creationId="{61C179F6-315E-4672-02B1-53BD98F1BE47}"/>
          </ac:spMkLst>
        </pc:spChg>
        <pc:spChg chg="add mod">
          <ac:chgData name="Palit, Tapti" userId="dec6fbcd-7598-406a-8cbf-504d4a3bac15" providerId="ADAL" clId="{ECD42228-5B96-4A72-B268-C46DF994E6B7}" dt="2024-02-09T00:29:16.296" v="101799" actId="20577"/>
          <ac:spMkLst>
            <pc:docMk/>
            <pc:sldMk cId="4280509042" sldId="1213"/>
            <ac:spMk id="10" creationId="{6152C762-B434-B5E3-72FB-35FE303F5C23}"/>
          </ac:spMkLst>
        </pc:spChg>
        <pc:spChg chg="add del mod">
          <ac:chgData name="Palit, Tapti" userId="dec6fbcd-7598-406a-8cbf-504d4a3bac15" providerId="ADAL" clId="{ECD42228-5B96-4A72-B268-C46DF994E6B7}" dt="2024-02-09T00:33:54.008" v="102022" actId="478"/>
          <ac:spMkLst>
            <pc:docMk/>
            <pc:sldMk cId="4280509042" sldId="1213"/>
            <ac:spMk id="16" creationId="{2F7EC153-2854-9916-AB00-5771D85C13E4}"/>
          </ac:spMkLst>
        </pc:spChg>
        <pc:spChg chg="add del mod">
          <ac:chgData name="Palit, Tapti" userId="dec6fbcd-7598-406a-8cbf-504d4a3bac15" providerId="ADAL" clId="{ECD42228-5B96-4A72-B268-C46DF994E6B7}" dt="2024-02-09T00:33:55.838" v="102023" actId="478"/>
          <ac:spMkLst>
            <pc:docMk/>
            <pc:sldMk cId="4280509042" sldId="1213"/>
            <ac:spMk id="17" creationId="{6AEEB31F-1BBE-CFFF-CAEB-A5BFF6FB37B1}"/>
          </ac:spMkLst>
        </pc:spChg>
        <pc:spChg chg="add del mod">
          <ac:chgData name="Palit, Tapti" userId="dec6fbcd-7598-406a-8cbf-504d4a3bac15" providerId="ADAL" clId="{ECD42228-5B96-4A72-B268-C46DF994E6B7}" dt="2024-02-09T00:33:52.643" v="102021" actId="478"/>
          <ac:spMkLst>
            <pc:docMk/>
            <pc:sldMk cId="4280509042" sldId="1213"/>
            <ac:spMk id="22" creationId="{B4B57ECB-D5A7-02B8-5330-00DD8E03D37B}"/>
          </ac:spMkLst>
        </pc:spChg>
        <pc:spChg chg="add del mod">
          <ac:chgData name="Palit, Tapti" userId="dec6fbcd-7598-406a-8cbf-504d4a3bac15" providerId="ADAL" clId="{ECD42228-5B96-4A72-B268-C46DF994E6B7}" dt="2024-02-09T00:33:50.519" v="102020" actId="478"/>
          <ac:spMkLst>
            <pc:docMk/>
            <pc:sldMk cId="4280509042" sldId="1213"/>
            <ac:spMk id="23" creationId="{6671D721-9F5D-BBCB-6238-81CB5F57E62A}"/>
          </ac:spMkLst>
        </pc:spChg>
        <pc:spChg chg="add mod">
          <ac:chgData name="Palit, Tapti" userId="dec6fbcd-7598-406a-8cbf-504d4a3bac15" providerId="ADAL" clId="{ECD42228-5B96-4A72-B268-C46DF994E6B7}" dt="2024-02-09T00:34:19.863" v="102069" actId="14100"/>
          <ac:spMkLst>
            <pc:docMk/>
            <pc:sldMk cId="4280509042" sldId="1213"/>
            <ac:spMk id="24" creationId="{F6998E83-9A01-8402-4EE3-B61A30F36595}"/>
          </ac:spMkLst>
        </pc:spChg>
        <pc:spChg chg="add mod">
          <ac:chgData name="Palit, Tapti" userId="dec6fbcd-7598-406a-8cbf-504d4a3bac15" providerId="ADAL" clId="{ECD42228-5B96-4A72-B268-C46DF994E6B7}" dt="2024-02-09T00:34:30.352" v="102078" actId="20577"/>
          <ac:spMkLst>
            <pc:docMk/>
            <pc:sldMk cId="4280509042" sldId="1213"/>
            <ac:spMk id="25" creationId="{9EA04E68-57B7-504B-EE50-4A7DDB157FA7}"/>
          </ac:spMkLst>
        </pc:spChg>
        <pc:grpChg chg="mod">
          <ac:chgData name="Palit, Tapti" userId="dec6fbcd-7598-406a-8cbf-504d4a3bac15" providerId="ADAL" clId="{ECD42228-5B96-4A72-B268-C46DF994E6B7}" dt="2024-02-09T00:29:46.804" v="101808"/>
          <ac:grpSpMkLst>
            <pc:docMk/>
            <pc:sldMk cId="4280509042" sldId="1213"/>
            <ac:grpSpMk id="15" creationId="{1324C51B-6E04-D760-C6AB-C32F3CA70E24}"/>
          </ac:grpSpMkLst>
        </pc:grpChg>
        <pc:inkChg chg="add del">
          <ac:chgData name="Palit, Tapti" userId="dec6fbcd-7598-406a-8cbf-504d4a3bac15" providerId="ADAL" clId="{ECD42228-5B96-4A72-B268-C46DF994E6B7}" dt="2024-02-09T00:29:37.118" v="101803" actId="9405"/>
          <ac:inkMkLst>
            <pc:docMk/>
            <pc:sldMk cId="4280509042" sldId="1213"/>
            <ac:inkMk id="11" creationId="{3657187D-8DC4-A522-6AA1-BFA21654A41A}"/>
          </ac:inkMkLst>
        </pc:inkChg>
        <pc:inkChg chg="add del">
          <ac:chgData name="Palit, Tapti" userId="dec6fbcd-7598-406a-8cbf-504d4a3bac15" providerId="ADAL" clId="{ECD42228-5B96-4A72-B268-C46DF994E6B7}" dt="2024-02-09T00:29:36.718" v="101802" actId="9405"/>
          <ac:inkMkLst>
            <pc:docMk/>
            <pc:sldMk cId="4280509042" sldId="1213"/>
            <ac:inkMk id="12" creationId="{93DB257C-5CAD-0C4A-E4EE-95029C68D66D}"/>
          </ac:inkMkLst>
        </pc:inkChg>
        <pc:inkChg chg="add del mod">
          <ac:chgData name="Palit, Tapti" userId="dec6fbcd-7598-406a-8cbf-504d4a3bac15" providerId="ADAL" clId="{ECD42228-5B96-4A72-B268-C46DF994E6B7}" dt="2024-02-09T00:29:47.221" v="101809" actId="9405"/>
          <ac:inkMkLst>
            <pc:docMk/>
            <pc:sldMk cId="4280509042" sldId="1213"/>
            <ac:inkMk id="13" creationId="{85D7DD40-8848-8312-2EED-6FE1964F5032}"/>
          </ac:inkMkLst>
        </pc:inkChg>
        <pc:inkChg chg="add del mod">
          <ac:chgData name="Palit, Tapti" userId="dec6fbcd-7598-406a-8cbf-504d4a3bac15" providerId="ADAL" clId="{ECD42228-5B96-4A72-B268-C46DF994E6B7}" dt="2024-02-09T00:29:46.804" v="101808"/>
          <ac:inkMkLst>
            <pc:docMk/>
            <pc:sldMk cId="4280509042" sldId="1213"/>
            <ac:inkMk id="14" creationId="{05A022CC-EEF4-7FDC-6B03-73591A64C374}"/>
          </ac:inkMkLst>
        </pc:inkChg>
        <pc:inkChg chg="add del">
          <ac:chgData name="Palit, Tapti" userId="dec6fbcd-7598-406a-8cbf-504d4a3bac15" providerId="ADAL" clId="{ECD42228-5B96-4A72-B268-C46DF994E6B7}" dt="2024-02-09T00:31:50.775" v="101993" actId="9405"/>
          <ac:inkMkLst>
            <pc:docMk/>
            <pc:sldMk cId="4280509042" sldId="1213"/>
            <ac:inkMk id="18" creationId="{2E3B2A84-D655-1AD0-78C2-19FC8364C17F}"/>
          </ac:inkMkLst>
        </pc:inkChg>
        <pc:inkChg chg="add del">
          <ac:chgData name="Palit, Tapti" userId="dec6fbcd-7598-406a-8cbf-504d4a3bac15" providerId="ADAL" clId="{ECD42228-5B96-4A72-B268-C46DF994E6B7}" dt="2024-02-09T00:32:02.697" v="101995" actId="9405"/>
          <ac:inkMkLst>
            <pc:docMk/>
            <pc:sldMk cId="4280509042" sldId="1213"/>
            <ac:inkMk id="19" creationId="{F2AD3594-3B04-420D-623E-873963DCF920}"/>
          </ac:inkMkLst>
        </pc:inkChg>
        <pc:inkChg chg="add del">
          <ac:chgData name="Palit, Tapti" userId="dec6fbcd-7598-406a-8cbf-504d4a3bac15" providerId="ADAL" clId="{ECD42228-5B96-4A72-B268-C46DF994E6B7}" dt="2024-02-09T00:32:15.531" v="101999" actId="9405"/>
          <ac:inkMkLst>
            <pc:docMk/>
            <pc:sldMk cId="4280509042" sldId="1213"/>
            <ac:inkMk id="20" creationId="{4E2B7785-8B41-32C5-FCD6-AB59B5F3CE85}"/>
          </ac:inkMkLst>
        </pc:inkChg>
        <pc:inkChg chg="add del">
          <ac:chgData name="Palit, Tapti" userId="dec6fbcd-7598-406a-8cbf-504d4a3bac15" providerId="ADAL" clId="{ECD42228-5B96-4A72-B268-C46DF994E6B7}" dt="2024-02-09T00:32:15.220" v="101998" actId="9405"/>
          <ac:inkMkLst>
            <pc:docMk/>
            <pc:sldMk cId="4280509042" sldId="1213"/>
            <ac:inkMk id="21" creationId="{F617FFF8-AB23-DD65-6452-47CD4B5F7698}"/>
          </ac:inkMkLst>
        </pc:inkChg>
        <pc:cxnChg chg="add mod">
          <ac:chgData name="Palit, Tapti" userId="dec6fbcd-7598-406a-8cbf-504d4a3bac15" providerId="ADAL" clId="{ECD42228-5B96-4A72-B268-C46DF994E6B7}" dt="2024-02-09T00:37:20.827" v="102090" actId="692"/>
          <ac:cxnSpMkLst>
            <pc:docMk/>
            <pc:sldMk cId="4280509042" sldId="1213"/>
            <ac:cxnSpMk id="6" creationId="{5A374949-1AC2-C16C-D413-2571B92E27C9}"/>
          </ac:cxnSpMkLst>
        </pc:cxnChg>
        <pc:cxnChg chg="add mod">
          <ac:chgData name="Palit, Tapti" userId="dec6fbcd-7598-406a-8cbf-504d4a3bac15" providerId="ADAL" clId="{ECD42228-5B96-4A72-B268-C46DF994E6B7}" dt="2024-02-09T00:37:11.074" v="102085" actId="692"/>
          <ac:cxnSpMkLst>
            <pc:docMk/>
            <pc:sldMk cId="4280509042" sldId="1213"/>
            <ac:cxnSpMk id="7" creationId="{30903DB4-C660-E3E1-C373-F16BB8C8CBED}"/>
          </ac:cxnSpMkLst>
        </pc:cxnChg>
      </pc:sldChg>
      <pc:sldChg chg="addSp delSp modSp add mod delAnim modAnim modNotesTx">
        <pc:chgData name="Palit, Tapti" userId="dec6fbcd-7598-406a-8cbf-504d4a3bac15" providerId="ADAL" clId="{ECD42228-5B96-4A72-B268-C46DF994E6B7}" dt="2024-02-13T13:16:25.711" v="115915" actId="20577"/>
        <pc:sldMkLst>
          <pc:docMk/>
          <pc:sldMk cId="935703387" sldId="1214"/>
        </pc:sldMkLst>
        <pc:spChg chg="del mod">
          <ac:chgData name="Palit, Tapti" userId="dec6fbcd-7598-406a-8cbf-504d4a3bac15" providerId="ADAL" clId="{ECD42228-5B96-4A72-B268-C46DF994E6B7}" dt="2024-02-09T03:13:04.975" v="103064" actId="478"/>
          <ac:spMkLst>
            <pc:docMk/>
            <pc:sldMk cId="935703387" sldId="1214"/>
            <ac:spMk id="2" creationId="{B3996D9C-6E16-73DE-BF28-09902D227C1C}"/>
          </ac:spMkLst>
        </pc:spChg>
        <pc:spChg chg="mod">
          <ac:chgData name="Palit, Tapti" userId="dec6fbcd-7598-406a-8cbf-504d4a3bac15" providerId="ADAL" clId="{ECD42228-5B96-4A72-B268-C46DF994E6B7}" dt="2024-02-09T03:17:22.791" v="103239" actId="1076"/>
          <ac:spMkLst>
            <pc:docMk/>
            <pc:sldMk cId="935703387" sldId="1214"/>
            <ac:spMk id="3" creationId="{91848295-2D29-4B12-C281-85592EF958BF}"/>
          </ac:spMkLst>
        </pc:spChg>
        <pc:spChg chg="add mod topLvl">
          <ac:chgData name="Palit, Tapti" userId="dec6fbcd-7598-406a-8cbf-504d4a3bac15" providerId="ADAL" clId="{ECD42228-5B96-4A72-B268-C46DF994E6B7}" dt="2024-02-11T14:08:48.829" v="109601" actId="164"/>
          <ac:spMkLst>
            <pc:docMk/>
            <pc:sldMk cId="935703387" sldId="1214"/>
            <ac:spMk id="4" creationId="{24D10F16-A961-56DE-8E51-7DD25423BE99}"/>
          </ac:spMkLst>
        </pc:spChg>
        <pc:spChg chg="add mod">
          <ac:chgData name="Palit, Tapti" userId="dec6fbcd-7598-406a-8cbf-504d4a3bac15" providerId="ADAL" clId="{ECD42228-5B96-4A72-B268-C46DF994E6B7}" dt="2024-02-09T20:48:19.904" v="109051" actId="1076"/>
          <ac:spMkLst>
            <pc:docMk/>
            <pc:sldMk cId="935703387" sldId="1214"/>
            <ac:spMk id="6" creationId="{F8990C32-20C0-C4FF-112F-98ECC8788233}"/>
          </ac:spMkLst>
        </pc:spChg>
        <pc:spChg chg="add mod">
          <ac:chgData name="Palit, Tapti" userId="dec6fbcd-7598-406a-8cbf-504d4a3bac15" providerId="ADAL" clId="{ECD42228-5B96-4A72-B268-C46DF994E6B7}" dt="2024-02-09T16:59:42.873" v="106010" actId="207"/>
          <ac:spMkLst>
            <pc:docMk/>
            <pc:sldMk cId="935703387" sldId="1214"/>
            <ac:spMk id="9" creationId="{67A02E4C-BB9A-DF9E-BE09-3B7A9DEEF049}"/>
          </ac:spMkLst>
        </pc:spChg>
        <pc:spChg chg="add mod">
          <ac:chgData name="Palit, Tapti" userId="dec6fbcd-7598-406a-8cbf-504d4a3bac15" providerId="ADAL" clId="{ECD42228-5B96-4A72-B268-C46DF994E6B7}" dt="2024-02-12T21:03:26.188" v="113511" actId="207"/>
          <ac:spMkLst>
            <pc:docMk/>
            <pc:sldMk cId="935703387" sldId="1214"/>
            <ac:spMk id="10" creationId="{F71CB876-7692-0617-3589-4BD550FACA65}"/>
          </ac:spMkLst>
        </pc:spChg>
        <pc:spChg chg="mod topLvl">
          <ac:chgData name="Palit, Tapti" userId="dec6fbcd-7598-406a-8cbf-504d4a3bac15" providerId="ADAL" clId="{ECD42228-5B96-4A72-B268-C46DF994E6B7}" dt="2024-02-11T14:08:45.625" v="109600" actId="164"/>
          <ac:spMkLst>
            <pc:docMk/>
            <pc:sldMk cId="935703387" sldId="1214"/>
            <ac:spMk id="15" creationId="{437DAD1A-28B2-636B-AF2F-0F5370F752E8}"/>
          </ac:spMkLst>
        </pc:spChg>
        <pc:spChg chg="mod">
          <ac:chgData name="Palit, Tapti" userId="dec6fbcd-7598-406a-8cbf-504d4a3bac15" providerId="ADAL" clId="{ECD42228-5B96-4A72-B268-C46DF994E6B7}" dt="2024-02-09T03:14:05.374" v="103150" actId="20577"/>
          <ac:spMkLst>
            <pc:docMk/>
            <pc:sldMk cId="935703387" sldId="1214"/>
            <ac:spMk id="17" creationId="{3409FF27-F0DD-49A7-CA57-71D958805F3C}"/>
          </ac:spMkLst>
        </pc:spChg>
        <pc:spChg chg="add mod">
          <ac:chgData name="Palit, Tapti" userId="dec6fbcd-7598-406a-8cbf-504d4a3bac15" providerId="ADAL" clId="{ECD42228-5B96-4A72-B268-C46DF994E6B7}" dt="2024-02-11T14:06:23.206" v="109568" actId="692"/>
          <ac:spMkLst>
            <pc:docMk/>
            <pc:sldMk cId="935703387" sldId="1214"/>
            <ac:spMk id="18" creationId="{B6EF243D-C9AD-A769-2375-8214FE991BC2}"/>
          </ac:spMkLst>
        </pc:spChg>
        <pc:spChg chg="mod">
          <ac:chgData name="Palit, Tapti" userId="dec6fbcd-7598-406a-8cbf-504d4a3bac15" providerId="ADAL" clId="{ECD42228-5B96-4A72-B268-C46DF994E6B7}" dt="2024-02-09T03:17:42.363" v="103241" actId="1076"/>
          <ac:spMkLst>
            <pc:docMk/>
            <pc:sldMk cId="935703387" sldId="1214"/>
            <ac:spMk id="19" creationId="{C80ACAB0-E636-7EDA-F898-87762FF01423}"/>
          </ac:spMkLst>
        </pc:spChg>
        <pc:spChg chg="mod">
          <ac:chgData name="Palit, Tapti" userId="dec6fbcd-7598-406a-8cbf-504d4a3bac15" providerId="ADAL" clId="{ECD42228-5B96-4A72-B268-C46DF994E6B7}" dt="2024-02-09T20:48:20.930" v="109054" actId="14100"/>
          <ac:spMkLst>
            <pc:docMk/>
            <pc:sldMk cId="935703387" sldId="1214"/>
            <ac:spMk id="20" creationId="{225B8B3F-399C-9DD5-DE0C-F3F8870387FD}"/>
          </ac:spMkLst>
        </pc:spChg>
        <pc:spChg chg="mod">
          <ac:chgData name="Palit, Tapti" userId="dec6fbcd-7598-406a-8cbf-504d4a3bac15" providerId="ADAL" clId="{ECD42228-5B96-4A72-B268-C46DF994E6B7}" dt="2024-02-09T20:48:22.486" v="109056" actId="14100"/>
          <ac:spMkLst>
            <pc:docMk/>
            <pc:sldMk cId="935703387" sldId="1214"/>
            <ac:spMk id="21" creationId="{3B25D3F0-56C5-3BC9-A649-9C684A6AEEBE}"/>
          </ac:spMkLst>
        </pc:spChg>
        <pc:spChg chg="add mod">
          <ac:chgData name="Palit, Tapti" userId="dec6fbcd-7598-406a-8cbf-504d4a3bac15" providerId="ADAL" clId="{ECD42228-5B96-4A72-B268-C46DF994E6B7}" dt="2024-02-11T14:44:25.402" v="109883" actId="1076"/>
          <ac:spMkLst>
            <pc:docMk/>
            <pc:sldMk cId="935703387" sldId="1214"/>
            <ac:spMk id="24" creationId="{E9BEA999-0E4E-4C1D-162F-367C1C3B6DF6}"/>
          </ac:spMkLst>
        </pc:spChg>
        <pc:grpChg chg="add del mod">
          <ac:chgData name="Palit, Tapti" userId="dec6fbcd-7598-406a-8cbf-504d4a3bac15" providerId="ADAL" clId="{ECD42228-5B96-4A72-B268-C46DF994E6B7}" dt="2024-02-11T14:10:26.008" v="109615" actId="1076"/>
          <ac:grpSpMkLst>
            <pc:docMk/>
            <pc:sldMk cId="935703387" sldId="1214"/>
            <ac:grpSpMk id="11" creationId="{D96ED237-FF97-BBD1-5CCC-9991C3C5E9A2}"/>
          </ac:grpSpMkLst>
        </pc:grpChg>
        <pc:grpChg chg="add del mod">
          <ac:chgData name="Palit, Tapti" userId="dec6fbcd-7598-406a-8cbf-504d4a3bac15" providerId="ADAL" clId="{ECD42228-5B96-4A72-B268-C46DF994E6B7}" dt="2024-02-11T14:07:56.961" v="109587" actId="478"/>
          <ac:grpSpMkLst>
            <pc:docMk/>
            <pc:sldMk cId="935703387" sldId="1214"/>
            <ac:grpSpMk id="12" creationId="{1876C37D-DD2E-6B54-99BE-5AEFC3288D7F}"/>
          </ac:grpSpMkLst>
        </pc:grpChg>
        <pc:grpChg chg="add del mod">
          <ac:chgData name="Palit, Tapti" userId="dec6fbcd-7598-406a-8cbf-504d4a3bac15" providerId="ADAL" clId="{ECD42228-5B96-4A72-B268-C46DF994E6B7}" dt="2024-02-11T14:08:12.012" v="109593" actId="478"/>
          <ac:grpSpMkLst>
            <pc:docMk/>
            <pc:sldMk cId="935703387" sldId="1214"/>
            <ac:grpSpMk id="14" creationId="{5E670C57-95F2-97B0-0F46-E6293451404D}"/>
          </ac:grpSpMkLst>
        </pc:grpChg>
        <pc:grpChg chg="mod">
          <ac:chgData name="Palit, Tapti" userId="dec6fbcd-7598-406a-8cbf-504d4a3bac15" providerId="ADAL" clId="{ECD42228-5B96-4A72-B268-C46DF994E6B7}" dt="2024-02-09T16:59:35.686" v="106008" actId="1076"/>
          <ac:grpSpMkLst>
            <pc:docMk/>
            <pc:sldMk cId="935703387" sldId="1214"/>
            <ac:grpSpMk id="22" creationId="{0ECDDA7B-6548-02A2-CF02-2EB8FFB17C17}"/>
          </ac:grpSpMkLst>
        </pc:grpChg>
        <pc:grpChg chg="add mod">
          <ac:chgData name="Palit, Tapti" userId="dec6fbcd-7598-406a-8cbf-504d4a3bac15" providerId="ADAL" clId="{ECD42228-5B96-4A72-B268-C46DF994E6B7}" dt="2024-02-11T14:08:45.625" v="109600" actId="164"/>
          <ac:grpSpMkLst>
            <pc:docMk/>
            <pc:sldMk cId="935703387" sldId="1214"/>
            <ac:grpSpMk id="29" creationId="{1F6A471B-F22D-6C4F-0F86-8F8015282093}"/>
          </ac:grpSpMkLst>
        </pc:grpChg>
        <pc:grpChg chg="add mod">
          <ac:chgData name="Palit, Tapti" userId="dec6fbcd-7598-406a-8cbf-504d4a3bac15" providerId="ADAL" clId="{ECD42228-5B96-4A72-B268-C46DF994E6B7}" dt="2024-02-11T14:08:48.829" v="109601" actId="164"/>
          <ac:grpSpMkLst>
            <pc:docMk/>
            <pc:sldMk cId="935703387" sldId="1214"/>
            <ac:grpSpMk id="30" creationId="{A7BAFD4A-2564-463F-D2F4-F4922FBC60B6}"/>
          </ac:grpSpMkLst>
        </pc:grpChg>
        <pc:picChg chg="add del mod topLvl">
          <ac:chgData name="Palit, Tapti" userId="dec6fbcd-7598-406a-8cbf-504d4a3bac15" providerId="ADAL" clId="{ECD42228-5B96-4A72-B268-C46DF994E6B7}" dt="2024-02-11T14:07:56.961" v="109587" actId="478"/>
          <ac:picMkLst>
            <pc:docMk/>
            <pc:sldMk cId="935703387" sldId="1214"/>
            <ac:picMk id="5" creationId="{02DE3063-B865-FB7C-031D-84D747799571}"/>
          </ac:picMkLst>
        </pc:picChg>
        <pc:picChg chg="del mod topLvl">
          <ac:chgData name="Palit, Tapti" userId="dec6fbcd-7598-406a-8cbf-504d4a3bac15" providerId="ADAL" clId="{ECD42228-5B96-4A72-B268-C46DF994E6B7}" dt="2024-02-11T14:08:12.012" v="109593" actId="478"/>
          <ac:picMkLst>
            <pc:docMk/>
            <pc:sldMk cId="935703387" sldId="1214"/>
            <ac:picMk id="16" creationId="{9D569EF2-256E-9CA4-BB14-DD218579E73E}"/>
          </ac:picMkLst>
        </pc:picChg>
        <pc:picChg chg="add mod">
          <ac:chgData name="Palit, Tapti" userId="dec6fbcd-7598-406a-8cbf-504d4a3bac15" providerId="ADAL" clId="{ECD42228-5B96-4A72-B268-C46DF994E6B7}" dt="2024-02-11T14:08:48.829" v="109601" actId="164"/>
          <ac:picMkLst>
            <pc:docMk/>
            <pc:sldMk cId="935703387" sldId="1214"/>
            <ac:picMk id="25" creationId="{2870EBC2-D69D-B1AF-C212-2F9B8861731D}"/>
          </ac:picMkLst>
        </pc:picChg>
        <pc:picChg chg="add del mod">
          <ac:chgData name="Palit, Tapti" userId="dec6fbcd-7598-406a-8cbf-504d4a3bac15" providerId="ADAL" clId="{ECD42228-5B96-4A72-B268-C46DF994E6B7}" dt="2024-02-11T14:08:14.820" v="109595" actId="478"/>
          <ac:picMkLst>
            <pc:docMk/>
            <pc:sldMk cId="935703387" sldId="1214"/>
            <ac:picMk id="26" creationId="{07FFEF6D-7436-16CA-4AAA-F78D86FC8F3F}"/>
          </ac:picMkLst>
        </pc:picChg>
        <pc:picChg chg="add mod">
          <ac:chgData name="Palit, Tapti" userId="dec6fbcd-7598-406a-8cbf-504d4a3bac15" providerId="ADAL" clId="{ECD42228-5B96-4A72-B268-C46DF994E6B7}" dt="2024-02-11T14:08:17.472" v="109596"/>
          <ac:picMkLst>
            <pc:docMk/>
            <pc:sldMk cId="935703387" sldId="1214"/>
            <ac:picMk id="27" creationId="{48B964C4-5DBB-3414-435B-80A24AE4FF1E}"/>
          </ac:picMkLst>
        </pc:picChg>
        <pc:picChg chg="add mod">
          <ac:chgData name="Palit, Tapti" userId="dec6fbcd-7598-406a-8cbf-504d4a3bac15" providerId="ADAL" clId="{ECD42228-5B96-4A72-B268-C46DF994E6B7}" dt="2024-02-11T14:08:45.625" v="109600" actId="164"/>
          <ac:picMkLst>
            <pc:docMk/>
            <pc:sldMk cId="935703387" sldId="1214"/>
            <ac:picMk id="28" creationId="{CB669C61-4356-E6B5-0D3E-90493725A32C}"/>
          </ac:picMkLst>
        </pc:picChg>
        <pc:picChg chg="add mod">
          <ac:chgData name="Palit, Tapti" userId="dec6fbcd-7598-406a-8cbf-504d4a3bac15" providerId="ADAL" clId="{ECD42228-5B96-4A72-B268-C46DF994E6B7}" dt="2024-02-11T14:10:26.008" v="109615" actId="1076"/>
          <ac:picMkLst>
            <pc:docMk/>
            <pc:sldMk cId="935703387" sldId="1214"/>
            <ac:picMk id="2050" creationId="{9BFEE07D-67B9-4D09-2565-99DAB48B6700}"/>
          </ac:picMkLst>
        </pc:picChg>
        <pc:picChg chg="add mod">
          <ac:chgData name="Palit, Tapti" userId="dec6fbcd-7598-406a-8cbf-504d4a3bac15" providerId="ADAL" clId="{ECD42228-5B96-4A72-B268-C46DF994E6B7}" dt="2024-02-11T14:10:26.008" v="109615" actId="1076"/>
          <ac:picMkLst>
            <pc:docMk/>
            <pc:sldMk cId="935703387" sldId="1214"/>
            <ac:picMk id="2052" creationId="{D71E12FE-ADD7-6ABF-7417-993D36F6DBE4}"/>
          </ac:picMkLst>
        </pc:picChg>
        <pc:picChg chg="add del mod">
          <ac:chgData name="Palit, Tapti" userId="dec6fbcd-7598-406a-8cbf-504d4a3bac15" providerId="ADAL" clId="{ECD42228-5B96-4A72-B268-C46DF994E6B7}" dt="2024-02-10T00:43:21.770" v="109158" actId="478"/>
          <ac:picMkLst>
            <pc:docMk/>
            <pc:sldMk cId="935703387" sldId="1214"/>
            <ac:picMk id="2054" creationId="{EB8064CD-5134-68C0-369F-837612608E8B}"/>
          </ac:picMkLst>
        </pc:picChg>
        <pc:cxnChg chg="mod">
          <ac:chgData name="Palit, Tapti" userId="dec6fbcd-7598-406a-8cbf-504d4a3bac15" providerId="ADAL" clId="{ECD42228-5B96-4A72-B268-C46DF994E6B7}" dt="2024-02-09T03:17:36.729" v="103240" actId="1076"/>
          <ac:cxnSpMkLst>
            <pc:docMk/>
            <pc:sldMk cId="935703387" sldId="1214"/>
            <ac:cxnSpMk id="7" creationId="{F2309B6A-73DE-D465-CA45-954E3E7C26D9}"/>
          </ac:cxnSpMkLst>
        </pc:cxnChg>
        <pc:cxnChg chg="mod">
          <ac:chgData name="Palit, Tapti" userId="dec6fbcd-7598-406a-8cbf-504d4a3bac15" providerId="ADAL" clId="{ECD42228-5B96-4A72-B268-C46DF994E6B7}" dt="2024-02-09T03:17:36.729" v="103240" actId="1076"/>
          <ac:cxnSpMkLst>
            <pc:docMk/>
            <pc:sldMk cId="935703387" sldId="1214"/>
            <ac:cxnSpMk id="8" creationId="{60A91828-A537-2A61-116B-7D04144D0EE1}"/>
          </ac:cxnSpMkLst>
        </pc:cxnChg>
        <pc:cxnChg chg="add mod">
          <ac:chgData name="Palit, Tapti" userId="dec6fbcd-7598-406a-8cbf-504d4a3bac15" providerId="ADAL" clId="{ECD42228-5B96-4A72-B268-C46DF994E6B7}" dt="2024-02-11T14:10:26.008" v="109615" actId="1076"/>
          <ac:cxnSpMkLst>
            <pc:docMk/>
            <pc:sldMk cId="935703387" sldId="1214"/>
            <ac:cxnSpMk id="23" creationId="{D60C8C2A-BADC-4E36-7DB4-162E3465D981}"/>
          </ac:cxnSpMkLst>
        </pc:cxnChg>
      </pc:sldChg>
      <pc:sldChg chg="addSp delSp modSp add del mod modAnim">
        <pc:chgData name="Palit, Tapti" userId="dec6fbcd-7598-406a-8cbf-504d4a3bac15" providerId="ADAL" clId="{ECD42228-5B96-4A72-B268-C46DF994E6B7}" dt="2024-02-09T00:54:59.112" v="102108" actId="47"/>
        <pc:sldMkLst>
          <pc:docMk/>
          <pc:sldMk cId="3468256163" sldId="1214"/>
        </pc:sldMkLst>
        <pc:spChg chg="del">
          <ac:chgData name="Palit, Tapti" userId="dec6fbcd-7598-406a-8cbf-504d4a3bac15" providerId="ADAL" clId="{ECD42228-5B96-4A72-B268-C46DF994E6B7}" dt="2024-02-09T00:36:54.066" v="102080" actId="478"/>
          <ac:spMkLst>
            <pc:docMk/>
            <pc:sldMk cId="3468256163" sldId="1214"/>
            <ac:spMk id="6" creationId="{41EE9637-7938-1402-E682-8422387298DF}"/>
          </ac:spMkLst>
        </pc:spChg>
        <pc:spChg chg="add mod">
          <ac:chgData name="Palit, Tapti" userId="dec6fbcd-7598-406a-8cbf-504d4a3bac15" providerId="ADAL" clId="{ECD42228-5B96-4A72-B268-C46DF994E6B7}" dt="2024-02-09T00:38:01.254" v="102098" actId="164"/>
          <ac:spMkLst>
            <pc:docMk/>
            <pc:sldMk cId="3468256163" sldId="1214"/>
            <ac:spMk id="8" creationId="{85D708BA-17B7-4124-BE88-91898E84B3E8}"/>
          </ac:spMkLst>
        </pc:spChg>
        <pc:spChg chg="add mod">
          <ac:chgData name="Palit, Tapti" userId="dec6fbcd-7598-406a-8cbf-504d4a3bac15" providerId="ADAL" clId="{ECD42228-5B96-4A72-B268-C46DF994E6B7}" dt="2024-02-09T00:38:01.254" v="102098" actId="164"/>
          <ac:spMkLst>
            <pc:docMk/>
            <pc:sldMk cId="3468256163" sldId="1214"/>
            <ac:spMk id="9" creationId="{71729B83-2CEF-E1C7-5E53-B5AA31E254C4}"/>
          </ac:spMkLst>
        </pc:spChg>
        <pc:spChg chg="add mod">
          <ac:chgData name="Palit, Tapti" userId="dec6fbcd-7598-406a-8cbf-504d4a3bac15" providerId="ADAL" clId="{ECD42228-5B96-4A72-B268-C46DF994E6B7}" dt="2024-02-09T00:37:34.873" v="102092" actId="1076"/>
          <ac:spMkLst>
            <pc:docMk/>
            <pc:sldMk cId="3468256163" sldId="1214"/>
            <ac:spMk id="11" creationId="{ACF9D4FC-A8D0-B2DB-DEB5-F6E81874109E}"/>
          </ac:spMkLst>
        </pc:spChg>
        <pc:spChg chg="del">
          <ac:chgData name="Palit, Tapti" userId="dec6fbcd-7598-406a-8cbf-504d4a3bac15" providerId="ADAL" clId="{ECD42228-5B96-4A72-B268-C46DF994E6B7}" dt="2024-02-09T00:36:54.066" v="102080" actId="478"/>
          <ac:spMkLst>
            <pc:docMk/>
            <pc:sldMk cId="3468256163" sldId="1214"/>
            <ac:spMk id="12" creationId="{5ADC2C8D-014D-2DA6-9BB8-1123E123C5B9}"/>
          </ac:spMkLst>
        </pc:spChg>
        <pc:spChg chg="add mod">
          <ac:chgData name="Palit, Tapti" userId="dec6fbcd-7598-406a-8cbf-504d4a3bac15" providerId="ADAL" clId="{ECD42228-5B96-4A72-B268-C46DF994E6B7}" dt="2024-02-09T00:37:55.806" v="102097" actId="1076"/>
          <ac:spMkLst>
            <pc:docMk/>
            <pc:sldMk cId="3468256163" sldId="1214"/>
            <ac:spMk id="13" creationId="{F9471524-BE45-E313-9BE7-035ED714EC3A}"/>
          </ac:spMkLst>
        </pc:spChg>
        <pc:grpChg chg="add mod">
          <ac:chgData name="Palit, Tapti" userId="dec6fbcd-7598-406a-8cbf-504d4a3bac15" providerId="ADAL" clId="{ECD42228-5B96-4A72-B268-C46DF994E6B7}" dt="2024-02-09T00:38:01.254" v="102098" actId="164"/>
          <ac:grpSpMkLst>
            <pc:docMk/>
            <pc:sldMk cId="3468256163" sldId="1214"/>
            <ac:grpSpMk id="17" creationId="{0020BB3A-E8FE-2B98-49EE-9FD6D123664F}"/>
          </ac:grpSpMkLst>
        </pc:grpChg>
        <pc:picChg chg="del">
          <ac:chgData name="Palit, Tapti" userId="dec6fbcd-7598-406a-8cbf-504d4a3bac15" providerId="ADAL" clId="{ECD42228-5B96-4A72-B268-C46DF994E6B7}" dt="2024-02-09T00:36:54.066" v="102080" actId="478"/>
          <ac:picMkLst>
            <pc:docMk/>
            <pc:sldMk cId="3468256163" sldId="1214"/>
            <ac:picMk id="10" creationId="{79F2CE87-E54A-0412-05D2-78DE7AE32E93}"/>
          </ac:picMkLst>
        </pc:picChg>
        <pc:picChg chg="add mod">
          <ac:chgData name="Palit, Tapti" userId="dec6fbcd-7598-406a-8cbf-504d4a3bac15" providerId="ADAL" clId="{ECD42228-5B96-4A72-B268-C46DF994E6B7}" dt="2024-02-09T00:39:42.849" v="102103" actId="1076"/>
          <ac:picMkLst>
            <pc:docMk/>
            <pc:sldMk cId="3468256163" sldId="1214"/>
            <ac:picMk id="19" creationId="{74842DEB-C73B-17D3-A340-8828C1ECFB64}"/>
          </ac:picMkLst>
        </pc:picChg>
        <pc:picChg chg="add mod">
          <ac:chgData name="Palit, Tapti" userId="dec6fbcd-7598-406a-8cbf-504d4a3bac15" providerId="ADAL" clId="{ECD42228-5B96-4A72-B268-C46DF994E6B7}" dt="2024-02-09T00:39:42.849" v="102103" actId="1076"/>
          <ac:picMkLst>
            <pc:docMk/>
            <pc:sldMk cId="3468256163" sldId="1214"/>
            <ac:picMk id="20" creationId="{6C2E1AAF-ADBB-D705-63DF-1FC49B6A3BE1}"/>
          </ac:picMkLst>
        </pc:picChg>
        <pc:picChg chg="add mod">
          <ac:chgData name="Palit, Tapti" userId="dec6fbcd-7598-406a-8cbf-504d4a3bac15" providerId="ADAL" clId="{ECD42228-5B96-4A72-B268-C46DF994E6B7}" dt="2024-02-09T00:39:56.888" v="102105" actId="1076"/>
          <ac:picMkLst>
            <pc:docMk/>
            <pc:sldMk cId="3468256163" sldId="1214"/>
            <ac:picMk id="21" creationId="{42F3CE44-6E62-C2AA-B101-6CD8B3A7DC7D}"/>
          </ac:picMkLst>
        </pc:picChg>
        <pc:picChg chg="add mod">
          <ac:chgData name="Palit, Tapti" userId="dec6fbcd-7598-406a-8cbf-504d4a3bac15" providerId="ADAL" clId="{ECD42228-5B96-4A72-B268-C46DF994E6B7}" dt="2024-02-09T00:39:56.888" v="102105" actId="1076"/>
          <ac:picMkLst>
            <pc:docMk/>
            <pc:sldMk cId="3468256163" sldId="1214"/>
            <ac:picMk id="22" creationId="{F3CAB181-F445-EF14-203D-3377BF6E4E3A}"/>
          </ac:picMkLst>
        </pc:picChg>
        <pc:picChg chg="del">
          <ac:chgData name="Palit, Tapti" userId="dec6fbcd-7598-406a-8cbf-504d4a3bac15" providerId="ADAL" clId="{ECD42228-5B96-4A72-B268-C46DF994E6B7}" dt="2024-02-09T00:36:54.066" v="102080" actId="478"/>
          <ac:picMkLst>
            <pc:docMk/>
            <pc:sldMk cId="3468256163" sldId="1214"/>
            <ac:picMk id="1026" creationId="{51E8FD93-F37C-1144-5E2C-A4E584E64220}"/>
          </ac:picMkLst>
        </pc:picChg>
        <pc:picChg chg="del">
          <ac:chgData name="Palit, Tapti" userId="dec6fbcd-7598-406a-8cbf-504d4a3bac15" providerId="ADAL" clId="{ECD42228-5B96-4A72-B268-C46DF994E6B7}" dt="2024-02-09T00:36:54.066" v="102080" actId="478"/>
          <ac:picMkLst>
            <pc:docMk/>
            <pc:sldMk cId="3468256163" sldId="1214"/>
            <ac:picMk id="1028" creationId="{7522B12D-A626-0440-62BF-91844CE4AFC4}"/>
          </ac:picMkLst>
        </pc:picChg>
        <pc:picChg chg="del">
          <ac:chgData name="Palit, Tapti" userId="dec6fbcd-7598-406a-8cbf-504d4a3bac15" providerId="ADAL" clId="{ECD42228-5B96-4A72-B268-C46DF994E6B7}" dt="2024-02-09T00:36:54.066" v="102080" actId="478"/>
          <ac:picMkLst>
            <pc:docMk/>
            <pc:sldMk cId="3468256163" sldId="1214"/>
            <ac:picMk id="1032" creationId="{AEAF4077-B476-948D-E109-FEC4B189D3D1}"/>
          </ac:picMkLst>
        </pc:picChg>
        <pc:picChg chg="del">
          <ac:chgData name="Palit, Tapti" userId="dec6fbcd-7598-406a-8cbf-504d4a3bac15" providerId="ADAL" clId="{ECD42228-5B96-4A72-B268-C46DF994E6B7}" dt="2024-02-09T00:36:55.751" v="102081" actId="478"/>
          <ac:picMkLst>
            <pc:docMk/>
            <pc:sldMk cId="3468256163" sldId="1214"/>
            <ac:picMk id="1034" creationId="{B3BF3629-95C2-7227-2768-1612217D4817}"/>
          </ac:picMkLst>
        </pc:picChg>
        <pc:cxnChg chg="add mod">
          <ac:chgData name="Palit, Tapti" userId="dec6fbcd-7598-406a-8cbf-504d4a3bac15" providerId="ADAL" clId="{ECD42228-5B96-4A72-B268-C46DF994E6B7}" dt="2024-02-09T00:38:01.254" v="102098" actId="164"/>
          <ac:cxnSpMkLst>
            <pc:docMk/>
            <pc:sldMk cId="3468256163" sldId="1214"/>
            <ac:cxnSpMk id="4" creationId="{0DE78118-67ED-4142-81D5-F87D38C85A9E}"/>
          </ac:cxnSpMkLst>
        </pc:cxnChg>
        <pc:cxnChg chg="del">
          <ac:chgData name="Palit, Tapti" userId="dec6fbcd-7598-406a-8cbf-504d4a3bac15" providerId="ADAL" clId="{ECD42228-5B96-4A72-B268-C46DF994E6B7}" dt="2024-02-09T00:36:54.066" v="102080" actId="478"/>
          <ac:cxnSpMkLst>
            <pc:docMk/>
            <pc:sldMk cId="3468256163" sldId="1214"/>
            <ac:cxnSpMk id="5" creationId="{239A985C-B7E3-F3CE-3610-17F56CE1F8A1}"/>
          </ac:cxnSpMkLst>
        </pc:cxnChg>
        <pc:cxnChg chg="add mod">
          <ac:chgData name="Palit, Tapti" userId="dec6fbcd-7598-406a-8cbf-504d4a3bac15" providerId="ADAL" clId="{ECD42228-5B96-4A72-B268-C46DF994E6B7}" dt="2024-02-09T00:38:01.254" v="102098" actId="164"/>
          <ac:cxnSpMkLst>
            <pc:docMk/>
            <pc:sldMk cId="3468256163" sldId="1214"/>
            <ac:cxnSpMk id="7" creationId="{2AD6EAFD-F730-3A68-2395-EAB657B1BA86}"/>
          </ac:cxnSpMkLst>
        </pc:cxnChg>
        <pc:cxnChg chg="del">
          <ac:chgData name="Palit, Tapti" userId="dec6fbcd-7598-406a-8cbf-504d4a3bac15" providerId="ADAL" clId="{ECD42228-5B96-4A72-B268-C46DF994E6B7}" dt="2024-02-09T00:36:54.066" v="102080" actId="478"/>
          <ac:cxnSpMkLst>
            <pc:docMk/>
            <pc:sldMk cId="3468256163" sldId="1214"/>
            <ac:cxnSpMk id="15" creationId="{CB1087B6-F99F-90DE-CBFB-9739C36208FE}"/>
          </ac:cxnSpMkLst>
        </pc:cxnChg>
        <pc:cxnChg chg="del">
          <ac:chgData name="Palit, Tapti" userId="dec6fbcd-7598-406a-8cbf-504d4a3bac15" providerId="ADAL" clId="{ECD42228-5B96-4A72-B268-C46DF994E6B7}" dt="2024-02-09T00:36:54.066" v="102080" actId="478"/>
          <ac:cxnSpMkLst>
            <pc:docMk/>
            <pc:sldMk cId="3468256163" sldId="1214"/>
            <ac:cxnSpMk id="18" creationId="{D40D68D1-A6F8-9F2A-C893-5A932620FFC4}"/>
          </ac:cxnSpMkLst>
        </pc:cxnChg>
      </pc:sldChg>
      <pc:sldChg chg="addSp delSp modSp add del mod modAnim">
        <pc:chgData name="Palit, Tapti" userId="dec6fbcd-7598-406a-8cbf-504d4a3bac15" providerId="ADAL" clId="{ECD42228-5B96-4A72-B268-C46DF994E6B7}" dt="2024-02-09T03:57:44.853" v="103944" actId="47"/>
        <pc:sldMkLst>
          <pc:docMk/>
          <pc:sldMk cId="4091863074" sldId="1215"/>
        </pc:sldMkLst>
        <pc:spChg chg="add mod">
          <ac:chgData name="Palit, Tapti" userId="dec6fbcd-7598-406a-8cbf-504d4a3bac15" providerId="ADAL" clId="{ECD42228-5B96-4A72-B268-C46DF994E6B7}" dt="2024-02-09T03:34:43.787" v="103422" actId="1076"/>
          <ac:spMkLst>
            <pc:docMk/>
            <pc:sldMk cId="4091863074" sldId="1215"/>
            <ac:spMk id="2" creationId="{EC518872-74E6-DD16-44D1-D051563F8F15}"/>
          </ac:spMkLst>
        </pc:spChg>
        <pc:spChg chg="mod">
          <ac:chgData name="Palit, Tapti" userId="dec6fbcd-7598-406a-8cbf-504d4a3bac15" providerId="ADAL" clId="{ECD42228-5B96-4A72-B268-C46DF994E6B7}" dt="2024-02-09T03:22:44.270" v="103329" actId="20577"/>
          <ac:spMkLst>
            <pc:docMk/>
            <pc:sldMk cId="4091863074" sldId="1215"/>
            <ac:spMk id="3" creationId="{4EFE84D3-EA90-DC27-C8E0-74D08F341D37}"/>
          </ac:spMkLst>
        </pc:spChg>
        <pc:spChg chg="add mod">
          <ac:chgData name="Palit, Tapti" userId="dec6fbcd-7598-406a-8cbf-504d4a3bac15" providerId="ADAL" clId="{ECD42228-5B96-4A72-B268-C46DF994E6B7}" dt="2024-02-09T03:22:59.167" v="103333" actId="478"/>
          <ac:spMkLst>
            <pc:docMk/>
            <pc:sldMk cId="4091863074" sldId="1215"/>
            <ac:spMk id="4" creationId="{9CF62F63-2910-10D0-A275-E2FF18464393}"/>
          </ac:spMkLst>
        </pc:spChg>
        <pc:spChg chg="add mod">
          <ac:chgData name="Palit, Tapti" userId="dec6fbcd-7598-406a-8cbf-504d4a3bac15" providerId="ADAL" clId="{ECD42228-5B96-4A72-B268-C46DF994E6B7}" dt="2024-02-09T03:26:14.602" v="103338" actId="1076"/>
          <ac:spMkLst>
            <pc:docMk/>
            <pc:sldMk cId="4091863074" sldId="1215"/>
            <ac:spMk id="5" creationId="{352EB674-B31E-7B0D-C109-6DB39DA4590B}"/>
          </ac:spMkLst>
        </pc:spChg>
        <pc:spChg chg="mod">
          <ac:chgData name="Palit, Tapti" userId="dec6fbcd-7598-406a-8cbf-504d4a3bac15" providerId="ADAL" clId="{ECD42228-5B96-4A72-B268-C46DF994E6B7}" dt="2024-02-09T03:27:02.086" v="103365" actId="207"/>
          <ac:spMkLst>
            <pc:docMk/>
            <pc:sldMk cId="4091863074" sldId="1215"/>
            <ac:spMk id="6" creationId="{732D40D6-E528-56F7-C1B3-DF7E39600417}"/>
          </ac:spMkLst>
        </pc:spChg>
        <pc:spChg chg="mod">
          <ac:chgData name="Palit, Tapti" userId="dec6fbcd-7598-406a-8cbf-504d4a3bac15" providerId="ADAL" clId="{ECD42228-5B96-4A72-B268-C46DF994E6B7}" dt="2024-02-09T03:27:05.491" v="103366" actId="207"/>
          <ac:spMkLst>
            <pc:docMk/>
            <pc:sldMk cId="4091863074" sldId="1215"/>
            <ac:spMk id="9" creationId="{C66F6460-B86F-3671-9889-6F654C7A1EA8}"/>
          </ac:spMkLst>
        </pc:spChg>
        <pc:spChg chg="add mod ord">
          <ac:chgData name="Palit, Tapti" userId="dec6fbcd-7598-406a-8cbf-504d4a3bac15" providerId="ADAL" clId="{ECD42228-5B96-4A72-B268-C46DF994E6B7}" dt="2024-02-09T03:28:59.347" v="103380" actId="166"/>
          <ac:spMkLst>
            <pc:docMk/>
            <pc:sldMk cId="4091863074" sldId="1215"/>
            <ac:spMk id="12" creationId="{1611CBBD-7B3F-424F-A8A3-102B165B1CD0}"/>
          </ac:spMkLst>
        </pc:spChg>
        <pc:spChg chg="add mod ord">
          <ac:chgData name="Palit, Tapti" userId="dec6fbcd-7598-406a-8cbf-504d4a3bac15" providerId="ADAL" clId="{ECD42228-5B96-4A72-B268-C46DF994E6B7}" dt="2024-02-09T03:30:21.262" v="103388" actId="171"/>
          <ac:spMkLst>
            <pc:docMk/>
            <pc:sldMk cId="4091863074" sldId="1215"/>
            <ac:spMk id="14" creationId="{39E818CA-30EA-3B92-AED4-933E880A37FF}"/>
          </ac:spMkLst>
        </pc:spChg>
        <pc:spChg chg="del">
          <ac:chgData name="Palit, Tapti" userId="dec6fbcd-7598-406a-8cbf-504d4a3bac15" providerId="ADAL" clId="{ECD42228-5B96-4A72-B268-C46DF994E6B7}" dt="2024-02-09T03:22:59.167" v="103333" actId="478"/>
          <ac:spMkLst>
            <pc:docMk/>
            <pc:sldMk cId="4091863074" sldId="1215"/>
            <ac:spMk id="17" creationId="{B9842A51-B594-0EF7-2C51-EB7E6108431B}"/>
          </ac:spMkLst>
        </pc:spChg>
        <pc:grpChg chg="del">
          <ac:chgData name="Palit, Tapti" userId="dec6fbcd-7598-406a-8cbf-504d4a3bac15" providerId="ADAL" clId="{ECD42228-5B96-4A72-B268-C46DF994E6B7}" dt="2024-02-09T03:22:48.849" v="103331" actId="478"/>
          <ac:grpSpMkLst>
            <pc:docMk/>
            <pc:sldMk cId="4091863074" sldId="1215"/>
            <ac:grpSpMk id="11" creationId="{C2F00FD9-ED5D-A84C-6FF2-DA5FE931EC95}"/>
          </ac:grpSpMkLst>
        </pc:grpChg>
        <pc:picChg chg="del">
          <ac:chgData name="Palit, Tapti" userId="dec6fbcd-7598-406a-8cbf-504d4a3bac15" providerId="ADAL" clId="{ECD42228-5B96-4A72-B268-C46DF994E6B7}" dt="2024-02-09T03:22:46.840" v="103330" actId="478"/>
          <ac:picMkLst>
            <pc:docMk/>
            <pc:sldMk cId="4091863074" sldId="1215"/>
            <ac:picMk id="2054" creationId="{AE186419-D1BC-1E3A-5E3F-87CD3408CAF7}"/>
          </ac:picMkLst>
        </pc:picChg>
      </pc:sldChg>
      <pc:sldChg chg="addSp delSp modSp add mod ord delAnim modAnim modNotesTx">
        <pc:chgData name="Palit, Tapti" userId="dec6fbcd-7598-406a-8cbf-504d4a3bac15" providerId="ADAL" clId="{ECD42228-5B96-4A72-B268-C46DF994E6B7}" dt="2024-02-12T21:03:46.154" v="113518" actId="207"/>
        <pc:sldMkLst>
          <pc:docMk/>
          <pc:sldMk cId="165622816" sldId="1216"/>
        </pc:sldMkLst>
        <pc:spChg chg="add del mod">
          <ac:chgData name="Palit, Tapti" userId="dec6fbcd-7598-406a-8cbf-504d4a3bac15" providerId="ADAL" clId="{ECD42228-5B96-4A72-B268-C46DF994E6B7}" dt="2024-02-11T17:59:32.642" v="110922" actId="478"/>
          <ac:spMkLst>
            <pc:docMk/>
            <pc:sldMk cId="165622816" sldId="1216"/>
            <ac:spMk id="2" creationId="{23195B52-B933-D791-0B86-F29A06AFCB38}"/>
          </ac:spMkLst>
        </pc:spChg>
        <pc:spChg chg="del mod">
          <ac:chgData name="Palit, Tapti" userId="dec6fbcd-7598-406a-8cbf-504d4a3bac15" providerId="ADAL" clId="{ECD42228-5B96-4A72-B268-C46DF994E6B7}" dt="2024-02-09T03:49:17.077" v="103802" actId="478"/>
          <ac:spMkLst>
            <pc:docMk/>
            <pc:sldMk cId="165622816" sldId="1216"/>
            <ac:spMk id="2" creationId="{6F82A6CF-0262-3F27-277D-8AD49536B967}"/>
          </ac:spMkLst>
        </pc:spChg>
        <pc:spChg chg="mod">
          <ac:chgData name="Palit, Tapti" userId="dec6fbcd-7598-406a-8cbf-504d4a3bac15" providerId="ADAL" clId="{ECD42228-5B96-4A72-B268-C46DF994E6B7}" dt="2024-02-09T04:06:02.320" v="104293" actId="20577"/>
          <ac:spMkLst>
            <pc:docMk/>
            <pc:sldMk cId="165622816" sldId="1216"/>
            <ac:spMk id="3" creationId="{87B15876-FA9D-ADE6-38D8-CED90BE62F3E}"/>
          </ac:spMkLst>
        </pc:spChg>
        <pc:spChg chg="mod">
          <ac:chgData name="Palit, Tapti" userId="dec6fbcd-7598-406a-8cbf-504d4a3bac15" providerId="ADAL" clId="{ECD42228-5B96-4A72-B268-C46DF994E6B7}" dt="2024-02-09T17:03:02.687" v="106130" actId="20577"/>
          <ac:spMkLst>
            <pc:docMk/>
            <pc:sldMk cId="165622816" sldId="1216"/>
            <ac:spMk id="4" creationId="{8F141849-1EB1-83AB-B40F-6515383E8DA5}"/>
          </ac:spMkLst>
        </pc:spChg>
        <pc:spChg chg="add del mod">
          <ac:chgData name="Palit, Tapti" userId="dec6fbcd-7598-406a-8cbf-504d4a3bac15" providerId="ADAL" clId="{ECD42228-5B96-4A72-B268-C46DF994E6B7}" dt="2024-02-11T17:59:29.847" v="110921" actId="478"/>
          <ac:spMkLst>
            <pc:docMk/>
            <pc:sldMk cId="165622816" sldId="1216"/>
            <ac:spMk id="5" creationId="{4A4F7140-5638-052A-B394-C0F9749B4057}"/>
          </ac:spMkLst>
        </pc:spChg>
        <pc:spChg chg="del mod">
          <ac:chgData name="Palit, Tapti" userId="dec6fbcd-7598-406a-8cbf-504d4a3bac15" providerId="ADAL" clId="{ECD42228-5B96-4A72-B268-C46DF994E6B7}" dt="2024-02-09T03:59:10.961" v="103955" actId="478"/>
          <ac:spMkLst>
            <pc:docMk/>
            <pc:sldMk cId="165622816" sldId="1216"/>
            <ac:spMk id="5" creationId="{D512C597-6F97-0BCC-EB49-510E314030A1}"/>
          </ac:spMkLst>
        </pc:spChg>
        <pc:spChg chg="mod">
          <ac:chgData name="Palit, Tapti" userId="dec6fbcd-7598-406a-8cbf-504d4a3bac15" providerId="ADAL" clId="{ECD42228-5B96-4A72-B268-C46DF994E6B7}" dt="2024-02-09T16:56:42.242" v="105942" actId="1076"/>
          <ac:spMkLst>
            <pc:docMk/>
            <pc:sldMk cId="165622816" sldId="1216"/>
            <ac:spMk id="6" creationId="{5EB25C9A-F956-AC09-33BA-5FA20C021AE9}"/>
          </ac:spMkLst>
        </pc:spChg>
        <pc:spChg chg="mod">
          <ac:chgData name="Palit, Tapti" userId="dec6fbcd-7598-406a-8cbf-504d4a3bac15" providerId="ADAL" clId="{ECD42228-5B96-4A72-B268-C46DF994E6B7}" dt="2024-02-09T16:56:34.895" v="105941" actId="1076"/>
          <ac:spMkLst>
            <pc:docMk/>
            <pc:sldMk cId="165622816" sldId="1216"/>
            <ac:spMk id="9" creationId="{5C65CE94-6882-91AC-1520-7E1FBD704C00}"/>
          </ac:spMkLst>
        </pc:spChg>
        <pc:spChg chg="mod">
          <ac:chgData name="Palit, Tapti" userId="dec6fbcd-7598-406a-8cbf-504d4a3bac15" providerId="ADAL" clId="{ECD42228-5B96-4A72-B268-C46DF994E6B7}" dt="2024-02-12T21:03:46.154" v="113518" actId="207"/>
          <ac:spMkLst>
            <pc:docMk/>
            <pc:sldMk cId="165622816" sldId="1216"/>
            <ac:spMk id="10" creationId="{1242C127-4234-464B-CD43-275CE8C839D7}"/>
          </ac:spMkLst>
        </pc:spChg>
        <pc:spChg chg="add mod">
          <ac:chgData name="Palit, Tapti" userId="dec6fbcd-7598-406a-8cbf-504d4a3bac15" providerId="ADAL" clId="{ECD42228-5B96-4A72-B268-C46DF994E6B7}" dt="2024-02-09T17:11:30.674" v="106370" actId="1076"/>
          <ac:spMkLst>
            <pc:docMk/>
            <pc:sldMk cId="165622816" sldId="1216"/>
            <ac:spMk id="11" creationId="{9978D99B-9E60-8928-8FC3-43DE851CD3C0}"/>
          </ac:spMkLst>
        </pc:spChg>
        <pc:spChg chg="del">
          <ac:chgData name="Palit, Tapti" userId="dec6fbcd-7598-406a-8cbf-504d4a3bac15" providerId="ADAL" clId="{ECD42228-5B96-4A72-B268-C46DF994E6B7}" dt="2024-02-09T03:40:35.885" v="103669" actId="478"/>
          <ac:spMkLst>
            <pc:docMk/>
            <pc:sldMk cId="165622816" sldId="1216"/>
            <ac:spMk id="12" creationId="{28BA1E05-09E1-B0E8-88E1-A7CAC78DBCE1}"/>
          </ac:spMkLst>
        </pc:spChg>
        <pc:spChg chg="add del mod">
          <ac:chgData name="Palit, Tapti" userId="dec6fbcd-7598-406a-8cbf-504d4a3bac15" providerId="ADAL" clId="{ECD42228-5B96-4A72-B268-C46DF994E6B7}" dt="2024-02-09T17:13:13.417" v="106450" actId="478"/>
          <ac:spMkLst>
            <pc:docMk/>
            <pc:sldMk cId="165622816" sldId="1216"/>
            <ac:spMk id="12" creationId="{E97B6D6B-2B52-C5F0-4CCE-E237D0A7B5BB}"/>
          </ac:spMkLst>
        </pc:spChg>
        <pc:spChg chg="add del mod">
          <ac:chgData name="Palit, Tapti" userId="dec6fbcd-7598-406a-8cbf-504d4a3bac15" providerId="ADAL" clId="{ECD42228-5B96-4A72-B268-C46DF994E6B7}" dt="2024-02-09T03:49:21.352" v="103804" actId="478"/>
          <ac:spMkLst>
            <pc:docMk/>
            <pc:sldMk cId="165622816" sldId="1216"/>
            <ac:spMk id="14" creationId="{72A2B2AB-DE9A-BE6A-096D-96277AB0593B}"/>
          </ac:spMkLst>
        </pc:spChg>
        <pc:spChg chg="add del mod">
          <ac:chgData name="Palit, Tapti" userId="dec6fbcd-7598-406a-8cbf-504d4a3bac15" providerId="ADAL" clId="{ECD42228-5B96-4A72-B268-C46DF994E6B7}" dt="2024-02-09T03:49:14.104" v="103801" actId="478"/>
          <ac:spMkLst>
            <pc:docMk/>
            <pc:sldMk cId="165622816" sldId="1216"/>
            <ac:spMk id="15" creationId="{BD80BC4D-2C88-F22A-4294-D12D5DD030E6}"/>
          </ac:spMkLst>
        </pc:spChg>
        <pc:spChg chg="add del mod">
          <ac:chgData name="Palit, Tapti" userId="dec6fbcd-7598-406a-8cbf-504d4a3bac15" providerId="ADAL" clId="{ECD42228-5B96-4A72-B268-C46DF994E6B7}" dt="2024-02-09T03:49:02.720" v="103798" actId="478"/>
          <ac:spMkLst>
            <pc:docMk/>
            <pc:sldMk cId="165622816" sldId="1216"/>
            <ac:spMk id="16" creationId="{6292B2FA-1842-74CE-B0EE-FEEE71B9D533}"/>
          </ac:spMkLst>
        </pc:spChg>
        <pc:spChg chg="add del mod">
          <ac:chgData name="Palit, Tapti" userId="dec6fbcd-7598-406a-8cbf-504d4a3bac15" providerId="ADAL" clId="{ECD42228-5B96-4A72-B268-C46DF994E6B7}" dt="2024-02-09T03:49:19.687" v="103803" actId="478"/>
          <ac:spMkLst>
            <pc:docMk/>
            <pc:sldMk cId="165622816" sldId="1216"/>
            <ac:spMk id="17" creationId="{5BC9BE3F-F95F-ECBF-29B7-F83D8656099D}"/>
          </ac:spMkLst>
        </pc:spChg>
        <pc:picChg chg="add mod">
          <ac:chgData name="Palit, Tapti" userId="dec6fbcd-7598-406a-8cbf-504d4a3bac15" providerId="ADAL" clId="{ECD42228-5B96-4A72-B268-C46DF994E6B7}" dt="2024-02-11T14:23:45.898" v="109624" actId="14826"/>
          <ac:picMkLst>
            <pc:docMk/>
            <pc:sldMk cId="165622816" sldId="1216"/>
            <ac:picMk id="18" creationId="{DADD662B-9B25-5D02-28D9-7F1AC5E6A7E5}"/>
          </ac:picMkLst>
        </pc:picChg>
        <pc:cxnChg chg="add del mod">
          <ac:chgData name="Palit, Tapti" userId="dec6fbcd-7598-406a-8cbf-504d4a3bac15" providerId="ADAL" clId="{ECD42228-5B96-4A72-B268-C46DF994E6B7}" dt="2024-02-09T17:13:13.417" v="106450" actId="478"/>
          <ac:cxnSpMkLst>
            <pc:docMk/>
            <pc:sldMk cId="165622816" sldId="1216"/>
            <ac:cxnSpMk id="5" creationId="{40FC8EAC-3967-8ABD-07AC-9787B3B80A62}"/>
          </ac:cxnSpMkLst>
        </pc:cxnChg>
      </pc:sldChg>
      <pc:sldChg chg="add del">
        <pc:chgData name="Palit, Tapti" userId="dec6fbcd-7598-406a-8cbf-504d4a3bac15" providerId="ADAL" clId="{ECD42228-5B96-4A72-B268-C46DF994E6B7}" dt="2024-02-09T03:39:17.243" v="103563" actId="2696"/>
        <pc:sldMkLst>
          <pc:docMk/>
          <pc:sldMk cId="1636660279" sldId="1216"/>
        </pc:sldMkLst>
      </pc:sldChg>
      <pc:sldChg chg="add del">
        <pc:chgData name="Palit, Tapti" userId="dec6fbcd-7598-406a-8cbf-504d4a3bac15" providerId="ADAL" clId="{ECD42228-5B96-4A72-B268-C46DF994E6B7}" dt="2024-02-09T03:37:59.744" v="103468" actId="47"/>
        <pc:sldMkLst>
          <pc:docMk/>
          <pc:sldMk cId="3056514474" sldId="1216"/>
        </pc:sldMkLst>
      </pc:sldChg>
      <pc:sldChg chg="addSp delSp modSp add mod addAnim delAnim modAnim modNotesTx">
        <pc:chgData name="Palit, Tapti" userId="dec6fbcd-7598-406a-8cbf-504d4a3bac15" providerId="ADAL" clId="{ECD42228-5B96-4A72-B268-C46DF994E6B7}" dt="2024-02-12T21:03:52.453" v="113519" actId="207"/>
        <pc:sldMkLst>
          <pc:docMk/>
          <pc:sldMk cId="529729010" sldId="1217"/>
        </pc:sldMkLst>
        <pc:spChg chg="mod">
          <ac:chgData name="Palit, Tapti" userId="dec6fbcd-7598-406a-8cbf-504d4a3bac15" providerId="ADAL" clId="{ECD42228-5B96-4A72-B268-C46DF994E6B7}" dt="2024-02-09T17:20:40.643" v="106839" actId="1037"/>
          <ac:spMkLst>
            <pc:docMk/>
            <pc:sldMk cId="529729010" sldId="1217"/>
            <ac:spMk id="5" creationId="{56A9B60B-E1FF-1436-55E5-8BCD82699D86}"/>
          </ac:spMkLst>
        </pc:spChg>
        <pc:spChg chg="mod">
          <ac:chgData name="Palit, Tapti" userId="dec6fbcd-7598-406a-8cbf-504d4a3bac15" providerId="ADAL" clId="{ECD42228-5B96-4A72-B268-C46DF994E6B7}" dt="2024-02-12T21:03:52.453" v="113519" actId="207"/>
          <ac:spMkLst>
            <pc:docMk/>
            <pc:sldMk cId="529729010" sldId="1217"/>
            <ac:spMk id="10" creationId="{F314E6C6-FD42-DE9E-5C1B-DE9D9176D4B1}"/>
          </ac:spMkLst>
        </pc:spChg>
        <pc:picChg chg="mod">
          <ac:chgData name="Palit, Tapti" userId="dec6fbcd-7598-406a-8cbf-504d4a3bac15" providerId="ADAL" clId="{ECD42228-5B96-4A72-B268-C46DF994E6B7}" dt="2024-02-11T14:24:04.425" v="109625" actId="14826"/>
          <ac:picMkLst>
            <pc:docMk/>
            <pc:sldMk cId="529729010" sldId="1217"/>
            <ac:picMk id="16" creationId="{515D8DA5-2F61-C8B8-7FA1-FB85B92CC787}"/>
          </ac:picMkLst>
        </pc:picChg>
        <pc:picChg chg="add del">
          <ac:chgData name="Palit, Tapti" userId="dec6fbcd-7598-406a-8cbf-504d4a3bac15" providerId="ADAL" clId="{ECD42228-5B96-4A72-B268-C46DF994E6B7}" dt="2024-02-11T14:24:41.171" v="109630" actId="478"/>
          <ac:picMkLst>
            <pc:docMk/>
            <pc:sldMk cId="529729010" sldId="1217"/>
            <ac:picMk id="24" creationId="{D1B605BA-DF47-9B15-CBFD-AF08B285BAF0}"/>
          </ac:picMkLst>
        </pc:picChg>
      </pc:sldChg>
      <pc:sldChg chg="add del">
        <pc:chgData name="Palit, Tapti" userId="dec6fbcd-7598-406a-8cbf-504d4a3bac15" providerId="ADAL" clId="{ECD42228-5B96-4A72-B268-C46DF994E6B7}" dt="2024-02-09T17:13:49.601" v="106539" actId="2696"/>
        <pc:sldMkLst>
          <pc:docMk/>
          <pc:sldMk cId="1317204178" sldId="1217"/>
        </pc:sldMkLst>
      </pc:sldChg>
      <pc:sldChg chg="addSp delSp modSp add del mod delAnim modAnim modNotesTx">
        <pc:chgData name="Palit, Tapti" userId="dec6fbcd-7598-406a-8cbf-504d4a3bac15" providerId="ADAL" clId="{ECD42228-5B96-4A72-B268-C46DF994E6B7}" dt="2024-02-09T17:09:07.088" v="106333" actId="2696"/>
        <pc:sldMkLst>
          <pc:docMk/>
          <pc:sldMk cId="2960534633" sldId="1217"/>
        </pc:sldMkLst>
        <pc:spChg chg="del">
          <ac:chgData name="Palit, Tapti" userId="dec6fbcd-7598-406a-8cbf-504d4a3bac15" providerId="ADAL" clId="{ECD42228-5B96-4A72-B268-C46DF994E6B7}" dt="2024-02-09T16:56:17.544" v="105940" actId="478"/>
          <ac:spMkLst>
            <pc:docMk/>
            <pc:sldMk cId="2960534633" sldId="1217"/>
            <ac:spMk id="2" creationId="{4875897E-3DAC-E713-130C-97D65581C856}"/>
          </ac:spMkLst>
        </pc:spChg>
        <pc:spChg chg="mod">
          <ac:chgData name="Palit, Tapti" userId="dec6fbcd-7598-406a-8cbf-504d4a3bac15" providerId="ADAL" clId="{ECD42228-5B96-4A72-B268-C46DF994E6B7}" dt="2024-02-09T16:58:32.255" v="105983" actId="20577"/>
          <ac:spMkLst>
            <pc:docMk/>
            <pc:sldMk cId="2960534633" sldId="1217"/>
            <ac:spMk id="3" creationId="{C0AB989F-64D6-2632-F8D7-2C27051731DC}"/>
          </ac:spMkLst>
        </pc:spChg>
        <pc:spChg chg="mod">
          <ac:chgData name="Palit, Tapti" userId="dec6fbcd-7598-406a-8cbf-504d4a3bac15" providerId="ADAL" clId="{ECD42228-5B96-4A72-B268-C46DF994E6B7}" dt="2024-02-09T17:05:52.465" v="106225" actId="20577"/>
          <ac:spMkLst>
            <pc:docMk/>
            <pc:sldMk cId="2960534633" sldId="1217"/>
            <ac:spMk id="4" creationId="{1C8184AF-DE89-F855-94CA-FBBA9B55D84B}"/>
          </ac:spMkLst>
        </pc:spChg>
        <pc:spChg chg="add mod">
          <ac:chgData name="Palit, Tapti" userId="dec6fbcd-7598-406a-8cbf-504d4a3bac15" providerId="ADAL" clId="{ECD42228-5B96-4A72-B268-C46DF994E6B7}" dt="2024-02-09T16:41:16.553" v="105813" actId="20577"/>
          <ac:spMkLst>
            <pc:docMk/>
            <pc:sldMk cId="2960534633" sldId="1217"/>
            <ac:spMk id="5" creationId="{07FD0ACA-D5A1-DC8F-6BBC-8A7552178095}"/>
          </ac:spMkLst>
        </pc:spChg>
        <pc:spChg chg="del">
          <ac:chgData name="Palit, Tapti" userId="dec6fbcd-7598-406a-8cbf-504d4a3bac15" providerId="ADAL" clId="{ECD42228-5B96-4A72-B268-C46DF994E6B7}" dt="2024-02-09T03:59:31.898" v="103961" actId="478"/>
          <ac:spMkLst>
            <pc:docMk/>
            <pc:sldMk cId="2960534633" sldId="1217"/>
            <ac:spMk id="5" creationId="{DC6C8A8E-6B36-83DC-5DA2-A68A0EA35CD1}"/>
          </ac:spMkLst>
        </pc:spChg>
        <pc:spChg chg="del">
          <ac:chgData name="Palit, Tapti" userId="dec6fbcd-7598-406a-8cbf-504d4a3bac15" providerId="ADAL" clId="{ECD42228-5B96-4A72-B268-C46DF994E6B7}" dt="2024-02-09T04:26:17.965" v="104389" actId="478"/>
          <ac:spMkLst>
            <pc:docMk/>
            <pc:sldMk cId="2960534633" sldId="1217"/>
            <ac:spMk id="6" creationId="{1A062CEF-575B-F4CB-C3E9-CDDCFB47F106}"/>
          </ac:spMkLst>
        </pc:spChg>
        <pc:spChg chg="add mod">
          <ac:chgData name="Palit, Tapti" userId="dec6fbcd-7598-406a-8cbf-504d4a3bac15" providerId="ADAL" clId="{ECD42228-5B96-4A72-B268-C46DF994E6B7}" dt="2024-02-09T16:57:02.785" v="105944"/>
          <ac:spMkLst>
            <pc:docMk/>
            <pc:sldMk cId="2960534633" sldId="1217"/>
            <ac:spMk id="6" creationId="{D9B0B932-457D-9894-B238-16E494A733D8}"/>
          </ac:spMkLst>
        </pc:spChg>
        <pc:spChg chg="add mod">
          <ac:chgData name="Palit, Tapti" userId="dec6fbcd-7598-406a-8cbf-504d4a3bac15" providerId="ADAL" clId="{ECD42228-5B96-4A72-B268-C46DF994E6B7}" dt="2024-02-09T16:57:02.785" v="105944"/>
          <ac:spMkLst>
            <pc:docMk/>
            <pc:sldMk cId="2960534633" sldId="1217"/>
            <ac:spMk id="9" creationId="{8DCF38CC-3521-9FBD-154E-FDFA6371EFF7}"/>
          </ac:spMkLst>
        </pc:spChg>
        <pc:spChg chg="del">
          <ac:chgData name="Palit, Tapti" userId="dec6fbcd-7598-406a-8cbf-504d4a3bac15" providerId="ADAL" clId="{ECD42228-5B96-4A72-B268-C46DF994E6B7}" dt="2024-02-09T04:26:15.617" v="104388" actId="478"/>
          <ac:spMkLst>
            <pc:docMk/>
            <pc:sldMk cId="2960534633" sldId="1217"/>
            <ac:spMk id="9" creationId="{9618DAC8-8AB4-27AA-E874-F3444982D3FC}"/>
          </ac:spMkLst>
        </pc:spChg>
        <pc:spChg chg="add mod">
          <ac:chgData name="Palit, Tapti" userId="dec6fbcd-7598-406a-8cbf-504d4a3bac15" providerId="ADAL" clId="{ECD42228-5B96-4A72-B268-C46DF994E6B7}" dt="2024-02-09T17:03:30.463" v="106135"/>
          <ac:spMkLst>
            <pc:docMk/>
            <pc:sldMk cId="2960534633" sldId="1217"/>
            <ac:spMk id="11" creationId="{7EA1ADCE-2919-379C-F5F7-164F11B8D884}"/>
          </ac:spMkLst>
        </pc:spChg>
        <pc:spChg chg="del">
          <ac:chgData name="Palit, Tapti" userId="dec6fbcd-7598-406a-8cbf-504d4a3bac15" providerId="ADAL" clId="{ECD42228-5B96-4A72-B268-C46DF994E6B7}" dt="2024-02-09T04:26:22.446" v="104390" actId="478"/>
          <ac:spMkLst>
            <pc:docMk/>
            <pc:sldMk cId="2960534633" sldId="1217"/>
            <ac:spMk id="11" creationId="{B12E97A2-2C0E-C4E8-3FEB-A50683689790}"/>
          </ac:spMkLst>
        </pc:spChg>
        <pc:spChg chg="add del mod">
          <ac:chgData name="Palit, Tapti" userId="dec6fbcd-7598-406a-8cbf-504d4a3bac15" providerId="ADAL" clId="{ECD42228-5B96-4A72-B268-C46DF994E6B7}" dt="2024-02-09T17:03:30.096" v="106134" actId="478"/>
          <ac:spMkLst>
            <pc:docMk/>
            <pc:sldMk cId="2960534633" sldId="1217"/>
            <ac:spMk id="12" creationId="{F83C9A46-AF3F-B0A7-CBD2-58BFC832E27B}"/>
          </ac:spMkLst>
        </pc:spChg>
        <pc:spChg chg="del mod">
          <ac:chgData name="Palit, Tapti" userId="dec6fbcd-7598-406a-8cbf-504d4a3bac15" providerId="ADAL" clId="{ECD42228-5B96-4A72-B268-C46DF994E6B7}" dt="2024-02-09T16:57:51.109" v="105948" actId="478"/>
          <ac:spMkLst>
            <pc:docMk/>
            <pc:sldMk cId="2960534633" sldId="1217"/>
            <ac:spMk id="14" creationId="{E18E902F-E629-4818-1707-13F468FA8CBA}"/>
          </ac:spMkLst>
        </pc:spChg>
        <pc:spChg chg="mod">
          <ac:chgData name="Palit, Tapti" userId="dec6fbcd-7598-406a-8cbf-504d4a3bac15" providerId="ADAL" clId="{ECD42228-5B96-4A72-B268-C46DF994E6B7}" dt="2024-02-09T16:40:21.277" v="105794" actId="1036"/>
          <ac:spMkLst>
            <pc:docMk/>
            <pc:sldMk cId="2960534633" sldId="1217"/>
            <ac:spMk id="15" creationId="{E8E66BA6-3ECA-980B-550C-C2D9CFDAC6FC}"/>
          </ac:spMkLst>
        </pc:spChg>
        <pc:spChg chg="del">
          <ac:chgData name="Palit, Tapti" userId="dec6fbcd-7598-406a-8cbf-504d4a3bac15" providerId="ADAL" clId="{ECD42228-5B96-4A72-B268-C46DF994E6B7}" dt="2024-02-09T04:00:24.069" v="103973" actId="478"/>
          <ac:spMkLst>
            <pc:docMk/>
            <pc:sldMk cId="2960534633" sldId="1217"/>
            <ac:spMk id="16" creationId="{7F03D0CB-22FE-3BCE-AB89-2C51B6951F51}"/>
          </ac:spMkLst>
        </pc:spChg>
        <pc:spChg chg="del mod">
          <ac:chgData name="Palit, Tapti" userId="dec6fbcd-7598-406a-8cbf-504d4a3bac15" providerId="ADAL" clId="{ECD42228-5B96-4A72-B268-C46DF994E6B7}" dt="2024-02-09T17:06:51.555" v="106314" actId="478"/>
          <ac:spMkLst>
            <pc:docMk/>
            <pc:sldMk cId="2960534633" sldId="1217"/>
            <ac:spMk id="17" creationId="{C69B4E6A-E313-EAFA-61D0-7CA615FC1600}"/>
          </ac:spMkLst>
        </pc:spChg>
        <pc:picChg chg="add mod">
          <ac:chgData name="Palit, Tapti" userId="dec6fbcd-7598-406a-8cbf-504d4a3bac15" providerId="ADAL" clId="{ECD42228-5B96-4A72-B268-C46DF994E6B7}" dt="2024-02-09T04:26:27.712" v="104391"/>
          <ac:picMkLst>
            <pc:docMk/>
            <pc:sldMk cId="2960534633" sldId="1217"/>
            <ac:picMk id="16" creationId="{2634C5AF-4B20-2042-9A47-95D75206B11A}"/>
          </ac:picMkLst>
        </pc:picChg>
        <pc:picChg chg="add del mod">
          <ac:chgData name="Palit, Tapti" userId="dec6fbcd-7598-406a-8cbf-504d4a3bac15" providerId="ADAL" clId="{ECD42228-5B96-4A72-B268-C46DF994E6B7}" dt="2024-02-09T03:59:37.170" v="103964" actId="478"/>
          <ac:picMkLst>
            <pc:docMk/>
            <pc:sldMk cId="2960534633" sldId="1217"/>
            <ac:picMk id="18" creationId="{A065DABD-61F6-3557-5896-FE7C4B6D683A}"/>
          </ac:picMkLst>
        </pc:picChg>
        <pc:picChg chg="add del mod">
          <ac:chgData name="Palit, Tapti" userId="dec6fbcd-7598-406a-8cbf-504d4a3bac15" providerId="ADAL" clId="{ECD42228-5B96-4A72-B268-C46DF994E6B7}" dt="2024-02-09T04:26:22.446" v="104390" actId="478"/>
          <ac:picMkLst>
            <pc:docMk/>
            <pc:sldMk cId="2960534633" sldId="1217"/>
            <ac:picMk id="23" creationId="{BB588E10-D693-B9A1-3847-A645D78446AE}"/>
          </ac:picMkLst>
        </pc:picChg>
        <pc:picChg chg="add mod">
          <ac:chgData name="Palit, Tapti" userId="dec6fbcd-7598-406a-8cbf-504d4a3bac15" providerId="ADAL" clId="{ECD42228-5B96-4A72-B268-C46DF994E6B7}" dt="2024-02-09T04:00:26.962" v="103974" actId="1076"/>
          <ac:picMkLst>
            <pc:docMk/>
            <pc:sldMk cId="2960534633" sldId="1217"/>
            <ac:picMk id="24" creationId="{5F538D7F-3AEE-EE81-AFB8-1B59C38C3AD8}"/>
          </ac:picMkLst>
        </pc:picChg>
      </pc:sldChg>
      <pc:sldChg chg="addSp delSp modSp add mod delAnim modAnim modNotesTx">
        <pc:chgData name="Palit, Tapti" userId="dec6fbcd-7598-406a-8cbf-504d4a3bac15" providerId="ADAL" clId="{ECD42228-5B96-4A72-B268-C46DF994E6B7}" dt="2024-02-13T13:18:15.977" v="115985" actId="20577"/>
        <pc:sldMkLst>
          <pc:docMk/>
          <pc:sldMk cId="3398374061" sldId="1218"/>
        </pc:sldMkLst>
        <pc:spChg chg="mod">
          <ac:chgData name="Palit, Tapti" userId="dec6fbcd-7598-406a-8cbf-504d4a3bac15" providerId="ADAL" clId="{ECD42228-5B96-4A72-B268-C46DF994E6B7}" dt="2024-02-11T14:23:10.481" v="109623" actId="1076"/>
          <ac:spMkLst>
            <pc:docMk/>
            <pc:sldMk cId="3398374061" sldId="1218"/>
            <ac:spMk id="2" creationId="{2D0030BD-27D0-DCF2-4681-242FE1A8F528}"/>
          </ac:spMkLst>
        </pc:spChg>
        <pc:spChg chg="del">
          <ac:chgData name="Palit, Tapti" userId="dec6fbcd-7598-406a-8cbf-504d4a3bac15" providerId="ADAL" clId="{ECD42228-5B96-4A72-B268-C46DF994E6B7}" dt="2024-02-09T03:52:13.750" v="103901" actId="478"/>
          <ac:spMkLst>
            <pc:docMk/>
            <pc:sldMk cId="3398374061" sldId="1218"/>
            <ac:spMk id="5" creationId="{FCE66CFC-DC60-0324-753A-899EF3F0FB25}"/>
          </ac:spMkLst>
        </pc:spChg>
        <pc:spChg chg="mod">
          <ac:chgData name="Palit, Tapti" userId="dec6fbcd-7598-406a-8cbf-504d4a3bac15" providerId="ADAL" clId="{ECD42228-5B96-4A72-B268-C46DF994E6B7}" dt="2024-02-09T20:20:24.191" v="108874" actId="1037"/>
          <ac:spMkLst>
            <pc:docMk/>
            <pc:sldMk cId="3398374061" sldId="1218"/>
            <ac:spMk id="6" creationId="{873F826E-2E1F-20F0-639E-3FDB78F600E9}"/>
          </ac:spMkLst>
        </pc:spChg>
        <pc:spChg chg="mod">
          <ac:chgData name="Palit, Tapti" userId="dec6fbcd-7598-406a-8cbf-504d4a3bac15" providerId="ADAL" clId="{ECD42228-5B96-4A72-B268-C46DF994E6B7}" dt="2024-02-09T16:59:21.479" v="106004" actId="1076"/>
          <ac:spMkLst>
            <pc:docMk/>
            <pc:sldMk cId="3398374061" sldId="1218"/>
            <ac:spMk id="9" creationId="{E03EC7EC-7704-D823-B2D1-78866E0832BE}"/>
          </ac:spMkLst>
        </pc:spChg>
        <pc:spChg chg="mod">
          <ac:chgData name="Palit, Tapti" userId="dec6fbcd-7598-406a-8cbf-504d4a3bac15" providerId="ADAL" clId="{ECD42228-5B96-4A72-B268-C46DF994E6B7}" dt="2024-02-12T21:02:57.031" v="113509" actId="207"/>
          <ac:spMkLst>
            <pc:docMk/>
            <pc:sldMk cId="3398374061" sldId="1218"/>
            <ac:spMk id="10" creationId="{7B292968-BD6C-94CD-285D-4ACFE6AF5E4F}"/>
          </ac:spMkLst>
        </pc:spChg>
        <pc:spChg chg="mod">
          <ac:chgData name="Palit, Tapti" userId="dec6fbcd-7598-406a-8cbf-504d4a3bac15" providerId="ADAL" clId="{ECD42228-5B96-4A72-B268-C46DF994E6B7}" dt="2024-02-09T20:20:14.988" v="108870" actId="20577"/>
          <ac:spMkLst>
            <pc:docMk/>
            <pc:sldMk cId="3398374061" sldId="1218"/>
            <ac:spMk id="12" creationId="{6827EFE9-AECC-16C0-E8FB-DECD92AD3033}"/>
          </ac:spMkLst>
        </pc:spChg>
        <pc:spChg chg="mod">
          <ac:chgData name="Palit, Tapti" userId="dec6fbcd-7598-406a-8cbf-504d4a3bac15" providerId="ADAL" clId="{ECD42228-5B96-4A72-B268-C46DF994E6B7}" dt="2024-02-12T21:03:03.964" v="113510" actId="1076"/>
          <ac:spMkLst>
            <pc:docMk/>
            <pc:sldMk cId="3398374061" sldId="1218"/>
            <ac:spMk id="14" creationId="{0F2F4ED8-4F1E-793A-9621-23FA0F50B0A4}"/>
          </ac:spMkLst>
        </pc:spChg>
        <pc:picChg chg="add del mod">
          <ac:chgData name="Palit, Tapti" userId="dec6fbcd-7598-406a-8cbf-504d4a3bac15" providerId="ADAL" clId="{ECD42228-5B96-4A72-B268-C46DF994E6B7}" dt="2024-02-11T14:22:43.323" v="109621" actId="478"/>
          <ac:picMkLst>
            <pc:docMk/>
            <pc:sldMk cId="3398374061" sldId="1218"/>
            <ac:picMk id="11" creationId="{79FD6770-5668-066E-A974-B74D67F6B0CF}"/>
          </ac:picMkLst>
        </pc:picChg>
        <pc:picChg chg="add mod">
          <ac:chgData name="Palit, Tapti" userId="dec6fbcd-7598-406a-8cbf-504d4a3bac15" providerId="ADAL" clId="{ECD42228-5B96-4A72-B268-C46DF994E6B7}" dt="2024-02-11T14:22:41.281" v="109620" actId="14826"/>
          <ac:picMkLst>
            <pc:docMk/>
            <pc:sldMk cId="3398374061" sldId="1218"/>
            <ac:picMk id="15" creationId="{B660552D-4302-23BA-9F52-7D9FB8141D04}"/>
          </ac:picMkLst>
        </pc:picChg>
        <pc:picChg chg="add">
          <ac:chgData name="Palit, Tapti" userId="dec6fbcd-7598-406a-8cbf-504d4a3bac15" providerId="ADAL" clId="{ECD42228-5B96-4A72-B268-C46DF994E6B7}" dt="2024-02-09T03:52:10.365" v="103900"/>
          <ac:picMkLst>
            <pc:docMk/>
            <pc:sldMk cId="3398374061" sldId="1218"/>
            <ac:picMk id="1026" creationId="{F0C831C9-6F52-AE55-C809-9ACC1BE67FC4}"/>
          </ac:picMkLst>
        </pc:picChg>
        <pc:picChg chg="add del mod">
          <ac:chgData name="Palit, Tapti" userId="dec6fbcd-7598-406a-8cbf-504d4a3bac15" providerId="ADAL" clId="{ECD42228-5B96-4A72-B268-C46DF994E6B7}" dt="2024-02-09T03:52:29.174" v="103905" actId="478"/>
          <ac:picMkLst>
            <pc:docMk/>
            <pc:sldMk cId="3398374061" sldId="1218"/>
            <ac:picMk id="1028" creationId="{632D1B20-2C55-AD3B-D61D-E1178714E799}"/>
          </ac:picMkLst>
        </pc:picChg>
        <pc:picChg chg="add del">
          <ac:chgData name="Palit, Tapti" userId="dec6fbcd-7598-406a-8cbf-504d4a3bac15" providerId="ADAL" clId="{ECD42228-5B96-4A72-B268-C46DF994E6B7}" dt="2024-02-09T03:52:31.618" v="103907" actId="478"/>
          <ac:picMkLst>
            <pc:docMk/>
            <pc:sldMk cId="3398374061" sldId="1218"/>
            <ac:picMk id="1030" creationId="{3C510236-D523-A1C3-A42B-A8A4A3BF5F46}"/>
          </ac:picMkLst>
        </pc:picChg>
        <pc:picChg chg="add del mod">
          <ac:chgData name="Palit, Tapti" userId="dec6fbcd-7598-406a-8cbf-504d4a3bac15" providerId="ADAL" clId="{ECD42228-5B96-4A72-B268-C46DF994E6B7}" dt="2024-02-09T03:53:21.800" v="103910" actId="478"/>
          <ac:picMkLst>
            <pc:docMk/>
            <pc:sldMk cId="3398374061" sldId="1218"/>
            <ac:picMk id="1032" creationId="{DBD2087E-472E-A3E2-80E9-0DC0E5B440B7}"/>
          </ac:picMkLst>
        </pc:picChg>
        <pc:picChg chg="add del">
          <ac:chgData name="Palit, Tapti" userId="dec6fbcd-7598-406a-8cbf-504d4a3bac15" providerId="ADAL" clId="{ECD42228-5B96-4A72-B268-C46DF994E6B7}" dt="2024-02-09T03:53:29.161" v="103912" actId="478"/>
          <ac:picMkLst>
            <pc:docMk/>
            <pc:sldMk cId="3398374061" sldId="1218"/>
            <ac:picMk id="1034" creationId="{28326328-8CAF-5EDF-E1F2-2E750EB2CE62}"/>
          </ac:picMkLst>
        </pc:picChg>
        <pc:picChg chg="add del">
          <ac:chgData name="Palit, Tapti" userId="dec6fbcd-7598-406a-8cbf-504d4a3bac15" providerId="ADAL" clId="{ECD42228-5B96-4A72-B268-C46DF994E6B7}" dt="2024-02-09T03:53:37.741" v="103914" actId="478"/>
          <ac:picMkLst>
            <pc:docMk/>
            <pc:sldMk cId="3398374061" sldId="1218"/>
            <ac:picMk id="1036" creationId="{9A2F552D-142A-19B3-1CBA-591143E1A7E2}"/>
          </ac:picMkLst>
        </pc:picChg>
        <pc:picChg chg="add del">
          <ac:chgData name="Palit, Tapti" userId="dec6fbcd-7598-406a-8cbf-504d4a3bac15" providerId="ADAL" clId="{ECD42228-5B96-4A72-B268-C46DF994E6B7}" dt="2024-02-09T03:53:47.986" v="103916" actId="478"/>
          <ac:picMkLst>
            <pc:docMk/>
            <pc:sldMk cId="3398374061" sldId="1218"/>
            <ac:picMk id="1038" creationId="{952D1971-DEF2-9FB9-EB6A-C319399EBBED}"/>
          </ac:picMkLst>
        </pc:picChg>
      </pc:sldChg>
      <pc:sldChg chg="addSp delSp modSp new mod modClrScheme chgLayout modNotesTx">
        <pc:chgData name="Palit, Tapti" userId="dec6fbcd-7598-406a-8cbf-504d4a3bac15" providerId="ADAL" clId="{ECD42228-5B96-4A72-B268-C46DF994E6B7}" dt="2024-02-11T14:26:23.706" v="109647" actId="20577"/>
        <pc:sldMkLst>
          <pc:docMk/>
          <pc:sldMk cId="552081834" sldId="1219"/>
        </pc:sldMkLst>
        <pc:spChg chg="del">
          <ac:chgData name="Palit, Tapti" userId="dec6fbcd-7598-406a-8cbf-504d4a3bac15" providerId="ADAL" clId="{ECD42228-5B96-4A72-B268-C46DF994E6B7}" dt="2024-02-09T04:03:47.200" v="104143" actId="700"/>
          <ac:spMkLst>
            <pc:docMk/>
            <pc:sldMk cId="552081834" sldId="1219"/>
            <ac:spMk id="2" creationId="{6E1CB8D3-1E6C-AF96-2B56-6267F9A8794A}"/>
          </ac:spMkLst>
        </pc:spChg>
        <pc:spChg chg="del mod ord">
          <ac:chgData name="Palit, Tapti" userId="dec6fbcd-7598-406a-8cbf-504d4a3bac15" providerId="ADAL" clId="{ECD42228-5B96-4A72-B268-C46DF994E6B7}" dt="2024-02-09T04:03:47.200" v="104143" actId="700"/>
          <ac:spMkLst>
            <pc:docMk/>
            <pc:sldMk cId="552081834" sldId="1219"/>
            <ac:spMk id="3" creationId="{9FF55B5D-7C1F-3429-5E00-20368561D439}"/>
          </ac:spMkLst>
        </pc:spChg>
        <pc:spChg chg="del">
          <ac:chgData name="Palit, Tapti" userId="dec6fbcd-7598-406a-8cbf-504d4a3bac15" providerId="ADAL" clId="{ECD42228-5B96-4A72-B268-C46DF994E6B7}" dt="2024-02-09T04:03:47.200" v="104143" actId="700"/>
          <ac:spMkLst>
            <pc:docMk/>
            <pc:sldMk cId="552081834" sldId="1219"/>
            <ac:spMk id="4" creationId="{1A416AA3-92EE-C40A-4366-9207B2058899}"/>
          </ac:spMkLst>
        </pc:spChg>
        <pc:spChg chg="add mod ord">
          <ac:chgData name="Palit, Tapti" userId="dec6fbcd-7598-406a-8cbf-504d4a3bac15" providerId="ADAL" clId="{ECD42228-5B96-4A72-B268-C46DF994E6B7}" dt="2024-02-11T14:26:23.706" v="109647" actId="20577"/>
          <ac:spMkLst>
            <pc:docMk/>
            <pc:sldMk cId="552081834" sldId="1219"/>
            <ac:spMk id="5" creationId="{0FB5C979-B1FB-8342-11BB-139343B13275}"/>
          </ac:spMkLst>
        </pc:spChg>
      </pc:sldChg>
      <pc:sldChg chg="delSp add mod delAnim modAnim">
        <pc:chgData name="Palit, Tapti" userId="dec6fbcd-7598-406a-8cbf-504d4a3bac15" providerId="ADAL" clId="{ECD42228-5B96-4A72-B268-C46DF994E6B7}" dt="2024-02-09T04:50:36.958" v="104528"/>
        <pc:sldMkLst>
          <pc:docMk/>
          <pc:sldMk cId="3076970818" sldId="1220"/>
        </pc:sldMkLst>
        <pc:spChg chg="del">
          <ac:chgData name="Palit, Tapti" userId="dec6fbcd-7598-406a-8cbf-504d4a3bac15" providerId="ADAL" clId="{ECD42228-5B96-4A72-B268-C46DF994E6B7}" dt="2024-02-09T04:38:47.522" v="104439" actId="478"/>
          <ac:spMkLst>
            <pc:docMk/>
            <pc:sldMk cId="3076970818" sldId="1220"/>
            <ac:spMk id="4" creationId="{9BB3ECC4-175A-B78C-4C05-11370D7C592F}"/>
          </ac:spMkLst>
        </pc:spChg>
      </pc:sldChg>
      <pc:sldChg chg="add modAnim">
        <pc:chgData name="Palit, Tapti" userId="dec6fbcd-7598-406a-8cbf-504d4a3bac15" providerId="ADAL" clId="{ECD42228-5B96-4A72-B268-C46DF994E6B7}" dt="2024-02-09T04:38:42.510" v="104438"/>
        <pc:sldMkLst>
          <pc:docMk/>
          <pc:sldMk cId="1803576393" sldId="1221"/>
        </pc:sldMkLst>
      </pc:sldChg>
      <pc:sldChg chg="delSp add mod modAnim">
        <pc:chgData name="Palit, Tapti" userId="dec6fbcd-7598-406a-8cbf-504d4a3bac15" providerId="ADAL" clId="{ECD42228-5B96-4A72-B268-C46DF994E6B7}" dt="2024-02-09T04:51:30.502" v="104532"/>
        <pc:sldMkLst>
          <pc:docMk/>
          <pc:sldMk cId="3560698982" sldId="1222"/>
        </pc:sldMkLst>
        <pc:spChg chg="del">
          <ac:chgData name="Palit, Tapti" userId="dec6fbcd-7598-406a-8cbf-504d4a3bac15" providerId="ADAL" clId="{ECD42228-5B96-4A72-B268-C46DF994E6B7}" dt="2024-02-09T04:42:12.726" v="104459" actId="478"/>
          <ac:spMkLst>
            <pc:docMk/>
            <pc:sldMk cId="3560698982" sldId="1222"/>
            <ac:spMk id="19" creationId="{BF5C67BD-CCC5-8AB3-5130-487432CC6F11}"/>
          </ac:spMkLst>
        </pc:spChg>
        <pc:spChg chg="del">
          <ac:chgData name="Palit, Tapti" userId="dec6fbcd-7598-406a-8cbf-504d4a3bac15" providerId="ADAL" clId="{ECD42228-5B96-4A72-B268-C46DF994E6B7}" dt="2024-02-09T04:42:12.726" v="104459" actId="478"/>
          <ac:spMkLst>
            <pc:docMk/>
            <pc:sldMk cId="3560698982" sldId="1222"/>
            <ac:spMk id="23" creationId="{29A3CC8D-4B2D-404C-0392-922E752B98D5}"/>
          </ac:spMkLst>
        </pc:spChg>
      </pc:sldChg>
      <pc:sldChg chg="modSp add del mod modShow">
        <pc:chgData name="Palit, Tapti" userId="dec6fbcd-7598-406a-8cbf-504d4a3bac15" providerId="ADAL" clId="{ECD42228-5B96-4A72-B268-C46DF994E6B7}" dt="2024-02-09T05:11:57.809" v="104993" actId="47"/>
        <pc:sldMkLst>
          <pc:docMk/>
          <pc:sldMk cId="610371403" sldId="1223"/>
        </pc:sldMkLst>
        <pc:spChg chg="mod">
          <ac:chgData name="Palit, Tapti" userId="dec6fbcd-7598-406a-8cbf-504d4a3bac15" providerId="ADAL" clId="{ECD42228-5B96-4A72-B268-C46DF994E6B7}" dt="2024-02-09T05:11:45.357" v="104992" actId="20577"/>
          <ac:spMkLst>
            <pc:docMk/>
            <pc:sldMk cId="610371403" sldId="1223"/>
            <ac:spMk id="5" creationId="{53A9FFE8-05C3-69C7-A2F1-813BB908ABB2}"/>
          </ac:spMkLst>
        </pc:spChg>
      </pc:sldChg>
      <pc:sldChg chg="addSp delSp modSp add del mod modAnim modNotesTx">
        <pc:chgData name="Palit, Tapti" userId="dec6fbcd-7598-406a-8cbf-504d4a3bac15" providerId="ADAL" clId="{ECD42228-5B96-4A72-B268-C46DF994E6B7}" dt="2024-02-09T17:09:07.088" v="106333" actId="2696"/>
        <pc:sldMkLst>
          <pc:docMk/>
          <pc:sldMk cId="2170203651" sldId="1223"/>
        </pc:sldMkLst>
        <pc:spChg chg="mod">
          <ac:chgData name="Palit, Tapti" userId="dec6fbcd-7598-406a-8cbf-504d4a3bac15" providerId="ADAL" clId="{ECD42228-5B96-4A72-B268-C46DF994E6B7}" dt="2024-02-09T17:07:19.909" v="106332" actId="1036"/>
          <ac:spMkLst>
            <pc:docMk/>
            <pc:sldMk cId="2170203651" sldId="1223"/>
            <ac:spMk id="2" creationId="{9CBDECAB-586C-6D01-8D90-C0A06CCE556A}"/>
          </ac:spMkLst>
        </pc:spChg>
        <pc:spChg chg="mod">
          <ac:chgData name="Palit, Tapti" userId="dec6fbcd-7598-406a-8cbf-504d4a3bac15" providerId="ADAL" clId="{ECD42228-5B96-4A72-B268-C46DF994E6B7}" dt="2024-02-09T17:03:36.903" v="106136"/>
          <ac:spMkLst>
            <pc:docMk/>
            <pc:sldMk cId="2170203651" sldId="1223"/>
            <ac:spMk id="3" creationId="{52387D9C-A235-D9E0-1992-41184BDAD7CE}"/>
          </ac:spMkLst>
        </pc:spChg>
        <pc:spChg chg="add mod">
          <ac:chgData name="Palit, Tapti" userId="dec6fbcd-7598-406a-8cbf-504d4a3bac15" providerId="ADAL" clId="{ECD42228-5B96-4A72-B268-C46DF994E6B7}" dt="2024-02-09T16:57:04.739" v="105945"/>
          <ac:spMkLst>
            <pc:docMk/>
            <pc:sldMk cId="2170203651" sldId="1223"/>
            <ac:spMk id="6" creationId="{D3901A69-5B61-305E-4476-6AC3E0C7A756}"/>
          </ac:spMkLst>
        </pc:spChg>
        <pc:spChg chg="add mod">
          <ac:chgData name="Palit, Tapti" userId="dec6fbcd-7598-406a-8cbf-504d4a3bac15" providerId="ADAL" clId="{ECD42228-5B96-4A72-B268-C46DF994E6B7}" dt="2024-02-09T16:57:04.739" v="105945"/>
          <ac:spMkLst>
            <pc:docMk/>
            <pc:sldMk cId="2170203651" sldId="1223"/>
            <ac:spMk id="9" creationId="{341E945F-52A9-7032-5509-AD536D4B6CF3}"/>
          </ac:spMkLst>
        </pc:spChg>
        <pc:spChg chg="add mod">
          <ac:chgData name="Palit, Tapti" userId="dec6fbcd-7598-406a-8cbf-504d4a3bac15" providerId="ADAL" clId="{ECD42228-5B96-4A72-B268-C46DF994E6B7}" dt="2024-02-09T17:03:52.028" v="106138"/>
          <ac:spMkLst>
            <pc:docMk/>
            <pc:sldMk cId="2170203651" sldId="1223"/>
            <ac:spMk id="11" creationId="{333A1FBB-E17B-E5B0-29EB-E4A8B53E0701}"/>
          </ac:spMkLst>
        </pc:spChg>
        <pc:spChg chg="del">
          <ac:chgData name="Palit, Tapti" userId="dec6fbcd-7598-406a-8cbf-504d4a3bac15" providerId="ADAL" clId="{ECD42228-5B96-4A72-B268-C46DF994E6B7}" dt="2024-02-09T17:03:46.567" v="106137" actId="478"/>
          <ac:spMkLst>
            <pc:docMk/>
            <pc:sldMk cId="2170203651" sldId="1223"/>
            <ac:spMk id="12" creationId="{51978E32-D670-ABA9-40B1-C854A59272D3}"/>
          </ac:spMkLst>
        </pc:spChg>
        <pc:spChg chg="mod">
          <ac:chgData name="Palit, Tapti" userId="dec6fbcd-7598-406a-8cbf-504d4a3bac15" providerId="ADAL" clId="{ECD42228-5B96-4A72-B268-C46DF994E6B7}" dt="2024-02-09T17:02:31.998" v="106078" actId="20577"/>
          <ac:spMkLst>
            <pc:docMk/>
            <pc:sldMk cId="2170203651" sldId="1223"/>
            <ac:spMk id="17" creationId="{E7921299-C3D4-E614-6F23-4405F50FE9F5}"/>
          </ac:spMkLst>
        </pc:spChg>
      </pc:sldChg>
      <pc:sldChg chg="add del">
        <pc:chgData name="Palit, Tapti" userId="dec6fbcd-7598-406a-8cbf-504d4a3bac15" providerId="ADAL" clId="{ECD42228-5B96-4A72-B268-C46DF994E6B7}" dt="2024-02-09T17:13:49.601" v="106539" actId="2696"/>
        <pc:sldMkLst>
          <pc:docMk/>
          <pc:sldMk cId="2667984552" sldId="1223"/>
        </pc:sldMkLst>
      </pc:sldChg>
      <pc:sldChg chg="delSp modSp add mod modNotesTx">
        <pc:chgData name="Palit, Tapti" userId="dec6fbcd-7598-406a-8cbf-504d4a3bac15" providerId="ADAL" clId="{ECD42228-5B96-4A72-B268-C46DF994E6B7}" dt="2024-02-13T04:18:23.417" v="115482" actId="20577"/>
        <pc:sldMkLst>
          <pc:docMk/>
          <pc:sldMk cId="3452037928" sldId="1223"/>
        </pc:sldMkLst>
        <pc:spChg chg="mod">
          <ac:chgData name="Palit, Tapti" userId="dec6fbcd-7598-406a-8cbf-504d4a3bac15" providerId="ADAL" clId="{ECD42228-5B96-4A72-B268-C46DF994E6B7}" dt="2024-02-13T04:18:23.417" v="115482" actId="20577"/>
          <ac:spMkLst>
            <pc:docMk/>
            <pc:sldMk cId="3452037928" sldId="1223"/>
            <ac:spMk id="3" creationId="{EBAC2E5E-9F46-331D-C527-5BEAAE1AC9A0}"/>
          </ac:spMkLst>
        </pc:spChg>
        <pc:spChg chg="del">
          <ac:chgData name="Palit, Tapti" userId="dec6fbcd-7598-406a-8cbf-504d4a3bac15" providerId="ADAL" clId="{ECD42228-5B96-4A72-B268-C46DF994E6B7}" dt="2024-02-09T17:17:01.208" v="106751" actId="478"/>
          <ac:spMkLst>
            <pc:docMk/>
            <pc:sldMk cId="3452037928" sldId="1223"/>
            <ac:spMk id="5" creationId="{1E5B67C2-1EAD-53E1-A6F2-C50355C2A9D2}"/>
          </ac:spMkLst>
        </pc:spChg>
        <pc:spChg chg="mod">
          <ac:chgData name="Palit, Tapti" userId="dec6fbcd-7598-406a-8cbf-504d4a3bac15" providerId="ADAL" clId="{ECD42228-5B96-4A72-B268-C46DF994E6B7}" dt="2024-02-12T21:04:02.075" v="113521" actId="207"/>
          <ac:spMkLst>
            <pc:docMk/>
            <pc:sldMk cId="3452037928" sldId="1223"/>
            <ac:spMk id="10" creationId="{6180097F-D2E9-6A41-D807-1D83B0151047}"/>
          </ac:spMkLst>
        </pc:spChg>
        <pc:spChg chg="mod">
          <ac:chgData name="Palit, Tapti" userId="dec6fbcd-7598-406a-8cbf-504d4a3bac15" providerId="ADAL" clId="{ECD42228-5B96-4A72-B268-C46DF994E6B7}" dt="2024-02-12T21:04:08.068" v="113522" actId="1076"/>
          <ac:spMkLst>
            <pc:docMk/>
            <pc:sldMk cId="3452037928" sldId="1223"/>
            <ac:spMk id="14" creationId="{5B67F9C4-F825-AA8D-3050-1B6154F43E49}"/>
          </ac:spMkLst>
        </pc:spChg>
        <pc:spChg chg="mod">
          <ac:chgData name="Palit, Tapti" userId="dec6fbcd-7598-406a-8cbf-504d4a3bac15" providerId="ADAL" clId="{ECD42228-5B96-4A72-B268-C46DF994E6B7}" dt="2024-02-13T04:18:04.444" v="115442" actId="20577"/>
          <ac:spMkLst>
            <pc:docMk/>
            <pc:sldMk cId="3452037928" sldId="1223"/>
            <ac:spMk id="17" creationId="{03984C0D-2181-BF55-C031-FA3EC38CF09A}"/>
          </ac:spMkLst>
        </pc:spChg>
        <pc:picChg chg="del">
          <ac:chgData name="Palit, Tapti" userId="dec6fbcd-7598-406a-8cbf-504d4a3bac15" providerId="ADAL" clId="{ECD42228-5B96-4A72-B268-C46DF994E6B7}" dt="2024-02-09T17:17:01.208" v="106751" actId="478"/>
          <ac:picMkLst>
            <pc:docMk/>
            <pc:sldMk cId="3452037928" sldId="1223"/>
            <ac:picMk id="16" creationId="{17D89E55-1C11-752B-BF94-E00DA5ED9620}"/>
          </ac:picMkLst>
        </pc:picChg>
        <pc:picChg chg="mod">
          <ac:chgData name="Palit, Tapti" userId="dec6fbcd-7598-406a-8cbf-504d4a3bac15" providerId="ADAL" clId="{ECD42228-5B96-4A72-B268-C46DF994E6B7}" dt="2024-02-11T14:25:13.348" v="109633" actId="14826"/>
          <ac:picMkLst>
            <pc:docMk/>
            <pc:sldMk cId="3452037928" sldId="1223"/>
            <ac:picMk id="24" creationId="{40132989-CB70-49EA-8CB9-7F64CDBF6695}"/>
          </ac:picMkLst>
        </pc:picChg>
      </pc:sldChg>
      <pc:sldChg chg="add mod modShow">
        <pc:chgData name="Palit, Tapti" userId="dec6fbcd-7598-406a-8cbf-504d4a3bac15" providerId="ADAL" clId="{ECD42228-5B96-4A72-B268-C46DF994E6B7}" dt="2024-02-10T00:52:41.787" v="109239" actId="729"/>
        <pc:sldMkLst>
          <pc:docMk/>
          <pc:sldMk cId="2316135424" sldId="1224"/>
        </pc:sldMkLst>
      </pc:sldChg>
      <pc:sldChg chg="addSp delSp modSp add del mod delAnim modAnim modNotesTx">
        <pc:chgData name="Palit, Tapti" userId="dec6fbcd-7598-406a-8cbf-504d4a3bac15" providerId="ADAL" clId="{ECD42228-5B96-4A72-B268-C46DF994E6B7}" dt="2024-02-10T00:52:35.913" v="109237" actId="2696"/>
        <pc:sldMkLst>
          <pc:docMk/>
          <pc:sldMk cId="3150245419" sldId="1224"/>
        </pc:sldMkLst>
        <pc:spChg chg="mod">
          <ac:chgData name="Palit, Tapti" userId="dec6fbcd-7598-406a-8cbf-504d4a3bac15" providerId="ADAL" clId="{ECD42228-5B96-4A72-B268-C46DF994E6B7}" dt="2024-02-09T17:13:08.737" v="106449" actId="20577"/>
          <ac:spMkLst>
            <pc:docMk/>
            <pc:sldMk cId="3150245419" sldId="1224"/>
            <ac:spMk id="3" creationId="{C0F1C0A0-5403-6DE9-ED89-7B96ED74ECA7}"/>
          </ac:spMkLst>
        </pc:spChg>
        <pc:spChg chg="mod">
          <ac:chgData name="Palit, Tapti" userId="dec6fbcd-7598-406a-8cbf-504d4a3bac15" providerId="ADAL" clId="{ECD42228-5B96-4A72-B268-C46DF994E6B7}" dt="2024-02-09T17:14:49.914" v="106689" actId="20577"/>
          <ac:spMkLst>
            <pc:docMk/>
            <pc:sldMk cId="3150245419" sldId="1224"/>
            <ac:spMk id="4" creationId="{0272471D-5413-3339-2146-BEFFF1B6272E}"/>
          </ac:spMkLst>
        </pc:spChg>
        <pc:spChg chg="del">
          <ac:chgData name="Palit, Tapti" userId="dec6fbcd-7598-406a-8cbf-504d4a3bac15" providerId="ADAL" clId="{ECD42228-5B96-4A72-B268-C46DF994E6B7}" dt="2024-02-09T22:08:34.841" v="109059" actId="478"/>
          <ac:spMkLst>
            <pc:docMk/>
            <pc:sldMk cId="3150245419" sldId="1224"/>
            <ac:spMk id="12" creationId="{13E54154-1B9B-2AFF-6DFC-EA95CDEF5D52}"/>
          </ac:spMkLst>
        </pc:spChg>
        <pc:spChg chg="add del mod">
          <ac:chgData name="Palit, Tapti" userId="dec6fbcd-7598-406a-8cbf-504d4a3bac15" providerId="ADAL" clId="{ECD42228-5B96-4A72-B268-C46DF994E6B7}" dt="2024-02-09T22:08:34.841" v="109059" actId="478"/>
          <ac:spMkLst>
            <pc:docMk/>
            <pc:sldMk cId="3150245419" sldId="1224"/>
            <ac:spMk id="16" creationId="{2B62319B-D7D8-6127-6B29-E273BACAB49C}"/>
          </ac:spMkLst>
        </pc:spChg>
        <pc:grpChg chg="mod">
          <ac:chgData name="Palit, Tapti" userId="dec6fbcd-7598-406a-8cbf-504d4a3bac15" providerId="ADAL" clId="{ECD42228-5B96-4A72-B268-C46DF994E6B7}" dt="2024-02-09T17:15:09.369" v="106694" actId="1076"/>
          <ac:grpSpMkLst>
            <pc:docMk/>
            <pc:sldMk cId="3150245419" sldId="1224"/>
            <ac:grpSpMk id="22" creationId="{B8AC7E81-4CC0-B242-9638-D3D984AB64F4}"/>
          </ac:grpSpMkLst>
        </pc:grpChg>
        <pc:cxnChg chg="add del mod">
          <ac:chgData name="Palit, Tapti" userId="dec6fbcd-7598-406a-8cbf-504d4a3bac15" providerId="ADAL" clId="{ECD42228-5B96-4A72-B268-C46DF994E6B7}" dt="2024-02-09T22:08:34.841" v="109059" actId="478"/>
          <ac:cxnSpMkLst>
            <pc:docMk/>
            <pc:sldMk cId="3150245419" sldId="1224"/>
            <ac:cxnSpMk id="2" creationId="{65FA30FC-00E6-8E4C-F8FD-BF23434C54DC}"/>
          </ac:cxnSpMkLst>
        </pc:cxnChg>
        <pc:cxnChg chg="del">
          <ac:chgData name="Palit, Tapti" userId="dec6fbcd-7598-406a-8cbf-504d4a3bac15" providerId="ADAL" clId="{ECD42228-5B96-4A72-B268-C46DF994E6B7}" dt="2024-02-09T22:08:34.841" v="109059" actId="478"/>
          <ac:cxnSpMkLst>
            <pc:docMk/>
            <pc:sldMk cId="3150245419" sldId="1224"/>
            <ac:cxnSpMk id="5" creationId="{6AC0D1BE-A17E-ACDE-925A-6539746CB3C9}"/>
          </ac:cxnSpMkLst>
        </pc:cxnChg>
      </pc:sldChg>
      <pc:sldChg chg="modSp new mod addCm modNotesTx">
        <pc:chgData name="Palit, Tapti" userId="dec6fbcd-7598-406a-8cbf-504d4a3bac15" providerId="ADAL" clId="{ECD42228-5B96-4A72-B268-C46DF994E6B7}" dt="2024-02-13T13:13:27.979" v="115792" actId="20577"/>
        <pc:sldMkLst>
          <pc:docMk/>
          <pc:sldMk cId="592502657" sldId="1225"/>
        </pc:sldMkLst>
        <pc:spChg chg="mod">
          <ac:chgData name="Palit, Tapti" userId="dec6fbcd-7598-406a-8cbf-504d4a3bac15" providerId="ADAL" clId="{ECD42228-5B96-4A72-B268-C46DF994E6B7}" dt="2024-02-13T13:13:27.979" v="115792" actId="20577"/>
          <ac:spMkLst>
            <pc:docMk/>
            <pc:sldMk cId="592502657" sldId="1225"/>
            <ac:spMk id="2" creationId="{DAA2834D-BB3E-D6F0-7BD5-77527E8D0DF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37:39.579" v="112791"/>
              <pc2:cmMkLst xmlns:pc2="http://schemas.microsoft.com/office/powerpoint/2019/9/main/command">
                <pc:docMk/>
                <pc:sldMk cId="592502657" sldId="1225"/>
                <pc2:cmMk id="{CDF51C8D-B1EE-4D83-BF4A-876FD03E3D05}"/>
              </pc2:cmMkLst>
            </pc226:cmChg>
            <pc226:cmChg xmlns:pc226="http://schemas.microsoft.com/office/powerpoint/2022/06/main/command" chg="add">
              <pc226:chgData name="Palit, Tapti" userId="dec6fbcd-7598-406a-8cbf-504d4a3bac15" providerId="ADAL" clId="{ECD42228-5B96-4A72-B268-C46DF994E6B7}" dt="2024-02-12T19:22:37.433" v="112488"/>
              <pc2:cmMkLst xmlns:pc2="http://schemas.microsoft.com/office/powerpoint/2019/9/main/command">
                <pc:docMk/>
                <pc:sldMk cId="592502657" sldId="1225"/>
                <pc2:cmMk id="{9BDF62FA-83F7-4D43-A85A-1E09CBF8D4B8}"/>
              </pc2:cmMkLst>
            </pc226:cmChg>
          </p:ext>
        </pc:extLst>
      </pc:sldChg>
      <pc:sldChg chg="delSp modSp add del mod delAnim modAnim">
        <pc:chgData name="Palit, Tapti" userId="dec6fbcd-7598-406a-8cbf-504d4a3bac15" providerId="ADAL" clId="{ECD42228-5B96-4A72-B268-C46DF994E6B7}" dt="2024-02-09T18:43:20.589" v="108190" actId="47"/>
        <pc:sldMkLst>
          <pc:docMk/>
          <pc:sldMk cId="2734792801" sldId="1225"/>
        </pc:sldMkLst>
        <pc:spChg chg="mod">
          <ac:chgData name="Palit, Tapti" userId="dec6fbcd-7598-406a-8cbf-504d4a3bac15" providerId="ADAL" clId="{ECD42228-5B96-4A72-B268-C46DF994E6B7}" dt="2024-02-09T18:30:17.863" v="107622" actId="6549"/>
          <ac:spMkLst>
            <pc:docMk/>
            <pc:sldMk cId="2734792801" sldId="1225"/>
            <ac:spMk id="2" creationId="{A0225B33-F097-A46E-7AAB-129BA212FCF3}"/>
          </ac:spMkLst>
        </pc:spChg>
        <pc:spChg chg="del mod">
          <ac:chgData name="Palit, Tapti" userId="dec6fbcd-7598-406a-8cbf-504d4a3bac15" providerId="ADAL" clId="{ECD42228-5B96-4A72-B268-C46DF994E6B7}" dt="2024-02-09T18:42:32.301" v="108080" actId="21"/>
          <ac:spMkLst>
            <pc:docMk/>
            <pc:sldMk cId="2734792801" sldId="1225"/>
            <ac:spMk id="4" creationId="{A5EBA228-637D-A283-95B9-4E1C8D34008C}"/>
          </ac:spMkLst>
        </pc:spChg>
        <pc:spChg chg="del mod">
          <ac:chgData name="Palit, Tapti" userId="dec6fbcd-7598-406a-8cbf-504d4a3bac15" providerId="ADAL" clId="{ECD42228-5B96-4A72-B268-C46DF994E6B7}" dt="2024-02-09T18:42:32.301" v="108080" actId="21"/>
          <ac:spMkLst>
            <pc:docMk/>
            <pc:sldMk cId="2734792801" sldId="1225"/>
            <ac:spMk id="7" creationId="{0A7E8387-7096-B432-1EC7-E14CBFDFAA0D}"/>
          </ac:spMkLst>
        </pc:spChg>
      </pc:sldChg>
      <pc:sldChg chg="new del">
        <pc:chgData name="Palit, Tapti" userId="dec6fbcd-7598-406a-8cbf-504d4a3bac15" providerId="ADAL" clId="{ECD42228-5B96-4A72-B268-C46DF994E6B7}" dt="2024-02-10T01:01:12.521" v="109494" actId="47"/>
        <pc:sldMkLst>
          <pc:docMk/>
          <pc:sldMk cId="3970312864" sldId="1225"/>
        </pc:sldMkLst>
      </pc:sldChg>
      <pc:sldChg chg="addSp delSp modSp add mod ord modAnim modNotesTx">
        <pc:chgData name="Palit, Tapti" userId="dec6fbcd-7598-406a-8cbf-504d4a3bac15" providerId="ADAL" clId="{ECD42228-5B96-4A72-B268-C46DF994E6B7}" dt="2024-02-13T13:17:48.188" v="115933" actId="20577"/>
        <pc:sldMkLst>
          <pc:docMk/>
          <pc:sldMk cId="4068091914" sldId="1226"/>
        </pc:sldMkLst>
        <pc:spChg chg="mod">
          <ac:chgData name="Palit, Tapti" userId="dec6fbcd-7598-406a-8cbf-504d4a3bac15" providerId="ADAL" clId="{ECD42228-5B96-4A72-B268-C46DF994E6B7}" dt="2024-02-13T13:17:48.188" v="115933" actId="20577"/>
          <ac:spMkLst>
            <pc:docMk/>
            <pc:sldMk cId="4068091914" sldId="1226"/>
            <ac:spMk id="2" creationId="{6243E43A-75B4-CF3D-1B57-9B1AE97320E8}"/>
          </ac:spMkLst>
        </pc:spChg>
        <pc:spChg chg="add mod">
          <ac:chgData name="Palit, Tapti" userId="dec6fbcd-7598-406a-8cbf-504d4a3bac15" providerId="ADAL" clId="{ECD42228-5B96-4A72-B268-C46DF994E6B7}" dt="2024-02-11T18:04:54.890" v="111023" actId="1076"/>
          <ac:spMkLst>
            <pc:docMk/>
            <pc:sldMk cId="4068091914" sldId="1226"/>
            <ac:spMk id="5" creationId="{86E19C0D-4613-2CC2-2B02-DA5510B95BBB}"/>
          </ac:spMkLst>
        </pc:spChg>
        <pc:spChg chg="add mod">
          <ac:chgData name="Palit, Tapti" userId="dec6fbcd-7598-406a-8cbf-504d4a3bac15" providerId="ADAL" clId="{ECD42228-5B96-4A72-B268-C46DF994E6B7}" dt="2024-02-11T18:05:14.070" v="111027" actId="164"/>
          <ac:spMkLst>
            <pc:docMk/>
            <pc:sldMk cId="4068091914" sldId="1226"/>
            <ac:spMk id="6" creationId="{162083EA-FEE4-C344-A275-1D2A028997FE}"/>
          </ac:spMkLst>
        </pc:spChg>
        <pc:spChg chg="add mod">
          <ac:chgData name="Palit, Tapti" userId="dec6fbcd-7598-406a-8cbf-504d4a3bac15" providerId="ADAL" clId="{ECD42228-5B96-4A72-B268-C46DF994E6B7}" dt="2024-02-11T18:05:01.444" v="111024" actId="1076"/>
          <ac:spMkLst>
            <pc:docMk/>
            <pc:sldMk cId="4068091914" sldId="1226"/>
            <ac:spMk id="7" creationId="{98E5FE4E-1EB3-A990-1255-C7CC92644C47}"/>
          </ac:spMkLst>
        </pc:spChg>
        <pc:spChg chg="del">
          <ac:chgData name="Palit, Tapti" userId="dec6fbcd-7598-406a-8cbf-504d4a3bac15" providerId="ADAL" clId="{ECD42228-5B96-4A72-B268-C46DF994E6B7}" dt="2024-02-11T14:48:47.649" v="110080" actId="478"/>
          <ac:spMkLst>
            <pc:docMk/>
            <pc:sldMk cId="4068091914" sldId="1226"/>
            <ac:spMk id="7" creationId="{C8274FB6-771E-13A8-B494-2A5BC554DBB0}"/>
          </ac:spMkLst>
        </pc:spChg>
        <pc:spChg chg="add mod">
          <ac:chgData name="Palit, Tapti" userId="dec6fbcd-7598-406a-8cbf-504d4a3bac15" providerId="ADAL" clId="{ECD42228-5B96-4A72-B268-C46DF994E6B7}" dt="2024-02-11T18:05:01.444" v="111024" actId="1076"/>
          <ac:spMkLst>
            <pc:docMk/>
            <pc:sldMk cId="4068091914" sldId="1226"/>
            <ac:spMk id="8" creationId="{D3E77669-6BC5-B1B9-DA22-933A9FEF1ACB}"/>
          </ac:spMkLst>
        </pc:spChg>
        <pc:spChg chg="add mod">
          <ac:chgData name="Palit, Tapti" userId="dec6fbcd-7598-406a-8cbf-504d4a3bac15" providerId="ADAL" clId="{ECD42228-5B96-4A72-B268-C46DF994E6B7}" dt="2024-02-11T18:05:01.444" v="111024" actId="1076"/>
          <ac:spMkLst>
            <pc:docMk/>
            <pc:sldMk cId="4068091914" sldId="1226"/>
            <ac:spMk id="9" creationId="{E96C418A-09C3-B105-C8B8-62FA8067B866}"/>
          </ac:spMkLst>
        </pc:spChg>
        <pc:spChg chg="add mod">
          <ac:chgData name="Palit, Tapti" userId="dec6fbcd-7598-406a-8cbf-504d4a3bac15" providerId="ADAL" clId="{ECD42228-5B96-4A72-B268-C46DF994E6B7}" dt="2024-02-11T18:05:01.444" v="111024" actId="1076"/>
          <ac:spMkLst>
            <pc:docMk/>
            <pc:sldMk cId="4068091914" sldId="1226"/>
            <ac:spMk id="10" creationId="{538B9EB7-55BB-B529-BF92-A1F83FFE2DD5}"/>
          </ac:spMkLst>
        </pc:spChg>
        <pc:spChg chg="add mod">
          <ac:chgData name="Palit, Tapti" userId="dec6fbcd-7598-406a-8cbf-504d4a3bac15" providerId="ADAL" clId="{ECD42228-5B96-4A72-B268-C46DF994E6B7}" dt="2024-02-11T18:05:01.444" v="111024" actId="1076"/>
          <ac:spMkLst>
            <pc:docMk/>
            <pc:sldMk cId="4068091914" sldId="1226"/>
            <ac:spMk id="11" creationId="{F245E94B-88C4-33E3-3633-0B28191573DC}"/>
          </ac:spMkLst>
        </pc:spChg>
        <pc:spChg chg="add mod">
          <ac:chgData name="Palit, Tapti" userId="dec6fbcd-7598-406a-8cbf-504d4a3bac15" providerId="ADAL" clId="{ECD42228-5B96-4A72-B268-C46DF994E6B7}" dt="2024-02-11T18:05:01.444" v="111024" actId="1076"/>
          <ac:spMkLst>
            <pc:docMk/>
            <pc:sldMk cId="4068091914" sldId="1226"/>
            <ac:spMk id="12" creationId="{957426B3-7F65-7A24-CC59-1CE91B137A83}"/>
          </ac:spMkLst>
        </pc:spChg>
        <pc:spChg chg="add mod">
          <ac:chgData name="Palit, Tapti" userId="dec6fbcd-7598-406a-8cbf-504d4a3bac15" providerId="ADAL" clId="{ECD42228-5B96-4A72-B268-C46DF994E6B7}" dt="2024-02-11T18:05:14.070" v="111027" actId="164"/>
          <ac:spMkLst>
            <pc:docMk/>
            <pc:sldMk cId="4068091914" sldId="1226"/>
            <ac:spMk id="18" creationId="{B9D0D614-F4D7-5D42-2307-5952EEFB1C56}"/>
          </ac:spMkLst>
        </pc:spChg>
        <pc:grpChg chg="add mod">
          <ac:chgData name="Palit, Tapti" userId="dec6fbcd-7598-406a-8cbf-504d4a3bac15" providerId="ADAL" clId="{ECD42228-5B96-4A72-B268-C46DF994E6B7}" dt="2024-02-11T18:05:14.070" v="111027" actId="164"/>
          <ac:grpSpMkLst>
            <pc:docMk/>
            <pc:sldMk cId="4068091914" sldId="1226"/>
            <ac:grpSpMk id="34" creationId="{B9AF899E-9C22-3FB1-4F35-DE45E529F50B}"/>
          </ac:grpSpMkLst>
        </pc:grpChg>
        <pc:picChg chg="del">
          <ac:chgData name="Palit, Tapti" userId="dec6fbcd-7598-406a-8cbf-504d4a3bac15" providerId="ADAL" clId="{ECD42228-5B96-4A72-B268-C46DF994E6B7}" dt="2024-02-11T14:48:47.649" v="110080" actId="478"/>
          <ac:picMkLst>
            <pc:docMk/>
            <pc:sldMk cId="4068091914" sldId="1226"/>
            <ac:picMk id="5" creationId="{51E46D16-DF17-B811-D4C4-C208922937EF}"/>
          </ac:picMkLst>
        </pc:picChg>
        <pc:picChg chg="del">
          <ac:chgData name="Palit, Tapti" userId="dec6fbcd-7598-406a-8cbf-504d4a3bac15" providerId="ADAL" clId="{ECD42228-5B96-4A72-B268-C46DF994E6B7}" dt="2024-02-11T14:48:47.649" v="110080" actId="478"/>
          <ac:picMkLst>
            <pc:docMk/>
            <pc:sldMk cId="4068091914" sldId="1226"/>
            <ac:picMk id="6" creationId="{B28ED013-61E5-3B81-9380-6350BB91CE29}"/>
          </ac:picMkLst>
        </pc:picChg>
        <pc:cxnChg chg="add mod">
          <ac:chgData name="Palit, Tapti" userId="dec6fbcd-7598-406a-8cbf-504d4a3bac15" providerId="ADAL" clId="{ECD42228-5B96-4A72-B268-C46DF994E6B7}" dt="2024-02-11T18:05:01.444" v="111024" actId="1076"/>
          <ac:cxnSpMkLst>
            <pc:docMk/>
            <pc:sldMk cId="4068091914" sldId="1226"/>
            <ac:cxnSpMk id="13" creationId="{8E7E16F1-1B0D-C94D-D6F0-547B37DFA4FF}"/>
          </ac:cxnSpMkLst>
        </pc:cxnChg>
        <pc:cxnChg chg="add mod">
          <ac:chgData name="Palit, Tapti" userId="dec6fbcd-7598-406a-8cbf-504d4a3bac15" providerId="ADAL" clId="{ECD42228-5B96-4A72-B268-C46DF994E6B7}" dt="2024-02-11T18:05:01.444" v="111024" actId="1076"/>
          <ac:cxnSpMkLst>
            <pc:docMk/>
            <pc:sldMk cId="4068091914" sldId="1226"/>
            <ac:cxnSpMk id="14" creationId="{775F31D5-A703-05D6-D7FB-9FCB1A6A230E}"/>
          </ac:cxnSpMkLst>
        </pc:cxnChg>
        <pc:cxnChg chg="add mod">
          <ac:chgData name="Palit, Tapti" userId="dec6fbcd-7598-406a-8cbf-504d4a3bac15" providerId="ADAL" clId="{ECD42228-5B96-4A72-B268-C46DF994E6B7}" dt="2024-02-11T18:05:01.444" v="111024" actId="1076"/>
          <ac:cxnSpMkLst>
            <pc:docMk/>
            <pc:sldMk cId="4068091914" sldId="1226"/>
            <ac:cxnSpMk id="15" creationId="{30D03D20-A4DA-FC00-1A31-268F2BA0963F}"/>
          </ac:cxnSpMkLst>
        </pc:cxnChg>
        <pc:cxnChg chg="add mod">
          <ac:chgData name="Palit, Tapti" userId="dec6fbcd-7598-406a-8cbf-504d4a3bac15" providerId="ADAL" clId="{ECD42228-5B96-4A72-B268-C46DF994E6B7}" dt="2024-02-11T18:05:01.444" v="111024" actId="1076"/>
          <ac:cxnSpMkLst>
            <pc:docMk/>
            <pc:sldMk cId="4068091914" sldId="1226"/>
            <ac:cxnSpMk id="16" creationId="{AE98CBC3-38FC-564C-6DB4-166CC92EDAAE}"/>
          </ac:cxnSpMkLst>
        </pc:cxnChg>
        <pc:cxnChg chg="add mod">
          <ac:chgData name="Palit, Tapti" userId="dec6fbcd-7598-406a-8cbf-504d4a3bac15" providerId="ADAL" clId="{ECD42228-5B96-4A72-B268-C46DF994E6B7}" dt="2024-02-11T18:05:14.070" v="111027" actId="164"/>
          <ac:cxnSpMkLst>
            <pc:docMk/>
            <pc:sldMk cId="4068091914" sldId="1226"/>
            <ac:cxnSpMk id="17" creationId="{BD37BF0F-398F-90B5-ADFF-39DDC51F8358}"/>
          </ac:cxnSpMkLst>
        </pc:cxnChg>
        <pc:cxnChg chg="add mod">
          <ac:chgData name="Palit, Tapti" userId="dec6fbcd-7598-406a-8cbf-504d4a3bac15" providerId="ADAL" clId="{ECD42228-5B96-4A72-B268-C46DF994E6B7}" dt="2024-02-11T18:05:01.444" v="111024" actId="1076"/>
          <ac:cxnSpMkLst>
            <pc:docMk/>
            <pc:sldMk cId="4068091914" sldId="1226"/>
            <ac:cxnSpMk id="19" creationId="{293E5A03-E5C0-6028-5D6B-D6BD0F61B6B6}"/>
          </ac:cxnSpMkLst>
        </pc:cxnChg>
        <pc:cxnChg chg="add mod">
          <ac:chgData name="Palit, Tapti" userId="dec6fbcd-7598-406a-8cbf-504d4a3bac15" providerId="ADAL" clId="{ECD42228-5B96-4A72-B268-C46DF994E6B7}" dt="2024-02-11T18:05:01.444" v="111024" actId="1076"/>
          <ac:cxnSpMkLst>
            <pc:docMk/>
            <pc:sldMk cId="4068091914" sldId="1226"/>
            <ac:cxnSpMk id="20" creationId="{4AF3F0E6-917A-2F10-1CDE-100500E1B64A}"/>
          </ac:cxnSpMkLst>
        </pc:cxnChg>
        <pc:cxnChg chg="add mod">
          <ac:chgData name="Palit, Tapti" userId="dec6fbcd-7598-406a-8cbf-504d4a3bac15" providerId="ADAL" clId="{ECD42228-5B96-4A72-B268-C46DF994E6B7}" dt="2024-02-11T18:05:01.444" v="111024" actId="1076"/>
          <ac:cxnSpMkLst>
            <pc:docMk/>
            <pc:sldMk cId="4068091914" sldId="1226"/>
            <ac:cxnSpMk id="21" creationId="{E700C2CF-598C-FA4D-6319-1BD3195C2CC5}"/>
          </ac:cxnSpMkLst>
        </pc:cxnChg>
        <pc:cxnChg chg="add mod">
          <ac:chgData name="Palit, Tapti" userId="dec6fbcd-7598-406a-8cbf-504d4a3bac15" providerId="ADAL" clId="{ECD42228-5B96-4A72-B268-C46DF994E6B7}" dt="2024-02-11T18:05:01.444" v="111024" actId="1076"/>
          <ac:cxnSpMkLst>
            <pc:docMk/>
            <pc:sldMk cId="4068091914" sldId="1226"/>
            <ac:cxnSpMk id="22" creationId="{BD544FA3-76A5-B597-04FA-2F3F2A97401B}"/>
          </ac:cxnSpMkLst>
        </pc:cxnChg>
        <pc:cxnChg chg="add mod">
          <ac:chgData name="Palit, Tapti" userId="dec6fbcd-7598-406a-8cbf-504d4a3bac15" providerId="ADAL" clId="{ECD42228-5B96-4A72-B268-C46DF994E6B7}" dt="2024-02-11T18:05:01.444" v="111024" actId="1076"/>
          <ac:cxnSpMkLst>
            <pc:docMk/>
            <pc:sldMk cId="4068091914" sldId="1226"/>
            <ac:cxnSpMk id="23" creationId="{8C5BCF1C-0C19-78FF-135F-DA89078D844B}"/>
          </ac:cxnSpMkLst>
        </pc:cxnChg>
        <pc:cxnChg chg="add mod">
          <ac:chgData name="Palit, Tapti" userId="dec6fbcd-7598-406a-8cbf-504d4a3bac15" providerId="ADAL" clId="{ECD42228-5B96-4A72-B268-C46DF994E6B7}" dt="2024-02-11T18:05:01.444" v="111024" actId="1076"/>
          <ac:cxnSpMkLst>
            <pc:docMk/>
            <pc:sldMk cId="4068091914" sldId="1226"/>
            <ac:cxnSpMk id="24" creationId="{5E64E52C-0A28-9258-B382-2F1389A96779}"/>
          </ac:cxnSpMkLst>
        </pc:cxnChg>
        <pc:cxnChg chg="add mod">
          <ac:chgData name="Palit, Tapti" userId="dec6fbcd-7598-406a-8cbf-504d4a3bac15" providerId="ADAL" clId="{ECD42228-5B96-4A72-B268-C46DF994E6B7}" dt="2024-02-11T18:05:01.444" v="111024" actId="1076"/>
          <ac:cxnSpMkLst>
            <pc:docMk/>
            <pc:sldMk cId="4068091914" sldId="1226"/>
            <ac:cxnSpMk id="25" creationId="{49453D4A-CFD9-6A18-EFF1-33309BD40C3B}"/>
          </ac:cxnSpMkLst>
        </pc:cxnChg>
        <pc:cxnChg chg="add mod">
          <ac:chgData name="Palit, Tapti" userId="dec6fbcd-7598-406a-8cbf-504d4a3bac15" providerId="ADAL" clId="{ECD42228-5B96-4A72-B268-C46DF994E6B7}" dt="2024-02-11T18:05:01.444" v="111024" actId="1076"/>
          <ac:cxnSpMkLst>
            <pc:docMk/>
            <pc:sldMk cId="4068091914" sldId="1226"/>
            <ac:cxnSpMk id="26" creationId="{94EFDBA6-0FE5-C918-1CD6-BB6A1828AD7E}"/>
          </ac:cxnSpMkLst>
        </pc:cxnChg>
        <pc:cxnChg chg="add mod">
          <ac:chgData name="Palit, Tapti" userId="dec6fbcd-7598-406a-8cbf-504d4a3bac15" providerId="ADAL" clId="{ECD42228-5B96-4A72-B268-C46DF994E6B7}" dt="2024-02-11T18:05:01.444" v="111024" actId="1076"/>
          <ac:cxnSpMkLst>
            <pc:docMk/>
            <pc:sldMk cId="4068091914" sldId="1226"/>
            <ac:cxnSpMk id="27" creationId="{2CA553AA-8DE7-ADE0-B83F-90AC81281AFA}"/>
          </ac:cxnSpMkLst>
        </pc:cxnChg>
        <pc:cxnChg chg="add mod">
          <ac:chgData name="Palit, Tapti" userId="dec6fbcd-7598-406a-8cbf-504d4a3bac15" providerId="ADAL" clId="{ECD42228-5B96-4A72-B268-C46DF994E6B7}" dt="2024-02-11T18:05:01.444" v="111024" actId="1076"/>
          <ac:cxnSpMkLst>
            <pc:docMk/>
            <pc:sldMk cId="4068091914" sldId="1226"/>
            <ac:cxnSpMk id="28" creationId="{68F6A0FD-491B-7305-0669-C981D549C702}"/>
          </ac:cxnSpMkLst>
        </pc:cxnChg>
        <pc:cxnChg chg="add mod">
          <ac:chgData name="Palit, Tapti" userId="dec6fbcd-7598-406a-8cbf-504d4a3bac15" providerId="ADAL" clId="{ECD42228-5B96-4A72-B268-C46DF994E6B7}" dt="2024-02-11T18:05:01.444" v="111024" actId="1076"/>
          <ac:cxnSpMkLst>
            <pc:docMk/>
            <pc:sldMk cId="4068091914" sldId="1226"/>
            <ac:cxnSpMk id="29" creationId="{F027AC86-EC11-8B1D-09D2-75C9553CBD8E}"/>
          </ac:cxnSpMkLst>
        </pc:cxnChg>
        <pc:cxnChg chg="add mod">
          <ac:chgData name="Palit, Tapti" userId="dec6fbcd-7598-406a-8cbf-504d4a3bac15" providerId="ADAL" clId="{ECD42228-5B96-4A72-B268-C46DF994E6B7}" dt="2024-02-11T18:05:01.444" v="111024" actId="1076"/>
          <ac:cxnSpMkLst>
            <pc:docMk/>
            <pc:sldMk cId="4068091914" sldId="1226"/>
            <ac:cxnSpMk id="30" creationId="{D4FB3144-9792-3FB1-9D51-906F27A93F45}"/>
          </ac:cxnSpMkLst>
        </pc:cxnChg>
        <pc:cxnChg chg="add mod">
          <ac:chgData name="Palit, Tapti" userId="dec6fbcd-7598-406a-8cbf-504d4a3bac15" providerId="ADAL" clId="{ECD42228-5B96-4A72-B268-C46DF994E6B7}" dt="2024-02-11T18:05:01.444" v="111024" actId="1076"/>
          <ac:cxnSpMkLst>
            <pc:docMk/>
            <pc:sldMk cId="4068091914" sldId="1226"/>
            <ac:cxnSpMk id="31" creationId="{1028B97C-5606-E2FD-64EC-AE5E2C1A65CB}"/>
          </ac:cxnSpMkLst>
        </pc:cxnChg>
        <pc:cxnChg chg="add mod">
          <ac:chgData name="Palit, Tapti" userId="dec6fbcd-7598-406a-8cbf-504d4a3bac15" providerId="ADAL" clId="{ECD42228-5B96-4A72-B268-C46DF994E6B7}" dt="2024-02-11T18:05:01.444" v="111024" actId="1076"/>
          <ac:cxnSpMkLst>
            <pc:docMk/>
            <pc:sldMk cId="4068091914" sldId="1226"/>
            <ac:cxnSpMk id="32" creationId="{A1E64775-F3C1-0EA7-3028-A9F65BDF230E}"/>
          </ac:cxnSpMkLst>
        </pc:cxnChg>
        <pc:cxnChg chg="add mod">
          <ac:chgData name="Palit, Tapti" userId="dec6fbcd-7598-406a-8cbf-504d4a3bac15" providerId="ADAL" clId="{ECD42228-5B96-4A72-B268-C46DF994E6B7}" dt="2024-02-11T18:05:01.444" v="111024" actId="1076"/>
          <ac:cxnSpMkLst>
            <pc:docMk/>
            <pc:sldMk cId="4068091914" sldId="1226"/>
            <ac:cxnSpMk id="33" creationId="{758F2692-3FD6-2B0C-6D00-F9927B1F5A89}"/>
          </ac:cxnSpMkLst>
        </pc:cxnChg>
      </pc:sldChg>
      <pc:sldChg chg="addSp delSp modSp new mod modClrScheme chgLayout modNotesTx">
        <pc:chgData name="Palit, Tapti" userId="dec6fbcd-7598-406a-8cbf-504d4a3bac15" providerId="ADAL" clId="{ECD42228-5B96-4A72-B268-C46DF994E6B7}" dt="2024-02-13T02:53:56.585" v="114475" actId="20577"/>
        <pc:sldMkLst>
          <pc:docMk/>
          <pc:sldMk cId="812384635" sldId="1227"/>
        </pc:sldMkLst>
        <pc:spChg chg="del">
          <ac:chgData name="Palit, Tapti" userId="dec6fbcd-7598-406a-8cbf-504d4a3bac15" providerId="ADAL" clId="{ECD42228-5B96-4A72-B268-C46DF994E6B7}" dt="2024-02-11T18:00:15.389" v="110924" actId="700"/>
          <ac:spMkLst>
            <pc:docMk/>
            <pc:sldMk cId="812384635" sldId="1227"/>
            <ac:spMk id="2" creationId="{BEA59819-9E6B-3C64-0A13-33A8C9B91D62}"/>
          </ac:spMkLst>
        </pc:spChg>
        <pc:spChg chg="del mod ord">
          <ac:chgData name="Palit, Tapti" userId="dec6fbcd-7598-406a-8cbf-504d4a3bac15" providerId="ADAL" clId="{ECD42228-5B96-4A72-B268-C46DF994E6B7}" dt="2024-02-11T18:00:15.389" v="110924" actId="700"/>
          <ac:spMkLst>
            <pc:docMk/>
            <pc:sldMk cId="812384635" sldId="1227"/>
            <ac:spMk id="3" creationId="{C163DCB7-D897-E1D5-554A-854442CAA760}"/>
          </ac:spMkLst>
        </pc:spChg>
        <pc:spChg chg="mod ord">
          <ac:chgData name="Palit, Tapti" userId="dec6fbcd-7598-406a-8cbf-504d4a3bac15" providerId="ADAL" clId="{ECD42228-5B96-4A72-B268-C46DF994E6B7}" dt="2024-02-11T18:00:15.389" v="110924" actId="700"/>
          <ac:spMkLst>
            <pc:docMk/>
            <pc:sldMk cId="812384635" sldId="1227"/>
            <ac:spMk id="4" creationId="{9311885D-44FC-AD71-E657-EB81498E350E}"/>
          </ac:spMkLst>
        </pc:spChg>
        <pc:spChg chg="del">
          <ac:chgData name="Palit, Tapti" userId="dec6fbcd-7598-406a-8cbf-504d4a3bac15" providerId="ADAL" clId="{ECD42228-5B96-4A72-B268-C46DF994E6B7}" dt="2024-02-11T18:00:15.389" v="110924" actId="700"/>
          <ac:spMkLst>
            <pc:docMk/>
            <pc:sldMk cId="812384635" sldId="1227"/>
            <ac:spMk id="5" creationId="{747D1BE4-4025-993C-EA88-AE67646E72E7}"/>
          </ac:spMkLst>
        </pc:spChg>
        <pc:spChg chg="add mod ord">
          <ac:chgData name="Palit, Tapti" userId="dec6fbcd-7598-406a-8cbf-504d4a3bac15" providerId="ADAL" clId="{ECD42228-5B96-4A72-B268-C46DF994E6B7}" dt="2024-02-13T02:53:56.585" v="114475" actId="20577"/>
          <ac:spMkLst>
            <pc:docMk/>
            <pc:sldMk cId="812384635" sldId="1227"/>
            <ac:spMk id="6" creationId="{9B9199B0-B506-BC07-6E1B-4E4E9A0F0047}"/>
          </ac:spMkLst>
        </pc:spChg>
      </pc:sldChg>
      <pc:sldChg chg="addSp modSp add">
        <pc:chgData name="Palit, Tapti" userId="dec6fbcd-7598-406a-8cbf-504d4a3bac15" providerId="ADAL" clId="{ECD42228-5B96-4A72-B268-C46DF994E6B7}" dt="2024-02-11T18:01:13.936" v="110963"/>
        <pc:sldMkLst>
          <pc:docMk/>
          <pc:sldMk cId="2640232757" sldId="1228"/>
        </pc:sldMkLst>
        <pc:cxnChg chg="add mod">
          <ac:chgData name="Palit, Tapti" userId="dec6fbcd-7598-406a-8cbf-504d4a3bac15" providerId="ADAL" clId="{ECD42228-5B96-4A72-B268-C46DF994E6B7}" dt="2024-02-11T18:01:13.936" v="110963"/>
          <ac:cxnSpMkLst>
            <pc:docMk/>
            <pc:sldMk cId="2640232757" sldId="1228"/>
            <ac:cxnSpMk id="11" creationId="{70A88EE9-79FC-B403-D668-327F6FA4FFF0}"/>
          </ac:cxnSpMkLst>
        </pc:cxnChg>
      </pc:sldChg>
      <pc:sldChg chg="add del">
        <pc:chgData name="Palit, Tapti" userId="dec6fbcd-7598-406a-8cbf-504d4a3bac15" providerId="ADAL" clId="{ECD42228-5B96-4A72-B268-C46DF994E6B7}" dt="2024-02-12T20:37:10.612" v="113245" actId="2696"/>
        <pc:sldMkLst>
          <pc:docMk/>
          <pc:sldMk cId="318258267" sldId="1229"/>
        </pc:sldMkLst>
      </pc:sldChg>
      <pc:sldChg chg="add mod modShow">
        <pc:chgData name="Palit, Tapti" userId="dec6fbcd-7598-406a-8cbf-504d4a3bac15" providerId="ADAL" clId="{ECD42228-5B96-4A72-B268-C46DF994E6B7}" dt="2024-02-12T20:37:17.541" v="113247" actId="729"/>
        <pc:sldMkLst>
          <pc:docMk/>
          <pc:sldMk cId="613410104" sldId="1229"/>
        </pc:sldMkLst>
      </pc:sldChg>
      <pc:sldChg chg="delSp modSp add del mod">
        <pc:chgData name="Palit, Tapti" userId="dec6fbcd-7598-406a-8cbf-504d4a3bac15" providerId="ADAL" clId="{ECD42228-5B96-4A72-B268-C46DF994E6B7}" dt="2024-02-12T19:58:58.099" v="112963" actId="47"/>
        <pc:sldMkLst>
          <pc:docMk/>
          <pc:sldMk cId="3734604933" sldId="1229"/>
        </pc:sldMkLst>
        <pc:spChg chg="del">
          <ac:chgData name="Palit, Tapti" userId="dec6fbcd-7598-406a-8cbf-504d4a3bac15" providerId="ADAL" clId="{ECD42228-5B96-4A72-B268-C46DF994E6B7}" dt="2024-02-12T19:47:16.366" v="112959" actId="478"/>
          <ac:spMkLst>
            <pc:docMk/>
            <pc:sldMk cId="3734604933" sldId="1229"/>
            <ac:spMk id="9" creationId="{1B261D14-FB72-E9EE-389B-ED3E526A8FB6}"/>
          </ac:spMkLst>
        </pc:spChg>
        <pc:graphicFrameChg chg="mod">
          <ac:chgData name="Palit, Tapti" userId="dec6fbcd-7598-406a-8cbf-504d4a3bac15" providerId="ADAL" clId="{ECD42228-5B96-4A72-B268-C46DF994E6B7}" dt="2024-02-12T19:47:41.990" v="112962" actId="113"/>
          <ac:graphicFrameMkLst>
            <pc:docMk/>
            <pc:sldMk cId="3734604933" sldId="1229"/>
            <ac:graphicFrameMk id="6" creationId="{249FC41E-D50A-9C7A-B936-1EA640AB206F}"/>
          </ac:graphicFrameMkLst>
        </pc:graphicFrameChg>
        <pc:cxnChg chg="del">
          <ac:chgData name="Palit, Tapti" userId="dec6fbcd-7598-406a-8cbf-504d4a3bac15" providerId="ADAL" clId="{ECD42228-5B96-4A72-B268-C46DF994E6B7}" dt="2024-02-12T19:47:16.366" v="112959" actId="478"/>
          <ac:cxnSpMkLst>
            <pc:docMk/>
            <pc:sldMk cId="3734604933" sldId="1229"/>
            <ac:cxnSpMk id="7" creationId="{283CA004-CE1B-BB91-60CD-244314C1AF7B}"/>
          </ac:cxnSpMkLst>
        </pc:cxnChg>
      </pc:sldChg>
      <pc:sldChg chg="add mod modShow">
        <pc:chgData name="Palit, Tapti" userId="dec6fbcd-7598-406a-8cbf-504d4a3bac15" providerId="ADAL" clId="{ECD42228-5B96-4A72-B268-C46DF994E6B7}" dt="2024-02-12T20:39:46.896" v="113269" actId="729"/>
        <pc:sldMkLst>
          <pc:docMk/>
          <pc:sldMk cId="768246992" sldId="1230"/>
        </pc:sldMkLst>
      </pc:sldChg>
      <pc:sldChg chg="add del">
        <pc:chgData name="Palit, Tapti" userId="dec6fbcd-7598-406a-8cbf-504d4a3bac15" providerId="ADAL" clId="{ECD42228-5B96-4A72-B268-C46DF994E6B7}" dt="2024-02-12T20:39:40.986" v="113267" actId="2696"/>
        <pc:sldMkLst>
          <pc:docMk/>
          <pc:sldMk cId="1778001806" sldId="1230"/>
        </pc:sldMkLst>
      </pc:sldChg>
      <pc:sldChg chg="addSp delSp modSp add mod modAnim modNotesTx">
        <pc:chgData name="Palit, Tapti" userId="dec6fbcd-7598-406a-8cbf-504d4a3bac15" providerId="ADAL" clId="{ECD42228-5B96-4A72-B268-C46DF994E6B7}" dt="2024-02-13T04:16:14.706" v="115352"/>
        <pc:sldMkLst>
          <pc:docMk/>
          <pc:sldMk cId="1409089435" sldId="1231"/>
        </pc:sldMkLst>
        <pc:spChg chg="add mod topLvl">
          <ac:chgData name="Palit, Tapti" userId="dec6fbcd-7598-406a-8cbf-504d4a3bac15" providerId="ADAL" clId="{ECD42228-5B96-4A72-B268-C46DF994E6B7}" dt="2024-02-12T20:58:50.658" v="113497" actId="165"/>
          <ac:spMkLst>
            <pc:docMk/>
            <pc:sldMk cId="1409089435" sldId="1231"/>
            <ac:spMk id="8" creationId="{BF5CCD93-EF9F-18A9-E314-A57ABD637802}"/>
          </ac:spMkLst>
        </pc:spChg>
        <pc:spChg chg="add mod">
          <ac:chgData name="Palit, Tapti" userId="dec6fbcd-7598-406a-8cbf-504d4a3bac15" providerId="ADAL" clId="{ECD42228-5B96-4A72-B268-C46DF994E6B7}" dt="2024-02-13T02:54:52.946" v="114478" actId="1076"/>
          <ac:spMkLst>
            <pc:docMk/>
            <pc:sldMk cId="1409089435" sldId="1231"/>
            <ac:spMk id="11" creationId="{27888623-0388-7CD9-3069-75F20D8DC5B6}"/>
          </ac:spMkLst>
        </pc:spChg>
        <pc:spChg chg="mod topLvl">
          <ac:chgData name="Palit, Tapti" userId="dec6fbcd-7598-406a-8cbf-504d4a3bac15" providerId="ADAL" clId="{ECD42228-5B96-4A72-B268-C46DF994E6B7}" dt="2024-02-12T20:59:11.803" v="113502" actId="1076"/>
          <ac:spMkLst>
            <pc:docMk/>
            <pc:sldMk cId="1409089435" sldId="1231"/>
            <ac:spMk id="29" creationId="{148C2F7D-94C7-900D-9131-1B6DF222F0E7}"/>
          </ac:spMkLst>
        </pc:spChg>
        <pc:grpChg chg="add del mod">
          <ac:chgData name="Palit, Tapti" userId="dec6fbcd-7598-406a-8cbf-504d4a3bac15" providerId="ADAL" clId="{ECD42228-5B96-4A72-B268-C46DF994E6B7}" dt="2024-02-12T20:58:50.658" v="113497" actId="165"/>
          <ac:grpSpMkLst>
            <pc:docMk/>
            <pc:sldMk cId="1409089435" sldId="1231"/>
            <ac:grpSpMk id="10" creationId="{3711DEC6-E1D0-B6FE-8C9C-2C6420B7DAFE}"/>
          </ac:grpSpMkLst>
        </pc:grpChg>
        <pc:picChg chg="add mod">
          <ac:chgData name="Palit, Tapti" userId="dec6fbcd-7598-406a-8cbf-504d4a3bac15" providerId="ADAL" clId="{ECD42228-5B96-4A72-B268-C46DF994E6B7}" dt="2024-02-12T20:59:17.196" v="113503" actId="1076"/>
          <ac:picMkLst>
            <pc:docMk/>
            <pc:sldMk cId="1409089435" sldId="1231"/>
            <ac:picMk id="6" creationId="{3DC4EB66-E50B-389A-C2E9-E90C0DEEEB53}"/>
          </ac:picMkLst>
        </pc:picChg>
        <pc:picChg chg="mod">
          <ac:chgData name="Palit, Tapti" userId="dec6fbcd-7598-406a-8cbf-504d4a3bac15" providerId="ADAL" clId="{ECD42228-5B96-4A72-B268-C46DF994E6B7}" dt="2024-02-13T02:55:01.164" v="114481" actId="1076"/>
          <ac:picMkLst>
            <pc:docMk/>
            <pc:sldMk cId="1409089435" sldId="1231"/>
            <ac:picMk id="32" creationId="{91D2391D-F2FB-6417-A5F4-EF123C5FCD84}"/>
          </ac:picMkLst>
        </pc:picChg>
        <pc:picChg chg="mod">
          <ac:chgData name="Palit, Tapti" userId="dec6fbcd-7598-406a-8cbf-504d4a3bac15" providerId="ADAL" clId="{ECD42228-5B96-4A72-B268-C46DF994E6B7}" dt="2024-02-13T02:54:52.946" v="114478" actId="1076"/>
          <ac:picMkLst>
            <pc:docMk/>
            <pc:sldMk cId="1409089435" sldId="1231"/>
            <ac:picMk id="2050" creationId="{5B100721-5631-A7B8-1349-8C2F8E7EBD2B}"/>
          </ac:picMkLst>
        </pc:picChg>
        <pc:cxnChg chg="mod">
          <ac:chgData name="Palit, Tapti" userId="dec6fbcd-7598-406a-8cbf-504d4a3bac15" providerId="ADAL" clId="{ECD42228-5B96-4A72-B268-C46DF994E6B7}" dt="2024-02-12T20:39:28.885" v="113265" actId="14100"/>
          <ac:cxnSpMkLst>
            <pc:docMk/>
            <pc:sldMk cId="1409089435" sldId="1231"/>
            <ac:cxnSpMk id="27" creationId="{918928B7-2C9E-FAEF-0C61-6D2EBE284441}"/>
          </ac:cxnSpMkLst>
        </pc:cxnChg>
      </pc:sldChg>
      <pc:sldChg chg="modSp mod">
        <pc:chgData name="Palit, Tapti" userId="dec6fbcd-7598-406a-8cbf-504d4a3bac15" providerId="ADAL" clId="{ECD42228-5B96-4A72-B268-C46DF994E6B7}" dt="2024-02-26T00:01:07.952" v="116143" actId="14100"/>
        <pc:sldMkLst>
          <pc:docMk/>
          <pc:sldMk cId="3542905674" sldId="1232"/>
        </pc:sldMkLst>
        <pc:spChg chg="mod">
          <ac:chgData name="Palit, Tapti" userId="dec6fbcd-7598-406a-8cbf-504d4a3bac15" providerId="ADAL" clId="{ECD42228-5B96-4A72-B268-C46DF994E6B7}" dt="2024-02-26T00:00:40.176" v="116122" actId="20577"/>
          <ac:spMkLst>
            <pc:docMk/>
            <pc:sldMk cId="3542905674" sldId="1232"/>
            <ac:spMk id="42" creationId="{8192DD9C-2AC8-14AC-3107-0FB008570542}"/>
          </ac:spMkLst>
        </pc:spChg>
        <pc:spChg chg="mod">
          <ac:chgData name="Palit, Tapti" userId="dec6fbcd-7598-406a-8cbf-504d4a3bac15" providerId="ADAL" clId="{ECD42228-5B96-4A72-B268-C46DF994E6B7}" dt="2024-02-26T00:01:00.779" v="116142" actId="20577"/>
          <ac:spMkLst>
            <pc:docMk/>
            <pc:sldMk cId="3542905674" sldId="1232"/>
            <ac:spMk id="44" creationId="{FE2E5BE2-5F77-A8D2-0D7F-5DA536951723}"/>
          </ac:spMkLst>
        </pc:spChg>
        <pc:spChg chg="mod">
          <ac:chgData name="Palit, Tapti" userId="dec6fbcd-7598-406a-8cbf-504d4a3bac15" providerId="ADAL" clId="{ECD42228-5B96-4A72-B268-C46DF994E6B7}" dt="2024-02-26T00:01:07.952" v="116143" actId="14100"/>
          <ac:spMkLst>
            <pc:docMk/>
            <pc:sldMk cId="3542905674" sldId="1232"/>
            <ac:spMk id="58" creationId="{3CE2CF36-F254-EBC7-3373-A9FE34A037D5}"/>
          </ac:spMkLst>
        </pc:spChg>
      </pc:sldChg>
      <pc:sldChg chg="addSp modSp mod modAnim">
        <pc:chgData name="Palit, Tapti" userId="dec6fbcd-7598-406a-8cbf-504d4a3bac15" providerId="ADAL" clId="{ECD42228-5B96-4A72-B268-C46DF994E6B7}" dt="2024-02-26T00:02:45.432" v="116162" actId="1076"/>
        <pc:sldMkLst>
          <pc:docMk/>
          <pc:sldMk cId="738092405" sldId="1236"/>
        </pc:sldMkLst>
        <pc:spChg chg="mod">
          <ac:chgData name="Palit, Tapti" userId="dec6fbcd-7598-406a-8cbf-504d4a3bac15" providerId="ADAL" clId="{ECD42228-5B96-4A72-B268-C46DF994E6B7}" dt="2024-02-26T00:02:24.421" v="116157" actId="14100"/>
          <ac:spMkLst>
            <pc:docMk/>
            <pc:sldMk cId="738092405" sldId="1236"/>
            <ac:spMk id="13" creationId="{A15F8F23-0288-1B14-3F1B-DFF90BDA131F}"/>
          </ac:spMkLst>
        </pc:spChg>
        <pc:spChg chg="mod">
          <ac:chgData name="Palit, Tapti" userId="dec6fbcd-7598-406a-8cbf-504d4a3bac15" providerId="ADAL" clId="{ECD42228-5B96-4A72-B268-C46DF994E6B7}" dt="2024-02-26T00:01:36.548" v="116146" actId="14100"/>
          <ac:spMkLst>
            <pc:docMk/>
            <pc:sldMk cId="738092405" sldId="1236"/>
            <ac:spMk id="14" creationId="{A9532657-A0A4-44F8-CAD7-E1427C9DD9F2}"/>
          </ac:spMkLst>
        </pc:spChg>
        <pc:picChg chg="add mod">
          <ac:chgData name="Palit, Tapti" userId="dec6fbcd-7598-406a-8cbf-504d4a3bac15" providerId="ADAL" clId="{ECD42228-5B96-4A72-B268-C46DF994E6B7}" dt="2024-02-26T00:01:47.770" v="116150" actId="1076"/>
          <ac:picMkLst>
            <pc:docMk/>
            <pc:sldMk cId="738092405" sldId="1236"/>
            <ac:picMk id="4" creationId="{C050D66C-47E7-D495-FC0A-9DB21ECEA5F6}"/>
          </ac:picMkLst>
        </pc:picChg>
        <pc:picChg chg="add mod">
          <ac:chgData name="Palit, Tapti" userId="dec6fbcd-7598-406a-8cbf-504d4a3bac15" providerId="ADAL" clId="{ECD42228-5B96-4A72-B268-C46DF994E6B7}" dt="2024-02-26T00:02:45.432" v="116162" actId="1076"/>
          <ac:picMkLst>
            <pc:docMk/>
            <pc:sldMk cId="738092405" sldId="1236"/>
            <ac:picMk id="5" creationId="{888D4BED-5799-C88C-B52B-D91B21E9A2E5}"/>
          </ac:picMkLst>
        </pc:picChg>
        <pc:picChg chg="mod">
          <ac:chgData name="Palit, Tapti" userId="dec6fbcd-7598-406a-8cbf-504d4a3bac15" providerId="ADAL" clId="{ECD42228-5B96-4A72-B268-C46DF994E6B7}" dt="2024-02-26T00:01:51.049" v="116151" actId="1076"/>
          <ac:picMkLst>
            <pc:docMk/>
            <pc:sldMk cId="738092405" sldId="1236"/>
            <ac:picMk id="20" creationId="{0B9412E4-DD76-BBFE-9D35-A14C0FFC34FA}"/>
          </ac:picMkLst>
        </pc:picChg>
      </pc:sldChg>
      <pc:sldMasterChg chg="modSldLayout">
        <pc:chgData name="Palit, Tapti" userId="dec6fbcd-7598-406a-8cbf-504d4a3bac15" providerId="ADAL" clId="{ECD42228-5B96-4A72-B268-C46DF994E6B7}" dt="2024-01-14T19:04:57.701" v="316" actId="14100"/>
        <pc:sldMasterMkLst>
          <pc:docMk/>
          <pc:sldMasterMk cId="1017104076" sldId="2147483648"/>
        </pc:sldMasterMkLst>
        <pc:sldLayoutChg chg="modSp mod">
          <pc:chgData name="Palit, Tapti" userId="dec6fbcd-7598-406a-8cbf-504d4a3bac15" providerId="ADAL" clId="{ECD42228-5B96-4A72-B268-C46DF994E6B7}" dt="2024-01-14T19:04:57.701" v="316" actId="14100"/>
          <pc:sldLayoutMkLst>
            <pc:docMk/>
            <pc:sldMasterMk cId="1017104076" sldId="2147483648"/>
            <pc:sldLayoutMk cId="1638247169" sldId="2147483650"/>
          </pc:sldLayoutMkLst>
          <pc:spChg chg="mod">
            <ac:chgData name="Palit, Tapti" userId="dec6fbcd-7598-406a-8cbf-504d4a3bac15" providerId="ADAL" clId="{ECD42228-5B96-4A72-B268-C46DF994E6B7}" dt="2024-01-14T19:04:57.701" v="316" actId="14100"/>
            <ac:spMkLst>
              <pc:docMk/>
              <pc:sldMasterMk cId="1017104076" sldId="2147483648"/>
              <pc:sldLayoutMk cId="1638247169" sldId="2147483650"/>
              <ac:spMk id="2" creationId="{00000000-0000-0000-0000-000000000000}"/>
            </ac:spMkLst>
          </pc:spChg>
          <pc:spChg chg="mod">
            <ac:chgData name="Palit, Tapti" userId="dec6fbcd-7598-406a-8cbf-504d4a3bac15" providerId="ADAL" clId="{ECD42228-5B96-4A72-B268-C46DF994E6B7}" dt="2024-01-14T19:04:57.393" v="315" actId="14100"/>
            <ac:spMkLst>
              <pc:docMk/>
              <pc:sldMasterMk cId="1017104076" sldId="2147483648"/>
              <pc:sldLayoutMk cId="1638247169" sldId="2147483650"/>
              <ac:spMk id="4" creationId="{00000000-0000-0000-0000-000000000000}"/>
            </ac:spMkLst>
          </pc:spChg>
        </pc:sldLayoutChg>
      </pc:sldMasterChg>
      <pc:sldMasterChg chg="delSldLayout modSldLayout">
        <pc:chgData name="Palit, Tapti" userId="dec6fbcd-7598-406a-8cbf-504d4a3bac15" providerId="ADAL" clId="{ECD42228-5B96-4A72-B268-C46DF994E6B7}" dt="2024-01-14T19:29:50.535" v="471" actId="2696"/>
        <pc:sldMasterMkLst>
          <pc:docMk/>
          <pc:sldMasterMk cId="3173464017" sldId="2147483651"/>
        </pc:sldMasterMkLst>
        <pc:sldLayoutChg chg="del">
          <pc:chgData name="Palit, Tapti" userId="dec6fbcd-7598-406a-8cbf-504d4a3bac15" providerId="ADAL" clId="{ECD42228-5B96-4A72-B268-C46DF994E6B7}" dt="2024-01-14T19:29:50.362" v="449" actId="2696"/>
          <pc:sldLayoutMkLst>
            <pc:docMk/>
            <pc:sldMasterMk cId="3173464017" sldId="2147483651"/>
            <pc:sldLayoutMk cId="2941923368" sldId="2147483652"/>
          </pc:sldLayoutMkLst>
        </pc:sldLayoutChg>
        <pc:sldLayoutChg chg="delSp del mod">
          <pc:chgData name="Palit, Tapti" userId="dec6fbcd-7598-406a-8cbf-504d4a3bac15" providerId="ADAL" clId="{ECD42228-5B96-4A72-B268-C46DF994E6B7}" dt="2024-01-14T19:29:50.377" v="450" actId="2696"/>
          <pc:sldLayoutMkLst>
            <pc:docMk/>
            <pc:sldMasterMk cId="3173464017" sldId="2147483651"/>
            <pc:sldLayoutMk cId="3242566987" sldId="2147483653"/>
          </pc:sldLayoutMkLst>
          <pc:picChg chg="del">
            <ac:chgData name="Palit, Tapti" userId="dec6fbcd-7598-406a-8cbf-504d4a3bac15" providerId="ADAL" clId="{ECD42228-5B96-4A72-B268-C46DF994E6B7}" dt="2024-01-14T19:19:24.175" v="376" actId="478"/>
            <ac:picMkLst>
              <pc:docMk/>
              <pc:sldMasterMk cId="3173464017" sldId="2147483651"/>
              <pc:sldLayoutMk cId="3242566987" sldId="2147483653"/>
              <ac:picMk id="4" creationId="{BA4B2908-555F-78CD-D5EA-D087520FF3FF}"/>
            </ac:picMkLst>
          </pc:picChg>
        </pc:sldLayoutChg>
        <pc:sldLayoutChg chg="del">
          <pc:chgData name="Palit, Tapti" userId="dec6fbcd-7598-406a-8cbf-504d4a3bac15" providerId="ADAL" clId="{ECD42228-5B96-4A72-B268-C46DF994E6B7}" dt="2024-01-14T19:29:50.377" v="451" actId="2696"/>
          <pc:sldLayoutMkLst>
            <pc:docMk/>
            <pc:sldMasterMk cId="3173464017" sldId="2147483651"/>
            <pc:sldLayoutMk cId="4081698455" sldId="2147483654"/>
          </pc:sldLayoutMkLst>
        </pc:sldLayoutChg>
        <pc:sldLayoutChg chg="del">
          <pc:chgData name="Palit, Tapti" userId="dec6fbcd-7598-406a-8cbf-504d4a3bac15" providerId="ADAL" clId="{ECD42228-5B96-4A72-B268-C46DF994E6B7}" dt="2024-01-14T19:29:50.393" v="452" actId="2696"/>
          <pc:sldLayoutMkLst>
            <pc:docMk/>
            <pc:sldMasterMk cId="3173464017" sldId="2147483651"/>
            <pc:sldLayoutMk cId="1582397441" sldId="2147483655"/>
          </pc:sldLayoutMkLst>
        </pc:sldLayoutChg>
        <pc:sldLayoutChg chg="delSp modSp del mod">
          <pc:chgData name="Palit, Tapti" userId="dec6fbcd-7598-406a-8cbf-504d4a3bac15" providerId="ADAL" clId="{ECD42228-5B96-4A72-B268-C46DF994E6B7}" dt="2024-01-14T19:29:50.393" v="453" actId="2696"/>
          <pc:sldLayoutMkLst>
            <pc:docMk/>
            <pc:sldMasterMk cId="3173464017" sldId="2147483651"/>
            <pc:sldLayoutMk cId="1036889926" sldId="2147483656"/>
          </pc:sldLayoutMkLst>
          <pc:spChg chg="mod">
            <ac:chgData name="Palit, Tapti" userId="dec6fbcd-7598-406a-8cbf-504d4a3bac15" providerId="ADAL" clId="{ECD42228-5B96-4A72-B268-C46DF994E6B7}" dt="2024-01-14T19:18:34.131" v="373" actId="14100"/>
            <ac:spMkLst>
              <pc:docMk/>
              <pc:sldMasterMk cId="3173464017" sldId="2147483651"/>
              <pc:sldLayoutMk cId="1036889926" sldId="2147483656"/>
              <ac:spMk id="13" creationId="{6A937CB7-FF71-AF7C-945C-0E285D7B2D54}"/>
            </ac:spMkLst>
          </pc:spChg>
          <pc:spChg chg="del">
            <ac:chgData name="Palit, Tapti" userId="dec6fbcd-7598-406a-8cbf-504d4a3bac15" providerId="ADAL" clId="{ECD42228-5B96-4A72-B268-C46DF994E6B7}" dt="2024-01-14T19:18:26.697" v="372" actId="478"/>
            <ac:spMkLst>
              <pc:docMk/>
              <pc:sldMasterMk cId="3173464017" sldId="2147483651"/>
              <pc:sldLayoutMk cId="1036889926" sldId="2147483656"/>
              <ac:spMk id="14" creationId="{EEA1DABA-769B-1407-1BFC-75930C1DE70F}"/>
            </ac:spMkLst>
          </pc:spChg>
          <pc:picChg chg="del">
            <ac:chgData name="Palit, Tapti" userId="dec6fbcd-7598-406a-8cbf-504d4a3bac15" providerId="ADAL" clId="{ECD42228-5B96-4A72-B268-C46DF994E6B7}" dt="2024-01-14T19:19:48.580" v="377" actId="478"/>
            <ac:picMkLst>
              <pc:docMk/>
              <pc:sldMasterMk cId="3173464017" sldId="2147483651"/>
              <pc:sldLayoutMk cId="1036889926" sldId="2147483656"/>
              <ac:picMk id="4" creationId="{D337403E-4A63-3B42-FC84-47BAEDD7A75E}"/>
            </ac:picMkLst>
          </pc:picChg>
        </pc:sldLayoutChg>
        <pc:sldLayoutChg chg="delSp del mod">
          <pc:chgData name="Palit, Tapti" userId="dec6fbcd-7598-406a-8cbf-504d4a3bac15" providerId="ADAL" clId="{ECD42228-5B96-4A72-B268-C46DF994E6B7}" dt="2024-01-14T19:29:50.409" v="454" actId="2696"/>
          <pc:sldLayoutMkLst>
            <pc:docMk/>
            <pc:sldMasterMk cId="3173464017" sldId="2147483651"/>
            <pc:sldLayoutMk cId="292723333" sldId="2147483657"/>
          </pc:sldLayoutMkLst>
          <pc:picChg chg="del">
            <ac:chgData name="Palit, Tapti" userId="dec6fbcd-7598-406a-8cbf-504d4a3bac15" providerId="ADAL" clId="{ECD42228-5B96-4A72-B268-C46DF994E6B7}" dt="2024-01-14T19:21:33.745" v="387" actId="478"/>
            <ac:picMkLst>
              <pc:docMk/>
              <pc:sldMasterMk cId="3173464017" sldId="2147483651"/>
              <pc:sldLayoutMk cId="292723333" sldId="2147483657"/>
              <ac:picMk id="4" creationId="{D337403E-4A63-3B42-FC84-47BAEDD7A75E}"/>
            </ac:picMkLst>
          </pc:picChg>
        </pc:sldLayoutChg>
        <pc:sldLayoutChg chg="del">
          <pc:chgData name="Palit, Tapti" userId="dec6fbcd-7598-406a-8cbf-504d4a3bac15" providerId="ADAL" clId="{ECD42228-5B96-4A72-B268-C46DF994E6B7}" dt="2024-01-14T19:29:50.422" v="455" actId="2696"/>
          <pc:sldLayoutMkLst>
            <pc:docMk/>
            <pc:sldMasterMk cId="3173464017" sldId="2147483651"/>
            <pc:sldLayoutMk cId="2121790146" sldId="2147483658"/>
          </pc:sldLayoutMkLst>
        </pc:sldLayoutChg>
        <pc:sldLayoutChg chg="delSp del mod">
          <pc:chgData name="Palit, Tapti" userId="dec6fbcd-7598-406a-8cbf-504d4a3bac15" providerId="ADAL" clId="{ECD42228-5B96-4A72-B268-C46DF994E6B7}" dt="2024-01-14T19:29:50.425" v="456" actId="2696"/>
          <pc:sldLayoutMkLst>
            <pc:docMk/>
            <pc:sldMasterMk cId="3173464017" sldId="2147483651"/>
            <pc:sldLayoutMk cId="108553734" sldId="2147483659"/>
          </pc:sldLayoutMkLst>
          <pc:picChg chg="del">
            <ac:chgData name="Palit, Tapti" userId="dec6fbcd-7598-406a-8cbf-504d4a3bac15" providerId="ADAL" clId="{ECD42228-5B96-4A72-B268-C46DF994E6B7}" dt="2024-01-14T19:21:41.401" v="388" actId="478"/>
            <ac:picMkLst>
              <pc:docMk/>
              <pc:sldMasterMk cId="3173464017" sldId="2147483651"/>
              <pc:sldLayoutMk cId="108553734" sldId="2147483659"/>
              <ac:picMk id="12" creationId="{1187A0AE-82DF-15CC-71EB-814F9338E8D6}"/>
            </ac:picMkLst>
          </pc:picChg>
        </pc:sldLayoutChg>
        <pc:sldLayoutChg chg="delSp del mod">
          <pc:chgData name="Palit, Tapti" userId="dec6fbcd-7598-406a-8cbf-504d4a3bac15" providerId="ADAL" clId="{ECD42228-5B96-4A72-B268-C46DF994E6B7}" dt="2024-01-14T19:29:50.440" v="457" actId="2696"/>
          <pc:sldLayoutMkLst>
            <pc:docMk/>
            <pc:sldMasterMk cId="3173464017" sldId="2147483651"/>
            <pc:sldLayoutMk cId="123831168" sldId="2147483660"/>
          </pc:sldLayoutMkLst>
          <pc:picChg chg="del">
            <ac:chgData name="Palit, Tapti" userId="dec6fbcd-7598-406a-8cbf-504d4a3bac15" providerId="ADAL" clId="{ECD42228-5B96-4A72-B268-C46DF994E6B7}" dt="2024-01-14T19:21:43.433" v="389" actId="478"/>
            <ac:picMkLst>
              <pc:docMk/>
              <pc:sldMasterMk cId="3173464017" sldId="2147483651"/>
              <pc:sldLayoutMk cId="123831168" sldId="2147483660"/>
              <ac:picMk id="3" creationId="{D9D56DBC-682D-9000-C377-A3E36338D732}"/>
            </ac:picMkLst>
          </pc:picChg>
        </pc:sldLayoutChg>
        <pc:sldLayoutChg chg="delSp del mod">
          <pc:chgData name="Palit, Tapti" userId="dec6fbcd-7598-406a-8cbf-504d4a3bac15" providerId="ADAL" clId="{ECD42228-5B96-4A72-B268-C46DF994E6B7}" dt="2024-01-14T19:29:50.440" v="458" actId="2696"/>
          <pc:sldLayoutMkLst>
            <pc:docMk/>
            <pc:sldMasterMk cId="3173464017" sldId="2147483651"/>
            <pc:sldLayoutMk cId="3613130407" sldId="2147483661"/>
          </pc:sldLayoutMkLst>
          <pc:picChg chg="del">
            <ac:chgData name="Palit, Tapti" userId="dec6fbcd-7598-406a-8cbf-504d4a3bac15" providerId="ADAL" clId="{ECD42228-5B96-4A72-B268-C46DF994E6B7}" dt="2024-01-14T19:21:44.936" v="390" actId="478"/>
            <ac:picMkLst>
              <pc:docMk/>
              <pc:sldMasterMk cId="3173464017" sldId="2147483651"/>
              <pc:sldLayoutMk cId="3613130407" sldId="2147483661"/>
              <ac:picMk id="4" creationId="{D337403E-4A63-3B42-FC84-47BAEDD7A75E}"/>
            </ac:picMkLst>
          </pc:picChg>
        </pc:sldLayoutChg>
        <pc:sldLayoutChg chg="delSp del mod">
          <pc:chgData name="Palit, Tapti" userId="dec6fbcd-7598-406a-8cbf-504d4a3bac15" providerId="ADAL" clId="{ECD42228-5B96-4A72-B268-C46DF994E6B7}" dt="2024-01-14T19:29:50.456" v="459" actId="2696"/>
          <pc:sldLayoutMkLst>
            <pc:docMk/>
            <pc:sldMasterMk cId="3173464017" sldId="2147483651"/>
            <pc:sldLayoutMk cId="3950343936" sldId="2147483662"/>
          </pc:sldLayoutMkLst>
          <pc:picChg chg="del">
            <ac:chgData name="Palit, Tapti" userId="dec6fbcd-7598-406a-8cbf-504d4a3bac15" providerId="ADAL" clId="{ECD42228-5B96-4A72-B268-C46DF994E6B7}" dt="2024-01-14T19:21:47.092" v="391" actId="478"/>
            <ac:picMkLst>
              <pc:docMk/>
              <pc:sldMasterMk cId="3173464017" sldId="2147483651"/>
              <pc:sldLayoutMk cId="3950343936" sldId="2147483662"/>
              <ac:picMk id="4" creationId="{D337403E-4A63-3B42-FC84-47BAEDD7A75E}"/>
            </ac:picMkLst>
          </pc:picChg>
        </pc:sldLayoutChg>
        <pc:sldLayoutChg chg="delSp del mod">
          <pc:chgData name="Palit, Tapti" userId="dec6fbcd-7598-406a-8cbf-504d4a3bac15" providerId="ADAL" clId="{ECD42228-5B96-4A72-B268-C46DF994E6B7}" dt="2024-01-14T19:29:50.456" v="460" actId="2696"/>
          <pc:sldLayoutMkLst>
            <pc:docMk/>
            <pc:sldMasterMk cId="3173464017" sldId="2147483651"/>
            <pc:sldLayoutMk cId="2092112044" sldId="2147483663"/>
          </pc:sldLayoutMkLst>
          <pc:picChg chg="del">
            <ac:chgData name="Palit, Tapti" userId="dec6fbcd-7598-406a-8cbf-504d4a3bac15" providerId="ADAL" clId="{ECD42228-5B96-4A72-B268-C46DF994E6B7}" dt="2024-01-14T19:21:48.244" v="392" actId="478"/>
            <ac:picMkLst>
              <pc:docMk/>
              <pc:sldMasterMk cId="3173464017" sldId="2147483651"/>
              <pc:sldLayoutMk cId="2092112044" sldId="2147483663"/>
              <ac:picMk id="3" creationId="{821C840C-3AA9-6493-3A9D-CE82D8D49211}"/>
            </ac:picMkLst>
          </pc:picChg>
        </pc:sldLayoutChg>
        <pc:sldLayoutChg chg="delSp del mod">
          <pc:chgData name="Palit, Tapti" userId="dec6fbcd-7598-406a-8cbf-504d4a3bac15" providerId="ADAL" clId="{ECD42228-5B96-4A72-B268-C46DF994E6B7}" dt="2024-01-14T19:29:50.472" v="461" actId="2696"/>
          <pc:sldLayoutMkLst>
            <pc:docMk/>
            <pc:sldMasterMk cId="3173464017" sldId="2147483651"/>
            <pc:sldLayoutMk cId="2677586097" sldId="2147483664"/>
          </pc:sldLayoutMkLst>
          <pc:picChg chg="del">
            <ac:chgData name="Palit, Tapti" userId="dec6fbcd-7598-406a-8cbf-504d4a3bac15" providerId="ADAL" clId="{ECD42228-5B96-4A72-B268-C46DF994E6B7}" dt="2024-01-14T19:21:50.091" v="393" actId="478"/>
            <ac:picMkLst>
              <pc:docMk/>
              <pc:sldMasterMk cId="3173464017" sldId="2147483651"/>
              <pc:sldLayoutMk cId="2677586097" sldId="2147483664"/>
              <ac:picMk id="9" creationId="{0369561B-6E0A-309C-13AF-C89F6E6E2397}"/>
            </ac:picMkLst>
          </pc:picChg>
        </pc:sldLayoutChg>
        <pc:sldLayoutChg chg="delSp del mod">
          <pc:chgData name="Palit, Tapti" userId="dec6fbcd-7598-406a-8cbf-504d4a3bac15" providerId="ADAL" clId="{ECD42228-5B96-4A72-B268-C46DF994E6B7}" dt="2024-01-14T19:29:50.472" v="462" actId="2696"/>
          <pc:sldLayoutMkLst>
            <pc:docMk/>
            <pc:sldMasterMk cId="3173464017" sldId="2147483651"/>
            <pc:sldLayoutMk cId="313800927" sldId="2147483665"/>
          </pc:sldLayoutMkLst>
          <pc:picChg chg="del">
            <ac:chgData name="Palit, Tapti" userId="dec6fbcd-7598-406a-8cbf-504d4a3bac15" providerId="ADAL" clId="{ECD42228-5B96-4A72-B268-C46DF994E6B7}" dt="2024-01-14T19:21:51.412" v="394" actId="478"/>
            <ac:picMkLst>
              <pc:docMk/>
              <pc:sldMasterMk cId="3173464017" sldId="2147483651"/>
              <pc:sldLayoutMk cId="313800927" sldId="2147483665"/>
              <ac:picMk id="9" creationId="{0369561B-6E0A-309C-13AF-C89F6E6E2397}"/>
            </ac:picMkLst>
          </pc:picChg>
        </pc:sldLayoutChg>
        <pc:sldLayoutChg chg="delSp del mod">
          <pc:chgData name="Palit, Tapti" userId="dec6fbcd-7598-406a-8cbf-504d4a3bac15" providerId="ADAL" clId="{ECD42228-5B96-4A72-B268-C46DF994E6B7}" dt="2024-01-14T19:29:50.487" v="463" actId="2696"/>
          <pc:sldLayoutMkLst>
            <pc:docMk/>
            <pc:sldMasterMk cId="3173464017" sldId="2147483651"/>
            <pc:sldLayoutMk cId="3878811258" sldId="2147483666"/>
          </pc:sldLayoutMkLst>
          <pc:picChg chg="del">
            <ac:chgData name="Palit, Tapti" userId="dec6fbcd-7598-406a-8cbf-504d4a3bac15" providerId="ADAL" clId="{ECD42228-5B96-4A72-B268-C46DF994E6B7}" dt="2024-01-14T19:21:52.747" v="395" actId="478"/>
            <ac:picMkLst>
              <pc:docMk/>
              <pc:sldMasterMk cId="3173464017" sldId="2147483651"/>
              <pc:sldLayoutMk cId="3878811258" sldId="2147483666"/>
              <ac:picMk id="9" creationId="{0369561B-6E0A-309C-13AF-C89F6E6E2397}"/>
            </ac:picMkLst>
          </pc:picChg>
        </pc:sldLayoutChg>
        <pc:sldLayoutChg chg="delSp del mod">
          <pc:chgData name="Palit, Tapti" userId="dec6fbcd-7598-406a-8cbf-504d4a3bac15" providerId="ADAL" clId="{ECD42228-5B96-4A72-B268-C46DF994E6B7}" dt="2024-01-14T19:29:50.487" v="464" actId="2696"/>
          <pc:sldLayoutMkLst>
            <pc:docMk/>
            <pc:sldMasterMk cId="3173464017" sldId="2147483651"/>
            <pc:sldLayoutMk cId="3468204412" sldId="2147483667"/>
          </pc:sldLayoutMkLst>
          <pc:picChg chg="del">
            <ac:chgData name="Palit, Tapti" userId="dec6fbcd-7598-406a-8cbf-504d4a3bac15" providerId="ADAL" clId="{ECD42228-5B96-4A72-B268-C46DF994E6B7}" dt="2024-01-14T19:21:54.929" v="396" actId="478"/>
            <ac:picMkLst>
              <pc:docMk/>
              <pc:sldMasterMk cId="3173464017" sldId="2147483651"/>
              <pc:sldLayoutMk cId="3468204412" sldId="2147483667"/>
              <ac:picMk id="9" creationId="{0369561B-6E0A-309C-13AF-C89F6E6E2397}"/>
            </ac:picMkLst>
          </pc:picChg>
        </pc:sldLayoutChg>
        <pc:sldLayoutChg chg="delSp del mod">
          <pc:chgData name="Palit, Tapti" userId="dec6fbcd-7598-406a-8cbf-504d4a3bac15" providerId="ADAL" clId="{ECD42228-5B96-4A72-B268-C46DF994E6B7}" dt="2024-01-14T19:29:50.503" v="465" actId="2696"/>
          <pc:sldLayoutMkLst>
            <pc:docMk/>
            <pc:sldMasterMk cId="3173464017" sldId="2147483651"/>
            <pc:sldLayoutMk cId="3659780843" sldId="2147483668"/>
          </pc:sldLayoutMkLst>
          <pc:picChg chg="del">
            <ac:chgData name="Palit, Tapti" userId="dec6fbcd-7598-406a-8cbf-504d4a3bac15" providerId="ADAL" clId="{ECD42228-5B96-4A72-B268-C46DF994E6B7}" dt="2024-01-14T19:21:57.123" v="397" actId="478"/>
            <ac:picMkLst>
              <pc:docMk/>
              <pc:sldMasterMk cId="3173464017" sldId="2147483651"/>
              <pc:sldLayoutMk cId="3659780843" sldId="2147483668"/>
              <ac:picMk id="4" creationId="{D337403E-4A63-3B42-FC84-47BAEDD7A75E}"/>
            </ac:picMkLst>
          </pc:picChg>
        </pc:sldLayoutChg>
        <pc:sldLayoutChg chg="delSp del mod">
          <pc:chgData name="Palit, Tapti" userId="dec6fbcd-7598-406a-8cbf-504d4a3bac15" providerId="ADAL" clId="{ECD42228-5B96-4A72-B268-C46DF994E6B7}" dt="2024-01-14T19:29:50.503" v="466" actId="2696"/>
          <pc:sldLayoutMkLst>
            <pc:docMk/>
            <pc:sldMasterMk cId="3173464017" sldId="2147483651"/>
            <pc:sldLayoutMk cId="1129563301" sldId="2147483669"/>
          </pc:sldLayoutMkLst>
          <pc:picChg chg="del">
            <ac:chgData name="Palit, Tapti" userId="dec6fbcd-7598-406a-8cbf-504d4a3bac15" providerId="ADAL" clId="{ECD42228-5B96-4A72-B268-C46DF994E6B7}" dt="2024-01-14T19:21:58.817" v="398" actId="478"/>
            <ac:picMkLst>
              <pc:docMk/>
              <pc:sldMasterMk cId="3173464017" sldId="2147483651"/>
              <pc:sldLayoutMk cId="1129563301" sldId="2147483669"/>
              <ac:picMk id="9" creationId="{0369561B-6E0A-309C-13AF-C89F6E6E2397}"/>
            </ac:picMkLst>
          </pc:picChg>
        </pc:sldLayoutChg>
        <pc:sldLayoutChg chg="delSp del mod">
          <pc:chgData name="Palit, Tapti" userId="dec6fbcd-7598-406a-8cbf-504d4a3bac15" providerId="ADAL" clId="{ECD42228-5B96-4A72-B268-C46DF994E6B7}" dt="2024-01-14T19:29:50.523" v="467" actId="2696"/>
          <pc:sldLayoutMkLst>
            <pc:docMk/>
            <pc:sldMasterMk cId="3173464017" sldId="2147483651"/>
            <pc:sldLayoutMk cId="2931877124" sldId="2147483670"/>
          </pc:sldLayoutMkLst>
          <pc:picChg chg="del">
            <ac:chgData name="Palit, Tapti" userId="dec6fbcd-7598-406a-8cbf-504d4a3bac15" providerId="ADAL" clId="{ECD42228-5B96-4A72-B268-C46DF994E6B7}" dt="2024-01-14T19:22:00.230" v="399" actId="478"/>
            <ac:picMkLst>
              <pc:docMk/>
              <pc:sldMasterMk cId="3173464017" sldId="2147483651"/>
              <pc:sldLayoutMk cId="2931877124" sldId="2147483670"/>
              <ac:picMk id="9" creationId="{0369561B-6E0A-309C-13AF-C89F6E6E2397}"/>
            </ac:picMkLst>
          </pc:picChg>
        </pc:sldLayoutChg>
        <pc:sldLayoutChg chg="delSp del mod">
          <pc:chgData name="Palit, Tapti" userId="dec6fbcd-7598-406a-8cbf-504d4a3bac15" providerId="ADAL" clId="{ECD42228-5B96-4A72-B268-C46DF994E6B7}" dt="2024-01-14T19:29:50.523" v="468" actId="2696"/>
          <pc:sldLayoutMkLst>
            <pc:docMk/>
            <pc:sldMasterMk cId="3173464017" sldId="2147483651"/>
            <pc:sldLayoutMk cId="1488486935" sldId="2147483671"/>
          </pc:sldLayoutMkLst>
          <pc:picChg chg="del">
            <ac:chgData name="Palit, Tapti" userId="dec6fbcd-7598-406a-8cbf-504d4a3bac15" providerId="ADAL" clId="{ECD42228-5B96-4A72-B268-C46DF994E6B7}" dt="2024-01-14T19:22:02.355" v="400" actId="478"/>
            <ac:picMkLst>
              <pc:docMk/>
              <pc:sldMasterMk cId="3173464017" sldId="2147483651"/>
              <pc:sldLayoutMk cId="1488486935" sldId="2147483671"/>
              <ac:picMk id="15" creationId="{F444D1CF-9A99-D079-5D89-6DE824A89344}"/>
            </ac:picMkLst>
          </pc:picChg>
        </pc:sldLayoutChg>
        <pc:sldLayoutChg chg="delSp del mod">
          <pc:chgData name="Palit, Tapti" userId="dec6fbcd-7598-406a-8cbf-504d4a3bac15" providerId="ADAL" clId="{ECD42228-5B96-4A72-B268-C46DF994E6B7}" dt="2024-01-14T19:29:50.535" v="469" actId="2696"/>
          <pc:sldLayoutMkLst>
            <pc:docMk/>
            <pc:sldMasterMk cId="3173464017" sldId="2147483651"/>
            <pc:sldLayoutMk cId="1624196253" sldId="2147483672"/>
          </pc:sldLayoutMkLst>
          <pc:picChg chg="del">
            <ac:chgData name="Palit, Tapti" userId="dec6fbcd-7598-406a-8cbf-504d4a3bac15" providerId="ADAL" clId="{ECD42228-5B96-4A72-B268-C46DF994E6B7}" dt="2024-01-14T19:22:03.596" v="401" actId="478"/>
            <ac:picMkLst>
              <pc:docMk/>
              <pc:sldMasterMk cId="3173464017" sldId="2147483651"/>
              <pc:sldLayoutMk cId="1624196253" sldId="2147483672"/>
              <ac:picMk id="39" creationId="{28B0C093-6F71-44D4-5731-9A086B7811BD}"/>
            </ac:picMkLst>
          </pc:picChg>
        </pc:sldLayoutChg>
        <pc:sldLayoutChg chg="delSp del mod">
          <pc:chgData name="Palit, Tapti" userId="dec6fbcd-7598-406a-8cbf-504d4a3bac15" providerId="ADAL" clId="{ECD42228-5B96-4A72-B268-C46DF994E6B7}" dt="2024-01-14T19:29:50.535" v="470" actId="2696"/>
          <pc:sldLayoutMkLst>
            <pc:docMk/>
            <pc:sldMasterMk cId="3173464017" sldId="2147483651"/>
            <pc:sldLayoutMk cId="2605320833" sldId="2147483673"/>
          </pc:sldLayoutMkLst>
          <pc:picChg chg="del">
            <ac:chgData name="Palit, Tapti" userId="dec6fbcd-7598-406a-8cbf-504d4a3bac15" providerId="ADAL" clId="{ECD42228-5B96-4A72-B268-C46DF994E6B7}" dt="2024-01-14T19:22:05.794" v="402" actId="478"/>
            <ac:picMkLst>
              <pc:docMk/>
              <pc:sldMasterMk cId="3173464017" sldId="2147483651"/>
              <pc:sldLayoutMk cId="2605320833" sldId="2147483673"/>
              <ac:picMk id="39" creationId="{28B0C093-6F71-44D4-5731-9A086B7811BD}"/>
            </ac:picMkLst>
          </pc:picChg>
        </pc:sldLayoutChg>
        <pc:sldLayoutChg chg="del">
          <pc:chgData name="Palit, Tapti" userId="dec6fbcd-7598-406a-8cbf-504d4a3bac15" providerId="ADAL" clId="{ECD42228-5B96-4A72-B268-C46DF994E6B7}" dt="2024-01-14T19:29:50.535" v="471" actId="2696"/>
          <pc:sldLayoutMkLst>
            <pc:docMk/>
            <pc:sldMasterMk cId="3173464017" sldId="2147483651"/>
            <pc:sldLayoutMk cId="4082647622" sldId="2147483674"/>
          </pc:sldLayoutMkLst>
        </pc:sldLayoutChg>
        <pc:sldLayoutChg chg="del">
          <pc:chgData name="Palit, Tapti" userId="dec6fbcd-7598-406a-8cbf-504d4a3bac15" providerId="ADAL" clId="{ECD42228-5B96-4A72-B268-C46DF994E6B7}" dt="2024-01-14T19:29:50.346" v="448" actId="2696"/>
          <pc:sldLayoutMkLst>
            <pc:docMk/>
            <pc:sldMasterMk cId="3173464017" sldId="2147483651"/>
            <pc:sldLayoutMk cId="2821962812" sldId="2147483675"/>
          </pc:sldLayoutMkLst>
        </pc:sldLayoutChg>
        <pc:sldLayoutChg chg="del">
          <pc:chgData name="Palit, Tapti" userId="dec6fbcd-7598-406a-8cbf-504d4a3bac15" providerId="ADAL" clId="{ECD42228-5B96-4A72-B268-C46DF994E6B7}" dt="2024-01-14T19:29:45.413" v="447" actId="2696"/>
          <pc:sldLayoutMkLst>
            <pc:docMk/>
            <pc:sldMasterMk cId="3173464017" sldId="2147483651"/>
            <pc:sldLayoutMk cId="1048120041" sldId="2147483676"/>
          </pc:sldLayoutMkLst>
        </pc:sldLayoutChg>
        <pc:sldLayoutChg chg="del">
          <pc:chgData name="Palit, Tapti" userId="dec6fbcd-7598-406a-8cbf-504d4a3bac15" providerId="ADAL" clId="{ECD42228-5B96-4A72-B268-C46DF994E6B7}" dt="2024-01-14T19:29:45.397" v="446" actId="2696"/>
          <pc:sldLayoutMkLst>
            <pc:docMk/>
            <pc:sldMasterMk cId="3173464017" sldId="2147483651"/>
            <pc:sldLayoutMk cId="947820087" sldId="2147483677"/>
          </pc:sldLayoutMkLst>
        </pc:sldLayoutChg>
        <pc:sldLayoutChg chg="del">
          <pc:chgData name="Palit, Tapti" userId="dec6fbcd-7598-406a-8cbf-504d4a3bac15" providerId="ADAL" clId="{ECD42228-5B96-4A72-B268-C46DF994E6B7}" dt="2024-01-14T19:26:27.484" v="441" actId="47"/>
          <pc:sldLayoutMkLst>
            <pc:docMk/>
            <pc:sldMasterMk cId="3173464017" sldId="2147483651"/>
            <pc:sldLayoutMk cId="3195679092" sldId="2147483679"/>
          </pc:sldLayoutMkLst>
        </pc:sldLayoutChg>
      </pc:sldMasterChg>
      <pc:sldMasterChg chg="addSldLayout delSldLayout modSldLayout">
        <pc:chgData name="Palit, Tapti" userId="dec6fbcd-7598-406a-8cbf-504d4a3bac15" providerId="ADAL" clId="{ECD42228-5B96-4A72-B268-C46DF994E6B7}" dt="2024-01-29T23:35:49.110" v="82928" actId="14100"/>
        <pc:sldMasterMkLst>
          <pc:docMk/>
          <pc:sldMasterMk cId="233712816" sldId="2147483680"/>
        </pc:sldMasterMkLst>
        <pc:sldLayoutChg chg="modSp mod">
          <pc:chgData name="Palit, Tapti" userId="dec6fbcd-7598-406a-8cbf-504d4a3bac15" providerId="ADAL" clId="{ECD42228-5B96-4A72-B268-C46DF994E6B7}" dt="2024-01-29T23:35:49.110" v="82928" actId="14100"/>
          <pc:sldLayoutMkLst>
            <pc:docMk/>
            <pc:sldMasterMk cId="233712816" sldId="2147483680"/>
            <pc:sldLayoutMk cId="2376799565" sldId="2147483681"/>
          </pc:sldLayoutMkLst>
          <pc:spChg chg="mod">
            <ac:chgData name="Palit, Tapti" userId="dec6fbcd-7598-406a-8cbf-504d4a3bac15" providerId="ADAL" clId="{ECD42228-5B96-4A72-B268-C46DF994E6B7}" dt="2024-01-29T23:35:49.110" v="82928" actId="14100"/>
            <ac:spMkLst>
              <pc:docMk/>
              <pc:sldMasterMk cId="233712816" sldId="2147483680"/>
              <pc:sldLayoutMk cId="2376799565" sldId="2147483681"/>
              <ac:spMk id="3" creationId="{00000000-0000-0000-0000-000000000000}"/>
            </ac:spMkLst>
          </pc:spChg>
        </pc:sldLayoutChg>
        <pc:sldLayoutChg chg="add del mod modTransition">
          <pc:chgData name="Palit, Tapti" userId="dec6fbcd-7598-406a-8cbf-504d4a3bac15" providerId="ADAL" clId="{ECD42228-5B96-4A72-B268-C46DF994E6B7}" dt="2024-01-16T02:13:50.402" v="4772" actId="2696"/>
          <pc:sldLayoutMkLst>
            <pc:docMk/>
            <pc:sldMasterMk cId="233712816" sldId="2147483680"/>
            <pc:sldLayoutMk cId="216937841" sldId="2147483686"/>
          </pc:sldLayoutMkLst>
        </pc:sldLayoutChg>
        <pc:sldLayoutChg chg="add del mod modTransition">
          <pc:chgData name="Palit, Tapti" userId="dec6fbcd-7598-406a-8cbf-504d4a3bac15" providerId="ADAL" clId="{ECD42228-5B96-4A72-B268-C46DF994E6B7}" dt="2024-01-16T02:14:16.831" v="4776" actId="2890"/>
          <pc:sldLayoutMkLst>
            <pc:docMk/>
            <pc:sldMasterMk cId="233712816" sldId="2147483680"/>
            <pc:sldLayoutMk cId="2243872956" sldId="2147483687"/>
          </pc:sldLayoutMkLst>
        </pc:sldLayoutChg>
        <pc:sldLayoutChg chg="addSp modSp add mod modTransition">
          <pc:chgData name="Palit, Tapti" userId="dec6fbcd-7598-406a-8cbf-504d4a3bac15" providerId="ADAL" clId="{ECD42228-5B96-4A72-B268-C46DF994E6B7}" dt="2024-01-16T02:15:16.682" v="4787" actId="1076"/>
          <pc:sldLayoutMkLst>
            <pc:docMk/>
            <pc:sldMasterMk cId="233712816" sldId="2147483680"/>
            <pc:sldLayoutMk cId="818146410" sldId="2147483691"/>
          </pc:sldLayoutMkLst>
          <pc:spChg chg="mod">
            <ac:chgData name="Palit, Tapti" userId="dec6fbcd-7598-406a-8cbf-504d4a3bac15" providerId="ADAL" clId="{ECD42228-5B96-4A72-B268-C46DF994E6B7}" dt="2024-01-16T02:15:16.682" v="4787" actId="1076"/>
            <ac:spMkLst>
              <pc:docMk/>
              <pc:sldMasterMk cId="233712816" sldId="2147483680"/>
              <pc:sldLayoutMk cId="818146410" sldId="2147483691"/>
              <ac:spMk id="3" creationId="{00000000-0000-0000-0000-000000000000}"/>
            </ac:spMkLst>
          </pc:spChg>
          <pc:spChg chg="mod">
            <ac:chgData name="Palit, Tapti" userId="dec6fbcd-7598-406a-8cbf-504d4a3bac15" providerId="ADAL" clId="{ECD42228-5B96-4A72-B268-C46DF994E6B7}" dt="2024-01-16T02:15:10.083" v="4786" actId="14100"/>
            <ac:spMkLst>
              <pc:docMk/>
              <pc:sldMasterMk cId="233712816" sldId="2147483680"/>
              <pc:sldLayoutMk cId="818146410" sldId="2147483691"/>
              <ac:spMk id="4" creationId="{68978DA0-41BF-B60B-431E-237BD228D02F}"/>
            </ac:spMkLst>
          </pc:spChg>
          <pc:spChg chg="add mod">
            <ac:chgData name="Palit, Tapti" userId="dec6fbcd-7598-406a-8cbf-504d4a3bac15" providerId="ADAL" clId="{ECD42228-5B96-4A72-B268-C46DF994E6B7}" dt="2024-01-16T02:15:10.083" v="4786" actId="14100"/>
            <ac:spMkLst>
              <pc:docMk/>
              <pc:sldMasterMk cId="233712816" sldId="2147483680"/>
              <pc:sldLayoutMk cId="818146410" sldId="2147483691"/>
              <ac:spMk id="5" creationId="{F3B4F57F-52FF-34C9-CA40-49AC10797425}"/>
            </ac:spMkLst>
          </pc:spChg>
        </pc:sldLayoutChg>
      </pc:sldMasterChg>
    </pc:docChg>
  </pc:docChgLst>
  <pc:docChgLst>
    <pc:chgData name="Palit, Tapti" userId="S::tpalit@purdue.edu::dec6fbcd-7598-406a-8cbf-504d4a3bac15" providerId="AD" clId="Web-{6996A47D-AC16-A537-7366-79CD634BF0B7}"/>
    <pc:docChg chg="modSld">
      <pc:chgData name="Palit, Tapti" userId="S::tpalit@purdue.edu::dec6fbcd-7598-406a-8cbf-504d4a3bac15" providerId="AD" clId="Web-{6996A47D-AC16-A537-7366-79CD634BF0B7}" dt="2024-01-26T17:27:06.295" v="53" actId="20577"/>
      <pc:docMkLst>
        <pc:docMk/>
      </pc:docMkLst>
      <pc:sldChg chg="modSp">
        <pc:chgData name="Palit, Tapti" userId="S::tpalit@purdue.edu::dec6fbcd-7598-406a-8cbf-504d4a3bac15" providerId="AD" clId="Web-{6996A47D-AC16-A537-7366-79CD634BF0B7}" dt="2024-01-26T17:26:55.795" v="23" actId="20577"/>
        <pc:sldMkLst>
          <pc:docMk/>
          <pc:sldMk cId="1055822117" sldId="1038"/>
        </pc:sldMkLst>
        <pc:spChg chg="mod">
          <ac:chgData name="Palit, Tapti" userId="S::tpalit@purdue.edu::dec6fbcd-7598-406a-8cbf-504d4a3bac15" providerId="AD" clId="Web-{6996A47D-AC16-A537-7366-79CD634BF0B7}" dt="2024-01-26T17:26:50.466" v="10" actId="20577"/>
          <ac:spMkLst>
            <pc:docMk/>
            <pc:sldMk cId="1055822117" sldId="1038"/>
            <ac:spMk id="3" creationId="{C2AC3463-E898-8385-593F-593DA4125E40}"/>
          </ac:spMkLst>
        </pc:spChg>
        <pc:spChg chg="mod">
          <ac:chgData name="Palit, Tapti" userId="S::tpalit@purdue.edu::dec6fbcd-7598-406a-8cbf-504d4a3bac15" providerId="AD" clId="Web-{6996A47D-AC16-A537-7366-79CD634BF0B7}" dt="2024-01-26T17:26:55.795" v="23" actId="20577"/>
          <ac:spMkLst>
            <pc:docMk/>
            <pc:sldMk cId="1055822117" sldId="1038"/>
            <ac:spMk id="33" creationId="{0FF329FA-AD80-3EF8-2E40-78DBA07B6413}"/>
          </ac:spMkLst>
        </pc:spChg>
      </pc:sldChg>
      <pc:sldChg chg="modSp">
        <pc:chgData name="Palit, Tapti" userId="S::tpalit@purdue.edu::dec6fbcd-7598-406a-8cbf-504d4a3bac15" providerId="AD" clId="Web-{6996A47D-AC16-A537-7366-79CD634BF0B7}" dt="2024-01-26T17:27:06.295" v="53" actId="20577"/>
        <pc:sldMkLst>
          <pc:docMk/>
          <pc:sldMk cId="4270396083" sldId="1039"/>
        </pc:sldMkLst>
        <pc:spChg chg="mod">
          <ac:chgData name="Palit, Tapti" userId="S::tpalit@purdue.edu::dec6fbcd-7598-406a-8cbf-504d4a3bac15" providerId="AD" clId="Web-{6996A47D-AC16-A537-7366-79CD634BF0B7}" dt="2024-01-26T17:27:01.951" v="38" actId="20577"/>
          <ac:spMkLst>
            <pc:docMk/>
            <pc:sldMk cId="4270396083" sldId="1039"/>
            <ac:spMk id="3" creationId="{C2AC3463-E898-8385-593F-593DA4125E40}"/>
          </ac:spMkLst>
        </pc:spChg>
        <pc:spChg chg="mod">
          <ac:chgData name="Palit, Tapti" userId="S::tpalit@purdue.edu::dec6fbcd-7598-406a-8cbf-504d4a3bac15" providerId="AD" clId="Web-{6996A47D-AC16-A537-7366-79CD634BF0B7}" dt="2024-01-26T17:27:06.295" v="53" actId="20577"/>
          <ac:spMkLst>
            <pc:docMk/>
            <pc:sldMk cId="4270396083" sldId="1039"/>
            <ac:spMk id="33" creationId="{0FF329FA-AD80-3EF8-2E40-78DBA07B641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a</c:v>
                </c:pt>
                <c:pt idx="1">
                  <c:v>b</c:v>
                </c:pt>
                <c:pt idx="2">
                  <c:v>c</c:v>
                </c:pt>
              </c:strCache>
            </c:strRef>
          </c:cat>
          <c:val>
            <c:numRef>
              <c:f>Sheet1!$B$2:$B$4</c:f>
              <c:numCache>
                <c:formatCode>General</c:formatCode>
                <c:ptCount val="3"/>
                <c:pt idx="0">
                  <c:v>10</c:v>
                </c:pt>
                <c:pt idx="1">
                  <c:v>20</c:v>
                </c:pt>
                <c:pt idx="2">
                  <c:v>3.5</c:v>
                </c:pt>
              </c:numCache>
            </c:numRef>
          </c:val>
          <c:extLst>
            <c:ext xmlns:c16="http://schemas.microsoft.com/office/drawing/2014/chart" uri="{C3380CC4-5D6E-409C-BE32-E72D297353CC}">
              <c16:uniqueId val="{00000000-1488-437D-87DB-0EE3F77BBAB7}"/>
            </c:ext>
          </c:extLst>
        </c:ser>
        <c:dLbls>
          <c:showLegendKey val="0"/>
          <c:showVal val="0"/>
          <c:showCatName val="0"/>
          <c:showSerName val="0"/>
          <c:showPercent val="0"/>
          <c:showBubbleSize val="0"/>
        </c:dLbls>
        <c:gapWidth val="219"/>
        <c:overlap val="-27"/>
        <c:axId val="1008614415"/>
        <c:axId val="1008613455"/>
      </c:barChart>
      <c:catAx>
        <c:axId val="1008614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008613455"/>
        <c:crosses val="autoZero"/>
        <c:auto val="1"/>
        <c:lblAlgn val="ctr"/>
        <c:lblOffset val="100"/>
        <c:noMultiLvlLbl val="0"/>
      </c:catAx>
      <c:valAx>
        <c:axId val="1008613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08614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D91A-4F92-9A73-65DFD0CC5482}"/>
              </c:ext>
            </c:extLst>
          </c:dPt>
          <c:dPt>
            <c:idx val="1"/>
            <c:bubble3D val="0"/>
            <c:spPr>
              <a:solidFill>
                <a:schemeClr val="accent2"/>
              </a:solidFill>
              <a:ln>
                <a:noFill/>
              </a:ln>
              <a:effectLst/>
            </c:spPr>
            <c:extLst>
              <c:ext xmlns:c16="http://schemas.microsoft.com/office/drawing/2014/chart" uri="{C3380CC4-5D6E-409C-BE32-E72D297353CC}">
                <c16:uniqueId val="{00000003-D91A-4F92-9A73-65DFD0CC5482}"/>
              </c:ext>
            </c:extLst>
          </c:dPt>
          <c:dPt>
            <c:idx val="2"/>
            <c:bubble3D val="0"/>
            <c:spPr>
              <a:solidFill>
                <a:schemeClr val="accent3"/>
              </a:solidFill>
              <a:ln>
                <a:noFill/>
              </a:ln>
              <a:effectLst/>
            </c:spPr>
            <c:extLst>
              <c:ext xmlns:c16="http://schemas.microsoft.com/office/drawing/2014/chart" uri="{C3380CC4-5D6E-409C-BE32-E72D297353CC}">
                <c16:uniqueId val="{00000005-D91A-4F92-9A73-65DFD0CC548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a</c:v>
                </c:pt>
                <c:pt idx="1">
                  <c:v>b</c:v>
                </c:pt>
                <c:pt idx="2">
                  <c:v>c</c:v>
                </c:pt>
              </c:strCache>
            </c:strRef>
          </c:cat>
          <c:val>
            <c:numRef>
              <c:f>Sheet1!$B$2:$B$4</c:f>
              <c:numCache>
                <c:formatCode>General</c:formatCode>
                <c:ptCount val="3"/>
                <c:pt idx="0">
                  <c:v>10</c:v>
                </c:pt>
                <c:pt idx="1">
                  <c:v>20</c:v>
                </c:pt>
                <c:pt idx="2">
                  <c:v>30</c:v>
                </c:pt>
              </c:numCache>
            </c:numRef>
          </c:val>
          <c:extLst>
            <c:ext xmlns:c16="http://schemas.microsoft.com/office/drawing/2014/chart" uri="{C3380CC4-5D6E-409C-BE32-E72D297353CC}">
              <c16:uniqueId val="{00000000-A74E-4047-97F2-020BA21BFF2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Sheet1!$A$2:$A$4</cx:f>
        <cx:lvl ptCount="3">
          <cx:pt idx="0">a</cx:pt>
          <cx:pt idx="1">b</cx:pt>
          <cx:pt idx="2">c</cx:pt>
        </cx:lvl>
      </cx:strDim>
      <cx:numDim type="size">
        <cx:f dir="row">Sheet1!$B$2:$B$4</cx:f>
        <cx:lvl ptCount="3" formatCode="General">
          <cx:pt idx="0">10</cx:pt>
          <cx:pt idx="1">20</cx:pt>
          <cx:pt idx="2">30</cx:pt>
        </cx:lvl>
      </cx:numDim>
    </cx:data>
  </cx:chartData>
  <cx:chart>
    <cx:plotArea>
      <cx:plotAreaRegion>
        <cx:series layoutId="sunburst" uniqueId="{ECF5EE0C-F7F4-40CA-A582-881CEA022ED8}">
          <cx:tx>
            <cx:txData>
              <cx:f>Sheet1!$B$1</cx:f>
              <cx:v>Series 1</cx:v>
            </cx:txData>
          </cx:tx>
          <cx:dataId val="0"/>
        </cx:series>
      </cx:plotAreaRegion>
    </cx:plotArea>
    <cx:legend pos="t" align="ctr" overlay="0">
      <cx:txPr>
        <a:bodyPr spcFirstLastPara="1" vertOverflow="ellipsis" horzOverflow="overflow" wrap="square" lIns="0" tIns="0" rIns="0" bIns="0" anchor="ctr" anchorCtr="1"/>
        <a:lstStyle/>
        <a:p>
          <a:pPr algn="ctr" rtl="0">
            <a:defRPr sz="1400"/>
          </a:pPr>
          <a:endParaRPr lang="en-US" sz="1400" b="0" i="0" u="none" strike="noStrike" kern="1200" baseline="0">
            <a:solidFill>
              <a:srgbClr val="022850">
                <a:lumMod val="65000"/>
                <a:lumOff val="35000"/>
              </a:srgb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303FB2-A1BE-0DBA-A3AC-DFA8A5930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82844F-6348-C965-3033-4582208182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49EDF-C441-401E-BE19-3A9BC3A020D4}" type="datetimeFigureOut">
              <a:rPr lang="en-US" smtClean="0"/>
              <a:t>12/2/2025</a:t>
            </a:fld>
            <a:endParaRPr lang="en-US"/>
          </a:p>
        </p:txBody>
      </p:sp>
      <p:sp>
        <p:nvSpPr>
          <p:cNvPr id="4" name="Footer Placeholder 3">
            <a:extLst>
              <a:ext uri="{FF2B5EF4-FFF2-40B4-BE49-F238E27FC236}">
                <a16:creationId xmlns:a16="http://schemas.microsoft.com/office/drawing/2014/main" id="{D5953E46-1D0D-C95C-66B2-3089D23374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599E8B-091A-C7E4-8220-7438D090CC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D8223A-ACC9-44FE-9CF5-78ACB84FD6BB}" type="slidenum">
              <a:rPr lang="en-US" smtClean="0"/>
              <a:t>‹#›</a:t>
            </a:fld>
            <a:endParaRPr lang="en-US"/>
          </a:p>
        </p:txBody>
      </p:sp>
    </p:spTree>
    <p:extLst>
      <p:ext uri="{BB962C8B-B14F-4D97-AF65-F5344CB8AC3E}">
        <p14:creationId xmlns:p14="http://schemas.microsoft.com/office/powerpoint/2010/main" val="40878021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3C71B-473E-4814-B444-77926C773EE5}"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6425-68DF-4337-AE1A-4CA291A8E422}" type="slidenum">
              <a:rPr lang="en-US" smtClean="0"/>
              <a:t>‹#›</a:t>
            </a:fld>
            <a:endParaRPr lang="en-US"/>
          </a:p>
        </p:txBody>
      </p:sp>
    </p:spTree>
    <p:extLst>
      <p:ext uri="{BB962C8B-B14F-4D97-AF65-F5344CB8AC3E}">
        <p14:creationId xmlns:p14="http://schemas.microsoft.com/office/powerpoint/2010/main" val="22615814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Tree>
    <p:extLst>
      <p:ext uri="{BB962C8B-B14F-4D97-AF65-F5344CB8AC3E}">
        <p14:creationId xmlns:p14="http://schemas.microsoft.com/office/powerpoint/2010/main" val="2863198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Where do design patterns fit in our journey through software engine</a:t>
            </a:r>
          </a:p>
        </p:txBody>
      </p:sp>
    </p:spTree>
    <p:extLst>
      <p:ext uri="{BB962C8B-B14F-4D97-AF65-F5344CB8AC3E}">
        <p14:creationId xmlns:p14="http://schemas.microsoft.com/office/powerpoint/2010/main" val="733057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EDA0B-1F0C-0338-0E28-0E35765E3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03790-60FA-0750-028F-FB5ECA61B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F6D32-2E11-AA8C-E3B6-197CD8D026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2409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83D3-A526-A3F9-7826-4358F3925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338B7-FDD6-D2E0-0643-299D06641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88EF2-1A11-62C8-53C1-D676BED2FEE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810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7C80-B1BD-96F2-4C6F-39CA3B44E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4B616-7197-257F-3C1A-0C5C690BA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2EB3E-DFBB-ED1C-2EFE-2DB48DA4F974}"/>
              </a:ext>
            </a:extLst>
          </p:cNvPr>
          <p:cNvSpPr>
            <a:spLocks noGrp="1"/>
          </p:cNvSpPr>
          <p:nvPr>
            <p:ph type="body" idx="1"/>
          </p:nvPr>
        </p:nvSpPr>
        <p:spPr/>
        <p:txBody>
          <a:bodyPr/>
          <a:lstStyle/>
          <a:p>
            <a:pPr marL="171450" indent="-171450">
              <a:buFontTx/>
              <a:buChar char="-"/>
            </a:pPr>
            <a:r>
              <a:rPr lang="en-US" dirty="0"/>
              <a:t>In this module, we will pop out a bit</a:t>
            </a:r>
          </a:p>
          <a:p>
            <a:pPr marL="171450" indent="-171450">
              <a:buFontTx/>
              <a:buChar char="-"/>
            </a:pPr>
            <a:r>
              <a:rPr lang="en-US" dirty="0"/>
              <a:t>Look at entire system</a:t>
            </a:r>
          </a:p>
          <a:p>
            <a:pPr marL="171450" indent="-171450">
              <a:buFontTx/>
              <a:buChar char="-"/>
            </a:pPr>
            <a:r>
              <a:rPr lang="en-US" dirty="0"/>
              <a:t>Design these complex systems</a:t>
            </a:r>
          </a:p>
          <a:p>
            <a:pPr marL="0" indent="0">
              <a:buFontTx/>
              <a:buNone/>
            </a:pPr>
            <a:endParaRPr lang="en-US" dirty="0"/>
          </a:p>
        </p:txBody>
      </p:sp>
    </p:spTree>
    <p:extLst>
      <p:ext uri="{BB962C8B-B14F-4D97-AF65-F5344CB8AC3E}">
        <p14:creationId xmlns:p14="http://schemas.microsoft.com/office/powerpoint/2010/main" val="1507514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5DD41-5300-72D6-0225-2B181D159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5F694-41FD-3D1D-E5D1-44824A012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50417-97F3-398C-E6BD-0CB7F1EDC72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0289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3457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Really make you fast in reading the code</a:t>
            </a:r>
          </a:p>
          <a:p>
            <a:pPr marL="171450" indent="-171450">
              <a:buFontTx/>
              <a:buChar char="-"/>
            </a:pPr>
            <a:r>
              <a:rPr lang="en-US" dirty="0"/>
              <a:t>Otherwise spend a lot of time trying to trace what it’s doing</a:t>
            </a:r>
          </a:p>
        </p:txBody>
      </p:sp>
    </p:spTree>
    <p:extLst>
      <p:ext uri="{BB962C8B-B14F-4D97-AF65-F5344CB8AC3E}">
        <p14:creationId xmlns:p14="http://schemas.microsoft.com/office/powerpoint/2010/main" val="2862225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 manufactures all the objects</a:t>
            </a:r>
          </a:p>
          <a:p>
            <a:r>
              <a:rPr lang="en-US" dirty="0"/>
              <a:t>Abstract: class is abstract</a:t>
            </a:r>
          </a:p>
        </p:txBody>
      </p:sp>
    </p:spTree>
    <p:extLst>
      <p:ext uri="{BB962C8B-B14F-4D97-AF65-F5344CB8AC3E}">
        <p14:creationId xmlns:p14="http://schemas.microsoft.com/office/powerpoint/2010/main" val="4254156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fancy happening here</a:t>
            </a:r>
          </a:p>
        </p:txBody>
      </p:sp>
    </p:spTree>
    <p:extLst>
      <p:ext uri="{BB962C8B-B14F-4D97-AF65-F5344CB8AC3E}">
        <p14:creationId xmlns:p14="http://schemas.microsoft.com/office/powerpoint/2010/main" val="163529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2129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CE87D-5C00-D78B-1602-D81E6BC40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87061-6C89-9423-2FA7-D335E9C4D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A1FF7-C16A-2A9F-45ED-5D4E0E1A67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7077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B8E0-D072-3DE4-1BC2-799E994DF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43CDD-8DB0-1E90-D963-9927222EF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9A9E4-9FD2-7C30-110D-707FEA817C24}"/>
              </a:ext>
            </a:extLst>
          </p:cNvPr>
          <p:cNvSpPr>
            <a:spLocks noGrp="1"/>
          </p:cNvSpPr>
          <p:nvPr>
            <p:ph type="body" idx="1"/>
          </p:nvPr>
        </p:nvSpPr>
        <p:spPr/>
        <p:txBody>
          <a:bodyPr/>
          <a:lstStyle/>
          <a:p>
            <a:r>
              <a:rPr lang="en-US" dirty="0"/>
              <a:t>- Third party payment gateway</a:t>
            </a:r>
          </a:p>
        </p:txBody>
      </p:sp>
    </p:spTree>
    <p:extLst>
      <p:ext uri="{BB962C8B-B14F-4D97-AF65-F5344CB8AC3E}">
        <p14:creationId xmlns:p14="http://schemas.microsoft.com/office/powerpoint/2010/main" val="2574020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2980-862A-4F51-5584-6E8F02396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21926-78A4-AFC4-5DC4-30C85092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7A7A-4AA5-96F2-DBF9-0BBFEC2EE3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4026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B499-0518-A669-FD36-9AE2972FE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D88F5-B301-1926-48B2-7BB28E137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0E3F6-9115-D878-3171-D0BF7F8F1E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9723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1335505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29B6-795E-701B-019F-77AAEC59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3E58E-8358-5838-E783-115D6880D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3878D-45BF-A81B-C9CD-111B247974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3806201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D2F4D-C891-CB34-0947-BDE0FDFB1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C1C4D-4D34-A1F3-DB1D-16AA33F79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074F-8691-3C8A-BCA0-8C6532F373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Adapter, Bridge, Composite, Decorator, Proxy</a:t>
            </a:r>
          </a:p>
          <a:p>
            <a:endParaRPr lang="en-US" dirty="0"/>
          </a:p>
        </p:txBody>
      </p:sp>
    </p:spTree>
    <p:extLst>
      <p:ext uri="{BB962C8B-B14F-4D97-AF65-F5344CB8AC3E}">
        <p14:creationId xmlns:p14="http://schemas.microsoft.com/office/powerpoint/2010/main" val="45208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658E-D2D7-7BD5-D912-84D3C2E72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59422-34C2-BA83-851C-BCBABD6C2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A89D-7F0F-2122-47BF-C8927B85AF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5397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85B53-1232-03F9-693C-BF0E0369A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40C68-A92D-4271-4EF7-1A69260A8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0D7CF-A49A-1F76-D0C6-EA3A078219A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5614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0CDE-963B-B899-2121-127DD8784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3B08F-495D-8EAB-B5B4-5F39A8BCA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7468B-9B46-B2D2-4A83-BF8D73C8AD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8428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1453-65AA-8288-9B47-203808FDA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E07E7-E138-87AB-C827-F2F6F6C18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3ECC5A-0B0B-6110-093A-365B7CED34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7050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63E8-359E-4442-4A1B-12E285C4B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95442-60E9-9B87-040C-2C1F5E3E5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E7F9D-2BCC-BCD8-C968-1E0CCA5EE4A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66758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37EA-09CF-11BB-E915-A547D86FA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475FF-03CA-A8B1-5305-C93B1FEFD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C90AD-CFC4-673D-038C-00388014C42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23828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2C1B2-02CE-9DA5-5C6E-D5D2FF23D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AE6F5-273C-56E5-A8E7-4F0DFB9EC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7A78E-DD06-3E8C-4EBC-7072858B3F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7927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B6AA-0866-F9F9-89E7-576735DFA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6F779-FAB6-1100-34BA-BB6A1A73A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0A7DC-13C7-A265-CDE0-BFEA6E697C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4577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F16C-E038-9EEF-0869-E9DAC6CAE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F8D7B-5339-E5EF-B53A-4FA530E8F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CA588-806E-629D-26CF-2E63C6F1D4E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658888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FA85-129B-FD55-D295-13F6579B7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9B962-9777-0B90-1582-540F49057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04116-BD8C-67A9-2D5D-26C6FCF772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Bridge, Composite, Decorator, Proxy</a:t>
            </a:r>
          </a:p>
          <a:p>
            <a:endParaRPr lang="en-US" dirty="0"/>
          </a:p>
        </p:txBody>
      </p:sp>
    </p:spTree>
    <p:extLst>
      <p:ext uri="{BB962C8B-B14F-4D97-AF65-F5344CB8AC3E}">
        <p14:creationId xmlns:p14="http://schemas.microsoft.com/office/powerpoint/2010/main" val="18339298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218AA-E7B6-FBB3-2D76-FE1945275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FDF17-E42B-C9C0-081E-963268F7B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396993-22B0-018F-470E-6E5B3096C2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1474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4C440-1D4E-1A52-0A09-0BAB9A721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2E58F-061A-9077-7210-5C3172EBA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492EA-38B6-E5D4-D165-4D33BB3BC59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2791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426E-732D-383D-7680-070ACA72D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C6A37-E148-997A-046E-AA4E3F487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DAD66-8A69-C031-4FA1-30D8CC2B43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1456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B140-9B05-F047-55E7-C997224CE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1FECE-A482-6E02-628A-7D8DFB79F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6BF51-4963-E0F1-CAAA-9A939F6C1A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42278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88994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Entrypoint</a:t>
            </a:r>
            <a:endParaRPr lang="en-US" dirty="0"/>
          </a:p>
          <a:p>
            <a:pPr marL="171450" indent="-171450">
              <a:buFontTx/>
              <a:buChar char="-"/>
            </a:pPr>
            <a:r>
              <a:rPr lang="en-US" dirty="0"/>
              <a:t>intuitive</a:t>
            </a:r>
          </a:p>
        </p:txBody>
      </p:sp>
    </p:spTree>
    <p:extLst>
      <p:ext uri="{BB962C8B-B14F-4D97-AF65-F5344CB8AC3E}">
        <p14:creationId xmlns:p14="http://schemas.microsoft.com/office/powerpoint/2010/main" val="4248232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A7259-A459-CCEE-EC35-90F92C748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B4CD2-931A-8B21-B345-F6121BD8B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E8B16-317E-AC47-38E3-EB0560F0917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4309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E967-D3B3-986D-0D16-7B6E4EF1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C1A68-9343-A691-3743-81CB6D58D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F2FA-AA45-2365-4160-B39EB09F2E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3430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B65F-45AA-AC0C-458B-E08A6B20A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9998C-9485-1A7B-481A-E728F83F6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A860E-AB2C-D31A-A832-2B1DF73DE88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43789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0293-D3A7-EF6A-2A99-78C2A6405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2BF07-0F38-6416-CEF1-31AEB77DD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02951-8DF0-6A3A-ACBF-96BE365A340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21138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7DB5-7C26-7305-955A-1FBF9B48F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383E6-C7DF-FE47-799C-6AE7C996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8EC02-315B-DCEC-3266-AA9735E3B1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01691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B8497-34AC-049A-7A53-030CFFFB5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07E9D-EA1F-931E-0B04-FC6927B77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DE0D8-6F98-F38E-6DCB-20FBEE99D16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5873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0D561-E144-3343-A1FC-5947B4D0F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A2F6B-D66A-A6C0-0E13-C05E6A6A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04A33-2561-23DC-F54F-12D8692DC90A}"/>
              </a:ext>
            </a:extLst>
          </p:cNvPr>
          <p:cNvSpPr>
            <a:spLocks noGrp="1"/>
          </p:cNvSpPr>
          <p:nvPr>
            <p:ph type="body" idx="1"/>
          </p:nvPr>
        </p:nvSpPr>
        <p:spPr/>
        <p:txBody>
          <a:bodyPr/>
          <a:lstStyle/>
          <a:p>
            <a:r>
              <a:rPr lang="en-US" dirty="0"/>
              <a:t>Add the decorator twice</a:t>
            </a:r>
          </a:p>
        </p:txBody>
      </p:sp>
    </p:spTree>
    <p:extLst>
      <p:ext uri="{BB962C8B-B14F-4D97-AF65-F5344CB8AC3E}">
        <p14:creationId xmlns:p14="http://schemas.microsoft.com/office/powerpoint/2010/main" val="2652361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34BB-6C0D-AF15-F3CF-7E58B0E8D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D375C-4712-4CAE-28F6-43DAE463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EE395-7F7A-7A30-F9F5-0397ECCABE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48549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31313176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B256E-D04A-4FFA-485B-20298649B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FF9FD-4D27-FAA4-E9ED-23C6EA767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E1306-95CB-4245-1090-819D53F2898E}"/>
              </a:ext>
            </a:extLst>
          </p:cNvPr>
          <p:cNvSpPr>
            <a:spLocks noGrp="1"/>
          </p:cNvSpPr>
          <p:nvPr>
            <p:ph type="body" idx="1"/>
          </p:nvPr>
        </p:nvSpPr>
        <p:spPr/>
        <p:txBody>
          <a:bodyPr/>
          <a:lstStyle/>
          <a:p>
            <a:r>
              <a:rPr lang="en-US" dirty="0"/>
              <a:t>Bar chart, pie chart, donut chart</a:t>
            </a:r>
          </a:p>
        </p:txBody>
      </p:sp>
    </p:spTree>
    <p:extLst>
      <p:ext uri="{BB962C8B-B14F-4D97-AF65-F5344CB8AC3E}">
        <p14:creationId xmlns:p14="http://schemas.microsoft.com/office/powerpoint/2010/main" val="26026242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380B-3A1A-4078-988A-9987C97EE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56A0-D4F0-C9F2-98FC-1DFEEB82D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5270A-AC38-34BE-8993-46F26ADCEB5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26412578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8433-9C0C-E3D0-9296-DE2748C6D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74232-9329-B9DB-8483-6A03918E3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5FC51-170C-F4C2-0443-43CF386C7B39}"/>
              </a:ext>
            </a:extLst>
          </p:cNvPr>
          <p:cNvSpPr>
            <a:spLocks noGrp="1"/>
          </p:cNvSpPr>
          <p:nvPr>
            <p:ph type="body" idx="1"/>
          </p:nvPr>
        </p:nvSpPr>
        <p:spPr/>
        <p:txBody>
          <a:bodyPr/>
          <a:lstStyle/>
          <a:p>
            <a:r>
              <a:rPr lang="en-US" dirty="0"/>
              <a:t>Observer, state, template method, visitor</a:t>
            </a:r>
          </a:p>
        </p:txBody>
      </p:sp>
    </p:spTree>
    <p:extLst>
      <p:ext uri="{BB962C8B-B14F-4D97-AF65-F5344CB8AC3E}">
        <p14:creationId xmlns:p14="http://schemas.microsoft.com/office/powerpoint/2010/main" val="13915022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14325629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1774286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24080786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26244-1499-F3BA-B9F5-5D4F50597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BA520-FA5D-98BD-5470-92D59C79A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69BC3-BB51-2CF2-B9FB-8FA159E612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template method, visitor</a:t>
            </a:r>
          </a:p>
          <a:p>
            <a:endParaRPr lang="en-US" dirty="0"/>
          </a:p>
        </p:txBody>
      </p:sp>
    </p:spTree>
    <p:extLst>
      <p:ext uri="{BB962C8B-B14F-4D97-AF65-F5344CB8AC3E}">
        <p14:creationId xmlns:p14="http://schemas.microsoft.com/office/powerpoint/2010/main" val="6175991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53BC-1E48-E753-F58E-E380DABE7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F7913-ED81-6A48-EEAD-180CD49BC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C5FD8-B6B1-A858-3C77-F95C42C4692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99813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2F57-1296-41A4-222E-5B5753709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82ED9-CCCD-8F95-8F8C-50E5883B0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A9D8C-E814-CD2E-8C84-B4300DC819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74137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1055-E99C-67E6-697F-56C941B65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54EA3-DC79-FBD1-1B34-D3497159B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60959-7606-3383-D589-2DE6C69DDE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stop, pause invoked when the user presses those buttons</a:t>
            </a:r>
          </a:p>
          <a:p>
            <a:endParaRPr lang="en-US" dirty="0"/>
          </a:p>
        </p:txBody>
      </p:sp>
    </p:spTree>
    <p:extLst>
      <p:ext uri="{BB962C8B-B14F-4D97-AF65-F5344CB8AC3E}">
        <p14:creationId xmlns:p14="http://schemas.microsoft.com/office/powerpoint/2010/main" val="39941180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ED05-8388-1289-36F9-95821A13A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ED0D2-7044-DFF4-00BD-35A03A9DC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92424-6566-70BD-026D-63FD00182AB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99895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4E4F-AA39-616A-E3F1-8BE13C9AA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AFCB6-074C-D99D-61EA-4C689ECA4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06CDE-9708-DD44-5611-7AD688CB44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40483257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3B0F-3EC2-6E8A-129B-B7A8EAA21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72829-A23C-2222-2E19-EF1971005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8443F-A044-9EB3-D456-A161D8CEC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16718119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0FC1-B700-2744-2181-AB4E0864A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AEE11-9254-CEC2-FAEE-4AAA030A9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0D33C-650F-1E49-7B5F-F0060C5FC3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Observer, state, </a:t>
            </a:r>
            <a:r>
              <a:rPr lang="en-US"/>
              <a:t>template method, visitor</a:t>
            </a:r>
            <a:endParaRPr lang="en-US" dirty="0"/>
          </a:p>
          <a:p>
            <a:endParaRPr lang="en-US" dirty="0"/>
          </a:p>
        </p:txBody>
      </p:sp>
    </p:spTree>
    <p:extLst>
      <p:ext uri="{BB962C8B-B14F-4D97-AF65-F5344CB8AC3E}">
        <p14:creationId xmlns:p14="http://schemas.microsoft.com/office/powerpoint/2010/main" val="2867687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15856-2D14-3BA6-A529-DAE9D91D7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E7D5E-8483-98FE-C196-238D28AF8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50022-39C5-5FFC-58AA-9CFD43ED1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34107668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78F1-B982-4ADB-4A4D-D7542677E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006C5-B8D4-B462-E05A-1F1484E2E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C57F5-F312-0F96-9BED-F96A274EED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582519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F67F-CF1C-9230-E5B2-2FF4B7B00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CF843-BE09-460D-0CB3-4AA3BE212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46B1F-5B50-07EE-27F2-904B2B4FC3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12521122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60B85-74BF-F9FC-1D4C-A7A96D8E6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52918-9E4F-51F5-23F3-6EDE667DE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76445-71E7-8394-B9F5-58A8D5D2D7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template method, visitor</a:t>
            </a:r>
          </a:p>
          <a:p>
            <a:endParaRPr lang="en-US" dirty="0"/>
          </a:p>
        </p:txBody>
      </p:sp>
    </p:spTree>
    <p:extLst>
      <p:ext uri="{BB962C8B-B14F-4D97-AF65-F5344CB8AC3E}">
        <p14:creationId xmlns:p14="http://schemas.microsoft.com/office/powerpoint/2010/main" val="2715269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super</a:t>
            </a:r>
          </a:p>
        </p:txBody>
      </p:sp>
    </p:spTree>
    <p:extLst>
      <p:ext uri="{BB962C8B-B14F-4D97-AF65-F5344CB8AC3E}">
        <p14:creationId xmlns:p14="http://schemas.microsoft.com/office/powerpoint/2010/main" val="3611985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with a contrived case study</a:t>
            </a:r>
          </a:p>
        </p:txBody>
      </p:sp>
    </p:spTree>
    <p:extLst>
      <p:ext uri="{BB962C8B-B14F-4D97-AF65-F5344CB8AC3E}">
        <p14:creationId xmlns:p14="http://schemas.microsoft.com/office/powerpoint/2010/main" val="4847532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7EBA-A6E5-F090-DE1A-0D8AA678B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F46CD-8F1D-46C5-7DA5-67A584E1E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C5479-BF98-33F6-3FBD-3841E208344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510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52FA-7E1F-D996-594A-5EFD033F5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7930C-92A1-4A3F-25A4-3E332F0C7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8D051-4949-01A8-B536-8B0FAEB8592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53318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64CC9-E972-9688-526A-7E6465388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AF3C4-45C4-9E9F-6E34-2937CFA9E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22C8A-2B49-A33A-BD4E-DBE2EA5587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837465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F6DB-0C9A-6D02-40D7-04A9783C3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EE4CA-EB1E-8750-ADA6-F85D76375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6D377-EF70-27B1-CE02-08415155E6D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00822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343E-F9E4-B171-61A0-F3E68F414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207B5-201E-4933-02D0-9E9BCB715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7FEC0-5A1A-7A68-9F77-F9F8A1DED8B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41723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D028-2D50-BE82-F7A4-8E561497D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514C2-BEFB-A973-D947-4BC038DF2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80A17-A8AD-21D1-8249-5DFFC8A8EAD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908623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5AF35-C224-4B14-5EEE-DD629DE80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544DF-F92B-ECF1-CC4C-EE1F75FCC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8E87F-FD2A-F1D5-B59A-8FD089DD0F4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74857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ED8F-BD96-4865-EE48-64BFA485B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78DD0-EE29-2945-C64B-32776E81D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30EFE-0440-96DC-2BEF-C690CD4D43F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55654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panel">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0607" y="785004"/>
            <a:ext cx="11449319" cy="5218981"/>
          </a:xfrm>
        </p:spPr>
        <p:txBody>
          <a:bodyPr>
            <a:normAutofit/>
          </a:bodyPr>
          <a:lstStyle>
            <a:lvl1pPr marL="230188" indent="-230188">
              <a:buFont typeface="Arial" panose="020B0604020202020204" pitchFamily="34" charset="0"/>
              <a:buChar char="•"/>
              <a:defRPr sz="2800"/>
            </a:lvl1pPr>
            <a:lvl2pPr marL="454025" indent="-223838">
              <a:defRPr sz="2400"/>
            </a:lvl2pPr>
            <a:lvl3pPr marL="684213" indent="-222250">
              <a:defRPr sz="2000"/>
            </a:lvl3pPr>
            <a:lvl4pPr marL="914400" indent="-230188">
              <a:defRPr sz="1800"/>
            </a:lvl4pPr>
            <a:lvl5pPr marL="1198563" indent="-28416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4FDD6017-C856-15BC-9C6B-D7FFE1974E50}"/>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5" name="Slide Number Placeholder 5">
            <a:extLst>
              <a:ext uri="{FF2B5EF4-FFF2-40B4-BE49-F238E27FC236}">
                <a16:creationId xmlns:a16="http://schemas.microsoft.com/office/drawing/2014/main" id="{0C21EC85-B64B-D417-05E3-4A40FB71C5A1}"/>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B37FCA99-B5B4-A067-14CF-09B8C1BFC8F4}"/>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13057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White">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101" y="3645157"/>
            <a:ext cx="9871710" cy="976289"/>
          </a:xfrm>
        </p:spPr>
        <p:txBody>
          <a:bodyPr/>
          <a:lstStyle>
            <a:lvl1pPr>
              <a:defRPr sz="2400"/>
            </a:lvl1pPr>
            <a:lvl2pPr>
              <a:defRPr sz="2000"/>
            </a:lvl2pPr>
            <a:lvl3pPr>
              <a:defRPr sz="1800"/>
            </a:lvl3pPr>
            <a:lvl4pPr>
              <a:defRPr sz="1800"/>
            </a:lvl4pPr>
            <a:lvl5pPr>
              <a:defRPr sz="1800"/>
            </a:lvl5pPr>
          </a:lstStyle>
          <a:p>
            <a:pPr lvl="0"/>
            <a:r>
              <a:rPr lang="en-US"/>
              <a:t>Click to edit Master text styles</a:t>
            </a:r>
          </a:p>
        </p:txBody>
      </p:sp>
      <p:sp>
        <p:nvSpPr>
          <p:cNvPr id="5" name="Date Placeholder 3">
            <a:extLst>
              <a:ext uri="{FF2B5EF4-FFF2-40B4-BE49-F238E27FC236}">
                <a16:creationId xmlns:a16="http://schemas.microsoft.com/office/drawing/2014/main" id="{A96A8697-A3E3-1B4B-A083-BDD310C77A94}"/>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6" name="Slide Number Placeholder 5">
            <a:extLst>
              <a:ext uri="{FF2B5EF4-FFF2-40B4-BE49-F238E27FC236}">
                <a16:creationId xmlns:a16="http://schemas.microsoft.com/office/drawing/2014/main" id="{97BFF3FC-C568-3A4F-A7C2-BB440F2E588F}"/>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FC77A756-9FDD-1541-B901-BF89E9004908}"/>
              </a:ext>
            </a:extLst>
          </p:cNvPr>
          <p:cNvSpPr>
            <a:spLocks noGrp="1"/>
          </p:cNvSpPr>
          <p:nvPr>
            <p:ph type="ftr" sz="quarter" idx="12"/>
          </p:nvPr>
        </p:nvSpPr>
        <p:spPr/>
        <p:txBody>
          <a:bodyPr/>
          <a:lstStyle>
            <a:lvl1pPr>
              <a:defRPr>
                <a:solidFill>
                  <a:schemeClr val="tx1"/>
                </a:solidFill>
              </a:defRPr>
            </a:lvl1pPr>
          </a:lstStyle>
          <a:p>
            <a:pPr>
              <a:defRPr/>
            </a:pPr>
            <a:endParaRPr lang="en-US" dirty="0"/>
          </a:p>
        </p:txBody>
      </p:sp>
      <p:sp>
        <p:nvSpPr>
          <p:cNvPr id="8" name="Text Placeholder 7">
            <a:extLst>
              <a:ext uri="{FF2B5EF4-FFF2-40B4-BE49-F238E27FC236}">
                <a16:creationId xmlns:a16="http://schemas.microsoft.com/office/drawing/2014/main" id="{054379F0-92D2-B849-85CF-D31BEFCCA5EC}"/>
              </a:ext>
            </a:extLst>
          </p:cNvPr>
          <p:cNvSpPr>
            <a:spLocks noGrp="1"/>
          </p:cNvSpPr>
          <p:nvPr>
            <p:ph type="body" sz="quarter" idx="13"/>
          </p:nvPr>
        </p:nvSpPr>
        <p:spPr>
          <a:xfrm>
            <a:off x="537210" y="2729401"/>
            <a:ext cx="10813709" cy="914400"/>
          </a:xfrm>
        </p:spPr>
        <p:txBody>
          <a:bodyPr/>
          <a:lstStyle>
            <a:lvl1pPr>
              <a:defRPr sz="4800" b="1"/>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0941159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panel-takeawa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76512"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14350" indent="-168275">
              <a:defRPr sz="2000"/>
            </a:lvl3pPr>
            <a:lvl4pPr marL="684213" indent="-169863">
              <a:defRPr sz="1800"/>
            </a:lvl4pPr>
            <a:lvl5pPr marL="860425" indent="-17621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61270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panel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448426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de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Tree>
    <p:extLst>
      <p:ext uri="{BB962C8B-B14F-4D97-AF65-F5344CB8AC3E}">
        <p14:creationId xmlns:p14="http://schemas.microsoft.com/office/powerpoint/2010/main" val="88015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de_pane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Tuesday, December 2,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4" name="Content Placeholder 2">
            <a:extLst>
              <a:ext uri="{FF2B5EF4-FFF2-40B4-BE49-F238E27FC236}">
                <a16:creationId xmlns:a16="http://schemas.microsoft.com/office/drawing/2014/main" id="{E2574AB0-E2E4-D353-5E8A-27776DD37E4D}"/>
              </a:ext>
            </a:extLst>
          </p:cNvPr>
          <p:cNvSpPr>
            <a:spLocks noGrp="1"/>
          </p:cNvSpPr>
          <p:nvPr>
            <p:ph idx="13" hasCustomPrompt="1"/>
          </p:nvPr>
        </p:nvSpPr>
        <p:spPr>
          <a:xfrm>
            <a:off x="6176381"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54717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98D0D97-B071-C148-9036-86499577D320}"/>
              </a:ext>
            </a:extLst>
          </p:cNvPr>
          <p:cNvSpPr>
            <a:spLocks noGrp="1"/>
          </p:cNvSpPr>
          <p:nvPr>
            <p:ph type="ftr" sz="quarter" idx="3"/>
          </p:nvPr>
        </p:nvSpPr>
        <p:spPr>
          <a:xfrm>
            <a:off x="1948815" y="6224905"/>
            <a:ext cx="4056063" cy="365125"/>
          </a:xfrm>
          <a:prstGeom prst="rect">
            <a:avLst/>
          </a:prstGeom>
        </p:spPr>
        <p:txBody>
          <a:bodyPr vert="horz" lIns="91440" tIns="45720" rIns="91440" bIns="45720" rtlCol="0" anchor="ctr"/>
          <a:lstStyle>
            <a:lvl1pPr algn="l" defTabSz="914377" eaLnBrk="1" fontAlgn="auto" hangingPunct="1">
              <a:spcBef>
                <a:spcPts val="0"/>
              </a:spcBef>
              <a:spcAft>
                <a:spcPts val="0"/>
              </a:spcAft>
              <a:defRPr sz="1400" cap="all" baseline="0">
                <a:solidFill>
                  <a:srgbClr val="FFFFFF"/>
                </a:solidFill>
                <a:latin typeface="+mn-lt"/>
              </a:defRPr>
            </a:lvl1pPr>
          </a:lstStyle>
          <a:p>
            <a:pPr>
              <a:defRPr/>
            </a:pPr>
            <a:endParaRPr lang="en-US" dirty="0"/>
          </a:p>
        </p:txBody>
      </p:sp>
      <p:sp>
        <p:nvSpPr>
          <p:cNvPr id="1027" name="Title Placeholder 1">
            <a:extLst>
              <a:ext uri="{FF2B5EF4-FFF2-40B4-BE49-F238E27FC236}">
                <a16:creationId xmlns:a16="http://schemas.microsoft.com/office/drawing/2014/main" id="{193AF7C1-9145-5745-AFDF-868B12D2579C}"/>
              </a:ext>
            </a:extLst>
          </p:cNvPr>
          <p:cNvSpPr>
            <a:spLocks noGrp="1" noChangeArrowheads="1"/>
          </p:cNvSpPr>
          <p:nvPr>
            <p:ph type="title"/>
          </p:nvPr>
        </p:nvSpPr>
        <p:spPr bwMode="auto">
          <a:xfrm>
            <a:off x="0" y="468630"/>
            <a:ext cx="9128125" cy="75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Text Placeholder 2">
            <a:extLst>
              <a:ext uri="{FF2B5EF4-FFF2-40B4-BE49-F238E27FC236}">
                <a16:creationId xmlns:a16="http://schemas.microsoft.com/office/drawing/2014/main" id="{DE585573-8857-2147-AFDA-C608CDBBFC0E}"/>
              </a:ext>
            </a:extLst>
          </p:cNvPr>
          <p:cNvSpPr>
            <a:spLocks noGrp="1" noChangeArrowheads="1"/>
          </p:cNvSpPr>
          <p:nvPr>
            <p:ph type="body" idx="1"/>
          </p:nvPr>
        </p:nvSpPr>
        <p:spPr bwMode="auto">
          <a:xfrm>
            <a:off x="838200" y="1825625"/>
            <a:ext cx="9128125"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a:extLst>
              <a:ext uri="{FF2B5EF4-FFF2-40B4-BE49-F238E27FC236}">
                <a16:creationId xmlns:a16="http://schemas.microsoft.com/office/drawing/2014/main" id="{BBCD7868-2810-E844-B83F-968AD4C89795}"/>
              </a:ext>
            </a:extLst>
          </p:cNvPr>
          <p:cNvSpPr>
            <a:spLocks noGrp="1"/>
          </p:cNvSpPr>
          <p:nvPr>
            <p:ph type="dt" sz="half" idx="2"/>
          </p:nvPr>
        </p:nvSpPr>
        <p:spPr>
          <a:xfrm>
            <a:off x="8179594" y="6230462"/>
            <a:ext cx="2743200" cy="366712"/>
          </a:xfrm>
          <a:prstGeom prst="rect">
            <a:avLst/>
          </a:prstGeom>
        </p:spPr>
        <p:txBody>
          <a:bodyPr vert="horz" lIns="91440" tIns="45720" rIns="91440" bIns="45720" rtlCol="0" anchor="ctr"/>
          <a:lstStyle>
            <a:lvl1pPr algn="r" defTabSz="914377" eaLnBrk="1" fontAlgn="auto" hangingPunct="1">
              <a:spcBef>
                <a:spcPts val="0"/>
              </a:spcBef>
              <a:spcAft>
                <a:spcPts val="0"/>
              </a:spcAft>
              <a:defRPr sz="1200" b="0" i="0">
                <a:solidFill>
                  <a:schemeClr val="bg2"/>
                </a:solidFill>
                <a:latin typeface="Helvetica" pitchFamily="2" charset="0"/>
              </a:defRPr>
            </a:lvl1pPr>
          </a:lstStyle>
          <a:p>
            <a:pPr>
              <a:defRPr/>
            </a:pPr>
            <a:fld id="{86B0CECE-ADBD-E046-9E00-15B1E455C3C8}" type="datetime2">
              <a:rPr lang="en-US" smtClean="0"/>
              <a:pPr>
                <a:defRPr/>
              </a:pPr>
              <a:t>Tuesday, December 2, 2025</a:t>
            </a:fld>
            <a:endParaRPr lang="en-US" dirty="0"/>
          </a:p>
        </p:txBody>
      </p:sp>
      <p:sp>
        <p:nvSpPr>
          <p:cNvPr id="11" name="Slide Number Placeholder 5">
            <a:extLst>
              <a:ext uri="{FF2B5EF4-FFF2-40B4-BE49-F238E27FC236}">
                <a16:creationId xmlns:a16="http://schemas.microsoft.com/office/drawing/2014/main" id="{4AE6E644-0CD5-9A48-BE0A-B093210F42A0}"/>
              </a:ext>
            </a:extLst>
          </p:cNvPr>
          <p:cNvSpPr>
            <a:spLocks noGrp="1"/>
          </p:cNvSpPr>
          <p:nvPr>
            <p:ph type="sldNum" sz="quarter" idx="4"/>
          </p:nvPr>
        </p:nvSpPr>
        <p:spPr>
          <a:xfrm>
            <a:off x="11094720" y="6224270"/>
            <a:ext cx="522288" cy="365125"/>
          </a:xfrm>
          <a:prstGeom prst="rect">
            <a:avLst/>
          </a:prstGeom>
        </p:spPr>
        <p:txBody>
          <a:bodyPr anchor="b" anchorCtr="0"/>
          <a:lstStyle>
            <a:lvl1pPr algn="ctr" defTabSz="914377" eaLnBrk="1" fontAlgn="auto" hangingPunct="1">
              <a:spcBef>
                <a:spcPts val="0"/>
              </a:spcBef>
              <a:spcAft>
                <a:spcPts val="0"/>
              </a:spcAft>
              <a:defRPr sz="1400" b="0" i="0" baseline="0">
                <a:solidFill>
                  <a:schemeClr val="bg1"/>
                </a:solidFill>
                <a:latin typeface="Helvetica" pitchFamily="2" charset="0"/>
              </a:defRPr>
            </a:lvl1pPr>
          </a:lstStyle>
          <a:p>
            <a:pPr>
              <a:defRPr/>
            </a:pPr>
            <a:fld id="{E59E93EA-64E5-EF41-9853-47B1C09F55B5}" type="slidenum">
              <a:rPr lang="en-US"/>
              <a:pPr>
                <a:defRPr/>
              </a:pPr>
              <a:t>‹#›</a:t>
            </a:fld>
            <a:endParaRPr lang="en-US" dirty="0"/>
          </a:p>
        </p:txBody>
      </p:sp>
    </p:spTree>
    <p:extLst>
      <p:ext uri="{BB962C8B-B14F-4D97-AF65-F5344CB8AC3E}">
        <p14:creationId xmlns:p14="http://schemas.microsoft.com/office/powerpoint/2010/main" val="477719138"/>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85" r:id="rId3"/>
    <p:sldLayoutId id="2147483689" r:id="rId4"/>
    <p:sldLayoutId id="2147483690" r:id="rId5"/>
    <p:sldLayoutId id="2147483691" r:id="rId6"/>
  </p:sldLayoutIdLst>
  <p:hf sldNum="0" hdr="0" ftr="0" dt="0"/>
  <p:txStyles>
    <p:titleStyle>
      <a:lvl1pPr algn="l" defTabSz="912813" rtl="0" eaLnBrk="1" fontAlgn="base" hangingPunct="1">
        <a:lnSpc>
          <a:spcPct val="90000"/>
        </a:lnSpc>
        <a:spcBef>
          <a:spcPct val="0"/>
        </a:spcBef>
        <a:spcAft>
          <a:spcPct val="0"/>
        </a:spcAft>
        <a:defRPr sz="4400" kern="1200">
          <a:solidFill>
            <a:schemeClr val="tx1"/>
          </a:solidFill>
          <a:latin typeface="Helvetica" pitchFamily="2" charset="0"/>
          <a:ea typeface="+mj-ea"/>
          <a:cs typeface="+mj-cs"/>
        </a:defRPr>
      </a:lvl1pPr>
      <a:lvl2pPr algn="l" defTabSz="912813" rtl="0" eaLnBrk="1" fontAlgn="base" hangingPunct="1">
        <a:lnSpc>
          <a:spcPct val="90000"/>
        </a:lnSpc>
        <a:spcBef>
          <a:spcPct val="0"/>
        </a:spcBef>
        <a:spcAft>
          <a:spcPct val="0"/>
        </a:spcAft>
        <a:defRPr sz="4400">
          <a:solidFill>
            <a:schemeClr val="tx1"/>
          </a:solidFill>
          <a:latin typeface="Helvetica" pitchFamily="2" charset="0"/>
        </a:defRPr>
      </a:lvl2pPr>
      <a:lvl3pPr algn="l" defTabSz="912813" rtl="0" eaLnBrk="1" fontAlgn="base" hangingPunct="1">
        <a:lnSpc>
          <a:spcPct val="90000"/>
        </a:lnSpc>
        <a:spcBef>
          <a:spcPct val="0"/>
        </a:spcBef>
        <a:spcAft>
          <a:spcPct val="0"/>
        </a:spcAft>
        <a:defRPr sz="4400">
          <a:solidFill>
            <a:schemeClr val="tx1"/>
          </a:solidFill>
          <a:latin typeface="Helvetica" pitchFamily="2" charset="0"/>
        </a:defRPr>
      </a:lvl3pPr>
      <a:lvl4pPr algn="l" defTabSz="912813" rtl="0" eaLnBrk="1" fontAlgn="base" hangingPunct="1">
        <a:lnSpc>
          <a:spcPct val="90000"/>
        </a:lnSpc>
        <a:spcBef>
          <a:spcPct val="0"/>
        </a:spcBef>
        <a:spcAft>
          <a:spcPct val="0"/>
        </a:spcAft>
        <a:defRPr sz="4400">
          <a:solidFill>
            <a:schemeClr val="tx1"/>
          </a:solidFill>
          <a:latin typeface="Helvetica" pitchFamily="2" charset="0"/>
        </a:defRPr>
      </a:lvl4pPr>
      <a:lvl5pPr algn="l" defTabSz="912813" rtl="0" eaLnBrk="1" fontAlgn="base" hangingPunct="1">
        <a:lnSpc>
          <a:spcPct val="90000"/>
        </a:lnSpc>
        <a:spcBef>
          <a:spcPct val="0"/>
        </a:spcBef>
        <a:spcAft>
          <a:spcPct val="0"/>
        </a:spcAft>
        <a:defRPr sz="4400">
          <a:solidFill>
            <a:schemeClr val="tx1"/>
          </a:solidFill>
          <a:latin typeface="Helvetica" pitchFamily="2" charset="0"/>
        </a:defRPr>
      </a:lvl5pPr>
      <a:lvl6pPr marL="457200" algn="l" defTabSz="912813" rtl="0" eaLnBrk="1" fontAlgn="base" hangingPunct="1">
        <a:lnSpc>
          <a:spcPct val="90000"/>
        </a:lnSpc>
        <a:spcBef>
          <a:spcPct val="0"/>
        </a:spcBef>
        <a:spcAft>
          <a:spcPct val="0"/>
        </a:spcAft>
        <a:defRPr sz="4400">
          <a:solidFill>
            <a:schemeClr val="tx1"/>
          </a:solidFill>
          <a:latin typeface="Helvetica" pitchFamily="2" charset="0"/>
        </a:defRPr>
      </a:lvl6pPr>
      <a:lvl7pPr marL="914400" algn="l" defTabSz="912813" rtl="0" eaLnBrk="1" fontAlgn="base" hangingPunct="1">
        <a:lnSpc>
          <a:spcPct val="90000"/>
        </a:lnSpc>
        <a:spcBef>
          <a:spcPct val="0"/>
        </a:spcBef>
        <a:spcAft>
          <a:spcPct val="0"/>
        </a:spcAft>
        <a:defRPr sz="4400">
          <a:solidFill>
            <a:schemeClr val="tx1"/>
          </a:solidFill>
          <a:latin typeface="Helvetica" pitchFamily="2" charset="0"/>
        </a:defRPr>
      </a:lvl7pPr>
      <a:lvl8pPr marL="1371600" algn="l" defTabSz="912813" rtl="0" eaLnBrk="1" fontAlgn="base" hangingPunct="1">
        <a:lnSpc>
          <a:spcPct val="90000"/>
        </a:lnSpc>
        <a:spcBef>
          <a:spcPct val="0"/>
        </a:spcBef>
        <a:spcAft>
          <a:spcPct val="0"/>
        </a:spcAft>
        <a:defRPr sz="4400">
          <a:solidFill>
            <a:schemeClr val="tx1"/>
          </a:solidFill>
          <a:latin typeface="Helvetica" pitchFamily="2" charset="0"/>
        </a:defRPr>
      </a:lvl8pPr>
      <a:lvl9pPr marL="1828800" algn="l" defTabSz="912813" rtl="0" eaLnBrk="1" fontAlgn="base" hangingPunct="1">
        <a:lnSpc>
          <a:spcPct val="90000"/>
        </a:lnSpc>
        <a:spcBef>
          <a:spcPct val="0"/>
        </a:spcBef>
        <a:spcAft>
          <a:spcPct val="0"/>
        </a:spcAft>
        <a:defRPr sz="4400">
          <a:solidFill>
            <a:schemeClr val="tx1"/>
          </a:solidFill>
          <a:latin typeface="Helvetica" pitchFamily="2" charset="0"/>
        </a:defRPr>
      </a:lvl9pPr>
    </p:titleStyle>
    <p:bodyStyle>
      <a:lvl1pPr algn="l" defTabSz="912813" rtl="0" eaLnBrk="1" fontAlgn="base" hangingPunct="1">
        <a:lnSpc>
          <a:spcPct val="120000"/>
        </a:lnSpc>
        <a:spcBef>
          <a:spcPts val="1000"/>
        </a:spcBef>
        <a:spcAft>
          <a:spcPts val="600"/>
        </a:spcAft>
        <a:buFont typeface="Arial" panose="020B0604020202020204" pitchFamily="34" charset="0"/>
        <a:defRPr sz="2400" kern="1200">
          <a:solidFill>
            <a:schemeClr val="tx1"/>
          </a:solidFill>
          <a:latin typeface="Helvetica" pitchFamily="2" charset="0"/>
          <a:ea typeface="+mn-ea"/>
          <a:cs typeface="+mn-cs"/>
        </a:defRPr>
      </a:lvl1pPr>
      <a:lvl2pPr marL="684213" indent="-227013"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2pPr>
      <a:lvl3pPr marL="11414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3pPr>
      <a:lvl4pPr marL="15986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20558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1.xml"/><Relationship Id="rId4" Type="http://schemas.openxmlformats.org/officeDocument/2006/relationships/chart" Target="../charts/char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14/relationships/chartEx" Target="../charts/chartEx2.xml"/><Relationship Id="rId4" Type="http://schemas.openxmlformats.org/officeDocument/2006/relationships/chart" Target="../charts/char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ADB2D2B-EBC7-F951-C752-ED5A8EBDA521}"/>
              </a:ext>
            </a:extLst>
          </p:cNvPr>
          <p:cNvSpPr>
            <a:spLocks noGrp="1"/>
          </p:cNvSpPr>
          <p:nvPr>
            <p:ph type="body" sz="quarter" idx="13"/>
          </p:nvPr>
        </p:nvSpPr>
        <p:spPr/>
        <p:txBody>
          <a:bodyPr/>
          <a:lstStyle/>
          <a:p>
            <a:r>
              <a:rPr lang="en-US"/>
              <a:t>Design patterns</a:t>
            </a:r>
            <a:endParaRPr lang="en-US" dirty="0"/>
          </a:p>
        </p:txBody>
      </p:sp>
      <p:sp>
        <p:nvSpPr>
          <p:cNvPr id="6" name="Content Placeholder 5">
            <a:extLst>
              <a:ext uri="{FF2B5EF4-FFF2-40B4-BE49-F238E27FC236}">
                <a16:creationId xmlns:a16="http://schemas.microsoft.com/office/drawing/2014/main" id="{2E7F6359-581D-4844-8573-DD86AB1732D0}"/>
              </a:ext>
            </a:extLst>
          </p:cNvPr>
          <p:cNvSpPr>
            <a:spLocks noGrp="1"/>
          </p:cNvSpPr>
          <p:nvPr>
            <p:ph idx="1"/>
          </p:nvPr>
        </p:nvSpPr>
        <p:spPr>
          <a:xfrm>
            <a:off x="537210" y="4785335"/>
            <a:ext cx="9871710" cy="976289"/>
          </a:xfrm>
        </p:spPr>
        <p:txBody>
          <a:bodyPr/>
          <a:lstStyle/>
          <a:p>
            <a:r>
              <a:rPr lang="en-US"/>
              <a:t>Tapti Palit</a:t>
            </a:r>
            <a:endParaRPr lang="en-US" dirty="0"/>
          </a:p>
        </p:txBody>
      </p:sp>
    </p:spTree>
    <p:extLst>
      <p:ext uri="{BB962C8B-B14F-4D97-AF65-F5344CB8AC3E}">
        <p14:creationId xmlns:p14="http://schemas.microsoft.com/office/powerpoint/2010/main" val="404957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D186415-4B8E-5341-EFF6-0BA04978345A}"/>
              </a:ext>
            </a:extLst>
          </p:cNvPr>
          <p:cNvSpPr>
            <a:spLocks noGrp="1"/>
          </p:cNvSpPr>
          <p:nvPr>
            <p:ph idx="1"/>
          </p:nvPr>
        </p:nvSpPr>
        <p:spPr/>
        <p:txBody>
          <a:bodyPr>
            <a:normAutofit/>
          </a:bodyPr>
          <a:lstStyle/>
          <a:p>
            <a:r>
              <a:rPr lang="en-US" dirty="0"/>
              <a:t>Quiz 4 was more difficult than other quizzes</a:t>
            </a:r>
          </a:p>
          <a:p>
            <a:pPr lvl="1"/>
            <a:r>
              <a:rPr lang="en-US" dirty="0"/>
              <a:t>Feedback: explain each step</a:t>
            </a:r>
          </a:p>
          <a:p>
            <a:pPr lvl="1"/>
            <a:r>
              <a:rPr lang="en-US" dirty="0"/>
              <a:t>“If </a:t>
            </a:r>
            <a:r>
              <a:rPr lang="en-US" dirty="0" err="1">
                <a:latin typeface="Consolas" panose="020B0609020204030204" pitchFamily="49" charset="0"/>
              </a:rPr>
              <a:t>fptr</a:t>
            </a:r>
            <a:r>
              <a:rPr lang="en-US" dirty="0"/>
              <a:t> can be leaked…” =&gt; How can </a:t>
            </a:r>
            <a:r>
              <a:rPr lang="en-US" dirty="0" err="1">
                <a:latin typeface="Consolas" panose="020B0609020204030204" pitchFamily="49" charset="0"/>
              </a:rPr>
              <a:t>fptr</a:t>
            </a:r>
            <a:r>
              <a:rPr lang="en-US" dirty="0"/>
              <a:t> be leaked?</a:t>
            </a:r>
          </a:p>
          <a:p>
            <a:pPr lvl="1"/>
            <a:r>
              <a:rPr lang="en-US" dirty="0"/>
              <a:t>Explain each step using the code provided</a:t>
            </a:r>
          </a:p>
          <a:p>
            <a:r>
              <a:rPr lang="en-US" dirty="0"/>
              <a:t>Quiz 5 will be a take-home quiz on Dec 5</a:t>
            </a:r>
          </a:p>
          <a:p>
            <a:r>
              <a:rPr lang="en-US" dirty="0"/>
              <a:t>No office hours on 11/26; we will have class though</a:t>
            </a:r>
          </a:p>
          <a:p>
            <a:r>
              <a:rPr lang="en-US" dirty="0"/>
              <a:t>HW3 will be released tonight – deadline Dec 12</a:t>
            </a:r>
            <a:br>
              <a:rPr lang="en-US" dirty="0"/>
            </a:br>
            <a:endParaRPr lang="en-US" dirty="0"/>
          </a:p>
        </p:txBody>
      </p:sp>
      <p:sp>
        <p:nvSpPr>
          <p:cNvPr id="4" name="Title 3">
            <a:extLst>
              <a:ext uri="{FF2B5EF4-FFF2-40B4-BE49-F238E27FC236}">
                <a16:creationId xmlns:a16="http://schemas.microsoft.com/office/drawing/2014/main" id="{99B42F82-2925-06A7-B05B-F6E2AD4F20C7}"/>
              </a:ext>
            </a:extLst>
          </p:cNvPr>
          <p:cNvSpPr>
            <a:spLocks noGrp="1"/>
          </p:cNvSpPr>
          <p:nvPr>
            <p:ph type="title"/>
          </p:nvPr>
        </p:nvSpPr>
        <p:spPr/>
        <p:txBody>
          <a:bodyPr/>
          <a:lstStyle/>
          <a:p>
            <a:r>
              <a:rPr lang="en-US" dirty="0"/>
              <a:t>Announcements</a:t>
            </a:r>
          </a:p>
        </p:txBody>
      </p:sp>
      <p:graphicFrame>
        <p:nvGraphicFramePr>
          <p:cNvPr id="6" name="Table 5">
            <a:extLst>
              <a:ext uri="{FF2B5EF4-FFF2-40B4-BE49-F238E27FC236}">
                <a16:creationId xmlns:a16="http://schemas.microsoft.com/office/drawing/2014/main" id="{F4AEFEFA-EC40-121B-295D-7742460FF5F4}"/>
              </a:ext>
            </a:extLst>
          </p:cNvPr>
          <p:cNvGraphicFramePr>
            <a:graphicFrameLocks noGrp="1"/>
          </p:cNvGraphicFramePr>
          <p:nvPr>
            <p:extLst>
              <p:ext uri="{D42A27DB-BD31-4B8C-83A1-F6EECF244321}">
                <p14:modId xmlns:p14="http://schemas.microsoft.com/office/powerpoint/2010/main" val="1712872376"/>
              </p:ext>
            </p:extLst>
          </p:nvPr>
        </p:nvGraphicFramePr>
        <p:xfrm>
          <a:off x="8649369" y="808008"/>
          <a:ext cx="2884906" cy="1879155"/>
        </p:xfrm>
        <a:graphic>
          <a:graphicData uri="http://schemas.openxmlformats.org/drawingml/2006/table">
            <a:tbl>
              <a:tblPr firstRow="1" bandRow="1">
                <a:tableStyleId>{073A0DAA-6AF3-43AB-8588-CEC1D06C72B9}</a:tableStyleId>
              </a:tblPr>
              <a:tblGrid>
                <a:gridCol w="1442453">
                  <a:extLst>
                    <a:ext uri="{9D8B030D-6E8A-4147-A177-3AD203B41FA5}">
                      <a16:colId xmlns:a16="http://schemas.microsoft.com/office/drawing/2014/main" val="3956407124"/>
                    </a:ext>
                  </a:extLst>
                </a:gridCol>
                <a:gridCol w="1442453">
                  <a:extLst>
                    <a:ext uri="{9D8B030D-6E8A-4147-A177-3AD203B41FA5}">
                      <a16:colId xmlns:a16="http://schemas.microsoft.com/office/drawing/2014/main" val="3439681437"/>
                    </a:ext>
                  </a:extLst>
                </a:gridCol>
              </a:tblGrid>
              <a:tr h="375831">
                <a:tc>
                  <a:txBody>
                    <a:bodyPr/>
                    <a:lstStyle/>
                    <a:p>
                      <a:r>
                        <a:rPr lang="en-US" dirty="0"/>
                        <a:t>Quiz</a:t>
                      </a:r>
                    </a:p>
                  </a:txBody>
                  <a:tcPr/>
                </a:tc>
                <a:tc>
                  <a:txBody>
                    <a:bodyPr/>
                    <a:lstStyle/>
                    <a:p>
                      <a:r>
                        <a:rPr lang="en-US" dirty="0"/>
                        <a:t>Avg score</a:t>
                      </a:r>
                    </a:p>
                  </a:txBody>
                  <a:tcPr/>
                </a:tc>
                <a:extLst>
                  <a:ext uri="{0D108BD9-81ED-4DB2-BD59-A6C34878D82A}">
                    <a16:rowId xmlns:a16="http://schemas.microsoft.com/office/drawing/2014/main" val="952738593"/>
                  </a:ext>
                </a:extLst>
              </a:tr>
              <a:tr h="375831">
                <a:tc>
                  <a:txBody>
                    <a:bodyPr/>
                    <a:lstStyle/>
                    <a:p>
                      <a:r>
                        <a:rPr lang="en-US" dirty="0"/>
                        <a:t>Quiz 1</a:t>
                      </a:r>
                    </a:p>
                  </a:txBody>
                  <a:tcPr/>
                </a:tc>
                <a:tc>
                  <a:txBody>
                    <a:bodyPr/>
                    <a:lstStyle/>
                    <a:p>
                      <a:r>
                        <a:rPr lang="en-US" dirty="0"/>
                        <a:t>83%</a:t>
                      </a:r>
                    </a:p>
                  </a:txBody>
                  <a:tcPr/>
                </a:tc>
                <a:extLst>
                  <a:ext uri="{0D108BD9-81ED-4DB2-BD59-A6C34878D82A}">
                    <a16:rowId xmlns:a16="http://schemas.microsoft.com/office/drawing/2014/main" val="1958718066"/>
                  </a:ext>
                </a:extLst>
              </a:tr>
              <a:tr h="375831">
                <a:tc>
                  <a:txBody>
                    <a:bodyPr/>
                    <a:lstStyle/>
                    <a:p>
                      <a:r>
                        <a:rPr lang="en-US" dirty="0"/>
                        <a:t>Quiz 2</a:t>
                      </a:r>
                    </a:p>
                  </a:txBody>
                  <a:tcPr/>
                </a:tc>
                <a:tc>
                  <a:txBody>
                    <a:bodyPr/>
                    <a:lstStyle/>
                    <a:p>
                      <a:r>
                        <a:rPr lang="en-US" dirty="0"/>
                        <a:t>70%</a:t>
                      </a:r>
                    </a:p>
                  </a:txBody>
                  <a:tcPr/>
                </a:tc>
                <a:extLst>
                  <a:ext uri="{0D108BD9-81ED-4DB2-BD59-A6C34878D82A}">
                    <a16:rowId xmlns:a16="http://schemas.microsoft.com/office/drawing/2014/main" val="2631434036"/>
                  </a:ext>
                </a:extLst>
              </a:tr>
              <a:tr h="375831">
                <a:tc>
                  <a:txBody>
                    <a:bodyPr/>
                    <a:lstStyle/>
                    <a:p>
                      <a:r>
                        <a:rPr lang="en-US" dirty="0"/>
                        <a:t>Quiz 3</a:t>
                      </a:r>
                    </a:p>
                  </a:txBody>
                  <a:tcPr/>
                </a:tc>
                <a:tc>
                  <a:txBody>
                    <a:bodyPr/>
                    <a:lstStyle/>
                    <a:p>
                      <a:r>
                        <a:rPr lang="en-US" dirty="0"/>
                        <a:t>95%</a:t>
                      </a:r>
                    </a:p>
                  </a:txBody>
                  <a:tcPr/>
                </a:tc>
                <a:extLst>
                  <a:ext uri="{0D108BD9-81ED-4DB2-BD59-A6C34878D82A}">
                    <a16:rowId xmlns:a16="http://schemas.microsoft.com/office/drawing/2014/main" val="4082474393"/>
                  </a:ext>
                </a:extLst>
              </a:tr>
              <a:tr h="375831">
                <a:tc>
                  <a:txBody>
                    <a:bodyPr/>
                    <a:lstStyle/>
                    <a:p>
                      <a:r>
                        <a:rPr lang="en-US" dirty="0"/>
                        <a:t>Quiz 4</a:t>
                      </a:r>
                    </a:p>
                  </a:txBody>
                  <a:tcPr/>
                </a:tc>
                <a:tc>
                  <a:txBody>
                    <a:bodyPr/>
                    <a:lstStyle/>
                    <a:p>
                      <a:r>
                        <a:rPr lang="en-US" dirty="0"/>
                        <a:t>63%</a:t>
                      </a:r>
                    </a:p>
                  </a:txBody>
                  <a:tcPr/>
                </a:tc>
                <a:extLst>
                  <a:ext uri="{0D108BD9-81ED-4DB2-BD59-A6C34878D82A}">
                    <a16:rowId xmlns:a16="http://schemas.microsoft.com/office/drawing/2014/main" val="2898835715"/>
                  </a:ext>
                </a:extLst>
              </a:tr>
            </a:tbl>
          </a:graphicData>
        </a:graphic>
      </p:graphicFrame>
    </p:spTree>
    <p:extLst>
      <p:ext uri="{BB962C8B-B14F-4D97-AF65-F5344CB8AC3E}">
        <p14:creationId xmlns:p14="http://schemas.microsoft.com/office/powerpoint/2010/main" val="60561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D15018-764E-A07F-637B-FD07094CBFAA}"/>
              </a:ext>
            </a:extLst>
          </p:cNvPr>
          <p:cNvSpPr>
            <a:spLocks noGrp="1"/>
          </p:cNvSpPr>
          <p:nvPr>
            <p:ph idx="1"/>
          </p:nvPr>
        </p:nvSpPr>
        <p:spPr/>
        <p:txBody>
          <a:bodyPr>
            <a:normAutofit/>
          </a:bodyPr>
          <a:lstStyle/>
          <a:p>
            <a:r>
              <a:rPr lang="en-US" dirty="0"/>
              <a:t>Classes and objects abstract object behavior</a:t>
            </a:r>
          </a:p>
          <a:p>
            <a:pPr lvl="1"/>
            <a:r>
              <a:rPr lang="en-US" dirty="0"/>
              <a:t>Objects of type Class Car abstract the behavior of a car</a:t>
            </a:r>
          </a:p>
          <a:p>
            <a:pPr lvl="1"/>
            <a:r>
              <a:rPr lang="en-US" dirty="0"/>
              <a:t>Focus on reusing object behavior</a:t>
            </a:r>
          </a:p>
          <a:p>
            <a:r>
              <a:rPr lang="en-US" dirty="0"/>
              <a:t>Design patterns abstract object instantiation, composition, and behavior</a:t>
            </a:r>
          </a:p>
          <a:p>
            <a:pPr lvl="1"/>
            <a:r>
              <a:rPr lang="en-US" dirty="0"/>
              <a:t>Focus on abstracting the class design itself</a:t>
            </a:r>
          </a:p>
          <a:p>
            <a:pPr lvl="1"/>
            <a:r>
              <a:rPr lang="en-US" dirty="0"/>
              <a:t>Allows software engineers to </a:t>
            </a:r>
            <a:r>
              <a:rPr lang="en-US" i="1" dirty="0"/>
              <a:t>reuse </a:t>
            </a:r>
            <a:r>
              <a:rPr lang="en-US" dirty="0"/>
              <a:t>previous class designs and architectures</a:t>
            </a:r>
          </a:p>
        </p:txBody>
      </p:sp>
      <p:sp>
        <p:nvSpPr>
          <p:cNvPr id="4" name="Title 3">
            <a:extLst>
              <a:ext uri="{FF2B5EF4-FFF2-40B4-BE49-F238E27FC236}">
                <a16:creationId xmlns:a16="http://schemas.microsoft.com/office/drawing/2014/main" id="{90CF0D9B-3FF0-F5F8-99C8-2C8863BB5115}"/>
              </a:ext>
            </a:extLst>
          </p:cNvPr>
          <p:cNvSpPr>
            <a:spLocks noGrp="1"/>
          </p:cNvSpPr>
          <p:nvPr>
            <p:ph type="title"/>
          </p:nvPr>
        </p:nvSpPr>
        <p:spPr/>
        <p:txBody>
          <a:bodyPr/>
          <a:lstStyle/>
          <a:p>
            <a:r>
              <a:rPr lang="en-US" dirty="0"/>
              <a:t>What are design patterns?</a:t>
            </a:r>
          </a:p>
        </p:txBody>
      </p:sp>
    </p:spTree>
    <p:extLst>
      <p:ext uri="{BB962C8B-B14F-4D97-AF65-F5344CB8AC3E}">
        <p14:creationId xmlns:p14="http://schemas.microsoft.com/office/powerpoint/2010/main" val="48199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9C9052-1856-1E48-57E5-0DB164783C47}"/>
              </a:ext>
            </a:extLst>
          </p:cNvPr>
          <p:cNvSpPr>
            <a:spLocks noGrp="1"/>
          </p:cNvSpPr>
          <p:nvPr>
            <p:ph idx="1"/>
          </p:nvPr>
        </p:nvSpPr>
        <p:spPr/>
        <p:txBody>
          <a:bodyPr/>
          <a:lstStyle/>
          <a:p>
            <a:r>
              <a:rPr lang="en-US" dirty="0"/>
              <a:t>Some design patterns are so useful that languages support them</a:t>
            </a:r>
          </a:p>
          <a:p>
            <a:pPr lvl="1"/>
            <a:r>
              <a:rPr lang="en-US" dirty="0"/>
              <a:t>Proxy design pattern supported by Java</a:t>
            </a:r>
          </a:p>
        </p:txBody>
      </p:sp>
      <p:sp>
        <p:nvSpPr>
          <p:cNvPr id="4" name="Title 3">
            <a:extLst>
              <a:ext uri="{FF2B5EF4-FFF2-40B4-BE49-F238E27FC236}">
                <a16:creationId xmlns:a16="http://schemas.microsoft.com/office/drawing/2014/main" id="{752C3F2C-284F-3E57-0D3C-AC86902C98C0}"/>
              </a:ext>
            </a:extLst>
          </p:cNvPr>
          <p:cNvSpPr>
            <a:spLocks noGrp="1"/>
          </p:cNvSpPr>
          <p:nvPr>
            <p:ph type="title"/>
          </p:nvPr>
        </p:nvSpPr>
        <p:spPr/>
        <p:txBody>
          <a:bodyPr/>
          <a:lstStyle/>
          <a:p>
            <a:r>
              <a:rPr lang="en-US" dirty="0"/>
              <a:t>What are design patterns?</a:t>
            </a:r>
          </a:p>
        </p:txBody>
      </p:sp>
    </p:spTree>
    <p:extLst>
      <p:ext uri="{BB962C8B-B14F-4D97-AF65-F5344CB8AC3E}">
        <p14:creationId xmlns:p14="http://schemas.microsoft.com/office/powerpoint/2010/main" val="475764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D2F94-6FCF-7EBE-CFE6-E749D1E116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3F6E86-7975-B930-B497-69115EE1D395}"/>
              </a:ext>
            </a:extLst>
          </p:cNvPr>
          <p:cNvSpPr>
            <a:spLocks noGrp="1"/>
          </p:cNvSpPr>
          <p:nvPr>
            <p:ph type="title"/>
          </p:nvPr>
        </p:nvSpPr>
        <p:spPr/>
        <p:txBody>
          <a:bodyPr/>
          <a:lstStyle/>
          <a:p>
            <a:r>
              <a:rPr lang="en-US" dirty="0"/>
              <a:t>Social media platform</a:t>
            </a:r>
          </a:p>
        </p:txBody>
      </p:sp>
      <p:sp>
        <p:nvSpPr>
          <p:cNvPr id="2" name="Rectangle: Rounded Corners 1">
            <a:extLst>
              <a:ext uri="{FF2B5EF4-FFF2-40B4-BE49-F238E27FC236}">
                <a16:creationId xmlns:a16="http://schemas.microsoft.com/office/drawing/2014/main" id="{680A378F-ECD9-C170-C529-4D4F1E651026}"/>
              </a:ext>
            </a:extLst>
          </p:cNvPr>
          <p:cNvSpPr/>
          <p:nvPr/>
        </p:nvSpPr>
        <p:spPr>
          <a:xfrm>
            <a:off x="35171" y="998767"/>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Onboarding Login flow</a:t>
            </a:r>
            <a:endParaRPr lang="en-US" sz="1200" dirty="0"/>
          </a:p>
        </p:txBody>
      </p:sp>
      <p:sp>
        <p:nvSpPr>
          <p:cNvPr id="4" name="Rectangle: Rounded Corners 3">
            <a:extLst>
              <a:ext uri="{FF2B5EF4-FFF2-40B4-BE49-F238E27FC236}">
                <a16:creationId xmlns:a16="http://schemas.microsoft.com/office/drawing/2014/main" id="{11751D54-3BA6-D00B-AED2-0069CCB6F642}"/>
              </a:ext>
            </a:extLst>
          </p:cNvPr>
          <p:cNvSpPr/>
          <p:nvPr/>
        </p:nvSpPr>
        <p:spPr>
          <a:xfrm>
            <a:off x="20510" y="1829288"/>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following flow</a:t>
            </a:r>
            <a:endParaRPr lang="en-US" sz="1200" dirty="0"/>
          </a:p>
        </p:txBody>
      </p:sp>
      <p:sp>
        <p:nvSpPr>
          <p:cNvPr id="5" name="Rectangle: Rounded Corners 4">
            <a:extLst>
              <a:ext uri="{FF2B5EF4-FFF2-40B4-BE49-F238E27FC236}">
                <a16:creationId xmlns:a16="http://schemas.microsoft.com/office/drawing/2014/main" id="{BC188F48-9BD6-106F-FC37-0C33A864EA57}"/>
              </a:ext>
            </a:extLst>
          </p:cNvPr>
          <p:cNvSpPr/>
          <p:nvPr/>
        </p:nvSpPr>
        <p:spPr>
          <a:xfrm>
            <a:off x="35171" y="2812560"/>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Adding Post UI</a:t>
            </a:r>
            <a:endParaRPr lang="en-US" sz="1200" dirty="0"/>
          </a:p>
        </p:txBody>
      </p:sp>
      <p:sp>
        <p:nvSpPr>
          <p:cNvPr id="7" name="Rectangle: Rounded Corners 6">
            <a:extLst>
              <a:ext uri="{FF2B5EF4-FFF2-40B4-BE49-F238E27FC236}">
                <a16:creationId xmlns:a16="http://schemas.microsoft.com/office/drawing/2014/main" id="{E706CDEB-4785-D52E-E4D1-E112D636843B}"/>
              </a:ext>
            </a:extLst>
          </p:cNvPr>
          <p:cNvSpPr/>
          <p:nvPr/>
        </p:nvSpPr>
        <p:spPr>
          <a:xfrm>
            <a:off x="35171" y="4337535"/>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Self Profile Service</a:t>
            </a:r>
            <a:endParaRPr lang="en-US" sz="1200" dirty="0"/>
          </a:p>
        </p:txBody>
      </p:sp>
      <p:sp>
        <p:nvSpPr>
          <p:cNvPr id="8" name="Rectangle: Rounded Corners 7">
            <a:extLst>
              <a:ext uri="{FF2B5EF4-FFF2-40B4-BE49-F238E27FC236}">
                <a16:creationId xmlns:a16="http://schemas.microsoft.com/office/drawing/2014/main" id="{8DE3CDA5-1511-666F-D417-A2B8FEA6FDB3}"/>
              </a:ext>
            </a:extLst>
          </p:cNvPr>
          <p:cNvSpPr/>
          <p:nvPr/>
        </p:nvSpPr>
        <p:spPr>
          <a:xfrm>
            <a:off x="35171" y="5111257"/>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Home Screen</a:t>
            </a:r>
            <a:endParaRPr lang="en-US" sz="1200" dirty="0"/>
          </a:p>
        </p:txBody>
      </p:sp>
      <p:sp>
        <p:nvSpPr>
          <p:cNvPr id="9" name="Rectangle: Rounded Corners 8">
            <a:extLst>
              <a:ext uri="{FF2B5EF4-FFF2-40B4-BE49-F238E27FC236}">
                <a16:creationId xmlns:a16="http://schemas.microsoft.com/office/drawing/2014/main" id="{941AA0C1-43C7-DBBD-5AD1-DA7F43B2D2B7}"/>
              </a:ext>
            </a:extLst>
          </p:cNvPr>
          <p:cNvSpPr/>
          <p:nvPr/>
        </p:nvSpPr>
        <p:spPr>
          <a:xfrm>
            <a:off x="1770188" y="996460"/>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Service</a:t>
            </a:r>
          </a:p>
        </p:txBody>
      </p:sp>
      <p:sp>
        <p:nvSpPr>
          <p:cNvPr id="10" name="Rectangle: Rounded Corners 9">
            <a:extLst>
              <a:ext uri="{FF2B5EF4-FFF2-40B4-BE49-F238E27FC236}">
                <a16:creationId xmlns:a16="http://schemas.microsoft.com/office/drawing/2014/main" id="{409EF6F9-E90D-916F-B1AB-BA2FE5D08028}"/>
              </a:ext>
            </a:extLst>
          </p:cNvPr>
          <p:cNvSpPr/>
          <p:nvPr/>
        </p:nvSpPr>
        <p:spPr>
          <a:xfrm>
            <a:off x="1770188" y="1828799"/>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Graph Service</a:t>
            </a:r>
          </a:p>
        </p:txBody>
      </p:sp>
      <p:sp>
        <p:nvSpPr>
          <p:cNvPr id="11" name="Rectangle: Rounded Corners 10">
            <a:extLst>
              <a:ext uri="{FF2B5EF4-FFF2-40B4-BE49-F238E27FC236}">
                <a16:creationId xmlns:a16="http://schemas.microsoft.com/office/drawing/2014/main" id="{E5BABD66-5093-901F-C229-40C696307C6D}"/>
              </a:ext>
            </a:extLst>
          </p:cNvPr>
          <p:cNvSpPr/>
          <p:nvPr/>
        </p:nvSpPr>
        <p:spPr>
          <a:xfrm>
            <a:off x="1770188" y="2825258"/>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Injection Service</a:t>
            </a:r>
          </a:p>
        </p:txBody>
      </p:sp>
      <p:sp>
        <p:nvSpPr>
          <p:cNvPr id="12" name="Rectangle: Rounded Corners 11">
            <a:extLst>
              <a:ext uri="{FF2B5EF4-FFF2-40B4-BE49-F238E27FC236}">
                <a16:creationId xmlns:a16="http://schemas.microsoft.com/office/drawing/2014/main" id="{1CDF64D9-0BF3-66DD-1E93-533BFA8DE86C}"/>
              </a:ext>
            </a:extLst>
          </p:cNvPr>
          <p:cNvSpPr/>
          <p:nvPr/>
        </p:nvSpPr>
        <p:spPr>
          <a:xfrm>
            <a:off x="1770188" y="366095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Short URL Service</a:t>
            </a:r>
          </a:p>
        </p:txBody>
      </p:sp>
      <p:sp>
        <p:nvSpPr>
          <p:cNvPr id="13" name="Rectangle: Rounded Corners 12">
            <a:extLst>
              <a:ext uri="{FF2B5EF4-FFF2-40B4-BE49-F238E27FC236}">
                <a16:creationId xmlns:a16="http://schemas.microsoft.com/office/drawing/2014/main" id="{57E3FBEE-5B45-17F0-FC26-5F010F05157C}"/>
              </a:ext>
            </a:extLst>
          </p:cNvPr>
          <p:cNvSpPr/>
          <p:nvPr/>
        </p:nvSpPr>
        <p:spPr>
          <a:xfrm>
            <a:off x="2960084" y="427892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Timeline Service</a:t>
            </a:r>
          </a:p>
        </p:txBody>
      </p:sp>
      <p:sp>
        <p:nvSpPr>
          <p:cNvPr id="14" name="Rectangle: Rounded Corners 13">
            <a:extLst>
              <a:ext uri="{FF2B5EF4-FFF2-40B4-BE49-F238E27FC236}">
                <a16:creationId xmlns:a16="http://schemas.microsoft.com/office/drawing/2014/main" id="{B6A93A38-6A07-04B0-3479-7AB421FF7267}"/>
              </a:ext>
            </a:extLst>
          </p:cNvPr>
          <p:cNvSpPr/>
          <p:nvPr/>
        </p:nvSpPr>
        <p:spPr>
          <a:xfrm>
            <a:off x="1723296" y="480184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Assert Service</a:t>
            </a:r>
          </a:p>
        </p:txBody>
      </p:sp>
      <p:sp>
        <p:nvSpPr>
          <p:cNvPr id="15" name="Rectangle: Rounded Corners 14">
            <a:extLst>
              <a:ext uri="{FF2B5EF4-FFF2-40B4-BE49-F238E27FC236}">
                <a16:creationId xmlns:a16="http://schemas.microsoft.com/office/drawing/2014/main" id="{10363C5C-5083-CD7F-3D28-7A1DF6EF88DD}"/>
              </a:ext>
            </a:extLst>
          </p:cNvPr>
          <p:cNvSpPr/>
          <p:nvPr/>
        </p:nvSpPr>
        <p:spPr>
          <a:xfrm>
            <a:off x="1723297" y="5533076"/>
            <a:ext cx="1301262" cy="468923"/>
          </a:xfrm>
          <a:prstGeom prst="roundRect">
            <a:avLst/>
          </a:prstGeom>
          <a:solidFill>
            <a:srgbClr val="FFD5D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CDN</a:t>
            </a:r>
          </a:p>
        </p:txBody>
      </p:sp>
      <p:sp>
        <p:nvSpPr>
          <p:cNvPr id="18" name="Rectangle 17">
            <a:extLst>
              <a:ext uri="{FF2B5EF4-FFF2-40B4-BE49-F238E27FC236}">
                <a16:creationId xmlns:a16="http://schemas.microsoft.com/office/drawing/2014/main" id="{3C72F7BE-6DFB-052E-4BC9-5A0D4B360358}"/>
              </a:ext>
            </a:extLst>
          </p:cNvPr>
          <p:cNvSpPr/>
          <p:nvPr/>
        </p:nvSpPr>
        <p:spPr>
          <a:xfrm>
            <a:off x="3640021" y="153572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19" name="Rectangle 18">
            <a:extLst>
              <a:ext uri="{FF2B5EF4-FFF2-40B4-BE49-F238E27FC236}">
                <a16:creationId xmlns:a16="http://schemas.microsoft.com/office/drawing/2014/main" id="{5F9B7959-A50F-608D-796C-99DBBB3729A0}"/>
              </a:ext>
            </a:extLst>
          </p:cNvPr>
          <p:cNvSpPr/>
          <p:nvPr/>
        </p:nvSpPr>
        <p:spPr>
          <a:xfrm>
            <a:off x="5093683" y="71972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User DB MySQL cluster</a:t>
            </a:r>
            <a:endParaRPr lang="en-US" sz="1100" dirty="0"/>
          </a:p>
        </p:txBody>
      </p:sp>
      <p:sp>
        <p:nvSpPr>
          <p:cNvPr id="20" name="Rectangle 19">
            <a:extLst>
              <a:ext uri="{FF2B5EF4-FFF2-40B4-BE49-F238E27FC236}">
                <a16:creationId xmlns:a16="http://schemas.microsoft.com/office/drawing/2014/main" id="{7C093F80-7BF8-EF40-4654-4D52BBCCD4AC}"/>
              </a:ext>
            </a:extLst>
          </p:cNvPr>
          <p:cNvSpPr/>
          <p:nvPr/>
        </p:nvSpPr>
        <p:spPr>
          <a:xfrm>
            <a:off x="5093683" y="2212105"/>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User Graph MySQL cluster</a:t>
            </a:r>
            <a:endParaRPr lang="en-US" sz="1100" dirty="0"/>
          </a:p>
        </p:txBody>
      </p:sp>
      <p:sp>
        <p:nvSpPr>
          <p:cNvPr id="21" name="Rectangle 20">
            <a:extLst>
              <a:ext uri="{FF2B5EF4-FFF2-40B4-BE49-F238E27FC236}">
                <a16:creationId xmlns:a16="http://schemas.microsoft.com/office/drawing/2014/main" id="{31CF91B3-24BF-4CC6-7070-2D6C6E5AD749}"/>
              </a:ext>
            </a:extLst>
          </p:cNvPr>
          <p:cNvSpPr/>
          <p:nvPr/>
        </p:nvSpPr>
        <p:spPr>
          <a:xfrm>
            <a:off x="4290652" y="3006967"/>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Cassandra Cluster</a:t>
            </a:r>
            <a:endParaRPr lang="en-US" sz="1100" dirty="0"/>
          </a:p>
        </p:txBody>
      </p:sp>
      <p:sp>
        <p:nvSpPr>
          <p:cNvPr id="22" name="Rectangle: Rounded Corners 21">
            <a:extLst>
              <a:ext uri="{FF2B5EF4-FFF2-40B4-BE49-F238E27FC236}">
                <a16:creationId xmlns:a16="http://schemas.microsoft.com/office/drawing/2014/main" id="{2BD68DED-064A-8BD4-4C5B-C8C3B439E11B}"/>
              </a:ext>
            </a:extLst>
          </p:cNvPr>
          <p:cNvSpPr/>
          <p:nvPr/>
        </p:nvSpPr>
        <p:spPr>
          <a:xfrm>
            <a:off x="3985852" y="3739655"/>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Service</a:t>
            </a:r>
          </a:p>
        </p:txBody>
      </p:sp>
      <p:sp>
        <p:nvSpPr>
          <p:cNvPr id="23" name="Rectangle 22">
            <a:extLst>
              <a:ext uri="{FF2B5EF4-FFF2-40B4-BE49-F238E27FC236}">
                <a16:creationId xmlns:a16="http://schemas.microsoft.com/office/drawing/2014/main" id="{6E9C1117-7648-13A5-2BEF-D7F61B684B49}"/>
              </a:ext>
            </a:extLst>
          </p:cNvPr>
          <p:cNvSpPr/>
          <p:nvPr/>
        </p:nvSpPr>
        <p:spPr>
          <a:xfrm>
            <a:off x="3985852" y="492368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24" name="Rectangle 23">
            <a:extLst>
              <a:ext uri="{FF2B5EF4-FFF2-40B4-BE49-F238E27FC236}">
                <a16:creationId xmlns:a16="http://schemas.microsoft.com/office/drawing/2014/main" id="{EF11FBB7-1D6C-98FF-E310-C8E9FBD2E185}"/>
              </a:ext>
            </a:extLst>
          </p:cNvPr>
          <p:cNvSpPr/>
          <p:nvPr/>
        </p:nvSpPr>
        <p:spPr>
          <a:xfrm>
            <a:off x="7133506" y="2192211"/>
            <a:ext cx="586148" cy="162951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K</a:t>
            </a:r>
          </a:p>
          <a:p>
            <a:pPr algn="ctr"/>
            <a:r>
              <a:rPr lang="en-US" sz="1100" dirty="0">
                <a:ln w="0"/>
                <a:solidFill>
                  <a:schemeClr val="tx1"/>
                </a:solidFill>
                <a:effectLst>
                  <a:outerShdw blurRad="38100" dist="19050" dir="2700000" algn="tl" rotWithShape="0">
                    <a:schemeClr val="dk1">
                      <a:alpha val="40000"/>
                    </a:schemeClr>
                  </a:outerShdw>
                </a:effectLst>
              </a:rPr>
              <a:t>A</a:t>
            </a:r>
          </a:p>
          <a:p>
            <a:pPr algn="ctr"/>
            <a:r>
              <a:rPr lang="en-US" sz="1100" dirty="0">
                <a:ln w="0"/>
                <a:solidFill>
                  <a:schemeClr val="tx1"/>
                </a:solidFill>
                <a:effectLst>
                  <a:outerShdw blurRad="38100" dist="19050" dir="2700000" algn="tl" rotWithShape="0">
                    <a:schemeClr val="dk1">
                      <a:alpha val="40000"/>
                    </a:schemeClr>
                  </a:outerShdw>
                </a:effectLst>
              </a:rPr>
              <a:t>F</a:t>
            </a:r>
          </a:p>
          <a:p>
            <a:pPr algn="ctr"/>
            <a:r>
              <a:rPr lang="en-US" sz="1100" dirty="0">
                <a:ln w="0"/>
                <a:solidFill>
                  <a:schemeClr val="tx1"/>
                </a:solidFill>
                <a:effectLst>
                  <a:outerShdw blurRad="38100" dist="19050" dir="2700000" algn="tl" rotWithShape="0">
                    <a:schemeClr val="dk1">
                      <a:alpha val="40000"/>
                    </a:schemeClr>
                  </a:outerShdw>
                </a:effectLst>
              </a:rPr>
              <a:t>K</a:t>
            </a:r>
          </a:p>
          <a:p>
            <a:pPr algn="ctr"/>
            <a:r>
              <a:rPr lang="en-US" sz="1100" dirty="0">
                <a:ln w="0"/>
                <a:solidFill>
                  <a:schemeClr val="tx1"/>
                </a:solidFill>
                <a:effectLst>
                  <a:outerShdw blurRad="38100" dist="19050" dir="2700000" algn="tl" rotWithShape="0">
                    <a:schemeClr val="dk1">
                      <a:alpha val="40000"/>
                    </a:schemeClr>
                  </a:outerShdw>
                </a:effectLst>
              </a:rPr>
              <a:t>A</a:t>
            </a:r>
            <a:endParaRPr lang="en-US" sz="1100" dirty="0"/>
          </a:p>
        </p:txBody>
      </p:sp>
      <p:sp>
        <p:nvSpPr>
          <p:cNvPr id="25" name="Rectangle: Rounded Corners 24">
            <a:extLst>
              <a:ext uri="{FF2B5EF4-FFF2-40B4-BE49-F238E27FC236}">
                <a16:creationId xmlns:a16="http://schemas.microsoft.com/office/drawing/2014/main" id="{917A0B50-3478-A935-2B6A-42FC4263CAE9}"/>
              </a:ext>
            </a:extLst>
          </p:cNvPr>
          <p:cNvSpPr/>
          <p:nvPr/>
        </p:nvSpPr>
        <p:spPr>
          <a:xfrm>
            <a:off x="5603636" y="3739655"/>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Processor</a:t>
            </a:r>
          </a:p>
        </p:txBody>
      </p:sp>
      <p:sp>
        <p:nvSpPr>
          <p:cNvPr id="26" name="Rectangle 25">
            <a:extLst>
              <a:ext uri="{FF2B5EF4-FFF2-40B4-BE49-F238E27FC236}">
                <a16:creationId xmlns:a16="http://schemas.microsoft.com/office/drawing/2014/main" id="{DE822C58-A220-B7D8-9C1E-9E5A484E1322}"/>
              </a:ext>
            </a:extLst>
          </p:cNvPr>
          <p:cNvSpPr/>
          <p:nvPr/>
        </p:nvSpPr>
        <p:spPr>
          <a:xfrm>
            <a:off x="8340404" y="2050285"/>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Apache Spark streaming cluster</a:t>
            </a:r>
            <a:endParaRPr lang="en-US" sz="1100" dirty="0"/>
          </a:p>
        </p:txBody>
      </p:sp>
      <p:sp>
        <p:nvSpPr>
          <p:cNvPr id="27" name="Rectangle 26">
            <a:extLst>
              <a:ext uri="{FF2B5EF4-FFF2-40B4-BE49-F238E27FC236}">
                <a16:creationId xmlns:a16="http://schemas.microsoft.com/office/drawing/2014/main" id="{01FFAFC5-D0B1-F8C0-0686-B12F71E22CB9}"/>
              </a:ext>
            </a:extLst>
          </p:cNvPr>
          <p:cNvSpPr/>
          <p:nvPr/>
        </p:nvSpPr>
        <p:spPr>
          <a:xfrm>
            <a:off x="10032047" y="2190429"/>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Hadoop cluster</a:t>
            </a:r>
            <a:endParaRPr lang="en-US" sz="1100" dirty="0"/>
          </a:p>
        </p:txBody>
      </p:sp>
      <p:sp>
        <p:nvSpPr>
          <p:cNvPr id="28" name="Rectangle: Rounded Corners 27">
            <a:extLst>
              <a:ext uri="{FF2B5EF4-FFF2-40B4-BE49-F238E27FC236}">
                <a16:creationId xmlns:a16="http://schemas.microsoft.com/office/drawing/2014/main" id="{8CB1417D-291B-8FFD-B6E0-2CEB3E372265}"/>
              </a:ext>
            </a:extLst>
          </p:cNvPr>
          <p:cNvSpPr/>
          <p:nvPr/>
        </p:nvSpPr>
        <p:spPr>
          <a:xfrm>
            <a:off x="5744314" y="4713292"/>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Analytics</a:t>
            </a:r>
          </a:p>
        </p:txBody>
      </p:sp>
      <p:sp>
        <p:nvSpPr>
          <p:cNvPr id="29" name="Rectangle: Rounded Corners 28">
            <a:extLst>
              <a:ext uri="{FF2B5EF4-FFF2-40B4-BE49-F238E27FC236}">
                <a16:creationId xmlns:a16="http://schemas.microsoft.com/office/drawing/2014/main" id="{218CE2DA-F026-F0E7-D21D-B3BFA3C60DDB}"/>
              </a:ext>
            </a:extLst>
          </p:cNvPr>
          <p:cNvSpPr/>
          <p:nvPr/>
        </p:nvSpPr>
        <p:spPr>
          <a:xfrm>
            <a:off x="7403142" y="4113543"/>
            <a:ext cx="1436072" cy="517071"/>
          </a:xfrm>
          <a:prstGeom prst="roundRect">
            <a:avLst>
              <a:gd name="adj" fmla="val 9865"/>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Live User </a:t>
            </a:r>
            <a:r>
              <a:rPr lang="en-US" sz="1200" dirty="0" err="1">
                <a:ln w="0"/>
                <a:solidFill>
                  <a:schemeClr val="tx1"/>
                </a:solidFill>
                <a:effectLst>
                  <a:outerShdw blurRad="38100" dist="19050" dir="2700000" algn="tl" rotWithShape="0">
                    <a:schemeClr val="dk1">
                      <a:alpha val="40000"/>
                    </a:schemeClr>
                  </a:outerShdw>
                </a:effectLst>
              </a:rPr>
              <a:t>Websockets</a:t>
            </a:r>
            <a:r>
              <a:rPr lang="en-US" sz="1200" dirty="0">
                <a:ln w="0"/>
                <a:solidFill>
                  <a:schemeClr val="tx1"/>
                </a:solidFill>
                <a:effectLst>
                  <a:outerShdw blurRad="38100" dist="19050" dir="2700000" algn="tl" rotWithShape="0">
                    <a:schemeClr val="dk1">
                      <a:alpha val="40000"/>
                    </a:schemeClr>
                  </a:outerShdw>
                </a:effectLst>
              </a:rPr>
              <a:t> (notifications)</a:t>
            </a:r>
          </a:p>
        </p:txBody>
      </p:sp>
      <p:sp>
        <p:nvSpPr>
          <p:cNvPr id="30" name="Rectangle: Rounded Corners 29">
            <a:extLst>
              <a:ext uri="{FF2B5EF4-FFF2-40B4-BE49-F238E27FC236}">
                <a16:creationId xmlns:a16="http://schemas.microsoft.com/office/drawing/2014/main" id="{12DD4A04-6519-538B-A3C8-A7D3D633154D}"/>
              </a:ext>
            </a:extLst>
          </p:cNvPr>
          <p:cNvSpPr/>
          <p:nvPr/>
        </p:nvSpPr>
        <p:spPr>
          <a:xfrm>
            <a:off x="8121178" y="3141781"/>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Kafka consumer</a:t>
            </a:r>
          </a:p>
        </p:txBody>
      </p:sp>
      <p:sp>
        <p:nvSpPr>
          <p:cNvPr id="31" name="Rectangle 30">
            <a:extLst>
              <a:ext uri="{FF2B5EF4-FFF2-40B4-BE49-F238E27FC236}">
                <a16:creationId xmlns:a16="http://schemas.microsoft.com/office/drawing/2014/main" id="{1C014E90-C4E8-983F-25D9-82B66F7717DB}"/>
              </a:ext>
            </a:extLst>
          </p:cNvPr>
          <p:cNvSpPr/>
          <p:nvPr/>
        </p:nvSpPr>
        <p:spPr>
          <a:xfrm>
            <a:off x="9372613" y="3927230"/>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Elastic search cluster</a:t>
            </a:r>
            <a:endParaRPr lang="en-US" sz="1100" dirty="0"/>
          </a:p>
        </p:txBody>
      </p:sp>
      <p:sp>
        <p:nvSpPr>
          <p:cNvPr id="32" name="Rectangle 31">
            <a:extLst>
              <a:ext uri="{FF2B5EF4-FFF2-40B4-BE49-F238E27FC236}">
                <a16:creationId xmlns:a16="http://schemas.microsoft.com/office/drawing/2014/main" id="{E7E2D4DC-6412-309C-38C0-233B4C9F95BC}"/>
              </a:ext>
            </a:extLst>
          </p:cNvPr>
          <p:cNvSpPr/>
          <p:nvPr/>
        </p:nvSpPr>
        <p:spPr>
          <a:xfrm>
            <a:off x="9718431" y="2930754"/>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Weekly </a:t>
            </a:r>
            <a:r>
              <a:rPr lang="en-US" sz="1100" dirty="0" err="1">
                <a:ln w="0"/>
                <a:solidFill>
                  <a:schemeClr val="tx1"/>
                </a:solidFill>
                <a:effectLst>
                  <a:outerShdw blurRad="38100" dist="19050" dir="2700000" algn="tl" rotWithShape="0">
                    <a:schemeClr val="dk1">
                      <a:alpha val="40000"/>
                    </a:schemeClr>
                  </a:outerShdw>
                </a:effectLst>
              </a:rPr>
              <a:t>cron</a:t>
            </a:r>
            <a:r>
              <a:rPr lang="en-US" sz="1100" dirty="0">
                <a:ln w="0"/>
                <a:solidFill>
                  <a:schemeClr val="tx1"/>
                </a:solidFill>
                <a:effectLst>
                  <a:outerShdw blurRad="38100" dist="19050" dir="2700000" algn="tl" rotWithShape="0">
                    <a:schemeClr val="dk1">
                      <a:alpha val="40000"/>
                    </a:schemeClr>
                  </a:outerShdw>
                </a:effectLst>
              </a:rPr>
              <a:t> jobs</a:t>
            </a:r>
            <a:endParaRPr lang="en-US" sz="1100" dirty="0"/>
          </a:p>
        </p:txBody>
      </p:sp>
      <p:sp>
        <p:nvSpPr>
          <p:cNvPr id="33" name="Rectangle: Rounded Corners 32">
            <a:extLst>
              <a:ext uri="{FF2B5EF4-FFF2-40B4-BE49-F238E27FC236}">
                <a16:creationId xmlns:a16="http://schemas.microsoft.com/office/drawing/2014/main" id="{B850E369-08BE-E47C-EABF-72B46194A83E}"/>
              </a:ext>
            </a:extLst>
          </p:cNvPr>
          <p:cNvSpPr/>
          <p:nvPr/>
        </p:nvSpPr>
        <p:spPr>
          <a:xfrm>
            <a:off x="7403142" y="5498114"/>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Users app / browsers</a:t>
            </a:r>
            <a:endParaRPr lang="en-US" sz="1200" dirty="0"/>
          </a:p>
        </p:txBody>
      </p:sp>
      <p:sp>
        <p:nvSpPr>
          <p:cNvPr id="34" name="Rectangle: Rounded Corners 33">
            <a:extLst>
              <a:ext uri="{FF2B5EF4-FFF2-40B4-BE49-F238E27FC236}">
                <a16:creationId xmlns:a16="http://schemas.microsoft.com/office/drawing/2014/main" id="{806151DF-576D-FE7B-39E3-BEB9C73D37D2}"/>
              </a:ext>
            </a:extLst>
          </p:cNvPr>
          <p:cNvSpPr/>
          <p:nvPr/>
        </p:nvSpPr>
        <p:spPr>
          <a:xfrm>
            <a:off x="9372613" y="5498113"/>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screen</a:t>
            </a:r>
            <a:endParaRPr lang="en-US" sz="1200" dirty="0"/>
          </a:p>
        </p:txBody>
      </p:sp>
      <p:sp>
        <p:nvSpPr>
          <p:cNvPr id="35" name="Rectangle: Rounded Corners 34">
            <a:extLst>
              <a:ext uri="{FF2B5EF4-FFF2-40B4-BE49-F238E27FC236}">
                <a16:creationId xmlns:a16="http://schemas.microsoft.com/office/drawing/2014/main" id="{31A0A280-5115-C44E-6B74-B02EE64A3051}"/>
              </a:ext>
            </a:extLst>
          </p:cNvPr>
          <p:cNvSpPr/>
          <p:nvPr/>
        </p:nvSpPr>
        <p:spPr>
          <a:xfrm>
            <a:off x="9305209" y="4653422"/>
            <a:ext cx="1436072" cy="517071"/>
          </a:xfrm>
          <a:prstGeom prst="roundRect">
            <a:avLst>
              <a:gd name="adj" fmla="val 9865"/>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service</a:t>
            </a:r>
          </a:p>
        </p:txBody>
      </p:sp>
      <p:sp>
        <p:nvSpPr>
          <p:cNvPr id="36" name="Rectangle: Rounded Corners 35">
            <a:extLst>
              <a:ext uri="{FF2B5EF4-FFF2-40B4-BE49-F238E27FC236}">
                <a16:creationId xmlns:a16="http://schemas.microsoft.com/office/drawing/2014/main" id="{4257879F-468A-10A0-1BED-428200D5F32E}"/>
              </a:ext>
            </a:extLst>
          </p:cNvPr>
          <p:cNvSpPr/>
          <p:nvPr/>
        </p:nvSpPr>
        <p:spPr>
          <a:xfrm>
            <a:off x="10855567" y="3505193"/>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Notification service</a:t>
            </a:r>
          </a:p>
        </p:txBody>
      </p:sp>
      <p:sp>
        <p:nvSpPr>
          <p:cNvPr id="37" name="Rectangle 36">
            <a:extLst>
              <a:ext uri="{FF2B5EF4-FFF2-40B4-BE49-F238E27FC236}">
                <a16:creationId xmlns:a16="http://schemas.microsoft.com/office/drawing/2014/main" id="{3ED06F55-4B19-9B66-7AAB-91ED0F568011}"/>
              </a:ext>
            </a:extLst>
          </p:cNvPr>
          <p:cNvSpPr/>
          <p:nvPr/>
        </p:nvSpPr>
        <p:spPr>
          <a:xfrm>
            <a:off x="8431839" y="812896"/>
            <a:ext cx="1148861" cy="405965"/>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38" name="Rectangle 37">
            <a:extLst>
              <a:ext uri="{FF2B5EF4-FFF2-40B4-BE49-F238E27FC236}">
                <a16:creationId xmlns:a16="http://schemas.microsoft.com/office/drawing/2014/main" id="{151553D3-956C-CCF9-5C9F-A390BF50D02E}"/>
              </a:ext>
            </a:extLst>
          </p:cNvPr>
          <p:cNvSpPr/>
          <p:nvPr/>
        </p:nvSpPr>
        <p:spPr>
          <a:xfrm flipH="1">
            <a:off x="1511106" y="937846"/>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58156BA-A111-B1EA-A85F-BB66ACF8BD31}"/>
              </a:ext>
            </a:extLst>
          </p:cNvPr>
          <p:cNvSpPr/>
          <p:nvPr/>
        </p:nvSpPr>
        <p:spPr>
          <a:xfrm flipH="1">
            <a:off x="1511107" y="1770180"/>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FA78926-2475-1839-CC1F-0DE2FA2ABAF6}"/>
              </a:ext>
            </a:extLst>
          </p:cNvPr>
          <p:cNvSpPr/>
          <p:nvPr/>
        </p:nvSpPr>
        <p:spPr>
          <a:xfrm flipH="1">
            <a:off x="1511108" y="2754914"/>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6A92C78-2038-726F-E4D8-76FD9855128F}"/>
              </a:ext>
            </a:extLst>
          </p:cNvPr>
          <p:cNvSpPr/>
          <p:nvPr/>
        </p:nvSpPr>
        <p:spPr>
          <a:xfrm flipH="1">
            <a:off x="1500842" y="4030827"/>
            <a:ext cx="58043" cy="162009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9A0A8C0-0552-BD73-3279-0D43EC47F292}"/>
              </a:ext>
            </a:extLst>
          </p:cNvPr>
          <p:cNvCxnSpPr>
            <a:stCxn id="2" idx="3"/>
            <a:endCxn id="38" idx="3"/>
          </p:cNvCxnSpPr>
          <p:nvPr/>
        </p:nvCxnSpPr>
        <p:spPr>
          <a:xfrm>
            <a:off x="1336433" y="1233229"/>
            <a:ext cx="174673" cy="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4ACDF28B-084F-634A-3B14-D12A636A61E9}"/>
              </a:ext>
            </a:extLst>
          </p:cNvPr>
          <p:cNvCxnSpPr>
            <a:cxnSpLocks/>
            <a:stCxn id="4" idx="3"/>
            <a:endCxn id="39" idx="3"/>
          </p:cNvCxnSpPr>
          <p:nvPr/>
        </p:nvCxnSpPr>
        <p:spPr>
          <a:xfrm>
            <a:off x="1321772" y="2063750"/>
            <a:ext cx="189335" cy="18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20D0864-DD9A-A39F-E542-377DBC075803}"/>
              </a:ext>
            </a:extLst>
          </p:cNvPr>
          <p:cNvCxnSpPr>
            <a:cxnSpLocks/>
            <a:stCxn id="5" idx="3"/>
            <a:endCxn id="40" idx="3"/>
          </p:cNvCxnSpPr>
          <p:nvPr/>
        </p:nvCxnSpPr>
        <p:spPr>
          <a:xfrm>
            <a:off x="1336433" y="3047022"/>
            <a:ext cx="174675" cy="327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79674045-C1CB-16C0-0E5C-F0337D4A3B8A}"/>
              </a:ext>
            </a:extLst>
          </p:cNvPr>
          <p:cNvCxnSpPr>
            <a:cxnSpLocks/>
            <a:stCxn id="7" idx="3"/>
          </p:cNvCxnSpPr>
          <p:nvPr/>
        </p:nvCxnSpPr>
        <p:spPr>
          <a:xfrm>
            <a:off x="1336433" y="4571997"/>
            <a:ext cx="16440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DAAA755C-EF46-85EA-5227-C5DDAA8AB60B}"/>
              </a:ext>
            </a:extLst>
          </p:cNvPr>
          <p:cNvCxnSpPr>
            <a:cxnSpLocks/>
            <a:stCxn id="8" idx="3"/>
          </p:cNvCxnSpPr>
          <p:nvPr/>
        </p:nvCxnSpPr>
        <p:spPr>
          <a:xfrm>
            <a:off x="1336433" y="5345719"/>
            <a:ext cx="16440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67A8DF45-AFD4-ACEF-C55C-A4975C432ABF}"/>
              </a:ext>
            </a:extLst>
          </p:cNvPr>
          <p:cNvCxnSpPr>
            <a:cxnSpLocks/>
            <a:stCxn id="38" idx="1"/>
            <a:endCxn id="9" idx="1"/>
          </p:cNvCxnSpPr>
          <p:nvPr/>
        </p:nvCxnSpPr>
        <p:spPr>
          <a:xfrm flipV="1">
            <a:off x="1556825" y="1230922"/>
            <a:ext cx="213363" cy="23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02D0B9EB-C3FE-A91C-0C30-1C19D0541BCA}"/>
              </a:ext>
            </a:extLst>
          </p:cNvPr>
          <p:cNvCxnSpPr>
            <a:cxnSpLocks/>
            <a:stCxn id="39" idx="1"/>
            <a:endCxn id="10" idx="1"/>
          </p:cNvCxnSpPr>
          <p:nvPr/>
        </p:nvCxnSpPr>
        <p:spPr>
          <a:xfrm flipV="1">
            <a:off x="1556826" y="2063261"/>
            <a:ext cx="213362" cy="230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27" name="Straight Arrow Connector 1026">
            <a:extLst>
              <a:ext uri="{FF2B5EF4-FFF2-40B4-BE49-F238E27FC236}">
                <a16:creationId xmlns:a16="http://schemas.microsoft.com/office/drawing/2014/main" id="{DE13A4AC-A844-E555-1C9B-91D8D46CB2DA}"/>
              </a:ext>
            </a:extLst>
          </p:cNvPr>
          <p:cNvCxnSpPr>
            <a:cxnSpLocks/>
            <a:stCxn id="40" idx="1"/>
            <a:endCxn id="11" idx="1"/>
          </p:cNvCxnSpPr>
          <p:nvPr/>
        </p:nvCxnSpPr>
        <p:spPr>
          <a:xfrm>
            <a:off x="1556827" y="3050299"/>
            <a:ext cx="213361" cy="942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0" name="Straight Arrow Connector 1029">
            <a:extLst>
              <a:ext uri="{FF2B5EF4-FFF2-40B4-BE49-F238E27FC236}">
                <a16:creationId xmlns:a16="http://schemas.microsoft.com/office/drawing/2014/main" id="{1CEFB15D-B721-00B6-43CA-D06AC082420A}"/>
              </a:ext>
            </a:extLst>
          </p:cNvPr>
          <p:cNvCxnSpPr>
            <a:cxnSpLocks/>
            <a:stCxn id="12" idx="0"/>
            <a:endCxn id="11" idx="2"/>
          </p:cNvCxnSpPr>
          <p:nvPr/>
        </p:nvCxnSpPr>
        <p:spPr>
          <a:xfrm flipV="1">
            <a:off x="2420819" y="3294181"/>
            <a:ext cx="0" cy="3667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7" name="Connector: Elbow 1036">
            <a:extLst>
              <a:ext uri="{FF2B5EF4-FFF2-40B4-BE49-F238E27FC236}">
                <a16:creationId xmlns:a16="http://schemas.microsoft.com/office/drawing/2014/main" id="{FE28D401-C713-BEF2-278F-E1A7A8627D2B}"/>
              </a:ext>
            </a:extLst>
          </p:cNvPr>
          <p:cNvCxnSpPr>
            <a:cxnSpLocks/>
            <a:stCxn id="13" idx="2"/>
            <a:endCxn id="14" idx="3"/>
          </p:cNvCxnSpPr>
          <p:nvPr/>
        </p:nvCxnSpPr>
        <p:spPr>
          <a:xfrm rot="5400000">
            <a:off x="3173408" y="4598998"/>
            <a:ext cx="288459" cy="58615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0" name="Straight Arrow Connector 1039">
            <a:extLst>
              <a:ext uri="{FF2B5EF4-FFF2-40B4-BE49-F238E27FC236}">
                <a16:creationId xmlns:a16="http://schemas.microsoft.com/office/drawing/2014/main" id="{671DC276-2A9F-7EF5-3464-7C1410431AD6}"/>
              </a:ext>
            </a:extLst>
          </p:cNvPr>
          <p:cNvCxnSpPr>
            <a:cxnSpLocks/>
            <a:endCxn id="13" idx="1"/>
          </p:cNvCxnSpPr>
          <p:nvPr/>
        </p:nvCxnSpPr>
        <p:spPr>
          <a:xfrm>
            <a:off x="1556825" y="4513386"/>
            <a:ext cx="140325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4" name="Connector: Elbow 1043">
            <a:extLst>
              <a:ext uri="{FF2B5EF4-FFF2-40B4-BE49-F238E27FC236}">
                <a16:creationId xmlns:a16="http://schemas.microsoft.com/office/drawing/2014/main" id="{12CB8FC7-F0FE-D86C-AB34-1D5D1E28359F}"/>
              </a:ext>
            </a:extLst>
          </p:cNvPr>
          <p:cNvCxnSpPr>
            <a:stCxn id="11" idx="3"/>
          </p:cNvCxnSpPr>
          <p:nvPr/>
        </p:nvCxnSpPr>
        <p:spPr>
          <a:xfrm flipH="1">
            <a:off x="2708031" y="3059720"/>
            <a:ext cx="363419" cy="1742124"/>
          </a:xfrm>
          <a:prstGeom prst="bentConnector4">
            <a:avLst>
              <a:gd name="adj1" fmla="val -62903"/>
              <a:gd name="adj2" fmla="val 6615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6" name="Connector: Elbow 1045">
            <a:extLst>
              <a:ext uri="{FF2B5EF4-FFF2-40B4-BE49-F238E27FC236}">
                <a16:creationId xmlns:a16="http://schemas.microsoft.com/office/drawing/2014/main" id="{1894A399-56F8-35A6-D62A-7C698D1BABFA}"/>
              </a:ext>
            </a:extLst>
          </p:cNvPr>
          <p:cNvCxnSpPr>
            <a:cxnSpLocks/>
            <a:stCxn id="9" idx="3"/>
            <a:endCxn id="18" idx="1"/>
          </p:cNvCxnSpPr>
          <p:nvPr/>
        </p:nvCxnSpPr>
        <p:spPr>
          <a:xfrm>
            <a:off x="3071450" y="1230922"/>
            <a:ext cx="568571" cy="592017"/>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9" name="Connector: Elbow 1048">
            <a:extLst>
              <a:ext uri="{FF2B5EF4-FFF2-40B4-BE49-F238E27FC236}">
                <a16:creationId xmlns:a16="http://schemas.microsoft.com/office/drawing/2014/main" id="{361A0ADE-492B-3DED-66F4-6F758B66FDEB}"/>
              </a:ext>
            </a:extLst>
          </p:cNvPr>
          <p:cNvCxnSpPr>
            <a:cxnSpLocks/>
            <a:endCxn id="19" idx="1"/>
          </p:cNvCxnSpPr>
          <p:nvPr/>
        </p:nvCxnSpPr>
        <p:spPr>
          <a:xfrm flipV="1">
            <a:off x="3071450" y="1006939"/>
            <a:ext cx="2022233" cy="9503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52" name="Connector: Elbow 1051">
            <a:extLst>
              <a:ext uri="{FF2B5EF4-FFF2-40B4-BE49-F238E27FC236}">
                <a16:creationId xmlns:a16="http://schemas.microsoft.com/office/drawing/2014/main" id="{E3ADC7C4-F2FC-E176-4228-2B93DF735901}"/>
              </a:ext>
            </a:extLst>
          </p:cNvPr>
          <p:cNvCxnSpPr>
            <a:cxnSpLocks/>
            <a:stCxn id="9" idx="3"/>
            <a:endCxn id="13" idx="0"/>
          </p:cNvCxnSpPr>
          <p:nvPr/>
        </p:nvCxnSpPr>
        <p:spPr>
          <a:xfrm>
            <a:off x="3071450" y="1230922"/>
            <a:ext cx="539265" cy="3048002"/>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57" name="Connector: Elbow 1056">
            <a:extLst>
              <a:ext uri="{FF2B5EF4-FFF2-40B4-BE49-F238E27FC236}">
                <a16:creationId xmlns:a16="http://schemas.microsoft.com/office/drawing/2014/main" id="{56F32BBD-1083-D09E-239F-87C928D89021}"/>
              </a:ext>
            </a:extLst>
          </p:cNvPr>
          <p:cNvCxnSpPr>
            <a:cxnSpLocks/>
            <a:stCxn id="10" idx="3"/>
            <a:endCxn id="20" idx="1"/>
          </p:cNvCxnSpPr>
          <p:nvPr/>
        </p:nvCxnSpPr>
        <p:spPr>
          <a:xfrm>
            <a:off x="3071450" y="2063261"/>
            <a:ext cx="2022233" cy="436060"/>
          </a:xfrm>
          <a:prstGeom prst="bentConnector3">
            <a:avLst>
              <a:gd name="adj1" fmla="val 16957"/>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1" name="Connector: Elbow 1060">
            <a:extLst>
              <a:ext uri="{FF2B5EF4-FFF2-40B4-BE49-F238E27FC236}">
                <a16:creationId xmlns:a16="http://schemas.microsoft.com/office/drawing/2014/main" id="{26CA2728-4DCF-6DB0-61B9-CDAAA474F1F2}"/>
              </a:ext>
            </a:extLst>
          </p:cNvPr>
          <p:cNvCxnSpPr>
            <a:cxnSpLocks/>
            <a:stCxn id="24" idx="0"/>
            <a:endCxn id="9" idx="0"/>
          </p:cNvCxnSpPr>
          <p:nvPr/>
        </p:nvCxnSpPr>
        <p:spPr>
          <a:xfrm rot="16200000" flipV="1">
            <a:off x="4325825" y="-908545"/>
            <a:ext cx="1195751" cy="5005761"/>
          </a:xfrm>
          <a:prstGeom prst="bentConnector3">
            <a:avLst>
              <a:gd name="adj1" fmla="val 12990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5" name="Connector: Elbow 1064">
            <a:extLst>
              <a:ext uri="{FF2B5EF4-FFF2-40B4-BE49-F238E27FC236}">
                <a16:creationId xmlns:a16="http://schemas.microsoft.com/office/drawing/2014/main" id="{13E5944C-C527-2B6E-BABE-98B2353C5E28}"/>
              </a:ext>
            </a:extLst>
          </p:cNvPr>
          <p:cNvCxnSpPr>
            <a:cxnSpLocks/>
            <a:endCxn id="25" idx="0"/>
          </p:cNvCxnSpPr>
          <p:nvPr/>
        </p:nvCxnSpPr>
        <p:spPr>
          <a:xfrm>
            <a:off x="3071450" y="2907323"/>
            <a:ext cx="3182817" cy="832332"/>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9" name="Connector: Elbow 1068">
            <a:extLst>
              <a:ext uri="{FF2B5EF4-FFF2-40B4-BE49-F238E27FC236}">
                <a16:creationId xmlns:a16="http://schemas.microsoft.com/office/drawing/2014/main" id="{0924524E-A2A3-7564-3ECC-3B07634DE330}"/>
              </a:ext>
            </a:extLst>
          </p:cNvPr>
          <p:cNvCxnSpPr>
            <a:cxnSpLocks/>
            <a:endCxn id="26" idx="1"/>
          </p:cNvCxnSpPr>
          <p:nvPr/>
        </p:nvCxnSpPr>
        <p:spPr>
          <a:xfrm flipV="1">
            <a:off x="7719654" y="2284747"/>
            <a:ext cx="620750" cy="5651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72" name="Connector: Elbow 1071">
            <a:extLst>
              <a:ext uri="{FF2B5EF4-FFF2-40B4-BE49-F238E27FC236}">
                <a16:creationId xmlns:a16="http://schemas.microsoft.com/office/drawing/2014/main" id="{81BED55A-CF6E-7CC0-1FD7-6782997D1D74}"/>
              </a:ext>
            </a:extLst>
          </p:cNvPr>
          <p:cNvCxnSpPr>
            <a:cxnSpLocks/>
            <a:stCxn id="24" idx="3"/>
            <a:endCxn id="36" idx="1"/>
          </p:cNvCxnSpPr>
          <p:nvPr/>
        </p:nvCxnSpPr>
        <p:spPr>
          <a:xfrm>
            <a:off x="7719654" y="3006967"/>
            <a:ext cx="3135913" cy="732688"/>
          </a:xfrm>
          <a:prstGeom prst="bentConnector3">
            <a:avLst>
              <a:gd name="adj1" fmla="val 60094"/>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77" name="Connector: Elbow 1076">
            <a:extLst>
              <a:ext uri="{FF2B5EF4-FFF2-40B4-BE49-F238E27FC236}">
                <a16:creationId xmlns:a16="http://schemas.microsoft.com/office/drawing/2014/main" id="{91C9AB10-5A24-4B90-2F79-521B424E69A8}"/>
              </a:ext>
            </a:extLst>
          </p:cNvPr>
          <p:cNvCxnSpPr>
            <a:cxnSpLocks/>
          </p:cNvCxnSpPr>
          <p:nvPr/>
        </p:nvCxnSpPr>
        <p:spPr>
          <a:xfrm flipV="1">
            <a:off x="7719654" y="3208758"/>
            <a:ext cx="449869" cy="15283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0" name="Connector: Elbow 1079">
            <a:extLst>
              <a:ext uri="{FF2B5EF4-FFF2-40B4-BE49-F238E27FC236}">
                <a16:creationId xmlns:a16="http://schemas.microsoft.com/office/drawing/2014/main" id="{B759DC36-0343-4AA8-4E86-BB1515758578}"/>
              </a:ext>
            </a:extLst>
          </p:cNvPr>
          <p:cNvCxnSpPr>
            <a:cxnSpLocks/>
            <a:stCxn id="25" idx="2"/>
            <a:endCxn id="23" idx="0"/>
          </p:cNvCxnSpPr>
          <p:nvPr/>
        </p:nvCxnSpPr>
        <p:spPr>
          <a:xfrm rot="5400000">
            <a:off x="5087823" y="3757238"/>
            <a:ext cx="715105" cy="1617784"/>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3" name="Connector: Elbow 1082">
            <a:extLst>
              <a:ext uri="{FF2B5EF4-FFF2-40B4-BE49-F238E27FC236}">
                <a16:creationId xmlns:a16="http://schemas.microsoft.com/office/drawing/2014/main" id="{DD032A81-97E1-56A5-535A-D36E0DAB9DD8}"/>
              </a:ext>
            </a:extLst>
          </p:cNvPr>
          <p:cNvCxnSpPr>
            <a:cxnSpLocks/>
            <a:stCxn id="22" idx="1"/>
          </p:cNvCxnSpPr>
          <p:nvPr/>
        </p:nvCxnSpPr>
        <p:spPr>
          <a:xfrm rot="10800000" flipV="1">
            <a:off x="3823206" y="3974116"/>
            <a:ext cx="162647" cy="30480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6" name="Connector: Elbow 1085">
            <a:extLst>
              <a:ext uri="{FF2B5EF4-FFF2-40B4-BE49-F238E27FC236}">
                <a16:creationId xmlns:a16="http://schemas.microsoft.com/office/drawing/2014/main" id="{6C9695AA-88C5-BAED-62F9-F1620096CC05}"/>
              </a:ext>
            </a:extLst>
          </p:cNvPr>
          <p:cNvCxnSpPr>
            <a:cxnSpLocks/>
            <a:stCxn id="14" idx="2"/>
            <a:endCxn id="15" idx="0"/>
          </p:cNvCxnSpPr>
          <p:nvPr/>
        </p:nvCxnSpPr>
        <p:spPr>
          <a:xfrm rot="16200000" flipH="1">
            <a:off x="2242773" y="5401920"/>
            <a:ext cx="262309" cy="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0" name="Connector: Elbow 1089">
            <a:extLst>
              <a:ext uri="{FF2B5EF4-FFF2-40B4-BE49-F238E27FC236}">
                <a16:creationId xmlns:a16="http://schemas.microsoft.com/office/drawing/2014/main" id="{CD44E3DB-261E-4CBB-1CA4-838569B78CB9}"/>
              </a:ext>
            </a:extLst>
          </p:cNvPr>
          <p:cNvCxnSpPr>
            <a:cxnSpLocks/>
            <a:endCxn id="28" idx="0"/>
          </p:cNvCxnSpPr>
          <p:nvPr/>
        </p:nvCxnSpPr>
        <p:spPr>
          <a:xfrm rot="5400000">
            <a:off x="6388781" y="3827889"/>
            <a:ext cx="891568" cy="879239"/>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4" name="Connector: Elbow 1093">
            <a:extLst>
              <a:ext uri="{FF2B5EF4-FFF2-40B4-BE49-F238E27FC236}">
                <a16:creationId xmlns:a16="http://schemas.microsoft.com/office/drawing/2014/main" id="{2134E18C-67C6-1699-DA30-F21EB38B8C6D}"/>
              </a:ext>
            </a:extLst>
          </p:cNvPr>
          <p:cNvCxnSpPr>
            <a:cxnSpLocks/>
            <a:stCxn id="24" idx="2"/>
            <a:endCxn id="29" idx="0"/>
          </p:cNvCxnSpPr>
          <p:nvPr/>
        </p:nvCxnSpPr>
        <p:spPr>
          <a:xfrm rot="16200000" flipH="1">
            <a:off x="7627969" y="3620333"/>
            <a:ext cx="291821" cy="694598"/>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7" name="Connector: Elbow 1096">
            <a:extLst>
              <a:ext uri="{FF2B5EF4-FFF2-40B4-BE49-F238E27FC236}">
                <a16:creationId xmlns:a16="http://schemas.microsoft.com/office/drawing/2014/main" id="{A9245098-B0B0-4750-5BC0-BC1D5385F1F9}"/>
              </a:ext>
            </a:extLst>
          </p:cNvPr>
          <p:cNvCxnSpPr>
            <a:cxnSpLocks/>
            <a:stCxn id="35" idx="2"/>
            <a:endCxn id="34" idx="0"/>
          </p:cNvCxnSpPr>
          <p:nvPr/>
        </p:nvCxnSpPr>
        <p:spPr>
          <a:xfrm rot="5400000">
            <a:off x="9859435" y="5334303"/>
            <a:ext cx="327620" cy="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98" name="Rectangle 1097">
            <a:extLst>
              <a:ext uri="{FF2B5EF4-FFF2-40B4-BE49-F238E27FC236}">
                <a16:creationId xmlns:a16="http://schemas.microsoft.com/office/drawing/2014/main" id="{FB63A0F6-6809-3EC1-8DF2-0098C4691A9E}"/>
              </a:ext>
            </a:extLst>
          </p:cNvPr>
          <p:cNvSpPr/>
          <p:nvPr/>
        </p:nvSpPr>
        <p:spPr>
          <a:xfrm>
            <a:off x="6078868" y="5428397"/>
            <a:ext cx="632154" cy="749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104" name="Connector: Elbow 1103">
            <a:extLst>
              <a:ext uri="{FF2B5EF4-FFF2-40B4-BE49-F238E27FC236}">
                <a16:creationId xmlns:a16="http://schemas.microsoft.com/office/drawing/2014/main" id="{7D1F4824-5620-6BBD-228B-BE8069C3D265}"/>
              </a:ext>
            </a:extLst>
          </p:cNvPr>
          <p:cNvCxnSpPr>
            <a:cxnSpLocks/>
            <a:stCxn id="29" idx="2"/>
            <a:endCxn id="33" idx="0"/>
          </p:cNvCxnSpPr>
          <p:nvPr/>
        </p:nvCxnSpPr>
        <p:spPr>
          <a:xfrm rot="5400000">
            <a:off x="7653726" y="5030662"/>
            <a:ext cx="867500" cy="67405"/>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07" name="Connector: Elbow 1106">
            <a:extLst>
              <a:ext uri="{FF2B5EF4-FFF2-40B4-BE49-F238E27FC236}">
                <a16:creationId xmlns:a16="http://schemas.microsoft.com/office/drawing/2014/main" id="{7EEE151B-24C4-007F-9EC6-4184216E12BC}"/>
              </a:ext>
            </a:extLst>
          </p:cNvPr>
          <p:cNvCxnSpPr>
            <a:cxnSpLocks/>
            <a:stCxn id="1098" idx="2"/>
            <a:endCxn id="33" idx="1"/>
          </p:cNvCxnSpPr>
          <p:nvPr/>
        </p:nvCxnSpPr>
        <p:spPr>
          <a:xfrm rot="16200000" flipH="1">
            <a:off x="6784428" y="5113862"/>
            <a:ext cx="229230" cy="100819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0" name="Connector: Elbow 1109">
            <a:extLst>
              <a:ext uri="{FF2B5EF4-FFF2-40B4-BE49-F238E27FC236}">
                <a16:creationId xmlns:a16="http://schemas.microsoft.com/office/drawing/2014/main" id="{DAB1095F-4229-5752-5520-459417381E36}"/>
              </a:ext>
            </a:extLst>
          </p:cNvPr>
          <p:cNvCxnSpPr>
            <a:cxnSpLocks/>
            <a:stCxn id="28" idx="2"/>
            <a:endCxn id="1098" idx="0"/>
          </p:cNvCxnSpPr>
          <p:nvPr/>
        </p:nvCxnSpPr>
        <p:spPr>
          <a:xfrm rot="5400000">
            <a:off x="6271854" y="5305306"/>
            <a:ext cx="246182" cy="1270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4" name="Connector: Elbow 1113">
            <a:extLst>
              <a:ext uri="{FF2B5EF4-FFF2-40B4-BE49-F238E27FC236}">
                <a16:creationId xmlns:a16="http://schemas.microsoft.com/office/drawing/2014/main" id="{53B93CAB-550E-32FE-D78D-480273D5F2FD}"/>
              </a:ext>
            </a:extLst>
          </p:cNvPr>
          <p:cNvCxnSpPr>
            <a:cxnSpLocks/>
            <a:stCxn id="31" idx="2"/>
            <a:endCxn id="35" idx="0"/>
          </p:cNvCxnSpPr>
          <p:nvPr/>
        </p:nvCxnSpPr>
        <p:spPr>
          <a:xfrm rot="16200000" flipH="1">
            <a:off x="9869695" y="4499871"/>
            <a:ext cx="257269" cy="49832"/>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7" name="Connector: Elbow 1116">
            <a:extLst>
              <a:ext uri="{FF2B5EF4-FFF2-40B4-BE49-F238E27FC236}">
                <a16:creationId xmlns:a16="http://schemas.microsoft.com/office/drawing/2014/main" id="{6B810224-FE2D-F4BC-171A-E8B59A35A60F}"/>
              </a:ext>
            </a:extLst>
          </p:cNvPr>
          <p:cNvCxnSpPr>
            <a:cxnSpLocks/>
            <a:stCxn id="30" idx="2"/>
          </p:cNvCxnSpPr>
          <p:nvPr/>
        </p:nvCxnSpPr>
        <p:spPr>
          <a:xfrm rot="16200000" flipH="1">
            <a:off x="8878371" y="3504142"/>
            <a:ext cx="386220" cy="599344"/>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21" name="Connector: Elbow 1120">
            <a:extLst>
              <a:ext uri="{FF2B5EF4-FFF2-40B4-BE49-F238E27FC236}">
                <a16:creationId xmlns:a16="http://schemas.microsoft.com/office/drawing/2014/main" id="{D80FB16B-1555-FAA7-1F0E-5C1A715B191D}"/>
              </a:ext>
            </a:extLst>
          </p:cNvPr>
          <p:cNvCxnSpPr>
            <a:cxnSpLocks/>
            <a:stCxn id="27" idx="1"/>
            <a:endCxn id="32" idx="0"/>
          </p:cNvCxnSpPr>
          <p:nvPr/>
        </p:nvCxnSpPr>
        <p:spPr>
          <a:xfrm rot="10800000" flipH="1" flipV="1">
            <a:off x="10032047" y="2424890"/>
            <a:ext cx="287184" cy="505863"/>
          </a:xfrm>
          <a:prstGeom prst="bentConnector4">
            <a:avLst>
              <a:gd name="adj1" fmla="val -79601"/>
              <a:gd name="adj2" fmla="val 73174"/>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25" name="Rectangle: Rounded Corners 1124">
            <a:extLst>
              <a:ext uri="{FF2B5EF4-FFF2-40B4-BE49-F238E27FC236}">
                <a16:creationId xmlns:a16="http://schemas.microsoft.com/office/drawing/2014/main" id="{257966A5-6D4E-DF7D-154C-F7054377AD10}"/>
              </a:ext>
            </a:extLst>
          </p:cNvPr>
          <p:cNvSpPr/>
          <p:nvPr/>
        </p:nvSpPr>
        <p:spPr>
          <a:xfrm>
            <a:off x="7833682" y="138207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Trends</a:t>
            </a:r>
          </a:p>
        </p:txBody>
      </p:sp>
      <p:cxnSp>
        <p:nvCxnSpPr>
          <p:cNvPr id="1126" name="Connector: Elbow 1125">
            <a:extLst>
              <a:ext uri="{FF2B5EF4-FFF2-40B4-BE49-F238E27FC236}">
                <a16:creationId xmlns:a16="http://schemas.microsoft.com/office/drawing/2014/main" id="{17F81078-0D49-721E-1F80-0F1C6438D158}"/>
              </a:ext>
            </a:extLst>
          </p:cNvPr>
          <p:cNvCxnSpPr>
            <a:cxnSpLocks/>
            <a:stCxn id="1125" idx="0"/>
            <a:endCxn id="37" idx="2"/>
          </p:cNvCxnSpPr>
          <p:nvPr/>
        </p:nvCxnSpPr>
        <p:spPr>
          <a:xfrm rot="5400000" flipH="1" flipV="1">
            <a:off x="8663685" y="1039490"/>
            <a:ext cx="163213" cy="521957"/>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29" name="Connector: Elbow 1128">
            <a:extLst>
              <a:ext uri="{FF2B5EF4-FFF2-40B4-BE49-F238E27FC236}">
                <a16:creationId xmlns:a16="http://schemas.microsoft.com/office/drawing/2014/main" id="{563072ED-1DAB-6389-AD3E-1B64629EF2EF}"/>
              </a:ext>
            </a:extLst>
          </p:cNvPr>
          <p:cNvCxnSpPr>
            <a:cxnSpLocks/>
            <a:stCxn id="1125" idx="3"/>
            <a:endCxn id="26" idx="3"/>
          </p:cNvCxnSpPr>
          <p:nvPr/>
        </p:nvCxnSpPr>
        <p:spPr>
          <a:xfrm>
            <a:off x="9134944" y="1616536"/>
            <a:ext cx="407059" cy="668211"/>
          </a:xfrm>
          <a:prstGeom prst="bentConnector3">
            <a:avLst>
              <a:gd name="adj1" fmla="val 156159"/>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C6FC003C-779D-5074-8864-14FC3E637DCE}"/>
              </a:ext>
            </a:extLst>
          </p:cNvPr>
          <p:cNvSpPr/>
          <p:nvPr/>
        </p:nvSpPr>
        <p:spPr>
          <a:xfrm>
            <a:off x="5287114" y="3586868"/>
            <a:ext cx="1987071" cy="784582"/>
          </a:xfrm>
          <a:prstGeom prst="rect">
            <a:avLst/>
          </a:prstGeom>
          <a:noFill/>
          <a:ln w="31750" cap="flat" cmpd="sng" algn="ctr">
            <a:solidFill>
              <a:srgbClr val="00339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80894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B7634D-F2BA-A166-AC5B-4CBB5F7ECE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70FCC2-C395-7A99-0BD4-D7647B748798}"/>
              </a:ext>
            </a:extLst>
          </p:cNvPr>
          <p:cNvSpPr>
            <a:spLocks noGrp="1"/>
          </p:cNvSpPr>
          <p:nvPr>
            <p:ph type="title"/>
          </p:nvPr>
        </p:nvSpPr>
        <p:spPr/>
        <p:txBody>
          <a:bodyPr/>
          <a:lstStyle/>
          <a:p>
            <a:r>
              <a:rPr lang="en-US" dirty="0"/>
              <a:t>OO, testing, reflection – single component focus</a:t>
            </a:r>
          </a:p>
        </p:txBody>
      </p:sp>
      <p:sp>
        <p:nvSpPr>
          <p:cNvPr id="25" name="Rectangle: Rounded Corners 24">
            <a:extLst>
              <a:ext uri="{FF2B5EF4-FFF2-40B4-BE49-F238E27FC236}">
                <a16:creationId xmlns:a16="http://schemas.microsoft.com/office/drawing/2014/main" id="{95A6895C-A406-2087-EC15-293160E61AF4}"/>
              </a:ext>
            </a:extLst>
          </p:cNvPr>
          <p:cNvSpPr/>
          <p:nvPr/>
        </p:nvSpPr>
        <p:spPr>
          <a:xfrm>
            <a:off x="4313118" y="3429000"/>
            <a:ext cx="3565764" cy="1524144"/>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Tweet Processor</a:t>
            </a:r>
          </a:p>
        </p:txBody>
      </p:sp>
      <p:sp>
        <p:nvSpPr>
          <p:cNvPr id="48" name="Rectangle 47">
            <a:extLst>
              <a:ext uri="{FF2B5EF4-FFF2-40B4-BE49-F238E27FC236}">
                <a16:creationId xmlns:a16="http://schemas.microsoft.com/office/drawing/2014/main" id="{88C4FE6D-3BCC-8E28-6637-612C4AF7132C}"/>
              </a:ext>
            </a:extLst>
          </p:cNvPr>
          <p:cNvSpPr/>
          <p:nvPr/>
        </p:nvSpPr>
        <p:spPr>
          <a:xfrm>
            <a:off x="1050465" y="1007573"/>
            <a:ext cx="2138727" cy="461665"/>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OO class design</a:t>
            </a:r>
          </a:p>
        </p:txBody>
      </p:sp>
      <p:sp>
        <p:nvSpPr>
          <p:cNvPr id="50" name="Rectangle 49">
            <a:extLst>
              <a:ext uri="{FF2B5EF4-FFF2-40B4-BE49-F238E27FC236}">
                <a16:creationId xmlns:a16="http://schemas.microsoft.com/office/drawing/2014/main" id="{772BBF84-FDBE-4BC4-BA90-CA5A4A6A14F2}"/>
              </a:ext>
            </a:extLst>
          </p:cNvPr>
          <p:cNvSpPr/>
          <p:nvPr/>
        </p:nvSpPr>
        <p:spPr>
          <a:xfrm>
            <a:off x="5011921" y="1007573"/>
            <a:ext cx="2168158" cy="1569660"/>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Frameworks</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Reflection</a:t>
            </a:r>
          </a:p>
          <a:p>
            <a:pPr marL="457200" indent="-457200">
              <a:buFont typeface="Arial" panose="020B0604020202020204" pitchFamily="34" charset="0"/>
              <a:buChar char="•"/>
            </a:pPr>
            <a:r>
              <a:rPr lang="en-US" sz="2400" i="1" cap="none" spc="0" dirty="0">
                <a:ln w="0"/>
                <a:solidFill>
                  <a:schemeClr val="tx1"/>
                </a:solidFill>
                <a:effectLst>
                  <a:outerShdw blurRad="38100" dist="19050" dir="2700000" algn="tl" rotWithShape="0">
                    <a:schemeClr val="dk1">
                      <a:alpha val="40000"/>
                    </a:schemeClr>
                  </a:outerShdw>
                </a:effectLst>
              </a:rPr>
              <a:t>Annotations</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Proxies</a:t>
            </a:r>
            <a:endParaRPr lang="en-US" sz="2400" i="1" cap="none" spc="0" dirty="0">
              <a:ln w="0"/>
              <a:solidFill>
                <a:schemeClr val="tx1"/>
              </a:solidFill>
              <a:effectLst>
                <a:outerShdw blurRad="38100" dist="19050" dir="2700000" algn="tl" rotWithShape="0">
                  <a:schemeClr val="dk1">
                    <a:alpha val="40000"/>
                  </a:schemeClr>
                </a:outerShdw>
              </a:effectLst>
            </a:endParaRPr>
          </a:p>
        </p:txBody>
      </p:sp>
      <p:sp>
        <p:nvSpPr>
          <p:cNvPr id="54" name="Rectangle 53">
            <a:extLst>
              <a:ext uri="{FF2B5EF4-FFF2-40B4-BE49-F238E27FC236}">
                <a16:creationId xmlns:a16="http://schemas.microsoft.com/office/drawing/2014/main" id="{9DCAF342-FA34-C2FC-6393-72B9D42AAB0A}"/>
              </a:ext>
            </a:extLst>
          </p:cNvPr>
          <p:cNvSpPr/>
          <p:nvPr/>
        </p:nvSpPr>
        <p:spPr>
          <a:xfrm>
            <a:off x="8424805" y="1007573"/>
            <a:ext cx="2258567" cy="1200329"/>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Testing</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JUnit tests</a:t>
            </a:r>
          </a:p>
          <a:p>
            <a:pPr marL="457200" indent="-457200">
              <a:buFont typeface="Arial" panose="020B0604020202020204" pitchFamily="34" charset="0"/>
              <a:buChar char="•"/>
            </a:pPr>
            <a:r>
              <a:rPr lang="en-US" sz="2400" i="1" cap="none" spc="0" dirty="0">
                <a:ln w="0"/>
                <a:solidFill>
                  <a:schemeClr val="tx1"/>
                </a:solidFill>
                <a:effectLst>
                  <a:outerShdw blurRad="38100" dist="19050" dir="2700000" algn="tl" rotWithShape="0">
                    <a:schemeClr val="dk1">
                      <a:alpha val="40000"/>
                    </a:schemeClr>
                  </a:outerShdw>
                </a:effectLst>
              </a:rPr>
              <a:t>Mock testing</a:t>
            </a:r>
          </a:p>
        </p:txBody>
      </p:sp>
      <p:cxnSp>
        <p:nvCxnSpPr>
          <p:cNvPr id="55" name="Connector: Curved 54">
            <a:extLst>
              <a:ext uri="{FF2B5EF4-FFF2-40B4-BE49-F238E27FC236}">
                <a16:creationId xmlns:a16="http://schemas.microsoft.com/office/drawing/2014/main" id="{F365035C-5CA1-82EE-3EB9-FBA4AC17123F}"/>
              </a:ext>
            </a:extLst>
          </p:cNvPr>
          <p:cNvCxnSpPr>
            <a:stCxn id="48" idx="2"/>
            <a:endCxn id="25" idx="1"/>
          </p:cNvCxnSpPr>
          <p:nvPr/>
        </p:nvCxnSpPr>
        <p:spPr>
          <a:xfrm rot="16200000" flipH="1">
            <a:off x="1855556" y="1733510"/>
            <a:ext cx="2721834" cy="2193289"/>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Connector: Curved 55">
            <a:extLst>
              <a:ext uri="{FF2B5EF4-FFF2-40B4-BE49-F238E27FC236}">
                <a16:creationId xmlns:a16="http://schemas.microsoft.com/office/drawing/2014/main" id="{29EF85C5-607D-A831-1B4A-9D2237BA450C}"/>
              </a:ext>
            </a:extLst>
          </p:cNvPr>
          <p:cNvCxnSpPr>
            <a:cxnSpLocks/>
            <a:stCxn id="50" idx="2"/>
            <a:endCxn id="25" idx="0"/>
          </p:cNvCxnSpPr>
          <p:nvPr/>
        </p:nvCxnSpPr>
        <p:spPr>
          <a:xfrm rot="5400000">
            <a:off x="5670117" y="3003116"/>
            <a:ext cx="851767" cy="12700"/>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024" name="Connector: Curved 1023">
            <a:extLst>
              <a:ext uri="{FF2B5EF4-FFF2-40B4-BE49-F238E27FC236}">
                <a16:creationId xmlns:a16="http://schemas.microsoft.com/office/drawing/2014/main" id="{5BD1A808-9A55-37D9-E2AE-3D8F45A362DE}"/>
              </a:ext>
            </a:extLst>
          </p:cNvPr>
          <p:cNvCxnSpPr>
            <a:cxnSpLocks/>
            <a:stCxn id="54" idx="2"/>
            <a:endCxn id="25" idx="3"/>
          </p:cNvCxnSpPr>
          <p:nvPr/>
        </p:nvCxnSpPr>
        <p:spPr>
          <a:xfrm rot="5400000">
            <a:off x="7724901" y="2361884"/>
            <a:ext cx="1983170" cy="1675207"/>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54905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5492B0-3BD6-3CEC-B0DF-730FD5773F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BC12AD-84F5-110E-1666-5750879E2224}"/>
              </a:ext>
            </a:extLst>
          </p:cNvPr>
          <p:cNvSpPr>
            <a:spLocks noGrp="1"/>
          </p:cNvSpPr>
          <p:nvPr>
            <p:ph type="title"/>
          </p:nvPr>
        </p:nvSpPr>
        <p:spPr/>
        <p:txBody>
          <a:bodyPr/>
          <a:lstStyle/>
          <a:p>
            <a:r>
              <a:rPr lang="en-US" dirty="0"/>
              <a:t>Software architecture</a:t>
            </a:r>
          </a:p>
        </p:txBody>
      </p:sp>
      <p:sp>
        <p:nvSpPr>
          <p:cNvPr id="2" name="Rectangle: Rounded Corners 1">
            <a:extLst>
              <a:ext uri="{FF2B5EF4-FFF2-40B4-BE49-F238E27FC236}">
                <a16:creationId xmlns:a16="http://schemas.microsoft.com/office/drawing/2014/main" id="{2E716B01-555D-070D-75BE-D4BAEB70BB08}"/>
              </a:ext>
            </a:extLst>
          </p:cNvPr>
          <p:cNvSpPr/>
          <p:nvPr/>
        </p:nvSpPr>
        <p:spPr>
          <a:xfrm>
            <a:off x="35171" y="998767"/>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Onboarding Login flow</a:t>
            </a:r>
            <a:endParaRPr lang="en-US" sz="1200" dirty="0"/>
          </a:p>
        </p:txBody>
      </p:sp>
      <p:sp>
        <p:nvSpPr>
          <p:cNvPr id="4" name="Rectangle: Rounded Corners 3">
            <a:extLst>
              <a:ext uri="{FF2B5EF4-FFF2-40B4-BE49-F238E27FC236}">
                <a16:creationId xmlns:a16="http://schemas.microsoft.com/office/drawing/2014/main" id="{42228462-BD0D-792D-7B50-CFEF44C0D299}"/>
              </a:ext>
            </a:extLst>
          </p:cNvPr>
          <p:cNvSpPr/>
          <p:nvPr/>
        </p:nvSpPr>
        <p:spPr>
          <a:xfrm>
            <a:off x="20510" y="1829288"/>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following flow</a:t>
            </a:r>
            <a:endParaRPr lang="en-US" sz="1200" dirty="0"/>
          </a:p>
        </p:txBody>
      </p:sp>
      <p:sp>
        <p:nvSpPr>
          <p:cNvPr id="5" name="Rectangle: Rounded Corners 4">
            <a:extLst>
              <a:ext uri="{FF2B5EF4-FFF2-40B4-BE49-F238E27FC236}">
                <a16:creationId xmlns:a16="http://schemas.microsoft.com/office/drawing/2014/main" id="{5DD7D132-B832-0B2B-4881-860F82187BAD}"/>
              </a:ext>
            </a:extLst>
          </p:cNvPr>
          <p:cNvSpPr/>
          <p:nvPr/>
        </p:nvSpPr>
        <p:spPr>
          <a:xfrm>
            <a:off x="35171" y="2812560"/>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Adding Post UI</a:t>
            </a:r>
            <a:endParaRPr lang="en-US" sz="1200" dirty="0"/>
          </a:p>
        </p:txBody>
      </p:sp>
      <p:sp>
        <p:nvSpPr>
          <p:cNvPr id="7" name="Rectangle: Rounded Corners 6">
            <a:extLst>
              <a:ext uri="{FF2B5EF4-FFF2-40B4-BE49-F238E27FC236}">
                <a16:creationId xmlns:a16="http://schemas.microsoft.com/office/drawing/2014/main" id="{49C33840-8D51-A541-C3CA-7AF33E1A5276}"/>
              </a:ext>
            </a:extLst>
          </p:cNvPr>
          <p:cNvSpPr/>
          <p:nvPr/>
        </p:nvSpPr>
        <p:spPr>
          <a:xfrm>
            <a:off x="35171" y="4337535"/>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Self Profile Service</a:t>
            </a:r>
            <a:endParaRPr lang="en-US" sz="1200" dirty="0"/>
          </a:p>
        </p:txBody>
      </p:sp>
      <p:sp>
        <p:nvSpPr>
          <p:cNvPr id="8" name="Rectangle: Rounded Corners 7">
            <a:extLst>
              <a:ext uri="{FF2B5EF4-FFF2-40B4-BE49-F238E27FC236}">
                <a16:creationId xmlns:a16="http://schemas.microsoft.com/office/drawing/2014/main" id="{5A28129D-0DE3-EFD6-7DC6-70CE716AFDD5}"/>
              </a:ext>
            </a:extLst>
          </p:cNvPr>
          <p:cNvSpPr/>
          <p:nvPr/>
        </p:nvSpPr>
        <p:spPr>
          <a:xfrm>
            <a:off x="35171" y="5111257"/>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Home Screen</a:t>
            </a:r>
            <a:endParaRPr lang="en-US" sz="1200" dirty="0"/>
          </a:p>
        </p:txBody>
      </p:sp>
      <p:sp>
        <p:nvSpPr>
          <p:cNvPr id="9" name="Rectangle: Rounded Corners 8">
            <a:extLst>
              <a:ext uri="{FF2B5EF4-FFF2-40B4-BE49-F238E27FC236}">
                <a16:creationId xmlns:a16="http://schemas.microsoft.com/office/drawing/2014/main" id="{6284E446-748F-0F6E-7F2C-EFCAC3F4309E}"/>
              </a:ext>
            </a:extLst>
          </p:cNvPr>
          <p:cNvSpPr/>
          <p:nvPr/>
        </p:nvSpPr>
        <p:spPr>
          <a:xfrm>
            <a:off x="1770188" y="996460"/>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 Service</a:t>
            </a:r>
          </a:p>
        </p:txBody>
      </p:sp>
      <p:sp>
        <p:nvSpPr>
          <p:cNvPr id="10" name="Rectangle: Rounded Corners 9">
            <a:extLst>
              <a:ext uri="{FF2B5EF4-FFF2-40B4-BE49-F238E27FC236}">
                <a16:creationId xmlns:a16="http://schemas.microsoft.com/office/drawing/2014/main" id="{440BC189-0DDB-8E8B-6BE6-F2947CC1E28E}"/>
              </a:ext>
            </a:extLst>
          </p:cNvPr>
          <p:cNvSpPr/>
          <p:nvPr/>
        </p:nvSpPr>
        <p:spPr>
          <a:xfrm>
            <a:off x="1770188" y="1828799"/>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Graph Service</a:t>
            </a:r>
          </a:p>
        </p:txBody>
      </p:sp>
      <p:sp>
        <p:nvSpPr>
          <p:cNvPr id="11" name="Rectangle: Rounded Corners 10">
            <a:extLst>
              <a:ext uri="{FF2B5EF4-FFF2-40B4-BE49-F238E27FC236}">
                <a16:creationId xmlns:a16="http://schemas.microsoft.com/office/drawing/2014/main" id="{24471DF3-F3DF-A4AD-60C8-3D114F785A00}"/>
              </a:ext>
            </a:extLst>
          </p:cNvPr>
          <p:cNvSpPr/>
          <p:nvPr/>
        </p:nvSpPr>
        <p:spPr>
          <a:xfrm>
            <a:off x="1770188" y="2825258"/>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Injection Service</a:t>
            </a:r>
          </a:p>
        </p:txBody>
      </p:sp>
      <p:sp>
        <p:nvSpPr>
          <p:cNvPr id="12" name="Rectangle: Rounded Corners 11">
            <a:extLst>
              <a:ext uri="{FF2B5EF4-FFF2-40B4-BE49-F238E27FC236}">
                <a16:creationId xmlns:a16="http://schemas.microsoft.com/office/drawing/2014/main" id="{B6446299-EE4E-10C4-6C7D-17CBC4089A94}"/>
              </a:ext>
            </a:extLst>
          </p:cNvPr>
          <p:cNvSpPr/>
          <p:nvPr/>
        </p:nvSpPr>
        <p:spPr>
          <a:xfrm>
            <a:off x="1770188" y="366095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Short URL Service</a:t>
            </a:r>
          </a:p>
        </p:txBody>
      </p:sp>
      <p:sp>
        <p:nvSpPr>
          <p:cNvPr id="13" name="Rectangle: Rounded Corners 12">
            <a:extLst>
              <a:ext uri="{FF2B5EF4-FFF2-40B4-BE49-F238E27FC236}">
                <a16:creationId xmlns:a16="http://schemas.microsoft.com/office/drawing/2014/main" id="{19A4E326-DF76-4182-F691-95A8B8E435C0}"/>
              </a:ext>
            </a:extLst>
          </p:cNvPr>
          <p:cNvSpPr/>
          <p:nvPr/>
        </p:nvSpPr>
        <p:spPr>
          <a:xfrm>
            <a:off x="2960084" y="427892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Timeline Service</a:t>
            </a:r>
          </a:p>
        </p:txBody>
      </p:sp>
      <p:sp>
        <p:nvSpPr>
          <p:cNvPr id="14" name="Rectangle: Rounded Corners 13">
            <a:extLst>
              <a:ext uri="{FF2B5EF4-FFF2-40B4-BE49-F238E27FC236}">
                <a16:creationId xmlns:a16="http://schemas.microsoft.com/office/drawing/2014/main" id="{DFB9BAEB-6870-B417-CE5E-7251118AF915}"/>
              </a:ext>
            </a:extLst>
          </p:cNvPr>
          <p:cNvSpPr/>
          <p:nvPr/>
        </p:nvSpPr>
        <p:spPr>
          <a:xfrm>
            <a:off x="1723296" y="480184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Assert Service</a:t>
            </a:r>
          </a:p>
        </p:txBody>
      </p:sp>
      <p:sp>
        <p:nvSpPr>
          <p:cNvPr id="15" name="Rectangle: Rounded Corners 14">
            <a:extLst>
              <a:ext uri="{FF2B5EF4-FFF2-40B4-BE49-F238E27FC236}">
                <a16:creationId xmlns:a16="http://schemas.microsoft.com/office/drawing/2014/main" id="{7A4495DF-36F6-0E8E-9303-80FF8D3F00BC}"/>
              </a:ext>
            </a:extLst>
          </p:cNvPr>
          <p:cNvSpPr/>
          <p:nvPr/>
        </p:nvSpPr>
        <p:spPr>
          <a:xfrm>
            <a:off x="1723297" y="5533076"/>
            <a:ext cx="1301262" cy="468923"/>
          </a:xfrm>
          <a:prstGeom prst="roundRect">
            <a:avLst/>
          </a:prstGeom>
          <a:solidFill>
            <a:srgbClr val="FFD5D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CDN</a:t>
            </a:r>
          </a:p>
        </p:txBody>
      </p:sp>
      <p:sp>
        <p:nvSpPr>
          <p:cNvPr id="18" name="Rectangle 17">
            <a:extLst>
              <a:ext uri="{FF2B5EF4-FFF2-40B4-BE49-F238E27FC236}">
                <a16:creationId xmlns:a16="http://schemas.microsoft.com/office/drawing/2014/main" id="{50CE9F9D-EAB9-861F-E69E-DBBB05031A39}"/>
              </a:ext>
            </a:extLst>
          </p:cNvPr>
          <p:cNvSpPr/>
          <p:nvPr/>
        </p:nvSpPr>
        <p:spPr>
          <a:xfrm>
            <a:off x="3640021" y="153572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19" name="Rectangle 18">
            <a:extLst>
              <a:ext uri="{FF2B5EF4-FFF2-40B4-BE49-F238E27FC236}">
                <a16:creationId xmlns:a16="http://schemas.microsoft.com/office/drawing/2014/main" id="{5B149E8B-3ECB-EA42-48BD-F4B60C77E333}"/>
              </a:ext>
            </a:extLst>
          </p:cNvPr>
          <p:cNvSpPr/>
          <p:nvPr/>
        </p:nvSpPr>
        <p:spPr>
          <a:xfrm>
            <a:off x="5093683" y="71972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User DB MySQL cluster</a:t>
            </a:r>
            <a:endParaRPr lang="en-US" sz="1100" dirty="0"/>
          </a:p>
        </p:txBody>
      </p:sp>
      <p:sp>
        <p:nvSpPr>
          <p:cNvPr id="20" name="Rectangle 19">
            <a:extLst>
              <a:ext uri="{FF2B5EF4-FFF2-40B4-BE49-F238E27FC236}">
                <a16:creationId xmlns:a16="http://schemas.microsoft.com/office/drawing/2014/main" id="{2FB4A9A8-FE25-12FC-330E-618DBDC1618B}"/>
              </a:ext>
            </a:extLst>
          </p:cNvPr>
          <p:cNvSpPr/>
          <p:nvPr/>
        </p:nvSpPr>
        <p:spPr>
          <a:xfrm>
            <a:off x="5093683" y="2212105"/>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User Graph MySQL cluster</a:t>
            </a:r>
            <a:endParaRPr lang="en-US" sz="1100" dirty="0"/>
          </a:p>
        </p:txBody>
      </p:sp>
      <p:sp>
        <p:nvSpPr>
          <p:cNvPr id="21" name="Rectangle 20">
            <a:extLst>
              <a:ext uri="{FF2B5EF4-FFF2-40B4-BE49-F238E27FC236}">
                <a16:creationId xmlns:a16="http://schemas.microsoft.com/office/drawing/2014/main" id="{0A1210D4-C099-156B-9712-0EFC97403C57}"/>
              </a:ext>
            </a:extLst>
          </p:cNvPr>
          <p:cNvSpPr/>
          <p:nvPr/>
        </p:nvSpPr>
        <p:spPr>
          <a:xfrm>
            <a:off x="4290652" y="3006967"/>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Cassandra Cluster</a:t>
            </a:r>
            <a:endParaRPr lang="en-US" sz="1100" dirty="0"/>
          </a:p>
        </p:txBody>
      </p:sp>
      <p:sp>
        <p:nvSpPr>
          <p:cNvPr id="22" name="Rectangle: Rounded Corners 21">
            <a:extLst>
              <a:ext uri="{FF2B5EF4-FFF2-40B4-BE49-F238E27FC236}">
                <a16:creationId xmlns:a16="http://schemas.microsoft.com/office/drawing/2014/main" id="{ACB570CE-86F3-6A20-CD80-5038367FDB5C}"/>
              </a:ext>
            </a:extLst>
          </p:cNvPr>
          <p:cNvSpPr/>
          <p:nvPr/>
        </p:nvSpPr>
        <p:spPr>
          <a:xfrm>
            <a:off x="3985852" y="3739655"/>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Service</a:t>
            </a:r>
          </a:p>
        </p:txBody>
      </p:sp>
      <p:sp>
        <p:nvSpPr>
          <p:cNvPr id="23" name="Rectangle 22">
            <a:extLst>
              <a:ext uri="{FF2B5EF4-FFF2-40B4-BE49-F238E27FC236}">
                <a16:creationId xmlns:a16="http://schemas.microsoft.com/office/drawing/2014/main" id="{CDA779CF-7C69-8174-9292-E19A1E335498}"/>
              </a:ext>
            </a:extLst>
          </p:cNvPr>
          <p:cNvSpPr/>
          <p:nvPr/>
        </p:nvSpPr>
        <p:spPr>
          <a:xfrm>
            <a:off x="3985852" y="4923683"/>
            <a:ext cx="1301262" cy="57443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24" name="Rectangle 23">
            <a:extLst>
              <a:ext uri="{FF2B5EF4-FFF2-40B4-BE49-F238E27FC236}">
                <a16:creationId xmlns:a16="http://schemas.microsoft.com/office/drawing/2014/main" id="{E98B325A-0696-E811-DC3D-D08E85DE61EA}"/>
              </a:ext>
            </a:extLst>
          </p:cNvPr>
          <p:cNvSpPr/>
          <p:nvPr/>
        </p:nvSpPr>
        <p:spPr>
          <a:xfrm>
            <a:off x="7133506" y="2192211"/>
            <a:ext cx="586148" cy="1629511"/>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K</a:t>
            </a:r>
          </a:p>
          <a:p>
            <a:pPr algn="ctr"/>
            <a:r>
              <a:rPr lang="en-US" sz="1100" dirty="0">
                <a:ln w="0"/>
                <a:solidFill>
                  <a:schemeClr val="tx1"/>
                </a:solidFill>
                <a:effectLst>
                  <a:outerShdw blurRad="38100" dist="19050" dir="2700000" algn="tl" rotWithShape="0">
                    <a:schemeClr val="dk1">
                      <a:alpha val="40000"/>
                    </a:schemeClr>
                  </a:outerShdw>
                </a:effectLst>
              </a:rPr>
              <a:t>A</a:t>
            </a:r>
          </a:p>
          <a:p>
            <a:pPr algn="ctr"/>
            <a:r>
              <a:rPr lang="en-US" sz="1100" dirty="0">
                <a:ln w="0"/>
                <a:solidFill>
                  <a:schemeClr val="tx1"/>
                </a:solidFill>
                <a:effectLst>
                  <a:outerShdw blurRad="38100" dist="19050" dir="2700000" algn="tl" rotWithShape="0">
                    <a:schemeClr val="dk1">
                      <a:alpha val="40000"/>
                    </a:schemeClr>
                  </a:outerShdw>
                </a:effectLst>
              </a:rPr>
              <a:t>F</a:t>
            </a:r>
          </a:p>
          <a:p>
            <a:pPr algn="ctr"/>
            <a:r>
              <a:rPr lang="en-US" sz="1100" dirty="0">
                <a:ln w="0"/>
                <a:solidFill>
                  <a:schemeClr val="tx1"/>
                </a:solidFill>
                <a:effectLst>
                  <a:outerShdw blurRad="38100" dist="19050" dir="2700000" algn="tl" rotWithShape="0">
                    <a:schemeClr val="dk1">
                      <a:alpha val="40000"/>
                    </a:schemeClr>
                  </a:outerShdw>
                </a:effectLst>
              </a:rPr>
              <a:t>K</a:t>
            </a:r>
          </a:p>
          <a:p>
            <a:pPr algn="ctr"/>
            <a:r>
              <a:rPr lang="en-US" sz="1100" dirty="0">
                <a:ln w="0"/>
                <a:solidFill>
                  <a:schemeClr val="tx1"/>
                </a:solidFill>
                <a:effectLst>
                  <a:outerShdw blurRad="38100" dist="19050" dir="2700000" algn="tl" rotWithShape="0">
                    <a:schemeClr val="dk1">
                      <a:alpha val="40000"/>
                    </a:schemeClr>
                  </a:outerShdw>
                </a:effectLst>
              </a:rPr>
              <a:t>A</a:t>
            </a:r>
            <a:endParaRPr lang="en-US" sz="1100" dirty="0"/>
          </a:p>
        </p:txBody>
      </p:sp>
      <p:sp>
        <p:nvSpPr>
          <p:cNvPr id="25" name="Rectangle: Rounded Corners 24">
            <a:extLst>
              <a:ext uri="{FF2B5EF4-FFF2-40B4-BE49-F238E27FC236}">
                <a16:creationId xmlns:a16="http://schemas.microsoft.com/office/drawing/2014/main" id="{61769CD1-0B06-F70D-CB00-F8E72E100A96}"/>
              </a:ext>
            </a:extLst>
          </p:cNvPr>
          <p:cNvSpPr/>
          <p:nvPr/>
        </p:nvSpPr>
        <p:spPr>
          <a:xfrm>
            <a:off x="5603636" y="3739655"/>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Tweet Processor</a:t>
            </a:r>
          </a:p>
        </p:txBody>
      </p:sp>
      <p:sp>
        <p:nvSpPr>
          <p:cNvPr id="26" name="Rectangle 25">
            <a:extLst>
              <a:ext uri="{FF2B5EF4-FFF2-40B4-BE49-F238E27FC236}">
                <a16:creationId xmlns:a16="http://schemas.microsoft.com/office/drawing/2014/main" id="{AA1F0DE5-0BD4-AA87-7049-6CA1DE77DFBC}"/>
              </a:ext>
            </a:extLst>
          </p:cNvPr>
          <p:cNvSpPr/>
          <p:nvPr/>
        </p:nvSpPr>
        <p:spPr>
          <a:xfrm>
            <a:off x="8340404" y="2050285"/>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Apache Spark streaming cluster</a:t>
            </a:r>
            <a:endParaRPr lang="en-US" sz="1100" dirty="0"/>
          </a:p>
        </p:txBody>
      </p:sp>
      <p:sp>
        <p:nvSpPr>
          <p:cNvPr id="27" name="Rectangle 26">
            <a:extLst>
              <a:ext uri="{FF2B5EF4-FFF2-40B4-BE49-F238E27FC236}">
                <a16:creationId xmlns:a16="http://schemas.microsoft.com/office/drawing/2014/main" id="{7391515C-9555-84F1-96C6-6AC4296A74A9}"/>
              </a:ext>
            </a:extLst>
          </p:cNvPr>
          <p:cNvSpPr/>
          <p:nvPr/>
        </p:nvSpPr>
        <p:spPr>
          <a:xfrm>
            <a:off x="10032047" y="2190429"/>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Hadoop cluster</a:t>
            </a:r>
            <a:endParaRPr lang="en-US" sz="1100" dirty="0"/>
          </a:p>
        </p:txBody>
      </p:sp>
      <p:sp>
        <p:nvSpPr>
          <p:cNvPr id="28" name="Rectangle: Rounded Corners 27">
            <a:extLst>
              <a:ext uri="{FF2B5EF4-FFF2-40B4-BE49-F238E27FC236}">
                <a16:creationId xmlns:a16="http://schemas.microsoft.com/office/drawing/2014/main" id="{0F412C97-3CBF-5EDA-0FA7-89C67F524262}"/>
              </a:ext>
            </a:extLst>
          </p:cNvPr>
          <p:cNvSpPr/>
          <p:nvPr/>
        </p:nvSpPr>
        <p:spPr>
          <a:xfrm>
            <a:off x="5744314" y="4713292"/>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Analytics</a:t>
            </a:r>
          </a:p>
        </p:txBody>
      </p:sp>
      <p:sp>
        <p:nvSpPr>
          <p:cNvPr id="29" name="Rectangle: Rounded Corners 28">
            <a:extLst>
              <a:ext uri="{FF2B5EF4-FFF2-40B4-BE49-F238E27FC236}">
                <a16:creationId xmlns:a16="http://schemas.microsoft.com/office/drawing/2014/main" id="{E1E32789-6EAD-36EB-5E56-CDE856749F8F}"/>
              </a:ext>
            </a:extLst>
          </p:cNvPr>
          <p:cNvSpPr/>
          <p:nvPr/>
        </p:nvSpPr>
        <p:spPr>
          <a:xfrm>
            <a:off x="7403142" y="4113543"/>
            <a:ext cx="1436072" cy="517071"/>
          </a:xfrm>
          <a:prstGeom prst="roundRect">
            <a:avLst>
              <a:gd name="adj" fmla="val 9865"/>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Live User </a:t>
            </a:r>
            <a:r>
              <a:rPr lang="en-US" sz="1200" dirty="0" err="1">
                <a:ln w="0"/>
                <a:solidFill>
                  <a:schemeClr val="tx1"/>
                </a:solidFill>
                <a:effectLst>
                  <a:outerShdw blurRad="38100" dist="19050" dir="2700000" algn="tl" rotWithShape="0">
                    <a:schemeClr val="dk1">
                      <a:alpha val="40000"/>
                    </a:schemeClr>
                  </a:outerShdw>
                </a:effectLst>
              </a:rPr>
              <a:t>Websockets</a:t>
            </a:r>
            <a:r>
              <a:rPr lang="en-US" sz="1200" dirty="0">
                <a:ln w="0"/>
                <a:solidFill>
                  <a:schemeClr val="tx1"/>
                </a:solidFill>
                <a:effectLst>
                  <a:outerShdw blurRad="38100" dist="19050" dir="2700000" algn="tl" rotWithShape="0">
                    <a:schemeClr val="dk1">
                      <a:alpha val="40000"/>
                    </a:schemeClr>
                  </a:outerShdw>
                </a:effectLst>
              </a:rPr>
              <a:t> (notifications)</a:t>
            </a:r>
          </a:p>
        </p:txBody>
      </p:sp>
      <p:sp>
        <p:nvSpPr>
          <p:cNvPr id="30" name="Rectangle: Rounded Corners 29">
            <a:extLst>
              <a:ext uri="{FF2B5EF4-FFF2-40B4-BE49-F238E27FC236}">
                <a16:creationId xmlns:a16="http://schemas.microsoft.com/office/drawing/2014/main" id="{EF6B1CB9-0C76-E7E0-777D-DFFAA7F784AB}"/>
              </a:ext>
            </a:extLst>
          </p:cNvPr>
          <p:cNvSpPr/>
          <p:nvPr/>
        </p:nvSpPr>
        <p:spPr>
          <a:xfrm>
            <a:off x="8121178" y="3141781"/>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Kafka consumer</a:t>
            </a:r>
          </a:p>
        </p:txBody>
      </p:sp>
      <p:sp>
        <p:nvSpPr>
          <p:cNvPr id="31" name="Rectangle 30">
            <a:extLst>
              <a:ext uri="{FF2B5EF4-FFF2-40B4-BE49-F238E27FC236}">
                <a16:creationId xmlns:a16="http://schemas.microsoft.com/office/drawing/2014/main" id="{F3B7803C-07F2-D2BB-9CDC-E7333770071D}"/>
              </a:ext>
            </a:extLst>
          </p:cNvPr>
          <p:cNvSpPr/>
          <p:nvPr/>
        </p:nvSpPr>
        <p:spPr>
          <a:xfrm>
            <a:off x="9372613" y="3927230"/>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Elastic search cluster</a:t>
            </a:r>
            <a:endParaRPr lang="en-US" sz="1100" dirty="0"/>
          </a:p>
        </p:txBody>
      </p:sp>
      <p:sp>
        <p:nvSpPr>
          <p:cNvPr id="32" name="Rectangle 31">
            <a:extLst>
              <a:ext uri="{FF2B5EF4-FFF2-40B4-BE49-F238E27FC236}">
                <a16:creationId xmlns:a16="http://schemas.microsoft.com/office/drawing/2014/main" id="{80CFE8BB-B2CA-5395-3553-48DB1FB5FFDD}"/>
              </a:ext>
            </a:extLst>
          </p:cNvPr>
          <p:cNvSpPr/>
          <p:nvPr/>
        </p:nvSpPr>
        <p:spPr>
          <a:xfrm>
            <a:off x="9718431" y="2930754"/>
            <a:ext cx="1201599" cy="468923"/>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n w="0"/>
                <a:solidFill>
                  <a:schemeClr val="tx1"/>
                </a:solidFill>
                <a:effectLst>
                  <a:outerShdw blurRad="38100" dist="19050" dir="2700000" algn="tl" rotWithShape="0">
                    <a:schemeClr val="dk1">
                      <a:alpha val="40000"/>
                    </a:schemeClr>
                  </a:outerShdw>
                </a:effectLst>
              </a:rPr>
              <a:t>Weekly </a:t>
            </a:r>
            <a:r>
              <a:rPr lang="en-US" sz="1100" dirty="0" err="1">
                <a:ln w="0"/>
                <a:solidFill>
                  <a:schemeClr val="tx1"/>
                </a:solidFill>
                <a:effectLst>
                  <a:outerShdw blurRad="38100" dist="19050" dir="2700000" algn="tl" rotWithShape="0">
                    <a:schemeClr val="dk1">
                      <a:alpha val="40000"/>
                    </a:schemeClr>
                  </a:outerShdw>
                </a:effectLst>
              </a:rPr>
              <a:t>cron</a:t>
            </a:r>
            <a:r>
              <a:rPr lang="en-US" sz="1100" dirty="0">
                <a:ln w="0"/>
                <a:solidFill>
                  <a:schemeClr val="tx1"/>
                </a:solidFill>
                <a:effectLst>
                  <a:outerShdw blurRad="38100" dist="19050" dir="2700000" algn="tl" rotWithShape="0">
                    <a:schemeClr val="dk1">
                      <a:alpha val="40000"/>
                    </a:schemeClr>
                  </a:outerShdw>
                </a:effectLst>
              </a:rPr>
              <a:t> jobs</a:t>
            </a:r>
            <a:endParaRPr lang="en-US" sz="1100" dirty="0"/>
          </a:p>
        </p:txBody>
      </p:sp>
      <p:sp>
        <p:nvSpPr>
          <p:cNvPr id="33" name="Rectangle: Rounded Corners 32">
            <a:extLst>
              <a:ext uri="{FF2B5EF4-FFF2-40B4-BE49-F238E27FC236}">
                <a16:creationId xmlns:a16="http://schemas.microsoft.com/office/drawing/2014/main" id="{293C4D5A-83B4-C94E-FE12-637CC90935DA}"/>
              </a:ext>
            </a:extLst>
          </p:cNvPr>
          <p:cNvSpPr/>
          <p:nvPr/>
        </p:nvSpPr>
        <p:spPr>
          <a:xfrm>
            <a:off x="7403142" y="5498114"/>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Users app / browsers</a:t>
            </a:r>
            <a:endParaRPr lang="en-US" sz="1200" dirty="0"/>
          </a:p>
        </p:txBody>
      </p:sp>
      <p:sp>
        <p:nvSpPr>
          <p:cNvPr id="34" name="Rectangle: Rounded Corners 33">
            <a:extLst>
              <a:ext uri="{FF2B5EF4-FFF2-40B4-BE49-F238E27FC236}">
                <a16:creationId xmlns:a16="http://schemas.microsoft.com/office/drawing/2014/main" id="{BD5B22B7-404A-EB06-F2B7-5992CA527764}"/>
              </a:ext>
            </a:extLst>
          </p:cNvPr>
          <p:cNvSpPr/>
          <p:nvPr/>
        </p:nvSpPr>
        <p:spPr>
          <a:xfrm>
            <a:off x="9372613" y="5498113"/>
            <a:ext cx="1301262" cy="46892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screen</a:t>
            </a:r>
            <a:endParaRPr lang="en-US" sz="1200" dirty="0"/>
          </a:p>
        </p:txBody>
      </p:sp>
      <p:sp>
        <p:nvSpPr>
          <p:cNvPr id="35" name="Rectangle: Rounded Corners 34">
            <a:extLst>
              <a:ext uri="{FF2B5EF4-FFF2-40B4-BE49-F238E27FC236}">
                <a16:creationId xmlns:a16="http://schemas.microsoft.com/office/drawing/2014/main" id="{6DC4FCEC-E725-65D0-A57F-DE8DEE78C411}"/>
              </a:ext>
            </a:extLst>
          </p:cNvPr>
          <p:cNvSpPr/>
          <p:nvPr/>
        </p:nvSpPr>
        <p:spPr>
          <a:xfrm>
            <a:off x="9305209" y="4653422"/>
            <a:ext cx="1436072" cy="517071"/>
          </a:xfrm>
          <a:prstGeom prst="roundRect">
            <a:avLst>
              <a:gd name="adj" fmla="val 9865"/>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Search service</a:t>
            </a:r>
          </a:p>
        </p:txBody>
      </p:sp>
      <p:sp>
        <p:nvSpPr>
          <p:cNvPr id="36" name="Rectangle: Rounded Corners 35">
            <a:extLst>
              <a:ext uri="{FF2B5EF4-FFF2-40B4-BE49-F238E27FC236}">
                <a16:creationId xmlns:a16="http://schemas.microsoft.com/office/drawing/2014/main" id="{74A6122F-B3F5-EBE7-06FD-E13564762DDD}"/>
              </a:ext>
            </a:extLst>
          </p:cNvPr>
          <p:cNvSpPr/>
          <p:nvPr/>
        </p:nvSpPr>
        <p:spPr>
          <a:xfrm>
            <a:off x="10855567" y="3505193"/>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Notification service</a:t>
            </a:r>
          </a:p>
        </p:txBody>
      </p:sp>
      <p:sp>
        <p:nvSpPr>
          <p:cNvPr id="37" name="Rectangle 36">
            <a:extLst>
              <a:ext uri="{FF2B5EF4-FFF2-40B4-BE49-F238E27FC236}">
                <a16:creationId xmlns:a16="http://schemas.microsoft.com/office/drawing/2014/main" id="{8C2BA776-076C-AC08-90F6-8BAE92B86F37}"/>
              </a:ext>
            </a:extLst>
          </p:cNvPr>
          <p:cNvSpPr/>
          <p:nvPr/>
        </p:nvSpPr>
        <p:spPr>
          <a:xfrm>
            <a:off x="8431839" y="812896"/>
            <a:ext cx="1148861" cy="405965"/>
          </a:xfrm>
          <a:prstGeom prst="rect">
            <a:avLst/>
          </a:prstGeom>
          <a:solidFill>
            <a:srgbClr val="FFD5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Redis cluster</a:t>
            </a:r>
            <a:endParaRPr lang="en-US" sz="1050" dirty="0"/>
          </a:p>
        </p:txBody>
      </p:sp>
      <p:sp>
        <p:nvSpPr>
          <p:cNvPr id="38" name="Rectangle 37">
            <a:extLst>
              <a:ext uri="{FF2B5EF4-FFF2-40B4-BE49-F238E27FC236}">
                <a16:creationId xmlns:a16="http://schemas.microsoft.com/office/drawing/2014/main" id="{B59A432D-02B2-2634-0E45-373A98E07EEB}"/>
              </a:ext>
            </a:extLst>
          </p:cNvPr>
          <p:cNvSpPr/>
          <p:nvPr/>
        </p:nvSpPr>
        <p:spPr>
          <a:xfrm flipH="1">
            <a:off x="1511106" y="937846"/>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D8CC424-CE27-E217-EAD5-CA6D350BD82D}"/>
              </a:ext>
            </a:extLst>
          </p:cNvPr>
          <p:cNvSpPr/>
          <p:nvPr/>
        </p:nvSpPr>
        <p:spPr>
          <a:xfrm flipH="1">
            <a:off x="1511107" y="1770180"/>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AC24AA3-4F86-FCE2-9E0E-D9831DD3C892}"/>
              </a:ext>
            </a:extLst>
          </p:cNvPr>
          <p:cNvSpPr/>
          <p:nvPr/>
        </p:nvSpPr>
        <p:spPr>
          <a:xfrm flipH="1">
            <a:off x="1511108" y="2754914"/>
            <a:ext cx="45719" cy="5907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7019B8F-6467-9EE9-EB6A-7714FA18F204}"/>
              </a:ext>
            </a:extLst>
          </p:cNvPr>
          <p:cNvSpPr/>
          <p:nvPr/>
        </p:nvSpPr>
        <p:spPr>
          <a:xfrm flipH="1">
            <a:off x="1500842" y="4030827"/>
            <a:ext cx="58043" cy="162009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487B55CE-1FE7-2D68-6E32-7430F827845F}"/>
              </a:ext>
            </a:extLst>
          </p:cNvPr>
          <p:cNvCxnSpPr>
            <a:stCxn id="2" idx="3"/>
            <a:endCxn id="38" idx="3"/>
          </p:cNvCxnSpPr>
          <p:nvPr/>
        </p:nvCxnSpPr>
        <p:spPr>
          <a:xfrm>
            <a:off x="1336433" y="1233229"/>
            <a:ext cx="174673" cy="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DA1906C6-9ED9-BEFB-2C49-591A080A2147}"/>
              </a:ext>
            </a:extLst>
          </p:cNvPr>
          <p:cNvCxnSpPr>
            <a:cxnSpLocks/>
            <a:stCxn id="4" idx="3"/>
            <a:endCxn id="39" idx="3"/>
          </p:cNvCxnSpPr>
          <p:nvPr/>
        </p:nvCxnSpPr>
        <p:spPr>
          <a:xfrm>
            <a:off x="1321772" y="2063750"/>
            <a:ext cx="189335" cy="18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043467B-291B-365F-A436-B4EB08C8A8FA}"/>
              </a:ext>
            </a:extLst>
          </p:cNvPr>
          <p:cNvCxnSpPr>
            <a:cxnSpLocks/>
            <a:stCxn id="5" idx="3"/>
            <a:endCxn id="40" idx="3"/>
          </p:cNvCxnSpPr>
          <p:nvPr/>
        </p:nvCxnSpPr>
        <p:spPr>
          <a:xfrm>
            <a:off x="1336433" y="3047022"/>
            <a:ext cx="174675" cy="327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26870189-06F2-8DD4-3163-482724438EF1}"/>
              </a:ext>
            </a:extLst>
          </p:cNvPr>
          <p:cNvCxnSpPr>
            <a:cxnSpLocks/>
            <a:stCxn id="7" idx="3"/>
          </p:cNvCxnSpPr>
          <p:nvPr/>
        </p:nvCxnSpPr>
        <p:spPr>
          <a:xfrm>
            <a:off x="1336433" y="4571997"/>
            <a:ext cx="16440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74227C5C-E8D8-5ADD-BD34-2758BE38DACC}"/>
              </a:ext>
            </a:extLst>
          </p:cNvPr>
          <p:cNvCxnSpPr>
            <a:cxnSpLocks/>
            <a:stCxn id="8" idx="3"/>
          </p:cNvCxnSpPr>
          <p:nvPr/>
        </p:nvCxnSpPr>
        <p:spPr>
          <a:xfrm>
            <a:off x="1336433" y="5345719"/>
            <a:ext cx="16440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58A57E30-8252-023F-5A70-DFBAF7221C71}"/>
              </a:ext>
            </a:extLst>
          </p:cNvPr>
          <p:cNvCxnSpPr>
            <a:cxnSpLocks/>
            <a:stCxn id="38" idx="1"/>
            <a:endCxn id="9" idx="1"/>
          </p:cNvCxnSpPr>
          <p:nvPr/>
        </p:nvCxnSpPr>
        <p:spPr>
          <a:xfrm flipV="1">
            <a:off x="1556825" y="1230922"/>
            <a:ext cx="213363" cy="230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DA3EA4C9-954E-162E-AD68-EE280619C6ED}"/>
              </a:ext>
            </a:extLst>
          </p:cNvPr>
          <p:cNvCxnSpPr>
            <a:cxnSpLocks/>
            <a:stCxn id="39" idx="1"/>
            <a:endCxn id="10" idx="1"/>
          </p:cNvCxnSpPr>
          <p:nvPr/>
        </p:nvCxnSpPr>
        <p:spPr>
          <a:xfrm flipV="1">
            <a:off x="1556826" y="2063261"/>
            <a:ext cx="213362" cy="230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27" name="Straight Arrow Connector 1026">
            <a:extLst>
              <a:ext uri="{FF2B5EF4-FFF2-40B4-BE49-F238E27FC236}">
                <a16:creationId xmlns:a16="http://schemas.microsoft.com/office/drawing/2014/main" id="{FE35DF5B-FEC2-0620-89E8-2A4654D79858}"/>
              </a:ext>
            </a:extLst>
          </p:cNvPr>
          <p:cNvCxnSpPr>
            <a:cxnSpLocks/>
            <a:stCxn id="40" idx="1"/>
            <a:endCxn id="11" idx="1"/>
          </p:cNvCxnSpPr>
          <p:nvPr/>
        </p:nvCxnSpPr>
        <p:spPr>
          <a:xfrm>
            <a:off x="1556827" y="3050299"/>
            <a:ext cx="213361" cy="942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0" name="Straight Arrow Connector 1029">
            <a:extLst>
              <a:ext uri="{FF2B5EF4-FFF2-40B4-BE49-F238E27FC236}">
                <a16:creationId xmlns:a16="http://schemas.microsoft.com/office/drawing/2014/main" id="{E18A6757-B181-3CC9-5129-A0F5F7687D29}"/>
              </a:ext>
            </a:extLst>
          </p:cNvPr>
          <p:cNvCxnSpPr>
            <a:cxnSpLocks/>
            <a:stCxn id="12" idx="0"/>
            <a:endCxn id="11" idx="2"/>
          </p:cNvCxnSpPr>
          <p:nvPr/>
        </p:nvCxnSpPr>
        <p:spPr>
          <a:xfrm flipV="1">
            <a:off x="2420819" y="3294181"/>
            <a:ext cx="0" cy="3667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7" name="Connector: Elbow 1036">
            <a:extLst>
              <a:ext uri="{FF2B5EF4-FFF2-40B4-BE49-F238E27FC236}">
                <a16:creationId xmlns:a16="http://schemas.microsoft.com/office/drawing/2014/main" id="{B8BC5F6A-8D72-4E96-C615-59C1EFD7996D}"/>
              </a:ext>
            </a:extLst>
          </p:cNvPr>
          <p:cNvCxnSpPr>
            <a:cxnSpLocks/>
            <a:stCxn id="13" idx="2"/>
            <a:endCxn id="14" idx="3"/>
          </p:cNvCxnSpPr>
          <p:nvPr/>
        </p:nvCxnSpPr>
        <p:spPr>
          <a:xfrm rot="5400000">
            <a:off x="3173408" y="4598998"/>
            <a:ext cx="288459" cy="58615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0" name="Straight Arrow Connector 1039">
            <a:extLst>
              <a:ext uri="{FF2B5EF4-FFF2-40B4-BE49-F238E27FC236}">
                <a16:creationId xmlns:a16="http://schemas.microsoft.com/office/drawing/2014/main" id="{58D02E9F-960F-274E-F47E-E097A94571D4}"/>
              </a:ext>
            </a:extLst>
          </p:cNvPr>
          <p:cNvCxnSpPr>
            <a:cxnSpLocks/>
            <a:endCxn id="13" idx="1"/>
          </p:cNvCxnSpPr>
          <p:nvPr/>
        </p:nvCxnSpPr>
        <p:spPr>
          <a:xfrm>
            <a:off x="1556825" y="4513386"/>
            <a:ext cx="1403259"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4" name="Connector: Elbow 1043">
            <a:extLst>
              <a:ext uri="{FF2B5EF4-FFF2-40B4-BE49-F238E27FC236}">
                <a16:creationId xmlns:a16="http://schemas.microsoft.com/office/drawing/2014/main" id="{AE4B18DF-06DC-187E-7001-F148F3FDA85F}"/>
              </a:ext>
            </a:extLst>
          </p:cNvPr>
          <p:cNvCxnSpPr>
            <a:stCxn id="11" idx="3"/>
          </p:cNvCxnSpPr>
          <p:nvPr/>
        </p:nvCxnSpPr>
        <p:spPr>
          <a:xfrm flipH="1">
            <a:off x="2708031" y="3059720"/>
            <a:ext cx="363419" cy="1742124"/>
          </a:xfrm>
          <a:prstGeom prst="bentConnector4">
            <a:avLst>
              <a:gd name="adj1" fmla="val -62903"/>
              <a:gd name="adj2" fmla="val 6615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6" name="Connector: Elbow 1045">
            <a:extLst>
              <a:ext uri="{FF2B5EF4-FFF2-40B4-BE49-F238E27FC236}">
                <a16:creationId xmlns:a16="http://schemas.microsoft.com/office/drawing/2014/main" id="{F1BBAE24-A33E-F9A5-0543-B9A5BD70CDC0}"/>
              </a:ext>
            </a:extLst>
          </p:cNvPr>
          <p:cNvCxnSpPr>
            <a:cxnSpLocks/>
            <a:stCxn id="9" idx="3"/>
            <a:endCxn id="18" idx="1"/>
          </p:cNvCxnSpPr>
          <p:nvPr/>
        </p:nvCxnSpPr>
        <p:spPr>
          <a:xfrm>
            <a:off x="3071450" y="1230922"/>
            <a:ext cx="568571" cy="592017"/>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9" name="Connector: Elbow 1048">
            <a:extLst>
              <a:ext uri="{FF2B5EF4-FFF2-40B4-BE49-F238E27FC236}">
                <a16:creationId xmlns:a16="http://schemas.microsoft.com/office/drawing/2014/main" id="{71A87E0C-A57B-EFC8-CD7B-7826F974F9FE}"/>
              </a:ext>
            </a:extLst>
          </p:cNvPr>
          <p:cNvCxnSpPr>
            <a:cxnSpLocks/>
            <a:endCxn id="19" idx="1"/>
          </p:cNvCxnSpPr>
          <p:nvPr/>
        </p:nvCxnSpPr>
        <p:spPr>
          <a:xfrm flipV="1">
            <a:off x="3071450" y="1006939"/>
            <a:ext cx="2022233" cy="9503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52" name="Connector: Elbow 1051">
            <a:extLst>
              <a:ext uri="{FF2B5EF4-FFF2-40B4-BE49-F238E27FC236}">
                <a16:creationId xmlns:a16="http://schemas.microsoft.com/office/drawing/2014/main" id="{96823AAF-A411-311B-1ADB-236B28C0988E}"/>
              </a:ext>
            </a:extLst>
          </p:cNvPr>
          <p:cNvCxnSpPr>
            <a:cxnSpLocks/>
            <a:stCxn id="9" idx="3"/>
            <a:endCxn id="13" idx="0"/>
          </p:cNvCxnSpPr>
          <p:nvPr/>
        </p:nvCxnSpPr>
        <p:spPr>
          <a:xfrm>
            <a:off x="3071450" y="1230922"/>
            <a:ext cx="539265" cy="3048002"/>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57" name="Connector: Elbow 1056">
            <a:extLst>
              <a:ext uri="{FF2B5EF4-FFF2-40B4-BE49-F238E27FC236}">
                <a16:creationId xmlns:a16="http://schemas.microsoft.com/office/drawing/2014/main" id="{233889CC-B073-F78F-BE3A-AF20AE3A7E9C}"/>
              </a:ext>
            </a:extLst>
          </p:cNvPr>
          <p:cNvCxnSpPr>
            <a:cxnSpLocks/>
            <a:stCxn id="10" idx="3"/>
            <a:endCxn id="20" idx="1"/>
          </p:cNvCxnSpPr>
          <p:nvPr/>
        </p:nvCxnSpPr>
        <p:spPr>
          <a:xfrm>
            <a:off x="3071450" y="2063261"/>
            <a:ext cx="2022233" cy="436060"/>
          </a:xfrm>
          <a:prstGeom prst="bentConnector3">
            <a:avLst>
              <a:gd name="adj1" fmla="val 16957"/>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1" name="Connector: Elbow 1060">
            <a:extLst>
              <a:ext uri="{FF2B5EF4-FFF2-40B4-BE49-F238E27FC236}">
                <a16:creationId xmlns:a16="http://schemas.microsoft.com/office/drawing/2014/main" id="{7F92CE7B-7175-7B2E-C216-F17276B399C4}"/>
              </a:ext>
            </a:extLst>
          </p:cNvPr>
          <p:cNvCxnSpPr>
            <a:cxnSpLocks/>
            <a:stCxn id="24" idx="0"/>
            <a:endCxn id="9" idx="0"/>
          </p:cNvCxnSpPr>
          <p:nvPr/>
        </p:nvCxnSpPr>
        <p:spPr>
          <a:xfrm rot="16200000" flipV="1">
            <a:off x="4325825" y="-908545"/>
            <a:ext cx="1195751" cy="5005761"/>
          </a:xfrm>
          <a:prstGeom prst="bentConnector3">
            <a:avLst>
              <a:gd name="adj1" fmla="val 12990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5" name="Connector: Elbow 1064">
            <a:extLst>
              <a:ext uri="{FF2B5EF4-FFF2-40B4-BE49-F238E27FC236}">
                <a16:creationId xmlns:a16="http://schemas.microsoft.com/office/drawing/2014/main" id="{346D5D6B-3FBD-1C63-DA6F-FE2D267A6F9D}"/>
              </a:ext>
            </a:extLst>
          </p:cNvPr>
          <p:cNvCxnSpPr>
            <a:cxnSpLocks/>
            <a:endCxn id="25" idx="0"/>
          </p:cNvCxnSpPr>
          <p:nvPr/>
        </p:nvCxnSpPr>
        <p:spPr>
          <a:xfrm>
            <a:off x="3071450" y="2907323"/>
            <a:ext cx="3182817" cy="832332"/>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69" name="Connector: Elbow 1068">
            <a:extLst>
              <a:ext uri="{FF2B5EF4-FFF2-40B4-BE49-F238E27FC236}">
                <a16:creationId xmlns:a16="http://schemas.microsoft.com/office/drawing/2014/main" id="{F6AD76AD-F559-D6F1-58F6-3BE7828BFFAE}"/>
              </a:ext>
            </a:extLst>
          </p:cNvPr>
          <p:cNvCxnSpPr>
            <a:cxnSpLocks/>
            <a:endCxn id="26" idx="1"/>
          </p:cNvCxnSpPr>
          <p:nvPr/>
        </p:nvCxnSpPr>
        <p:spPr>
          <a:xfrm flipV="1">
            <a:off x="7719654" y="2284747"/>
            <a:ext cx="620750" cy="5651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72" name="Connector: Elbow 1071">
            <a:extLst>
              <a:ext uri="{FF2B5EF4-FFF2-40B4-BE49-F238E27FC236}">
                <a16:creationId xmlns:a16="http://schemas.microsoft.com/office/drawing/2014/main" id="{D7FB22D7-2CB1-D21F-FA85-3987FF2BD315}"/>
              </a:ext>
            </a:extLst>
          </p:cNvPr>
          <p:cNvCxnSpPr>
            <a:cxnSpLocks/>
            <a:stCxn id="24" idx="3"/>
            <a:endCxn id="36" idx="1"/>
          </p:cNvCxnSpPr>
          <p:nvPr/>
        </p:nvCxnSpPr>
        <p:spPr>
          <a:xfrm>
            <a:off x="7719654" y="3006967"/>
            <a:ext cx="3135913" cy="732688"/>
          </a:xfrm>
          <a:prstGeom prst="bentConnector3">
            <a:avLst>
              <a:gd name="adj1" fmla="val 60094"/>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77" name="Connector: Elbow 1076">
            <a:extLst>
              <a:ext uri="{FF2B5EF4-FFF2-40B4-BE49-F238E27FC236}">
                <a16:creationId xmlns:a16="http://schemas.microsoft.com/office/drawing/2014/main" id="{E68398C7-3634-DBB5-0FE5-565B164D9CA6}"/>
              </a:ext>
            </a:extLst>
          </p:cNvPr>
          <p:cNvCxnSpPr>
            <a:cxnSpLocks/>
          </p:cNvCxnSpPr>
          <p:nvPr/>
        </p:nvCxnSpPr>
        <p:spPr>
          <a:xfrm flipV="1">
            <a:off x="7719654" y="3208758"/>
            <a:ext cx="449869" cy="15283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0" name="Connector: Elbow 1079">
            <a:extLst>
              <a:ext uri="{FF2B5EF4-FFF2-40B4-BE49-F238E27FC236}">
                <a16:creationId xmlns:a16="http://schemas.microsoft.com/office/drawing/2014/main" id="{F5B0B4DF-55B3-277B-F36F-79EB3004EA7F}"/>
              </a:ext>
            </a:extLst>
          </p:cNvPr>
          <p:cNvCxnSpPr>
            <a:cxnSpLocks/>
            <a:stCxn id="25" idx="2"/>
            <a:endCxn id="23" idx="0"/>
          </p:cNvCxnSpPr>
          <p:nvPr/>
        </p:nvCxnSpPr>
        <p:spPr>
          <a:xfrm rot="5400000">
            <a:off x="5087823" y="3757238"/>
            <a:ext cx="715105" cy="1617784"/>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3" name="Connector: Elbow 1082">
            <a:extLst>
              <a:ext uri="{FF2B5EF4-FFF2-40B4-BE49-F238E27FC236}">
                <a16:creationId xmlns:a16="http://schemas.microsoft.com/office/drawing/2014/main" id="{AC13801E-B0DC-E381-EE74-51BB56739E0D}"/>
              </a:ext>
            </a:extLst>
          </p:cNvPr>
          <p:cNvCxnSpPr>
            <a:cxnSpLocks/>
            <a:stCxn id="22" idx="1"/>
          </p:cNvCxnSpPr>
          <p:nvPr/>
        </p:nvCxnSpPr>
        <p:spPr>
          <a:xfrm rot="10800000" flipV="1">
            <a:off x="3823206" y="3974116"/>
            <a:ext cx="162647" cy="30480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86" name="Connector: Elbow 1085">
            <a:extLst>
              <a:ext uri="{FF2B5EF4-FFF2-40B4-BE49-F238E27FC236}">
                <a16:creationId xmlns:a16="http://schemas.microsoft.com/office/drawing/2014/main" id="{1EF3DBCD-2C08-7B19-B322-2D35E2A88025}"/>
              </a:ext>
            </a:extLst>
          </p:cNvPr>
          <p:cNvCxnSpPr>
            <a:cxnSpLocks/>
            <a:stCxn id="14" idx="2"/>
            <a:endCxn id="15" idx="0"/>
          </p:cNvCxnSpPr>
          <p:nvPr/>
        </p:nvCxnSpPr>
        <p:spPr>
          <a:xfrm rot="16200000" flipH="1">
            <a:off x="2242773" y="5401920"/>
            <a:ext cx="262309" cy="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0" name="Connector: Elbow 1089">
            <a:extLst>
              <a:ext uri="{FF2B5EF4-FFF2-40B4-BE49-F238E27FC236}">
                <a16:creationId xmlns:a16="http://schemas.microsoft.com/office/drawing/2014/main" id="{8EAF61D6-3E30-EEB7-3F56-A1B9A0B55145}"/>
              </a:ext>
            </a:extLst>
          </p:cNvPr>
          <p:cNvCxnSpPr>
            <a:cxnSpLocks/>
            <a:endCxn id="28" idx="0"/>
          </p:cNvCxnSpPr>
          <p:nvPr/>
        </p:nvCxnSpPr>
        <p:spPr>
          <a:xfrm rot="5400000">
            <a:off x="6388781" y="3827889"/>
            <a:ext cx="891568" cy="879239"/>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4" name="Connector: Elbow 1093">
            <a:extLst>
              <a:ext uri="{FF2B5EF4-FFF2-40B4-BE49-F238E27FC236}">
                <a16:creationId xmlns:a16="http://schemas.microsoft.com/office/drawing/2014/main" id="{A9109CE6-D6F8-BACC-A0F0-C495316ADA07}"/>
              </a:ext>
            </a:extLst>
          </p:cNvPr>
          <p:cNvCxnSpPr>
            <a:cxnSpLocks/>
            <a:stCxn id="24" idx="2"/>
            <a:endCxn id="29" idx="0"/>
          </p:cNvCxnSpPr>
          <p:nvPr/>
        </p:nvCxnSpPr>
        <p:spPr>
          <a:xfrm rot="16200000" flipH="1">
            <a:off x="7627969" y="3620333"/>
            <a:ext cx="291821" cy="694598"/>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7" name="Connector: Elbow 1096">
            <a:extLst>
              <a:ext uri="{FF2B5EF4-FFF2-40B4-BE49-F238E27FC236}">
                <a16:creationId xmlns:a16="http://schemas.microsoft.com/office/drawing/2014/main" id="{876525F8-D7D5-35CE-213B-A1683AF7D07B}"/>
              </a:ext>
            </a:extLst>
          </p:cNvPr>
          <p:cNvCxnSpPr>
            <a:cxnSpLocks/>
            <a:stCxn id="35" idx="2"/>
            <a:endCxn id="34" idx="0"/>
          </p:cNvCxnSpPr>
          <p:nvPr/>
        </p:nvCxnSpPr>
        <p:spPr>
          <a:xfrm rot="5400000">
            <a:off x="9859435" y="5334303"/>
            <a:ext cx="327620" cy="1"/>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98" name="Rectangle 1097">
            <a:extLst>
              <a:ext uri="{FF2B5EF4-FFF2-40B4-BE49-F238E27FC236}">
                <a16:creationId xmlns:a16="http://schemas.microsoft.com/office/drawing/2014/main" id="{9CCEA774-713F-7F25-9290-0B04A4C82BF6}"/>
              </a:ext>
            </a:extLst>
          </p:cNvPr>
          <p:cNvSpPr/>
          <p:nvPr/>
        </p:nvSpPr>
        <p:spPr>
          <a:xfrm>
            <a:off x="6078868" y="5428397"/>
            <a:ext cx="632154" cy="749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104" name="Connector: Elbow 1103">
            <a:extLst>
              <a:ext uri="{FF2B5EF4-FFF2-40B4-BE49-F238E27FC236}">
                <a16:creationId xmlns:a16="http://schemas.microsoft.com/office/drawing/2014/main" id="{7063A2CE-C4FD-E25E-E120-08C7DBBB5377}"/>
              </a:ext>
            </a:extLst>
          </p:cNvPr>
          <p:cNvCxnSpPr>
            <a:cxnSpLocks/>
            <a:stCxn id="29" idx="2"/>
            <a:endCxn id="33" idx="0"/>
          </p:cNvCxnSpPr>
          <p:nvPr/>
        </p:nvCxnSpPr>
        <p:spPr>
          <a:xfrm rot="5400000">
            <a:off x="7653726" y="5030662"/>
            <a:ext cx="867500" cy="67405"/>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07" name="Connector: Elbow 1106">
            <a:extLst>
              <a:ext uri="{FF2B5EF4-FFF2-40B4-BE49-F238E27FC236}">
                <a16:creationId xmlns:a16="http://schemas.microsoft.com/office/drawing/2014/main" id="{3C576BC2-1D52-FDB2-3394-4DF66F93B8E3}"/>
              </a:ext>
            </a:extLst>
          </p:cNvPr>
          <p:cNvCxnSpPr>
            <a:cxnSpLocks/>
            <a:stCxn id="1098" idx="2"/>
            <a:endCxn id="33" idx="1"/>
          </p:cNvCxnSpPr>
          <p:nvPr/>
        </p:nvCxnSpPr>
        <p:spPr>
          <a:xfrm rot="16200000" flipH="1">
            <a:off x="6784428" y="5113862"/>
            <a:ext cx="229230" cy="1008197"/>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0" name="Connector: Elbow 1109">
            <a:extLst>
              <a:ext uri="{FF2B5EF4-FFF2-40B4-BE49-F238E27FC236}">
                <a16:creationId xmlns:a16="http://schemas.microsoft.com/office/drawing/2014/main" id="{6EB02EDA-9DBD-9E54-E26D-0A918CE9C73A}"/>
              </a:ext>
            </a:extLst>
          </p:cNvPr>
          <p:cNvCxnSpPr>
            <a:cxnSpLocks/>
            <a:stCxn id="28" idx="2"/>
            <a:endCxn id="1098" idx="0"/>
          </p:cNvCxnSpPr>
          <p:nvPr/>
        </p:nvCxnSpPr>
        <p:spPr>
          <a:xfrm rot="5400000">
            <a:off x="6271854" y="5305306"/>
            <a:ext cx="246182" cy="1270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4" name="Connector: Elbow 1113">
            <a:extLst>
              <a:ext uri="{FF2B5EF4-FFF2-40B4-BE49-F238E27FC236}">
                <a16:creationId xmlns:a16="http://schemas.microsoft.com/office/drawing/2014/main" id="{4366E92E-1849-3768-0BD1-15E91027BD24}"/>
              </a:ext>
            </a:extLst>
          </p:cNvPr>
          <p:cNvCxnSpPr>
            <a:cxnSpLocks/>
            <a:stCxn id="31" idx="2"/>
            <a:endCxn id="35" idx="0"/>
          </p:cNvCxnSpPr>
          <p:nvPr/>
        </p:nvCxnSpPr>
        <p:spPr>
          <a:xfrm rot="16200000" flipH="1">
            <a:off x="9869695" y="4499871"/>
            <a:ext cx="257269" cy="49832"/>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17" name="Connector: Elbow 1116">
            <a:extLst>
              <a:ext uri="{FF2B5EF4-FFF2-40B4-BE49-F238E27FC236}">
                <a16:creationId xmlns:a16="http://schemas.microsoft.com/office/drawing/2014/main" id="{E8A86DEB-D42D-799D-2986-749ABD7AFFAF}"/>
              </a:ext>
            </a:extLst>
          </p:cNvPr>
          <p:cNvCxnSpPr>
            <a:cxnSpLocks/>
            <a:stCxn id="30" idx="2"/>
          </p:cNvCxnSpPr>
          <p:nvPr/>
        </p:nvCxnSpPr>
        <p:spPr>
          <a:xfrm rot="16200000" flipH="1">
            <a:off x="8878371" y="3504142"/>
            <a:ext cx="386220" cy="599344"/>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21" name="Connector: Elbow 1120">
            <a:extLst>
              <a:ext uri="{FF2B5EF4-FFF2-40B4-BE49-F238E27FC236}">
                <a16:creationId xmlns:a16="http://schemas.microsoft.com/office/drawing/2014/main" id="{1144E78F-08AC-E6BD-0023-C6163B84473D}"/>
              </a:ext>
            </a:extLst>
          </p:cNvPr>
          <p:cNvCxnSpPr>
            <a:cxnSpLocks/>
            <a:stCxn id="27" idx="1"/>
            <a:endCxn id="32" idx="0"/>
          </p:cNvCxnSpPr>
          <p:nvPr/>
        </p:nvCxnSpPr>
        <p:spPr>
          <a:xfrm rot="10800000" flipH="1" flipV="1">
            <a:off x="10032047" y="2424890"/>
            <a:ext cx="287184" cy="505863"/>
          </a:xfrm>
          <a:prstGeom prst="bentConnector4">
            <a:avLst>
              <a:gd name="adj1" fmla="val -79601"/>
              <a:gd name="adj2" fmla="val 73174"/>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25" name="Rectangle: Rounded Corners 1124">
            <a:extLst>
              <a:ext uri="{FF2B5EF4-FFF2-40B4-BE49-F238E27FC236}">
                <a16:creationId xmlns:a16="http://schemas.microsoft.com/office/drawing/2014/main" id="{31BC1E5D-07CF-F818-5AE2-4F66E89F1A14}"/>
              </a:ext>
            </a:extLst>
          </p:cNvPr>
          <p:cNvSpPr/>
          <p:nvPr/>
        </p:nvSpPr>
        <p:spPr>
          <a:xfrm>
            <a:off x="7833682" y="1382074"/>
            <a:ext cx="1301262" cy="468923"/>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Trends</a:t>
            </a:r>
          </a:p>
        </p:txBody>
      </p:sp>
      <p:cxnSp>
        <p:nvCxnSpPr>
          <p:cNvPr id="1126" name="Connector: Elbow 1125">
            <a:extLst>
              <a:ext uri="{FF2B5EF4-FFF2-40B4-BE49-F238E27FC236}">
                <a16:creationId xmlns:a16="http://schemas.microsoft.com/office/drawing/2014/main" id="{CF338640-C7A5-7CE1-FC27-5B772645FDF0}"/>
              </a:ext>
            </a:extLst>
          </p:cNvPr>
          <p:cNvCxnSpPr>
            <a:cxnSpLocks/>
            <a:stCxn id="1125" idx="0"/>
            <a:endCxn id="37" idx="2"/>
          </p:cNvCxnSpPr>
          <p:nvPr/>
        </p:nvCxnSpPr>
        <p:spPr>
          <a:xfrm rot="5400000" flipH="1" flipV="1">
            <a:off x="8663685" y="1039490"/>
            <a:ext cx="163213" cy="521957"/>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129" name="Connector: Elbow 1128">
            <a:extLst>
              <a:ext uri="{FF2B5EF4-FFF2-40B4-BE49-F238E27FC236}">
                <a16:creationId xmlns:a16="http://schemas.microsoft.com/office/drawing/2014/main" id="{75320C85-373A-07DA-F455-95636EAD58E4}"/>
              </a:ext>
            </a:extLst>
          </p:cNvPr>
          <p:cNvCxnSpPr>
            <a:cxnSpLocks/>
            <a:stCxn id="1125" idx="3"/>
            <a:endCxn id="26" idx="3"/>
          </p:cNvCxnSpPr>
          <p:nvPr/>
        </p:nvCxnSpPr>
        <p:spPr>
          <a:xfrm>
            <a:off x="9134944" y="1616536"/>
            <a:ext cx="407059" cy="668211"/>
          </a:xfrm>
          <a:prstGeom prst="bentConnector3">
            <a:avLst>
              <a:gd name="adj1" fmla="val 156159"/>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50D37713-FE73-318A-49C2-DABE950DD1F7}"/>
              </a:ext>
            </a:extLst>
          </p:cNvPr>
          <p:cNvSpPr/>
          <p:nvPr/>
        </p:nvSpPr>
        <p:spPr>
          <a:xfrm>
            <a:off x="0" y="539066"/>
            <a:ext cx="11871580" cy="5320167"/>
          </a:xfrm>
          <a:prstGeom prst="rect">
            <a:avLst/>
          </a:prstGeom>
          <a:noFill/>
          <a:ln w="31750" cap="flat" cmpd="sng" algn="ctr">
            <a:solidFill>
              <a:srgbClr val="00339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6" name="Rectangle 15">
            <a:extLst>
              <a:ext uri="{FF2B5EF4-FFF2-40B4-BE49-F238E27FC236}">
                <a16:creationId xmlns:a16="http://schemas.microsoft.com/office/drawing/2014/main" id="{3408EB7A-6EC7-FB35-ED8B-18B83E7D251C}"/>
              </a:ext>
            </a:extLst>
          </p:cNvPr>
          <p:cNvSpPr/>
          <p:nvPr/>
        </p:nvSpPr>
        <p:spPr>
          <a:xfrm>
            <a:off x="2042645" y="1266731"/>
            <a:ext cx="8009501" cy="646331"/>
          </a:xfrm>
          <a:prstGeom prst="rect">
            <a:avLst/>
          </a:prstGeom>
          <a:solidFill>
            <a:srgbClr val="FFFFFF"/>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Software architecture - system as a whole</a:t>
            </a:r>
          </a:p>
        </p:txBody>
      </p:sp>
    </p:spTree>
    <p:extLst>
      <p:ext uri="{BB962C8B-B14F-4D97-AF65-F5344CB8AC3E}">
        <p14:creationId xmlns:p14="http://schemas.microsoft.com/office/powerpoint/2010/main" val="116285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8A250-9D33-6774-DFC8-01FC136966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45DCA9-2E41-6CA5-EFEF-E87A220BEB6A}"/>
              </a:ext>
            </a:extLst>
          </p:cNvPr>
          <p:cNvSpPr>
            <a:spLocks noGrp="1"/>
          </p:cNvSpPr>
          <p:nvPr>
            <p:ph type="title"/>
          </p:nvPr>
        </p:nvSpPr>
        <p:spPr/>
        <p:txBody>
          <a:bodyPr/>
          <a:lstStyle/>
          <a:p>
            <a:r>
              <a:rPr lang="en-US" dirty="0"/>
              <a:t>Design patterns – single component focus</a:t>
            </a:r>
          </a:p>
        </p:txBody>
      </p:sp>
      <p:sp>
        <p:nvSpPr>
          <p:cNvPr id="25" name="Rectangle: Rounded Corners 24">
            <a:extLst>
              <a:ext uri="{FF2B5EF4-FFF2-40B4-BE49-F238E27FC236}">
                <a16:creationId xmlns:a16="http://schemas.microsoft.com/office/drawing/2014/main" id="{73BCC5D8-A4D0-D2A2-9515-0BBC5EA48425}"/>
              </a:ext>
            </a:extLst>
          </p:cNvPr>
          <p:cNvSpPr/>
          <p:nvPr/>
        </p:nvSpPr>
        <p:spPr>
          <a:xfrm>
            <a:off x="4313118" y="3429000"/>
            <a:ext cx="3565764" cy="1524144"/>
          </a:xfrm>
          <a:prstGeom prst="roundRect">
            <a:avLst/>
          </a:prstGeom>
          <a:solidFill>
            <a:schemeClr val="tx1">
              <a:lumMod val="10000"/>
              <a:lumOff val="9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Tweet Processor</a:t>
            </a:r>
          </a:p>
        </p:txBody>
      </p:sp>
      <p:sp>
        <p:nvSpPr>
          <p:cNvPr id="48" name="Rectangle 47">
            <a:extLst>
              <a:ext uri="{FF2B5EF4-FFF2-40B4-BE49-F238E27FC236}">
                <a16:creationId xmlns:a16="http://schemas.microsoft.com/office/drawing/2014/main" id="{8683F3C8-61F1-6ED4-FC86-60FC2C860D34}"/>
              </a:ext>
            </a:extLst>
          </p:cNvPr>
          <p:cNvSpPr/>
          <p:nvPr/>
        </p:nvSpPr>
        <p:spPr>
          <a:xfrm>
            <a:off x="1050465" y="1007573"/>
            <a:ext cx="2138727" cy="461665"/>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OO class design</a:t>
            </a:r>
          </a:p>
        </p:txBody>
      </p:sp>
      <p:sp>
        <p:nvSpPr>
          <p:cNvPr id="50" name="Rectangle 49">
            <a:extLst>
              <a:ext uri="{FF2B5EF4-FFF2-40B4-BE49-F238E27FC236}">
                <a16:creationId xmlns:a16="http://schemas.microsoft.com/office/drawing/2014/main" id="{F3456C61-6629-DC74-D9C3-0F8598636E77}"/>
              </a:ext>
            </a:extLst>
          </p:cNvPr>
          <p:cNvSpPr/>
          <p:nvPr/>
        </p:nvSpPr>
        <p:spPr>
          <a:xfrm>
            <a:off x="5011921" y="1007573"/>
            <a:ext cx="2168158" cy="1569660"/>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Frameworks</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Reflection</a:t>
            </a:r>
          </a:p>
          <a:p>
            <a:pPr marL="457200" indent="-457200">
              <a:buFont typeface="Arial" panose="020B0604020202020204" pitchFamily="34" charset="0"/>
              <a:buChar char="•"/>
            </a:pPr>
            <a:r>
              <a:rPr lang="en-US" sz="2400" i="1" cap="none" spc="0" dirty="0">
                <a:ln w="0"/>
                <a:solidFill>
                  <a:schemeClr val="tx1"/>
                </a:solidFill>
                <a:effectLst>
                  <a:outerShdw blurRad="38100" dist="19050" dir="2700000" algn="tl" rotWithShape="0">
                    <a:schemeClr val="dk1">
                      <a:alpha val="40000"/>
                    </a:schemeClr>
                  </a:outerShdw>
                </a:effectLst>
              </a:rPr>
              <a:t>Annotations</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Proxies</a:t>
            </a:r>
            <a:endParaRPr lang="en-US" sz="2400" i="1" cap="none" spc="0" dirty="0">
              <a:ln w="0"/>
              <a:solidFill>
                <a:schemeClr val="tx1"/>
              </a:solidFill>
              <a:effectLst>
                <a:outerShdw blurRad="38100" dist="19050" dir="2700000" algn="tl" rotWithShape="0">
                  <a:schemeClr val="dk1">
                    <a:alpha val="40000"/>
                  </a:schemeClr>
                </a:outerShdw>
              </a:effectLst>
            </a:endParaRPr>
          </a:p>
        </p:txBody>
      </p:sp>
      <p:sp>
        <p:nvSpPr>
          <p:cNvPr id="54" name="Rectangle 53">
            <a:extLst>
              <a:ext uri="{FF2B5EF4-FFF2-40B4-BE49-F238E27FC236}">
                <a16:creationId xmlns:a16="http://schemas.microsoft.com/office/drawing/2014/main" id="{62C87673-52DB-87E2-F822-F1E84A75EF49}"/>
              </a:ext>
            </a:extLst>
          </p:cNvPr>
          <p:cNvSpPr/>
          <p:nvPr/>
        </p:nvSpPr>
        <p:spPr>
          <a:xfrm>
            <a:off x="8424805" y="1007573"/>
            <a:ext cx="2258567" cy="1200329"/>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Testing</a:t>
            </a:r>
          </a:p>
          <a:p>
            <a:pPr marL="457200" indent="-457200">
              <a:buFont typeface="Arial" panose="020B0604020202020204" pitchFamily="34" charset="0"/>
              <a:buChar char="•"/>
            </a:pPr>
            <a:r>
              <a:rPr lang="en-US" sz="2400" i="1" dirty="0">
                <a:ln w="0"/>
                <a:effectLst>
                  <a:outerShdw blurRad="38100" dist="19050" dir="2700000" algn="tl" rotWithShape="0">
                    <a:schemeClr val="dk1">
                      <a:alpha val="40000"/>
                    </a:schemeClr>
                  </a:outerShdw>
                </a:effectLst>
              </a:rPr>
              <a:t>JUnit tests</a:t>
            </a:r>
          </a:p>
          <a:p>
            <a:pPr marL="457200" indent="-457200">
              <a:buFont typeface="Arial" panose="020B0604020202020204" pitchFamily="34" charset="0"/>
              <a:buChar char="•"/>
            </a:pPr>
            <a:r>
              <a:rPr lang="en-US" sz="2400" i="1" cap="none" spc="0" dirty="0">
                <a:ln w="0"/>
                <a:solidFill>
                  <a:schemeClr val="tx1"/>
                </a:solidFill>
                <a:effectLst>
                  <a:outerShdw blurRad="38100" dist="19050" dir="2700000" algn="tl" rotWithShape="0">
                    <a:schemeClr val="dk1">
                      <a:alpha val="40000"/>
                    </a:schemeClr>
                  </a:outerShdw>
                </a:effectLst>
              </a:rPr>
              <a:t>Mock testing</a:t>
            </a:r>
          </a:p>
        </p:txBody>
      </p:sp>
      <p:cxnSp>
        <p:nvCxnSpPr>
          <p:cNvPr id="55" name="Connector: Curved 54">
            <a:extLst>
              <a:ext uri="{FF2B5EF4-FFF2-40B4-BE49-F238E27FC236}">
                <a16:creationId xmlns:a16="http://schemas.microsoft.com/office/drawing/2014/main" id="{87F5F6F1-E69F-3E81-8A25-D99C0FACC69A}"/>
              </a:ext>
            </a:extLst>
          </p:cNvPr>
          <p:cNvCxnSpPr>
            <a:stCxn id="48" idx="2"/>
            <a:endCxn id="25" idx="1"/>
          </p:cNvCxnSpPr>
          <p:nvPr/>
        </p:nvCxnSpPr>
        <p:spPr>
          <a:xfrm rot="16200000" flipH="1">
            <a:off x="1855556" y="1733510"/>
            <a:ext cx="2721834" cy="2193289"/>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Connector: Curved 55">
            <a:extLst>
              <a:ext uri="{FF2B5EF4-FFF2-40B4-BE49-F238E27FC236}">
                <a16:creationId xmlns:a16="http://schemas.microsoft.com/office/drawing/2014/main" id="{7929D3F1-F12B-A10A-65FF-7C6A1DFB4C79}"/>
              </a:ext>
            </a:extLst>
          </p:cNvPr>
          <p:cNvCxnSpPr>
            <a:cxnSpLocks/>
            <a:stCxn id="50" idx="2"/>
            <a:endCxn id="25" idx="0"/>
          </p:cNvCxnSpPr>
          <p:nvPr/>
        </p:nvCxnSpPr>
        <p:spPr>
          <a:xfrm rot="5400000">
            <a:off x="5670117" y="3003116"/>
            <a:ext cx="851767" cy="12700"/>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024" name="Connector: Curved 1023">
            <a:extLst>
              <a:ext uri="{FF2B5EF4-FFF2-40B4-BE49-F238E27FC236}">
                <a16:creationId xmlns:a16="http://schemas.microsoft.com/office/drawing/2014/main" id="{E711AE96-35D3-CA4D-3C5B-565CCF7A2DE4}"/>
              </a:ext>
            </a:extLst>
          </p:cNvPr>
          <p:cNvCxnSpPr>
            <a:cxnSpLocks/>
            <a:stCxn id="54" idx="2"/>
            <a:endCxn id="25" idx="3"/>
          </p:cNvCxnSpPr>
          <p:nvPr/>
        </p:nvCxnSpPr>
        <p:spPr>
          <a:xfrm rot="5400000">
            <a:off x="7724901" y="2361884"/>
            <a:ext cx="1983170" cy="1675207"/>
          </a:xfrm>
          <a:prstGeom prst="curved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2" name="Connector: Curved 1">
            <a:extLst>
              <a:ext uri="{FF2B5EF4-FFF2-40B4-BE49-F238E27FC236}">
                <a16:creationId xmlns:a16="http://schemas.microsoft.com/office/drawing/2014/main" id="{9BAB6FBB-265E-8F54-C333-E11C39B9A2B6}"/>
              </a:ext>
            </a:extLst>
          </p:cNvPr>
          <p:cNvCxnSpPr>
            <a:cxnSpLocks/>
            <a:endCxn id="25" idx="3"/>
          </p:cNvCxnSpPr>
          <p:nvPr/>
        </p:nvCxnSpPr>
        <p:spPr>
          <a:xfrm rot="10800000">
            <a:off x="7878882" y="4191073"/>
            <a:ext cx="1347182" cy="1119487"/>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039B92E8-2FB5-B877-160D-8FE30F4998B7}"/>
              </a:ext>
            </a:extLst>
          </p:cNvPr>
          <p:cNvSpPr/>
          <p:nvPr/>
        </p:nvSpPr>
        <p:spPr>
          <a:xfrm>
            <a:off x="9221804" y="5079728"/>
            <a:ext cx="2147255" cy="461665"/>
          </a:xfrm>
          <a:prstGeom prst="rect">
            <a:avLst/>
          </a:prstGeom>
          <a:noFill/>
        </p:spPr>
        <p:txBody>
          <a:bodyPr wrap="none" lIns="91440" tIns="45720" rIns="91440" bIns="45720">
            <a:spAutoFit/>
          </a:bodyPr>
          <a:lstStyle/>
          <a:p>
            <a:pPr algn="ctr"/>
            <a:r>
              <a:rPr lang="en-US" sz="2400" i="1" cap="none" spc="0" dirty="0">
                <a:ln w="0"/>
                <a:solidFill>
                  <a:schemeClr val="tx1"/>
                </a:solidFill>
                <a:effectLst>
                  <a:outerShdw blurRad="38100" dist="19050" dir="2700000" algn="tl" rotWithShape="0">
                    <a:schemeClr val="dk1">
                      <a:alpha val="40000"/>
                    </a:schemeClr>
                  </a:outerShdw>
                </a:effectLst>
              </a:rPr>
              <a:t>Design patterns</a:t>
            </a:r>
          </a:p>
        </p:txBody>
      </p:sp>
      <p:sp>
        <p:nvSpPr>
          <p:cNvPr id="7" name="Rectangle 6">
            <a:extLst>
              <a:ext uri="{FF2B5EF4-FFF2-40B4-BE49-F238E27FC236}">
                <a16:creationId xmlns:a16="http://schemas.microsoft.com/office/drawing/2014/main" id="{5D9E0C2D-2216-5478-C96D-33E34F8BC803}"/>
              </a:ext>
            </a:extLst>
          </p:cNvPr>
          <p:cNvSpPr/>
          <p:nvPr/>
        </p:nvSpPr>
        <p:spPr>
          <a:xfrm>
            <a:off x="8039688" y="4953144"/>
            <a:ext cx="3953019" cy="642196"/>
          </a:xfrm>
          <a:prstGeom prst="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0020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0837A-35AE-298A-5702-4B86A47B19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4B449DA-1810-3D6B-270D-67B0FFCD83B5}"/>
              </a:ext>
            </a:extLst>
          </p:cNvPr>
          <p:cNvSpPr>
            <a:spLocks noGrp="1"/>
          </p:cNvSpPr>
          <p:nvPr>
            <p:ph idx="1"/>
          </p:nvPr>
        </p:nvSpPr>
        <p:spPr/>
        <p:txBody>
          <a:bodyPr/>
          <a:lstStyle/>
          <a:p>
            <a:r>
              <a:rPr lang="en-US" dirty="0"/>
              <a:t>Example: design a </a:t>
            </a:r>
            <a:r>
              <a:rPr lang="en-US" dirty="0">
                <a:latin typeface="Consolas" panose="020B0609020204030204" pitchFamily="49" charset="0"/>
              </a:rPr>
              <a:t>Logger</a:t>
            </a:r>
            <a:r>
              <a:rPr lang="en-US" dirty="0"/>
              <a:t> class for an application consisting of hundreds of classes</a:t>
            </a:r>
          </a:p>
          <a:p>
            <a:pPr lvl="1"/>
            <a:r>
              <a:rPr lang="en-US" dirty="0"/>
              <a:t>The logger creates a log file with name as the current date-time, say – </a:t>
            </a:r>
            <a:r>
              <a:rPr lang="en-US" dirty="0">
                <a:latin typeface="Consolas" panose="020B0609020204030204" pitchFamily="49" charset="0"/>
              </a:rPr>
              <a:t>log_11_21_2025_12_00_01.txt</a:t>
            </a:r>
            <a:r>
              <a:rPr lang="en-US" dirty="0">
                <a:latin typeface="Helvetica" panose="020B0604020202020204" pitchFamily="34" charset="0"/>
                <a:cs typeface="Helvetica" panose="020B0604020202020204" pitchFamily="34" charset="0"/>
              </a:rPr>
              <a:t>, and logs events in it</a:t>
            </a:r>
          </a:p>
          <a:p>
            <a:r>
              <a:rPr lang="en-US" dirty="0"/>
              <a:t>To ensure uniformity</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r>
              <a:rPr lang="en-US" dirty="0"/>
              <a:t>How would you design it?</a:t>
            </a:r>
          </a:p>
        </p:txBody>
      </p:sp>
      <p:sp>
        <p:nvSpPr>
          <p:cNvPr id="4" name="Title 3">
            <a:extLst>
              <a:ext uri="{FF2B5EF4-FFF2-40B4-BE49-F238E27FC236}">
                <a16:creationId xmlns:a16="http://schemas.microsoft.com/office/drawing/2014/main" id="{031DF575-1FC0-7869-AC5B-980685FB537C}"/>
              </a:ext>
            </a:extLst>
          </p:cNvPr>
          <p:cNvSpPr>
            <a:spLocks noGrp="1"/>
          </p:cNvSpPr>
          <p:nvPr>
            <p:ph type="title"/>
          </p:nvPr>
        </p:nvSpPr>
        <p:spPr/>
        <p:txBody>
          <a:bodyPr/>
          <a:lstStyle/>
          <a:p>
            <a:r>
              <a:rPr lang="en-US" dirty="0"/>
              <a:t>Why do we need design patterns?</a:t>
            </a:r>
          </a:p>
        </p:txBody>
      </p:sp>
    </p:spTree>
    <p:extLst>
      <p:ext uri="{BB962C8B-B14F-4D97-AF65-F5344CB8AC3E}">
        <p14:creationId xmlns:p14="http://schemas.microsoft.com/office/powerpoint/2010/main" val="250843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8761-B541-1E35-6EE2-292AD8511EE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82E1326-8AD6-3407-D437-3B4819699E46}"/>
              </a:ext>
            </a:extLst>
          </p:cNvPr>
          <p:cNvSpPr>
            <a:spLocks noGrp="1"/>
          </p:cNvSpPr>
          <p:nvPr>
            <p:ph idx="1"/>
          </p:nvPr>
        </p:nvSpPr>
        <p:spPr/>
        <p:txBody>
          <a:bodyPr>
            <a:normAutofit fontScale="925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endParaRPr lang="en-US" dirty="0"/>
          </a:p>
          <a:p>
            <a:r>
              <a:rPr lang="en-US" dirty="0"/>
              <a:t>	public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br>
              <a:rPr lang="en-US" dirty="0"/>
            </a:br>
            <a:r>
              <a:rPr lang="en-US" dirty="0"/>
              <a:t>		// close file</a:t>
            </a:r>
          </a:p>
          <a:p>
            <a:r>
              <a:rPr lang="en-US" dirty="0"/>
              <a:t>	}</a:t>
            </a:r>
          </a:p>
          <a:p>
            <a:r>
              <a:rPr lang="en-US" dirty="0"/>
              <a:t>}</a:t>
            </a:r>
          </a:p>
          <a:p>
            <a:endParaRPr lang="en-US" dirty="0"/>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dirty="0" err="1"/>
              <a:t>anotherFunction</a:t>
            </a:r>
            <a:r>
              <a:rPr lang="en-US" dirty="0"/>
              <a:t>(logger);</a:t>
            </a:r>
          </a:p>
          <a:p>
            <a:r>
              <a:rPr lang="en-US" dirty="0"/>
              <a:t>}</a:t>
            </a:r>
          </a:p>
          <a:p>
            <a:endParaRPr lang="en-US" dirty="0"/>
          </a:p>
          <a:p>
            <a:r>
              <a:rPr lang="en-US" dirty="0"/>
              <a:t>public void </a:t>
            </a:r>
            <a:r>
              <a:rPr lang="en-US" dirty="0" err="1"/>
              <a:t>anotherFunction</a:t>
            </a:r>
            <a:r>
              <a:rPr lang="en-US" dirty="0"/>
              <a:t>(Logger logger) {</a:t>
            </a:r>
          </a:p>
          <a:p>
            <a:r>
              <a:rPr lang="en-US" dirty="0"/>
              <a:t>	logger.log(“This is a log message”);</a:t>
            </a:r>
          </a:p>
          <a:p>
            <a:r>
              <a:rPr lang="en-US" dirty="0"/>
              <a:t>}</a:t>
            </a:r>
          </a:p>
        </p:txBody>
      </p:sp>
      <p:sp>
        <p:nvSpPr>
          <p:cNvPr id="4" name="Title 3">
            <a:extLst>
              <a:ext uri="{FF2B5EF4-FFF2-40B4-BE49-F238E27FC236}">
                <a16:creationId xmlns:a16="http://schemas.microsoft.com/office/drawing/2014/main" id="{57E77B36-BB1B-C9A1-1501-CB9B81872AB8}"/>
              </a:ext>
            </a:extLst>
          </p:cNvPr>
          <p:cNvSpPr>
            <a:spLocks noGrp="1"/>
          </p:cNvSpPr>
          <p:nvPr>
            <p:ph type="title"/>
          </p:nvPr>
        </p:nvSpPr>
        <p:spPr/>
        <p:txBody>
          <a:bodyPr/>
          <a:lstStyle/>
          <a:p>
            <a:r>
              <a:rPr lang="en-US" dirty="0"/>
              <a:t>Why do we need design patterns?</a:t>
            </a:r>
          </a:p>
        </p:txBody>
      </p:sp>
      <p:sp>
        <p:nvSpPr>
          <p:cNvPr id="2" name="Content Placeholder 1">
            <a:extLst>
              <a:ext uri="{FF2B5EF4-FFF2-40B4-BE49-F238E27FC236}">
                <a16:creationId xmlns:a16="http://schemas.microsoft.com/office/drawing/2014/main" id="{0BF90604-FCB9-C174-06A2-4EB382F6A4CB}"/>
              </a:ext>
            </a:extLst>
          </p:cNvPr>
          <p:cNvSpPr>
            <a:spLocks noGrp="1"/>
          </p:cNvSpPr>
          <p:nvPr>
            <p:ph idx="13"/>
          </p:nvPr>
        </p:nvSpPr>
        <p:spPr/>
        <p:txBody>
          <a:bodyPr/>
          <a:lstStyle/>
          <a:p>
            <a:r>
              <a:rPr lang="en-US" dirty="0"/>
              <a:t>How would you use this </a:t>
            </a:r>
            <a:r>
              <a:rPr lang="en-US" dirty="0">
                <a:latin typeface="Consolas" panose="020B0609020204030204" pitchFamily="49" charset="0"/>
              </a:rPr>
              <a:t>Logger</a:t>
            </a:r>
            <a:r>
              <a:rPr lang="en-US" dirty="0"/>
              <a:t> class?</a:t>
            </a:r>
          </a:p>
          <a:p>
            <a:r>
              <a:rPr lang="en-US" dirty="0"/>
              <a:t>Create a </a:t>
            </a:r>
            <a:r>
              <a:rPr lang="en-US" dirty="0">
                <a:latin typeface="Consolas" panose="020B0609020204030204" pitchFamily="49" charset="0"/>
              </a:rPr>
              <a:t>Logger</a:t>
            </a:r>
            <a:r>
              <a:rPr lang="en-US" dirty="0"/>
              <a:t> object and pass it in each method declaration?</a:t>
            </a:r>
          </a:p>
          <a:p>
            <a:pPr lvl="1"/>
            <a:r>
              <a:rPr lang="en-US" dirty="0"/>
              <a:t>… very ugly </a:t>
            </a:r>
            <a:r>
              <a:rPr lang="en-US" dirty="0">
                <a:sym typeface="Wingdings" panose="05000000000000000000" pitchFamily="2" charset="2"/>
              </a:rPr>
              <a:t></a:t>
            </a:r>
          </a:p>
          <a:p>
            <a:pPr lvl="1"/>
            <a:r>
              <a:rPr lang="en-US" dirty="0">
                <a:sym typeface="Wingdings" panose="05000000000000000000" pitchFamily="2" charset="2"/>
              </a:rPr>
              <a:t>Also, how would you ensure that a future programmer does not accidentally create a new </a:t>
            </a:r>
            <a:r>
              <a:rPr lang="en-US" dirty="0">
                <a:latin typeface="Consolas" panose="020B0609020204030204" pitchFamily="49" charset="0"/>
                <a:sym typeface="Wingdings" panose="05000000000000000000" pitchFamily="2" charset="2"/>
              </a:rPr>
              <a:t>Logger</a:t>
            </a:r>
            <a:r>
              <a:rPr lang="en-US" dirty="0">
                <a:sym typeface="Wingdings" panose="05000000000000000000" pitchFamily="2" charset="2"/>
              </a:rPr>
              <a:t> object?</a:t>
            </a:r>
            <a:endParaRPr lang="en-US" dirty="0"/>
          </a:p>
        </p:txBody>
      </p:sp>
      <p:sp>
        <p:nvSpPr>
          <p:cNvPr id="3" name="Rectangle 2">
            <a:extLst>
              <a:ext uri="{FF2B5EF4-FFF2-40B4-BE49-F238E27FC236}">
                <a16:creationId xmlns:a16="http://schemas.microsoft.com/office/drawing/2014/main" id="{B29A16BF-92EB-C6E0-2334-7A26E501C168}"/>
              </a:ext>
            </a:extLst>
          </p:cNvPr>
          <p:cNvSpPr/>
          <p:nvPr/>
        </p:nvSpPr>
        <p:spPr>
          <a:xfrm>
            <a:off x="6176512" y="700892"/>
            <a:ext cx="5261762" cy="3126041"/>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19FC2B7-A165-89B7-5F7F-C4DB052D7968}"/>
              </a:ext>
            </a:extLst>
          </p:cNvPr>
          <p:cNvSpPr/>
          <p:nvPr/>
        </p:nvSpPr>
        <p:spPr>
          <a:xfrm>
            <a:off x="6176512" y="4160979"/>
            <a:ext cx="5261762" cy="445477"/>
          </a:xfrm>
          <a:prstGeom prst="rect">
            <a:avLst/>
          </a:prstGeom>
          <a:noFill/>
          <a:ln w="254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6212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FC6C867-1D69-C19A-83AF-86A0ED802136}"/>
              </a:ext>
            </a:extLst>
          </p:cNvPr>
          <p:cNvSpPr>
            <a:spLocks noGrp="1"/>
          </p:cNvSpPr>
          <p:nvPr>
            <p:ph idx="1"/>
          </p:nvPr>
        </p:nvSpPr>
        <p:spPr/>
        <p:txBody>
          <a:bodyPr/>
          <a:lstStyle/>
          <a:p>
            <a:r>
              <a:rPr lang="en-US" dirty="0"/>
              <a:t>How to ensure a single object of the Logger class is accessible from many parts of the application?</a:t>
            </a:r>
          </a:p>
        </p:txBody>
      </p:sp>
      <p:sp>
        <p:nvSpPr>
          <p:cNvPr id="5" name="Title 4">
            <a:extLst>
              <a:ext uri="{FF2B5EF4-FFF2-40B4-BE49-F238E27FC236}">
                <a16:creationId xmlns:a16="http://schemas.microsoft.com/office/drawing/2014/main" id="{4288A170-46BF-52A8-D1D4-DADB4FE1E517}"/>
              </a:ext>
            </a:extLst>
          </p:cNvPr>
          <p:cNvSpPr>
            <a:spLocks noGrp="1"/>
          </p:cNvSpPr>
          <p:nvPr>
            <p:ph type="title"/>
          </p:nvPr>
        </p:nvSpPr>
        <p:spPr/>
        <p:txBody>
          <a:bodyPr/>
          <a:lstStyle/>
          <a:p>
            <a:r>
              <a:rPr lang="en-US" dirty="0"/>
              <a:t>Question</a:t>
            </a:r>
          </a:p>
        </p:txBody>
      </p:sp>
    </p:spTree>
    <p:extLst>
      <p:ext uri="{BB962C8B-B14F-4D97-AF65-F5344CB8AC3E}">
        <p14:creationId xmlns:p14="http://schemas.microsoft.com/office/powerpoint/2010/main" val="4054428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0D6D-6BEB-A34D-87EA-EA309023C1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4DFA171-A4C6-FE59-D4E0-5D63DAF5E8B5}"/>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Logger(String </a:t>
            </a:r>
            <a:r>
              <a:rPr lang="en-US" dirty="0" err="1"/>
              <a:t>outputFileName</a:t>
            </a:r>
            <a:r>
              <a:rPr lang="en-US" dirty="0"/>
              <a:t>)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p>
          <a:p>
            <a:r>
              <a:rPr lang="en-US" dirty="0"/>
              <a:t>		// close file</a:t>
            </a:r>
          </a:p>
          <a:p>
            <a:r>
              <a:rPr lang="en-US" dirty="0"/>
              <a:t>	}</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a:t>
            </a:r>
          </a:p>
          <a:p>
            <a:endParaRPr lang="en-US" dirty="0"/>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67688823-A201-AD56-B89D-2A1B6DCE2CF4}"/>
              </a:ext>
            </a:extLst>
          </p:cNvPr>
          <p:cNvSpPr>
            <a:spLocks noGrp="1"/>
          </p:cNvSpPr>
          <p:nvPr>
            <p:ph type="title"/>
          </p:nvPr>
        </p:nvSpPr>
        <p:spPr/>
        <p:txBody>
          <a:bodyPr/>
          <a:lstStyle/>
          <a:p>
            <a:r>
              <a:rPr lang="en-US" dirty="0">
                <a:latin typeface="Consolas" panose="020B0609020204030204" pitchFamily="49" charset="0"/>
              </a:rPr>
              <a:t>static</a:t>
            </a:r>
            <a:r>
              <a:rPr lang="en-US" dirty="0"/>
              <a:t> field</a:t>
            </a:r>
          </a:p>
        </p:txBody>
      </p:sp>
      <p:sp>
        <p:nvSpPr>
          <p:cNvPr id="2" name="Content Placeholder 1">
            <a:extLst>
              <a:ext uri="{FF2B5EF4-FFF2-40B4-BE49-F238E27FC236}">
                <a16:creationId xmlns:a16="http://schemas.microsoft.com/office/drawing/2014/main" id="{524B7C8E-1D81-3D87-0218-A0940F4182CF}"/>
              </a:ext>
            </a:extLst>
          </p:cNvPr>
          <p:cNvSpPr>
            <a:spLocks noGrp="1"/>
          </p:cNvSpPr>
          <p:nvPr>
            <p:ph idx="13"/>
          </p:nvPr>
        </p:nvSpPr>
        <p:spPr/>
        <p:txBody>
          <a:bodyPr/>
          <a:lstStyle/>
          <a:p>
            <a:r>
              <a:rPr lang="en-US" dirty="0"/>
              <a:t>Create and store a </a:t>
            </a:r>
            <a:r>
              <a:rPr lang="en-US" dirty="0">
                <a:latin typeface="Consolas" panose="020B0609020204030204" pitchFamily="49" charset="0"/>
              </a:rPr>
              <a:t>Logger</a:t>
            </a:r>
            <a:r>
              <a:rPr lang="en-US" dirty="0"/>
              <a:t> object as a static field in the </a:t>
            </a:r>
            <a:r>
              <a:rPr lang="en-US" dirty="0">
                <a:latin typeface="Consolas" panose="020B0609020204030204" pitchFamily="49" charset="0"/>
              </a:rPr>
              <a:t>Logger</a:t>
            </a:r>
            <a:r>
              <a:rPr lang="en-US" dirty="0"/>
              <a:t> class</a:t>
            </a:r>
          </a:p>
          <a:p>
            <a:r>
              <a:rPr lang="en-US" dirty="0"/>
              <a:t>The usage site can access the logger object by </a:t>
            </a:r>
            <a:r>
              <a:rPr lang="en-US" dirty="0" err="1">
                <a:latin typeface="Consolas" panose="020B0609020204030204" pitchFamily="49" charset="0"/>
              </a:rPr>
              <a:t>Logger.logger</a:t>
            </a:r>
            <a:endParaRPr lang="en-US" dirty="0">
              <a:latin typeface="Consolas" panose="020B0609020204030204" pitchFamily="49" charset="0"/>
            </a:endParaRPr>
          </a:p>
          <a:p>
            <a:r>
              <a:rPr lang="en-US" dirty="0"/>
              <a:t>No need to pass the logger object as an argument to callee methods</a:t>
            </a:r>
          </a:p>
          <a:p>
            <a:endParaRPr lang="en-US" dirty="0"/>
          </a:p>
        </p:txBody>
      </p:sp>
      <p:sp>
        <p:nvSpPr>
          <p:cNvPr id="3" name="Rectangle 2">
            <a:extLst>
              <a:ext uri="{FF2B5EF4-FFF2-40B4-BE49-F238E27FC236}">
                <a16:creationId xmlns:a16="http://schemas.microsoft.com/office/drawing/2014/main" id="{26187511-5546-B1BA-94A2-410F43B5068D}"/>
              </a:ext>
            </a:extLst>
          </p:cNvPr>
          <p:cNvSpPr/>
          <p:nvPr/>
        </p:nvSpPr>
        <p:spPr>
          <a:xfrm>
            <a:off x="6362337" y="1048375"/>
            <a:ext cx="5261762" cy="368503"/>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8CAA90E4-0326-65FF-9B95-9E6C1E7D5DE2}"/>
              </a:ext>
            </a:extLst>
          </p:cNvPr>
          <p:cNvSpPr/>
          <p:nvPr/>
        </p:nvSpPr>
        <p:spPr>
          <a:xfrm>
            <a:off x="6176512" y="3897394"/>
            <a:ext cx="5261762" cy="368503"/>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C6E5453-4C53-13EF-FBD8-F42B1EE08B55}"/>
              </a:ext>
            </a:extLst>
          </p:cNvPr>
          <p:cNvSpPr/>
          <p:nvPr/>
        </p:nvSpPr>
        <p:spPr>
          <a:xfrm>
            <a:off x="6176512" y="4680173"/>
            <a:ext cx="5261762" cy="693338"/>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2974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7" grpId="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A201-49A3-184E-24CF-674A333B53D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C3E1653-0E1F-B235-4DA5-C4E368492861}"/>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p>
          <a:p>
            <a:r>
              <a:rPr lang="en-US" dirty="0"/>
              <a:t>		// close file</a:t>
            </a:r>
          </a:p>
          <a:p>
            <a:r>
              <a:rPr lang="en-US" dirty="0"/>
              <a:t>	}</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p:txBody>
      </p:sp>
      <p:sp>
        <p:nvSpPr>
          <p:cNvPr id="4" name="Title 3">
            <a:extLst>
              <a:ext uri="{FF2B5EF4-FFF2-40B4-BE49-F238E27FC236}">
                <a16:creationId xmlns:a16="http://schemas.microsoft.com/office/drawing/2014/main" id="{DA858C94-6BBE-91FB-813C-DFD62DB9B975}"/>
              </a:ext>
            </a:extLst>
          </p:cNvPr>
          <p:cNvSpPr>
            <a:spLocks noGrp="1"/>
          </p:cNvSpPr>
          <p:nvPr>
            <p:ph type="title"/>
          </p:nvPr>
        </p:nvSpPr>
        <p:spPr/>
        <p:txBody>
          <a:bodyPr/>
          <a:lstStyle/>
          <a:p>
            <a:r>
              <a:rPr lang="en-US" dirty="0">
                <a:latin typeface="Consolas" panose="020B0609020204030204" pitchFamily="49" charset="0"/>
              </a:rPr>
              <a:t>static</a:t>
            </a:r>
            <a:r>
              <a:rPr lang="en-US" dirty="0"/>
              <a:t> field</a:t>
            </a:r>
          </a:p>
        </p:txBody>
      </p:sp>
      <p:sp>
        <p:nvSpPr>
          <p:cNvPr id="2" name="Content Placeholder 1">
            <a:extLst>
              <a:ext uri="{FF2B5EF4-FFF2-40B4-BE49-F238E27FC236}">
                <a16:creationId xmlns:a16="http://schemas.microsoft.com/office/drawing/2014/main" id="{AE8A1E0C-9AA0-AE8D-D741-AC3C3E820F4B}"/>
              </a:ext>
            </a:extLst>
          </p:cNvPr>
          <p:cNvSpPr>
            <a:spLocks noGrp="1"/>
          </p:cNvSpPr>
          <p:nvPr>
            <p:ph idx="13"/>
          </p:nvPr>
        </p:nvSpPr>
        <p:spPr/>
        <p:txBody>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pPr lvl="1"/>
            <a:endParaRPr lang="en-US" dirty="0"/>
          </a:p>
          <a:p>
            <a:pPr marL="0" indent="0">
              <a:buNone/>
            </a:pPr>
            <a:endParaRPr lang="en-US" dirty="0"/>
          </a:p>
          <a:p>
            <a:endParaRPr lang="en-US" dirty="0"/>
          </a:p>
        </p:txBody>
      </p:sp>
      <p:pic>
        <p:nvPicPr>
          <p:cNvPr id="1026" name="Picture 2" descr="Red x mark icon - Free red x mark icons">
            <a:extLst>
              <a:ext uri="{FF2B5EF4-FFF2-40B4-BE49-F238E27FC236}">
                <a16:creationId xmlns:a16="http://schemas.microsoft.com/office/drawing/2014/main" id="{F4FBABD6-641F-912F-0273-C6EC7F241F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14131" y="1858109"/>
            <a:ext cx="590916" cy="5909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5,500+ Green Check Mark Stock Illustrations, Royalty-Free ...">
            <a:extLst>
              <a:ext uri="{FF2B5EF4-FFF2-40B4-BE49-F238E27FC236}">
                <a16:creationId xmlns:a16="http://schemas.microsoft.com/office/drawing/2014/main" id="{EA26BFB7-ACE6-48EA-A52F-F05AFBAAD3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3590" y="2946918"/>
            <a:ext cx="1031997" cy="1150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C054E86-6F45-FCF0-4BD2-8DA29143AEB8}"/>
              </a:ext>
            </a:extLst>
          </p:cNvPr>
          <p:cNvSpPr txBox="1"/>
          <p:nvPr/>
        </p:nvSpPr>
        <p:spPr>
          <a:xfrm>
            <a:off x="8084222" y="5549776"/>
            <a:ext cx="3522503" cy="523220"/>
          </a:xfrm>
          <a:prstGeom prst="rect">
            <a:avLst/>
          </a:prstGeom>
          <a:noFill/>
        </p:spPr>
        <p:txBody>
          <a:bodyPr wrap="none" rtlCol="0">
            <a:spAutoFit/>
          </a:bodyPr>
          <a:lstStyle/>
          <a:p>
            <a:r>
              <a:rPr lang="en-US" sz="2800" b="1" i="1" dirty="0">
                <a:solidFill>
                  <a:srgbClr val="C00000"/>
                </a:solidFill>
              </a:rPr>
              <a:t>Inconsistent logging!!!</a:t>
            </a:r>
          </a:p>
        </p:txBody>
      </p:sp>
      <p:sp>
        <p:nvSpPr>
          <p:cNvPr id="3" name="Rectangle 2">
            <a:extLst>
              <a:ext uri="{FF2B5EF4-FFF2-40B4-BE49-F238E27FC236}">
                <a16:creationId xmlns:a16="http://schemas.microsoft.com/office/drawing/2014/main" id="{99ADBF07-69F6-79A5-47BA-EFB7DB03F15E}"/>
              </a:ext>
            </a:extLst>
          </p:cNvPr>
          <p:cNvSpPr/>
          <p:nvPr/>
        </p:nvSpPr>
        <p:spPr>
          <a:xfrm>
            <a:off x="6176512" y="4680172"/>
            <a:ext cx="5261762" cy="964271"/>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1509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F047-0897-A5F4-0D8C-07960F7C9B8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BE9261C-1F7B-62C0-AEEB-2CF1D5CDB320}"/>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public static Logger </a:t>
            </a:r>
            <a:r>
              <a:rPr lang="en-US" b="1" dirty="0" err="1"/>
              <a:t>logger</a:t>
            </a:r>
            <a:r>
              <a:rPr lang="en-US" b="1" dirty="0"/>
              <a:t> = </a:t>
            </a:r>
            <a:r>
              <a:rPr lang="en-US" b="1" dirty="0" err="1"/>
              <a:t>nullptr</a:t>
            </a:r>
            <a:r>
              <a:rPr lang="en-US" b="1" dirty="0"/>
              <a:t>;</a:t>
            </a:r>
          </a:p>
          <a:p>
            <a:endParaRPr lang="en-US" dirty="0"/>
          </a:p>
          <a:p>
            <a:r>
              <a:rPr lang="en-US" dirty="0"/>
              <a:t>	public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protected finalize() throws Throwable {</a:t>
            </a:r>
          </a:p>
          <a:p>
            <a:r>
              <a:rPr lang="en-US" dirty="0"/>
              <a:t>		// close file</a:t>
            </a:r>
          </a:p>
          <a:p>
            <a:r>
              <a:rPr lang="en-US" dirty="0"/>
              <a:t>	}</a:t>
            </a:r>
          </a:p>
          <a:p>
            <a:r>
              <a:rPr lang="en-US" dirty="0"/>
              <a:t>}</a:t>
            </a:r>
          </a:p>
          <a:p>
            <a:r>
              <a:rPr lang="en-US" dirty="0"/>
              <a:t>public static void main(String[] </a:t>
            </a:r>
            <a:r>
              <a:rPr lang="en-US" dirty="0" err="1"/>
              <a:t>args</a:t>
            </a:r>
            <a:r>
              <a:rPr lang="en-US" dirty="0"/>
              <a:t>) {</a:t>
            </a:r>
          </a:p>
          <a:p>
            <a:r>
              <a:rPr lang="en-US" dirty="0"/>
              <a:t>	Logger </a:t>
            </a:r>
            <a:r>
              <a:rPr lang="en-US" dirty="0" err="1"/>
              <a:t>logger</a:t>
            </a:r>
            <a:r>
              <a:rPr lang="en-US" dirty="0"/>
              <a:t> = new Logger();</a:t>
            </a:r>
          </a:p>
          <a:p>
            <a:r>
              <a:rPr lang="en-US" dirty="0"/>
              <a:t>	</a:t>
            </a:r>
            <a:r>
              <a:rPr lang="en-US" b="1" dirty="0" err="1"/>
              <a:t>Logger.logger</a:t>
            </a:r>
            <a:r>
              <a:rPr lang="en-US" b="1" dirty="0"/>
              <a:t> = logger; </a:t>
            </a:r>
          </a:p>
          <a:p>
            <a:r>
              <a:rPr lang="en-US" dirty="0"/>
              <a:t>     // log some things</a:t>
            </a:r>
          </a:p>
          <a:p>
            <a:r>
              <a:rPr lang="en-US" dirty="0"/>
              <a:t>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Logger </a:t>
            </a:r>
            <a:r>
              <a:rPr lang="en-US" dirty="0" err="1"/>
              <a:t>logger</a:t>
            </a:r>
            <a:r>
              <a:rPr lang="en-US" dirty="0"/>
              <a:t> = new Logger();</a:t>
            </a:r>
            <a:br>
              <a:rPr lang="en-US" dirty="0"/>
            </a:br>
            <a:r>
              <a:rPr lang="en-US" dirty="0"/>
              <a:t>	</a:t>
            </a:r>
            <a:r>
              <a:rPr lang="en-US" b="1" dirty="0" err="1"/>
              <a:t>Logger.logger</a:t>
            </a:r>
            <a:r>
              <a:rPr lang="en-US" b="1" dirty="0"/>
              <a:t> = logger;</a:t>
            </a:r>
            <a:endParaRPr lang="en-US" dirty="0"/>
          </a:p>
          <a:p>
            <a:r>
              <a:rPr lang="en-US" dirty="0"/>
              <a:t>	</a:t>
            </a:r>
            <a:r>
              <a:rPr lang="en-US" b="1" dirty="0"/>
              <a:t>Logger.logger.log</a:t>
            </a:r>
            <a:r>
              <a:rPr lang="en-US" dirty="0"/>
              <a:t>(“This is a log message”);</a:t>
            </a:r>
          </a:p>
          <a:p>
            <a:r>
              <a:rPr lang="en-US" dirty="0"/>
              <a:t>}</a:t>
            </a:r>
          </a:p>
          <a:p>
            <a:endParaRPr lang="en-US" dirty="0"/>
          </a:p>
        </p:txBody>
      </p:sp>
      <p:sp>
        <p:nvSpPr>
          <p:cNvPr id="4" name="Title 3">
            <a:extLst>
              <a:ext uri="{FF2B5EF4-FFF2-40B4-BE49-F238E27FC236}">
                <a16:creationId xmlns:a16="http://schemas.microsoft.com/office/drawing/2014/main" id="{A9E755F1-1DF7-6A42-00AE-B44A2559F404}"/>
              </a:ext>
            </a:extLst>
          </p:cNvPr>
          <p:cNvSpPr>
            <a:spLocks noGrp="1"/>
          </p:cNvSpPr>
          <p:nvPr>
            <p:ph type="title"/>
          </p:nvPr>
        </p:nvSpPr>
        <p:spPr/>
        <p:txBody>
          <a:bodyPr/>
          <a:lstStyle/>
          <a:p>
            <a:r>
              <a:rPr lang="en-US" dirty="0">
                <a:latin typeface="Helvetica" panose="020B0604020202020204"/>
                <a:cs typeface="Helvetica" panose="020B0604020202020204"/>
              </a:rPr>
              <a:t>Preventing misuse</a:t>
            </a:r>
          </a:p>
        </p:txBody>
      </p:sp>
      <p:sp>
        <p:nvSpPr>
          <p:cNvPr id="2" name="Content Placeholder 1">
            <a:extLst>
              <a:ext uri="{FF2B5EF4-FFF2-40B4-BE49-F238E27FC236}">
                <a16:creationId xmlns:a16="http://schemas.microsoft.com/office/drawing/2014/main" id="{2957E90E-CF3A-567B-E2BB-5D43AD714EA2}"/>
              </a:ext>
            </a:extLst>
          </p:cNvPr>
          <p:cNvSpPr>
            <a:spLocks noGrp="1"/>
          </p:cNvSpPr>
          <p:nvPr>
            <p:ph idx="13"/>
          </p:nvPr>
        </p:nvSpPr>
        <p:spPr/>
        <p:txBody>
          <a:bodyPr/>
          <a:lstStyle/>
          <a:p>
            <a:r>
              <a:rPr lang="en-US" dirty="0"/>
              <a:t>Write code that cannot be misused</a:t>
            </a:r>
          </a:p>
          <a:p>
            <a:r>
              <a:rPr lang="en-US" dirty="0"/>
              <a:t>If someone uses your class according to the class’s public API it should just work! </a:t>
            </a:r>
          </a:p>
          <a:p>
            <a:r>
              <a:rPr lang="en-US" dirty="0"/>
              <a:t>No “hidden” requirements</a:t>
            </a:r>
          </a:p>
          <a:p>
            <a:pPr marL="0" indent="0">
              <a:buNone/>
            </a:pPr>
            <a:endParaRPr lang="en-US" dirty="0"/>
          </a:p>
          <a:p>
            <a:endParaRPr lang="en-US" dirty="0"/>
          </a:p>
        </p:txBody>
      </p:sp>
    </p:spTree>
    <p:extLst>
      <p:ext uri="{BB962C8B-B14F-4D97-AF65-F5344CB8AC3E}">
        <p14:creationId xmlns:p14="http://schemas.microsoft.com/office/powerpoint/2010/main" val="3284779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59A3-34A1-87E3-F8EF-720600035FC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CBAF0D-ABC2-D46B-F95D-023EB44006E6}"/>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a:t>
            </a:r>
            <a:r>
              <a:rPr lang="en-US" dirty="0" err="1"/>
              <a:t>logger</a:t>
            </a:r>
            <a:r>
              <a:rPr lang="en-US" dirty="0"/>
              <a:t> = </a:t>
            </a:r>
            <a:r>
              <a:rPr lang="en-US" dirty="0" err="1"/>
              <a:t>nullptr</a:t>
            </a:r>
            <a:r>
              <a:rPr lang="en-US" dirty="0"/>
              <a:t>;</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1CB34688-0C58-1444-CD37-E44A7FA5EDE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B85C0734-FCFC-4240-03F8-BF978321B2BB}"/>
              </a:ext>
            </a:extLst>
          </p:cNvPr>
          <p:cNvSpPr>
            <a:spLocks noGrp="1"/>
          </p:cNvSpPr>
          <p:nvPr>
            <p:ph idx="13"/>
          </p:nvPr>
        </p:nvSpPr>
        <p:spPr/>
        <p:txBody>
          <a:bodyPr>
            <a:normAutofit lnSpcReduction="10000"/>
          </a:bodyPr>
          <a:lstStyle/>
          <a:p>
            <a:r>
              <a:rPr lang="en-US" dirty="0"/>
              <a:t>Provide a static method </a:t>
            </a:r>
            <a:r>
              <a:rPr lang="en-US" dirty="0" err="1">
                <a:latin typeface="Consolas" panose="020B0609020204030204" pitchFamily="49" charset="0"/>
              </a:rPr>
              <a:t>getLogger</a:t>
            </a:r>
            <a:r>
              <a:rPr lang="en-US" dirty="0">
                <a:latin typeface="Consolas" panose="020B0609020204030204" pitchFamily="49" charset="0"/>
              </a:rPr>
              <a:t>()</a:t>
            </a:r>
            <a:r>
              <a:rPr lang="en-US" dirty="0"/>
              <a:t> that instantiates the logger</a:t>
            </a:r>
          </a:p>
          <a:p>
            <a:r>
              <a:rPr lang="en-US" dirty="0"/>
              <a:t>Turn the constructor </a:t>
            </a:r>
            <a:r>
              <a:rPr lang="en-US" dirty="0">
                <a:latin typeface="Consolas" panose="020B0609020204030204" pitchFamily="49" charset="0"/>
              </a:rPr>
              <a:t>private</a:t>
            </a:r>
          </a:p>
          <a:p>
            <a:pPr lvl="1"/>
            <a:r>
              <a:rPr lang="en-US" dirty="0"/>
              <a:t>All object creation goes through </a:t>
            </a:r>
            <a:r>
              <a:rPr lang="en-US" dirty="0" err="1">
                <a:latin typeface="Consolas" panose="020B0609020204030204" pitchFamily="49" charset="0"/>
              </a:rPr>
              <a:t>getLogger</a:t>
            </a:r>
            <a:r>
              <a:rPr lang="en-US" dirty="0">
                <a:latin typeface="Consolas" panose="020B0609020204030204" pitchFamily="49" charset="0"/>
              </a:rPr>
              <a:t>()</a:t>
            </a:r>
          </a:p>
          <a:p>
            <a:r>
              <a:rPr lang="en-US" dirty="0" err="1">
                <a:latin typeface="Consolas" panose="020B0609020204030204" pitchFamily="49" charset="0"/>
              </a:rPr>
              <a:t>getLogger</a:t>
            </a:r>
            <a:r>
              <a:rPr lang="en-US" dirty="0">
                <a:latin typeface="Consolas" panose="020B0609020204030204" pitchFamily="49" charset="0"/>
              </a:rPr>
              <a:t>()</a:t>
            </a:r>
            <a:r>
              <a:rPr lang="en-US" dirty="0"/>
              <a:t> reuses existing logger if already created, if not, creates a new logger</a:t>
            </a:r>
          </a:p>
          <a:p>
            <a:endParaRPr lang="en-US" dirty="0"/>
          </a:p>
          <a:p>
            <a:pPr marL="0" indent="0">
              <a:buNone/>
            </a:pPr>
            <a:endParaRPr lang="en-US" dirty="0"/>
          </a:p>
          <a:p>
            <a:endParaRPr lang="en-US" dirty="0"/>
          </a:p>
        </p:txBody>
      </p:sp>
      <p:sp>
        <p:nvSpPr>
          <p:cNvPr id="3" name="Rectangle 2">
            <a:extLst>
              <a:ext uri="{FF2B5EF4-FFF2-40B4-BE49-F238E27FC236}">
                <a16:creationId xmlns:a16="http://schemas.microsoft.com/office/drawing/2014/main" id="{ABC3A70B-C30D-3978-1981-E36057ACC286}"/>
              </a:ext>
            </a:extLst>
          </p:cNvPr>
          <p:cNvSpPr/>
          <p:nvPr/>
        </p:nvSpPr>
        <p:spPr>
          <a:xfrm>
            <a:off x="6444399" y="2291644"/>
            <a:ext cx="5261762" cy="1137356"/>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C065AA00-715F-9AC0-633D-208DE36B696F}"/>
              </a:ext>
            </a:extLst>
          </p:cNvPr>
          <p:cNvSpPr/>
          <p:nvPr/>
        </p:nvSpPr>
        <p:spPr>
          <a:xfrm>
            <a:off x="6548163" y="1322132"/>
            <a:ext cx="5261762" cy="712595"/>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14B36153-919C-F476-D1CC-1DB0D8FF29B9}"/>
              </a:ext>
            </a:extLst>
          </p:cNvPr>
          <p:cNvSpPr/>
          <p:nvPr/>
        </p:nvSpPr>
        <p:spPr>
          <a:xfrm>
            <a:off x="6176512" y="4844143"/>
            <a:ext cx="5261762" cy="84154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4396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D42D-D175-AA27-087E-FBC53F1E916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0C14595-D66F-8F68-B99D-AD70D01EC7AC}"/>
              </a:ext>
            </a:extLst>
          </p:cNvPr>
          <p:cNvSpPr>
            <a:spLocks noGrp="1"/>
          </p:cNvSpPr>
          <p:nvPr>
            <p:ph idx="1"/>
          </p:nvPr>
        </p:nvSpPr>
        <p:spPr/>
        <p:txBody>
          <a:bodyPr>
            <a:normAutofit fontScale="85000" lnSpcReduction="20000"/>
          </a:bodyPr>
          <a:lstStyle/>
          <a:p>
            <a:r>
              <a:rPr lang="en-US" dirty="0"/>
              <a:t>class Logger {</a:t>
            </a:r>
          </a:p>
          <a:p>
            <a:r>
              <a:rPr lang="en-US" dirty="0"/>
              <a:t>	private </a:t>
            </a:r>
            <a:r>
              <a:rPr lang="en-US" dirty="0" err="1"/>
              <a:t>FileStream</a:t>
            </a:r>
            <a:r>
              <a:rPr lang="en-US" dirty="0"/>
              <a:t> </a:t>
            </a:r>
            <a:r>
              <a:rPr lang="en-US" dirty="0" err="1"/>
              <a:t>outputFile</a:t>
            </a:r>
            <a:r>
              <a:rPr lang="en-US" dirty="0"/>
              <a:t>;</a:t>
            </a:r>
          </a:p>
          <a:p>
            <a:r>
              <a:rPr lang="en-US" dirty="0"/>
              <a:t>	</a:t>
            </a:r>
            <a:r>
              <a:rPr lang="en-US" b="1" dirty="0"/>
              <a:t>private</a:t>
            </a:r>
            <a:r>
              <a:rPr lang="en-US" dirty="0"/>
              <a:t> static Logger </a:t>
            </a:r>
            <a:r>
              <a:rPr lang="en-US" dirty="0" err="1"/>
              <a:t>logger</a:t>
            </a:r>
            <a:r>
              <a:rPr lang="en-US" dirty="0"/>
              <a:t> = </a:t>
            </a:r>
            <a:r>
              <a:rPr lang="en-US" dirty="0" err="1"/>
              <a:t>nullptr</a:t>
            </a:r>
            <a:r>
              <a:rPr lang="en-US" dirty="0"/>
              <a:t>;</a:t>
            </a:r>
          </a:p>
          <a:p>
            <a:endParaRPr lang="en-US" dirty="0"/>
          </a:p>
          <a:p>
            <a:r>
              <a:rPr lang="en-US" dirty="0"/>
              <a:t>	</a:t>
            </a:r>
            <a:r>
              <a:rPr lang="en-US" b="1" dirty="0"/>
              <a:t>private</a:t>
            </a:r>
            <a:r>
              <a:rPr lang="en-US" dirty="0"/>
              <a:t> Logger() {</a:t>
            </a:r>
          </a:p>
          <a:p>
            <a:r>
              <a:rPr lang="en-US" dirty="0"/>
              <a:t>		</a:t>
            </a:r>
            <a:r>
              <a:rPr lang="en-US" dirty="0" err="1"/>
              <a:t>outputFile</a:t>
            </a:r>
            <a:r>
              <a:rPr lang="en-US" dirty="0"/>
              <a:t> = </a:t>
            </a:r>
            <a:r>
              <a:rPr lang="en-US" dirty="0" err="1"/>
              <a:t>FileStream</a:t>
            </a:r>
            <a:r>
              <a:rPr lang="en-US" dirty="0"/>
              <a:t>(“log”+ </a:t>
            </a:r>
            <a:r>
              <a:rPr lang="en-US" dirty="0" err="1"/>
              <a:t>LocalDateTime.now</a:t>
            </a:r>
            <a:r>
              <a:rPr lang="en-US" dirty="0"/>
              <a:t>().</a:t>
            </a:r>
            <a:r>
              <a:rPr lang="en-US" dirty="0" err="1"/>
              <a:t>toString</a:t>
            </a:r>
            <a:r>
              <a:rPr lang="en-US" dirty="0"/>
              <a:t>()+”.log”);</a:t>
            </a:r>
          </a:p>
          <a:p>
            <a:r>
              <a:rPr lang="en-US" dirty="0"/>
              <a:t>	}</a:t>
            </a:r>
          </a:p>
          <a:p>
            <a:endParaRPr lang="en-US" dirty="0"/>
          </a:p>
          <a:p>
            <a:r>
              <a:rPr lang="en-US" b="1" dirty="0"/>
              <a:t>	public static Logger </a:t>
            </a:r>
            <a:r>
              <a:rPr lang="en-US" b="1" dirty="0" err="1"/>
              <a:t>getLogger</a:t>
            </a:r>
            <a:r>
              <a:rPr lang="en-US" b="1" dirty="0"/>
              <a:t>() {</a:t>
            </a:r>
          </a:p>
          <a:p>
            <a:r>
              <a:rPr lang="en-US" b="1" dirty="0"/>
              <a:t>		if (logger == </a:t>
            </a:r>
            <a:r>
              <a:rPr lang="en-US" b="1" dirty="0" err="1"/>
              <a:t>nullptr</a:t>
            </a:r>
            <a:r>
              <a:rPr lang="en-US" b="1" dirty="0"/>
              <a:t>) {</a:t>
            </a:r>
          </a:p>
          <a:p>
            <a:r>
              <a:rPr lang="en-US" b="1" dirty="0"/>
              <a:t>		   logger = new Logger();</a:t>
            </a:r>
          </a:p>
          <a:p>
            <a:r>
              <a:rPr lang="en-US" b="1" dirty="0"/>
              <a:t>		}</a:t>
            </a:r>
          </a:p>
          <a:p>
            <a:r>
              <a:rPr lang="en-US" b="1" dirty="0"/>
              <a:t>		return logger;</a:t>
            </a:r>
          </a:p>
          <a:p>
            <a:r>
              <a:rPr lang="en-US" b="1" dirty="0"/>
              <a:t>	}</a:t>
            </a:r>
          </a:p>
          <a:p>
            <a:endParaRPr lang="en-US" dirty="0"/>
          </a:p>
          <a:p>
            <a:r>
              <a:rPr lang="en-US" dirty="0"/>
              <a:t>	public log(String msg) {</a:t>
            </a:r>
          </a:p>
          <a:p>
            <a:r>
              <a:rPr lang="en-US" dirty="0"/>
              <a:t>		</a:t>
            </a:r>
            <a:r>
              <a:rPr lang="en-US" dirty="0" err="1"/>
              <a:t>outputFile.write</a:t>
            </a:r>
            <a:r>
              <a:rPr lang="en-US" dirty="0"/>
              <a:t>(log);</a:t>
            </a:r>
          </a:p>
          <a:p>
            <a:r>
              <a:rPr lang="en-US" dirty="0"/>
              <a:t>	}</a:t>
            </a:r>
          </a:p>
          <a:p>
            <a:endParaRPr lang="en-US" dirty="0"/>
          </a:p>
          <a:p>
            <a:r>
              <a:rPr lang="en-US" dirty="0"/>
              <a:t>	// … more stuff</a:t>
            </a:r>
          </a:p>
          <a:p>
            <a:r>
              <a:rPr lang="en-US" dirty="0"/>
              <a:t>}</a:t>
            </a:r>
          </a:p>
          <a:p>
            <a:r>
              <a:rPr lang="en-US" dirty="0"/>
              <a:t>public static void main(String[] </a:t>
            </a:r>
            <a:r>
              <a:rPr lang="en-US" dirty="0" err="1"/>
              <a:t>args</a:t>
            </a:r>
            <a:r>
              <a:rPr lang="en-US" dirty="0"/>
              <a:t>) {	</a:t>
            </a:r>
            <a:r>
              <a:rPr lang="en-US" dirty="0" err="1"/>
              <a:t>anotherFunction</a:t>
            </a:r>
            <a:r>
              <a:rPr lang="en-US" dirty="0"/>
              <a:t>();</a:t>
            </a:r>
          </a:p>
          <a:p>
            <a:r>
              <a:rPr lang="en-US" dirty="0"/>
              <a:t>}</a:t>
            </a:r>
          </a:p>
          <a:p>
            <a:r>
              <a:rPr lang="en-US" dirty="0"/>
              <a:t>public void </a:t>
            </a:r>
            <a:r>
              <a:rPr lang="en-US" dirty="0" err="1"/>
              <a:t>anotherFunction</a:t>
            </a:r>
            <a:r>
              <a:rPr lang="en-US" dirty="0"/>
              <a:t>() {</a:t>
            </a:r>
          </a:p>
          <a:p>
            <a:r>
              <a:rPr lang="en-US" dirty="0"/>
              <a:t>	</a:t>
            </a:r>
            <a:r>
              <a:rPr lang="en-US" b="1" dirty="0"/>
              <a:t>Logger </a:t>
            </a:r>
            <a:r>
              <a:rPr lang="en-US" b="1" dirty="0" err="1"/>
              <a:t>logger</a:t>
            </a:r>
            <a:r>
              <a:rPr lang="en-US" b="1" dirty="0"/>
              <a:t> = </a:t>
            </a:r>
            <a:r>
              <a:rPr lang="en-US" b="1" dirty="0" err="1"/>
              <a:t>Logger.getLogger</a:t>
            </a:r>
            <a:r>
              <a:rPr lang="en-US" b="1" dirty="0"/>
              <a:t>();</a:t>
            </a:r>
          </a:p>
          <a:p>
            <a:r>
              <a:rPr lang="en-US" b="1" dirty="0"/>
              <a:t>	logger.log(</a:t>
            </a:r>
            <a:r>
              <a:rPr lang="en-US" dirty="0"/>
              <a:t>“This is a log message”);</a:t>
            </a:r>
          </a:p>
          <a:p>
            <a:r>
              <a:rPr lang="en-US" dirty="0"/>
              <a:t>}</a:t>
            </a:r>
          </a:p>
        </p:txBody>
      </p:sp>
      <p:sp>
        <p:nvSpPr>
          <p:cNvPr id="4" name="Title 3">
            <a:extLst>
              <a:ext uri="{FF2B5EF4-FFF2-40B4-BE49-F238E27FC236}">
                <a16:creationId xmlns:a16="http://schemas.microsoft.com/office/drawing/2014/main" id="{37B136A2-66CC-365D-2A14-B819AE55E6DC}"/>
              </a:ext>
            </a:extLst>
          </p:cNvPr>
          <p:cNvSpPr>
            <a:spLocks noGrp="1"/>
          </p:cNvSpPr>
          <p:nvPr>
            <p:ph type="title"/>
          </p:nvPr>
        </p:nvSpPr>
        <p:spPr/>
        <p:txBody>
          <a:bodyPr/>
          <a:lstStyle/>
          <a:p>
            <a:r>
              <a:rPr lang="en-US" dirty="0"/>
              <a:t>Solution: singleton design pattern</a:t>
            </a:r>
          </a:p>
        </p:txBody>
      </p:sp>
      <p:sp>
        <p:nvSpPr>
          <p:cNvPr id="2" name="Content Placeholder 1">
            <a:extLst>
              <a:ext uri="{FF2B5EF4-FFF2-40B4-BE49-F238E27FC236}">
                <a16:creationId xmlns:a16="http://schemas.microsoft.com/office/drawing/2014/main" id="{3D2DB226-FF9A-28CC-2C91-0CADFFC6DFD0}"/>
              </a:ext>
            </a:extLst>
          </p:cNvPr>
          <p:cNvSpPr>
            <a:spLocks noGrp="1"/>
          </p:cNvSpPr>
          <p:nvPr>
            <p:ph idx="13"/>
          </p:nvPr>
        </p:nvSpPr>
        <p:spPr/>
        <p:txBody>
          <a:bodyPr>
            <a:normAutofit/>
          </a:bodyPr>
          <a:lstStyle/>
          <a:p>
            <a:r>
              <a:rPr lang="en-US" dirty="0"/>
              <a:t>Requirements</a:t>
            </a:r>
          </a:p>
          <a:p>
            <a:pPr lvl="1"/>
            <a:r>
              <a:rPr lang="en-US" dirty="0"/>
              <a:t>At any time, only one object of the </a:t>
            </a:r>
            <a:r>
              <a:rPr lang="en-US" dirty="0">
                <a:latin typeface="Consolas" panose="020B0609020204030204" pitchFamily="49" charset="0"/>
              </a:rPr>
              <a:t>Logger</a:t>
            </a:r>
            <a:r>
              <a:rPr lang="en-US" dirty="0"/>
              <a:t> class must exist</a:t>
            </a:r>
          </a:p>
          <a:p>
            <a:pPr lvl="1"/>
            <a:r>
              <a:rPr lang="en-US" dirty="0"/>
              <a:t>Any part of the application can access the </a:t>
            </a:r>
            <a:r>
              <a:rPr lang="en-US" dirty="0">
                <a:latin typeface="Consolas" panose="020B0609020204030204" pitchFamily="49" charset="0"/>
              </a:rPr>
              <a:t>Logger</a:t>
            </a:r>
            <a:r>
              <a:rPr lang="en-US" dirty="0"/>
              <a:t> object</a:t>
            </a:r>
          </a:p>
          <a:p>
            <a:endParaRPr lang="en-US" dirty="0"/>
          </a:p>
          <a:p>
            <a:pPr marL="0" indent="0">
              <a:buNone/>
            </a:pPr>
            <a:endParaRPr lang="en-US" dirty="0"/>
          </a:p>
          <a:p>
            <a:endParaRPr lang="en-US" dirty="0"/>
          </a:p>
        </p:txBody>
      </p:sp>
      <p:pic>
        <p:nvPicPr>
          <p:cNvPr id="6" name="Picture 4" descr="25,500+ Green Check Mark Stock Illustrations, Royalty-Free ...">
            <a:extLst>
              <a:ext uri="{FF2B5EF4-FFF2-40B4-BE49-F238E27FC236}">
                <a16:creationId xmlns:a16="http://schemas.microsoft.com/office/drawing/2014/main" id="{8DA9D0D5-63C6-E843-9C50-EAC067A984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1869049"/>
            <a:ext cx="622522" cy="6939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25,500+ Green Check Mark Stock Illustrations, Royalty-Free ...">
            <a:extLst>
              <a:ext uri="{FF2B5EF4-FFF2-40B4-BE49-F238E27FC236}">
                <a16:creationId xmlns:a16="http://schemas.microsoft.com/office/drawing/2014/main" id="{147F4B00-A2A4-77B6-2BBB-BAADA00493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2175" y="3082020"/>
            <a:ext cx="622522" cy="69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24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3D43-B7F0-1C80-92E9-F7EFD4365F3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FDABA82-F2B4-1FD4-C136-BF6C5CDCD16E}"/>
              </a:ext>
            </a:extLst>
          </p:cNvPr>
          <p:cNvSpPr>
            <a:spLocks noGrp="1"/>
          </p:cNvSpPr>
          <p:nvPr>
            <p:ph idx="1"/>
          </p:nvPr>
        </p:nvSpPr>
        <p:spPr/>
        <p:txBody>
          <a:bodyPr/>
          <a:lstStyle/>
          <a:p>
            <a:r>
              <a:rPr lang="en-US" dirty="0"/>
              <a:t>The design of the Logger class captures a design pattern</a:t>
            </a:r>
          </a:p>
          <a:p>
            <a:pPr lvl="1"/>
            <a:r>
              <a:rPr lang="en-US" dirty="0"/>
              <a:t>Applicable in many other contexts</a:t>
            </a:r>
          </a:p>
          <a:p>
            <a:pPr lvl="2"/>
            <a:r>
              <a:rPr lang="en-US" dirty="0">
                <a:latin typeface="Consolas" panose="020B0609020204030204" pitchFamily="49" charset="0"/>
              </a:rPr>
              <a:t>Configuration </a:t>
            </a:r>
            <a:r>
              <a:rPr lang="en-US" dirty="0">
                <a:latin typeface="Helvetica" panose="020B0604020202020204" pitchFamily="34" charset="0"/>
                <a:cs typeface="Helvetica" panose="020B0604020202020204" pitchFamily="34" charset="0"/>
              </a:rPr>
              <a:t>class</a:t>
            </a:r>
            <a:r>
              <a:rPr lang="en-US" dirty="0"/>
              <a:t>, </a:t>
            </a:r>
            <a:r>
              <a:rPr lang="en-US" dirty="0" err="1">
                <a:latin typeface="Consolas" panose="020B0609020204030204" pitchFamily="49" charset="0"/>
              </a:rPr>
              <a:t>DatabaseConnector</a:t>
            </a:r>
            <a:r>
              <a:rPr lang="en-US" dirty="0"/>
              <a:t> class, and so on</a:t>
            </a:r>
          </a:p>
          <a:p>
            <a:r>
              <a:rPr lang="en-US" dirty="0"/>
              <a:t>Understanding this design pattern allows software engineers to apply the same solution to these other contexts without having to re-engineer it</a:t>
            </a:r>
          </a:p>
        </p:txBody>
      </p:sp>
      <p:sp>
        <p:nvSpPr>
          <p:cNvPr id="4" name="Title 3">
            <a:extLst>
              <a:ext uri="{FF2B5EF4-FFF2-40B4-BE49-F238E27FC236}">
                <a16:creationId xmlns:a16="http://schemas.microsoft.com/office/drawing/2014/main" id="{A975D50E-2F72-0001-FF1B-B8A0671B7708}"/>
              </a:ext>
            </a:extLst>
          </p:cNvPr>
          <p:cNvSpPr>
            <a:spLocks noGrp="1"/>
          </p:cNvSpPr>
          <p:nvPr>
            <p:ph type="title"/>
          </p:nvPr>
        </p:nvSpPr>
        <p:spPr/>
        <p:txBody>
          <a:bodyPr/>
          <a:lstStyle/>
          <a:p>
            <a:r>
              <a:rPr lang="en-US" dirty="0"/>
              <a:t>Why do we need design patterns?</a:t>
            </a:r>
          </a:p>
        </p:txBody>
      </p:sp>
    </p:spTree>
    <p:extLst>
      <p:ext uri="{BB962C8B-B14F-4D97-AF65-F5344CB8AC3E}">
        <p14:creationId xmlns:p14="http://schemas.microsoft.com/office/powerpoint/2010/main" val="3887631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7CC684A-DD8E-DE94-852D-FC506D2B7D95}"/>
              </a:ext>
            </a:extLst>
          </p:cNvPr>
          <p:cNvSpPr>
            <a:spLocks noGrp="1"/>
          </p:cNvSpPr>
          <p:nvPr>
            <p:ph idx="1"/>
          </p:nvPr>
        </p:nvSpPr>
        <p:spPr/>
        <p:txBody>
          <a:bodyPr/>
          <a:lstStyle/>
          <a:p>
            <a:r>
              <a:rPr lang="en-US" dirty="0"/>
              <a:t>class A {</a:t>
            </a:r>
          </a:p>
          <a:p>
            <a:r>
              <a:rPr lang="en-US" dirty="0"/>
              <a:t>	// Some fields</a:t>
            </a:r>
          </a:p>
          <a:p>
            <a:r>
              <a:rPr lang="en-US" dirty="0"/>
              <a:t>	// Some methods</a:t>
            </a:r>
          </a:p>
          <a:p>
            <a:r>
              <a:rPr lang="en-US" dirty="0"/>
              <a:t>}</a:t>
            </a:r>
          </a:p>
          <a:p>
            <a:endParaRPr lang="en-US" dirty="0"/>
          </a:p>
          <a:p>
            <a:r>
              <a:rPr lang="en-US" dirty="0"/>
              <a:t>class B extends A {</a:t>
            </a:r>
          </a:p>
          <a:p>
            <a:r>
              <a:rPr lang="en-US" dirty="0"/>
              <a:t>	private A </a:t>
            </a:r>
            <a:r>
              <a:rPr lang="en-US" dirty="0" err="1"/>
              <a:t>objA</a:t>
            </a:r>
            <a:r>
              <a:rPr lang="en-US" dirty="0"/>
              <a:t>;</a:t>
            </a:r>
          </a:p>
          <a:p>
            <a:endParaRPr lang="en-US" dirty="0"/>
          </a:p>
          <a:p>
            <a:r>
              <a:rPr lang="en-US" dirty="0"/>
              <a:t>	// Some fields</a:t>
            </a:r>
          </a:p>
          <a:p>
            <a:r>
              <a:rPr lang="en-US" dirty="0"/>
              <a:t>	// Some methods</a:t>
            </a:r>
          </a:p>
          <a:p>
            <a:r>
              <a:rPr lang="en-US" dirty="0"/>
              <a:t>}</a:t>
            </a:r>
          </a:p>
        </p:txBody>
      </p:sp>
      <p:sp>
        <p:nvSpPr>
          <p:cNvPr id="4" name="Title 3">
            <a:extLst>
              <a:ext uri="{FF2B5EF4-FFF2-40B4-BE49-F238E27FC236}">
                <a16:creationId xmlns:a16="http://schemas.microsoft.com/office/drawing/2014/main" id="{628D96B9-CB15-7516-4E67-2891CED60556}"/>
              </a:ext>
            </a:extLst>
          </p:cNvPr>
          <p:cNvSpPr>
            <a:spLocks noGrp="1"/>
          </p:cNvSpPr>
          <p:nvPr>
            <p:ph type="title"/>
          </p:nvPr>
        </p:nvSpPr>
        <p:spPr>
          <a:xfrm>
            <a:off x="0" y="0"/>
            <a:ext cx="12192000" cy="696277"/>
          </a:xfrm>
        </p:spPr>
        <p:txBody>
          <a:bodyPr/>
          <a:lstStyle/>
          <a:p>
            <a:r>
              <a:rPr lang="en-US" dirty="0"/>
              <a:t>Why should we study design patterns?</a:t>
            </a:r>
          </a:p>
        </p:txBody>
      </p:sp>
      <p:sp>
        <p:nvSpPr>
          <p:cNvPr id="2" name="Content Placeholder 1">
            <a:extLst>
              <a:ext uri="{FF2B5EF4-FFF2-40B4-BE49-F238E27FC236}">
                <a16:creationId xmlns:a16="http://schemas.microsoft.com/office/drawing/2014/main" id="{38F196BB-F530-ED5B-6F55-77E6F212186F}"/>
              </a:ext>
            </a:extLst>
          </p:cNvPr>
          <p:cNvSpPr>
            <a:spLocks noGrp="1"/>
          </p:cNvSpPr>
          <p:nvPr>
            <p:ph idx="13"/>
          </p:nvPr>
        </p:nvSpPr>
        <p:spPr>
          <a:xfrm>
            <a:off x="382074" y="785004"/>
            <a:ext cx="5633413" cy="5046453"/>
          </a:xfrm>
        </p:spPr>
        <p:txBody>
          <a:bodyPr>
            <a:normAutofit fontScale="92500" lnSpcReduction="10000"/>
          </a:bodyPr>
          <a:lstStyle/>
          <a:p>
            <a:r>
              <a:rPr lang="en-US" dirty="0"/>
              <a:t>Important to quickly recognize common requirements </a:t>
            </a:r>
          </a:p>
          <a:p>
            <a:r>
              <a:rPr lang="en-US" dirty="0"/>
              <a:t>Important for reading large codebases</a:t>
            </a:r>
          </a:p>
          <a:p>
            <a:pPr lvl="1"/>
            <a:r>
              <a:rPr lang="en-US" dirty="0"/>
              <a:t>Class B extends class A and also contains an object of class A </a:t>
            </a:r>
          </a:p>
          <a:p>
            <a:pPr lvl="1"/>
            <a:r>
              <a:rPr lang="en-US" dirty="0"/>
              <a:t>What’s </a:t>
            </a:r>
            <a:r>
              <a:rPr lang="en-US" b="1" dirty="0"/>
              <a:t>one</a:t>
            </a:r>
            <a:r>
              <a:rPr lang="en-US" dirty="0"/>
              <a:t> possible reason? </a:t>
            </a:r>
          </a:p>
          <a:p>
            <a:pPr lvl="1"/>
            <a:r>
              <a:rPr lang="en-US" dirty="0"/>
              <a:t>Could be many reasons, but one reason could be they are implementing the </a:t>
            </a:r>
            <a:r>
              <a:rPr lang="en-US" b="1" i="1" dirty="0"/>
              <a:t>proxy pattern</a:t>
            </a:r>
          </a:p>
          <a:p>
            <a:endParaRPr lang="en-US" dirty="0"/>
          </a:p>
        </p:txBody>
      </p:sp>
    </p:spTree>
    <p:extLst>
      <p:ext uri="{BB962C8B-B14F-4D97-AF65-F5344CB8AC3E}">
        <p14:creationId xmlns:p14="http://schemas.microsoft.com/office/powerpoint/2010/main" val="278621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01B76-62C7-05EF-833D-66CC93BEDDF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244A5A9-15F7-CBA3-F713-4CB4CDEA7964}"/>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0C73BA8F-1FB1-C1EF-1909-E50456B58E8D}"/>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ED137762-2A13-9939-4411-62530FFB20BA}"/>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Decorator, Bridge, Facade</a:t>
            </a:r>
          </a:p>
          <a:p>
            <a:pPr lvl="1"/>
            <a:endParaRPr lang="en-US" dirty="0"/>
          </a:p>
        </p:txBody>
      </p:sp>
      <p:sp>
        <p:nvSpPr>
          <p:cNvPr id="6" name="Content Placeholder 4">
            <a:extLst>
              <a:ext uri="{FF2B5EF4-FFF2-40B4-BE49-F238E27FC236}">
                <a16:creationId xmlns:a16="http://schemas.microsoft.com/office/drawing/2014/main" id="{B683DCB9-FAFA-6276-DDC6-ED5170F93B60}"/>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Tree>
    <p:extLst>
      <p:ext uri="{BB962C8B-B14F-4D97-AF65-F5344CB8AC3E}">
        <p14:creationId xmlns:p14="http://schemas.microsoft.com/office/powerpoint/2010/main" val="419018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E2F-E90C-63F9-1EE7-6015D6747D4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0A87DA-66DA-5A39-F393-779B20E42100}"/>
              </a:ext>
            </a:extLst>
          </p:cNvPr>
          <p:cNvSpPr>
            <a:spLocks noGrp="1"/>
          </p:cNvSpPr>
          <p:nvPr>
            <p:ph idx="1"/>
          </p:nvPr>
        </p:nvSpPr>
        <p:spPr/>
        <p:txBody>
          <a:bodyPr/>
          <a:lstStyle/>
          <a:p>
            <a:r>
              <a:rPr lang="en-US" dirty="0"/>
              <a:t>Abstract the instantiation process</a:t>
            </a:r>
          </a:p>
          <a:p>
            <a:r>
              <a:rPr lang="en-US" dirty="0"/>
              <a:t>Provides flexibility in</a:t>
            </a:r>
          </a:p>
          <a:p>
            <a:pPr lvl="1"/>
            <a:r>
              <a:rPr lang="en-US" i="1" dirty="0"/>
              <a:t>What </a:t>
            </a:r>
            <a:r>
              <a:rPr lang="en-US" dirty="0"/>
              <a:t>gets created</a:t>
            </a:r>
          </a:p>
          <a:p>
            <a:pPr lvl="1"/>
            <a:r>
              <a:rPr lang="en-US" i="1" dirty="0"/>
              <a:t>Who </a:t>
            </a:r>
            <a:r>
              <a:rPr lang="en-US" dirty="0"/>
              <a:t>creates it</a:t>
            </a:r>
          </a:p>
          <a:p>
            <a:pPr lvl="1"/>
            <a:r>
              <a:rPr lang="en-US" i="1" dirty="0"/>
              <a:t>How </a:t>
            </a:r>
            <a:r>
              <a:rPr lang="en-US" dirty="0"/>
              <a:t>it is created and when</a:t>
            </a:r>
          </a:p>
          <a:p>
            <a:r>
              <a:rPr lang="en-US" dirty="0"/>
              <a:t>Singleton pattern (seen earlier), abstract factory</a:t>
            </a:r>
          </a:p>
        </p:txBody>
      </p:sp>
      <p:sp>
        <p:nvSpPr>
          <p:cNvPr id="4" name="Title 3">
            <a:extLst>
              <a:ext uri="{FF2B5EF4-FFF2-40B4-BE49-F238E27FC236}">
                <a16:creationId xmlns:a16="http://schemas.microsoft.com/office/drawing/2014/main" id="{35E0A266-AD48-CE84-98D8-12E0EF9E2B9D}"/>
              </a:ext>
            </a:extLst>
          </p:cNvPr>
          <p:cNvSpPr>
            <a:spLocks noGrp="1"/>
          </p:cNvSpPr>
          <p:nvPr>
            <p:ph type="title"/>
          </p:nvPr>
        </p:nvSpPr>
        <p:spPr/>
        <p:txBody>
          <a:bodyPr/>
          <a:lstStyle/>
          <a:p>
            <a:r>
              <a:rPr lang="en-US" dirty="0"/>
              <a:t>Creational patterns </a:t>
            </a:r>
          </a:p>
        </p:txBody>
      </p:sp>
    </p:spTree>
    <p:extLst>
      <p:ext uri="{BB962C8B-B14F-4D97-AF65-F5344CB8AC3E}">
        <p14:creationId xmlns:p14="http://schemas.microsoft.com/office/powerpoint/2010/main" val="7382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E0303-71A9-36B0-0B0E-17359D76A13F}"/>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5DE3778-506D-E45E-FEBD-D878521A6E29}"/>
              </a:ext>
            </a:extLst>
          </p:cNvPr>
          <p:cNvSpPr>
            <a:spLocks noGrp="1"/>
          </p:cNvSpPr>
          <p:nvPr>
            <p:ph type="body" sz="quarter" idx="13"/>
          </p:nvPr>
        </p:nvSpPr>
        <p:spPr/>
        <p:txBody>
          <a:bodyPr/>
          <a:lstStyle/>
          <a:p>
            <a:r>
              <a:rPr lang="en-US" sz="2800" dirty="0"/>
              <a:t>Abstract factory design pattern</a:t>
            </a:r>
          </a:p>
        </p:txBody>
      </p:sp>
    </p:spTree>
    <p:extLst>
      <p:ext uri="{BB962C8B-B14F-4D97-AF65-F5344CB8AC3E}">
        <p14:creationId xmlns:p14="http://schemas.microsoft.com/office/powerpoint/2010/main" val="3483015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4958-E609-FD5C-3A1C-7D0E0E4FBA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DACA3-4BF1-ACB9-8247-3D08B49FC8F8}"/>
              </a:ext>
            </a:extLst>
          </p:cNvPr>
          <p:cNvSpPr>
            <a:spLocks noGrp="1"/>
          </p:cNvSpPr>
          <p:nvPr>
            <p:ph idx="1"/>
          </p:nvPr>
        </p:nvSpPr>
        <p:spPr/>
        <p:txBody>
          <a:bodyPr>
            <a:normAutofit lnSpcReduction="10000"/>
          </a:bodyPr>
          <a:lstStyle/>
          <a:p>
            <a:r>
              <a:rPr lang="en-US" sz="1600" dirty="0">
                <a:latin typeface="Consolas" panose="020B0609020204030204" pitchFamily="49" charset="0"/>
              </a:rPr>
              <a:t>Button </a:t>
            </a:r>
            <a:r>
              <a:rPr lang="en-US" sz="1600" dirty="0" err="1">
                <a:latin typeface="Consolas" panose="020B0609020204030204" pitchFamily="49" charset="0"/>
              </a:rPr>
              <a:t>button</a:t>
            </a:r>
            <a:r>
              <a:rPr lang="en-US" sz="1600" dirty="0">
                <a:latin typeface="Consolas" panose="020B0609020204030204" pitchFamily="49" charset="0"/>
              </a:rPr>
              <a:t>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 // </a:t>
            </a:r>
            <a:r>
              <a:rPr lang="en-US" sz="1600" dirty="0" err="1">
                <a:latin typeface="Consolas" panose="020B0609020204030204" pitchFamily="49" charset="0"/>
              </a:rPr>
              <a:t>WinButton</a:t>
            </a:r>
            <a:r>
              <a:rPr lang="en-US" sz="1600" dirty="0">
                <a:latin typeface="Consolas" panose="020B0609020204030204" pitchFamily="49" charset="0"/>
              </a:rPr>
              <a:t> extends Button</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 // Extends Button</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br>
              <a:rPr lang="en-US" dirty="0"/>
            </a:br>
            <a:r>
              <a:rPr lang="en-US" dirty="0"/>
              <a:t>Textbox </a:t>
            </a:r>
            <a:r>
              <a:rPr lang="en-US" dirty="0" err="1"/>
              <a:t>textbox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latin typeface="Consolas" panose="020B0609020204030204" pitchFamily="49" charset="0"/>
            </a:endParaRPr>
          </a:p>
          <a:p>
            <a:endParaRPr lang="en-US" dirty="0"/>
          </a:p>
          <a:p>
            <a:r>
              <a:rPr lang="en-US" dirty="0" err="1"/>
              <a:t>DropdownBox</a:t>
            </a:r>
            <a:r>
              <a:rPr lang="en-US" dirty="0"/>
              <a:t> </a:t>
            </a:r>
            <a:r>
              <a:rPr lang="en-US" dirty="0" err="1"/>
              <a:t>dropdownbox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Win</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br>
              <a:rPr lang="en-US" sz="1600" dirty="0">
                <a:latin typeface="Consolas" panose="020B0609020204030204" pitchFamily="49" charset="0"/>
              </a:rPr>
            </a:br>
            <a:r>
              <a:rPr lang="en-US" sz="1600" dirty="0">
                <a:latin typeface="Consolas" panose="020B0609020204030204" pitchFamily="49" charset="0"/>
              </a:rPr>
              <a:t>	</a:t>
            </a:r>
            <a:r>
              <a:rPr lang="en-US" dirty="0"/>
              <a:t> </a:t>
            </a:r>
            <a:r>
              <a:rPr lang="en-US" dirty="0" err="1"/>
              <a:t>dropdownbox</a:t>
            </a:r>
            <a:r>
              <a:rPr lang="en-US" sz="1600" dirty="0">
                <a:latin typeface="Consolas" panose="020B0609020204030204" pitchFamily="49" charset="0"/>
              </a:rPr>
              <a:t> = new </a:t>
            </a:r>
            <a:r>
              <a:rPr lang="en-US" sz="1600" dirty="0" err="1">
                <a:latin typeface="Consolas" panose="020B0609020204030204" pitchFamily="49" charset="0"/>
              </a:rPr>
              <a:t>MacOS</a:t>
            </a:r>
            <a:r>
              <a:rPr lang="en-US" dirty="0" err="1"/>
              <a:t>DropdownBox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a:t>
            </a:r>
            <a:endParaRPr lang="en-US" dirty="0"/>
          </a:p>
        </p:txBody>
      </p:sp>
      <p:sp>
        <p:nvSpPr>
          <p:cNvPr id="4" name="Title 3">
            <a:extLst>
              <a:ext uri="{FF2B5EF4-FFF2-40B4-BE49-F238E27FC236}">
                <a16:creationId xmlns:a16="http://schemas.microsoft.com/office/drawing/2014/main" id="{7359E192-1E6C-E546-8E98-0C2E6551740F}"/>
              </a:ext>
            </a:extLst>
          </p:cNvPr>
          <p:cNvSpPr>
            <a:spLocks noGrp="1"/>
          </p:cNvSpPr>
          <p:nvPr>
            <p:ph type="title"/>
          </p:nvPr>
        </p:nvSpPr>
        <p:spPr/>
        <p:txBody>
          <a:bodyPr/>
          <a:lstStyle/>
          <a:p>
            <a:r>
              <a:rPr lang="en-US" dirty="0"/>
              <a:t>Case study: UI toolkit</a:t>
            </a:r>
          </a:p>
        </p:txBody>
      </p:sp>
      <p:sp>
        <p:nvSpPr>
          <p:cNvPr id="2" name="Content Placeholder 1">
            <a:extLst>
              <a:ext uri="{FF2B5EF4-FFF2-40B4-BE49-F238E27FC236}">
                <a16:creationId xmlns:a16="http://schemas.microsoft.com/office/drawing/2014/main" id="{FF0E786E-0F0C-F91D-9527-CDEAF4144969}"/>
              </a:ext>
            </a:extLst>
          </p:cNvPr>
          <p:cNvSpPr>
            <a:spLocks noGrp="1"/>
          </p:cNvSpPr>
          <p:nvPr>
            <p:ph idx="13"/>
          </p:nvPr>
        </p:nvSpPr>
        <p:spPr/>
        <p:txBody>
          <a:bodyPr>
            <a:normAutofit/>
          </a:bodyPr>
          <a:lstStyle/>
          <a:p>
            <a:r>
              <a:rPr lang="en-US" dirty="0"/>
              <a:t>Example: design a GUI app that can support both Windows and MacOS UI components</a:t>
            </a:r>
          </a:p>
          <a:p>
            <a:r>
              <a:rPr lang="en-US" dirty="0"/>
              <a:t>Option 1 – add if-else statements for each UI component creation</a:t>
            </a:r>
          </a:p>
          <a:p>
            <a:pPr lvl="1"/>
            <a:r>
              <a:rPr lang="en-US" dirty="0">
                <a:latin typeface="Helvetica" panose="020B0604020202020204" pitchFamily="34" charset="0"/>
                <a:cs typeface="Helvetica" panose="020B0604020202020204" pitchFamily="34" charset="0"/>
              </a:rPr>
              <a:t>Very ugly </a:t>
            </a:r>
            <a:r>
              <a:rPr lang="en-US" dirty="0">
                <a:latin typeface="Helvetica" panose="020B0604020202020204" pitchFamily="34" charset="0"/>
                <a:cs typeface="Helvetica" panose="020B0604020202020204" pitchFamily="34" charset="0"/>
                <a:sym typeface="Wingdings" panose="05000000000000000000" pitchFamily="2" charset="2"/>
              </a:rPr>
              <a:t></a:t>
            </a:r>
            <a:endParaRPr lang="en-US" dirty="0">
              <a:latin typeface="Helvetica" panose="020B0604020202020204" pitchFamily="34" charset="0"/>
              <a:cs typeface="Helvetica" panose="020B0604020202020204" pitchFamily="34" charset="0"/>
            </a:endParaRPr>
          </a:p>
          <a:p>
            <a:endParaRPr lang="en-US" dirty="0"/>
          </a:p>
        </p:txBody>
      </p:sp>
    </p:spTree>
    <p:extLst>
      <p:ext uri="{BB962C8B-B14F-4D97-AF65-F5344CB8AC3E}">
        <p14:creationId xmlns:p14="http://schemas.microsoft.com/office/powerpoint/2010/main" val="37773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4F4B-DBCD-4D79-CA17-752A8568DA4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AF32625-FDC5-A453-80F5-27946CB95314}"/>
              </a:ext>
            </a:extLst>
          </p:cNvPr>
          <p:cNvSpPr>
            <a:spLocks noGrp="1"/>
          </p:cNvSpPr>
          <p:nvPr>
            <p:ph idx="1"/>
          </p:nvPr>
        </p:nvSpPr>
        <p:spPr/>
        <p:txBody>
          <a:bodyPr>
            <a:normAutofit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void </a:t>
            </a:r>
            <a:r>
              <a:rPr lang="en-US" dirty="0" err="1"/>
              <a:t>createButton</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@Override</a:t>
            </a:r>
          </a:p>
          <a:p>
            <a:r>
              <a:rPr lang="en-US" dirty="0"/>
              <a:t>	public void </a:t>
            </a:r>
            <a:r>
              <a:rPr lang="en-US" dirty="0" err="1"/>
              <a:t>createButton</a:t>
            </a:r>
            <a:r>
              <a:rPr lang="en-US" dirty="0"/>
              <a:t>() {</a:t>
            </a:r>
          </a:p>
          <a:p>
            <a:r>
              <a:rPr lang="en-US" dirty="0"/>
              <a:t>		return new </a:t>
            </a:r>
            <a:r>
              <a:rPr lang="en-US" dirty="0" err="1"/>
              <a:t>WinButton</a:t>
            </a:r>
            <a:r>
              <a:rPr lang="en-US" dirty="0"/>
              <a:t>();</a:t>
            </a:r>
          </a:p>
          <a:p>
            <a:r>
              <a:rPr lang="en-US" dirty="0"/>
              <a:t>	}</a:t>
            </a:r>
          </a:p>
          <a:p>
            <a:r>
              <a:rPr lang="en-US" dirty="0"/>
              <a:t>}</a:t>
            </a:r>
          </a:p>
          <a:p>
            <a:endParaRPr lang="en-US" dirty="0"/>
          </a:p>
          <a:p>
            <a:r>
              <a:rPr lang="en-US" dirty="0"/>
              <a:t>public class </a:t>
            </a:r>
            <a:r>
              <a:rPr lang="en-US" dirty="0" err="1"/>
              <a:t>MacOSFactory</a:t>
            </a:r>
            <a:r>
              <a:rPr lang="en-US" dirty="0"/>
              <a:t> extends </a:t>
            </a:r>
            <a:r>
              <a:rPr lang="en-US" dirty="0" err="1"/>
              <a:t>UIFactory</a:t>
            </a:r>
            <a:r>
              <a:rPr lang="en-US" dirty="0"/>
              <a:t> {</a:t>
            </a:r>
          </a:p>
          <a:p>
            <a:r>
              <a:rPr lang="en-US" dirty="0"/>
              <a:t>	@Override</a:t>
            </a:r>
          </a:p>
          <a:p>
            <a:r>
              <a:rPr lang="en-US" dirty="0"/>
              <a:t>	public void </a:t>
            </a:r>
            <a:r>
              <a:rPr lang="en-US" dirty="0" err="1"/>
              <a:t>createButton</a:t>
            </a:r>
            <a:r>
              <a:rPr lang="en-US" dirty="0"/>
              <a:t>() {</a:t>
            </a:r>
          </a:p>
          <a:p>
            <a:r>
              <a:rPr lang="en-US" dirty="0"/>
              <a:t>		return new </a:t>
            </a:r>
            <a:r>
              <a:rPr lang="en-US" dirty="0" err="1"/>
              <a:t>MacOSButton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FF969879-3781-7743-E985-9EA7F6F68EBD}"/>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B3B589CC-126E-D915-5851-DEF1857E7BED}"/>
              </a:ext>
            </a:extLst>
          </p:cNvPr>
          <p:cNvSpPr>
            <a:spLocks noGrp="1"/>
          </p:cNvSpPr>
          <p:nvPr>
            <p:ph idx="13"/>
          </p:nvPr>
        </p:nvSpPr>
        <p:spPr/>
        <p:txBody>
          <a:bodyPr/>
          <a:lstStyle/>
          <a:p>
            <a:r>
              <a:rPr lang="en-US" dirty="0"/>
              <a:t>Create an abstract </a:t>
            </a:r>
            <a:r>
              <a:rPr lang="en-US" dirty="0" err="1">
                <a:latin typeface="Consolas" panose="020B0609020204030204" pitchFamily="49" charset="0"/>
              </a:rPr>
              <a:t>UIFactory</a:t>
            </a:r>
            <a:r>
              <a:rPr lang="en-US" dirty="0"/>
              <a:t> class that provides abstract methods for UI component creation</a:t>
            </a:r>
          </a:p>
          <a:p>
            <a:r>
              <a:rPr lang="en-US" dirty="0"/>
              <a:t>Create concrete factory classes for both Windows and MacOS</a:t>
            </a:r>
          </a:p>
        </p:txBody>
      </p:sp>
      <p:sp>
        <p:nvSpPr>
          <p:cNvPr id="3" name="Rectangle 2">
            <a:extLst>
              <a:ext uri="{FF2B5EF4-FFF2-40B4-BE49-F238E27FC236}">
                <a16:creationId xmlns:a16="http://schemas.microsoft.com/office/drawing/2014/main" id="{A3A61597-6F20-88D6-43C3-F90B61447C54}"/>
              </a:ext>
            </a:extLst>
          </p:cNvPr>
          <p:cNvSpPr/>
          <p:nvPr/>
        </p:nvSpPr>
        <p:spPr>
          <a:xfrm>
            <a:off x="6015487" y="1582616"/>
            <a:ext cx="4418051" cy="93784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CCB76BBE-2901-B794-50BD-9434F53B7160}"/>
              </a:ext>
            </a:extLst>
          </p:cNvPr>
          <p:cNvSpPr/>
          <p:nvPr/>
        </p:nvSpPr>
        <p:spPr>
          <a:xfrm>
            <a:off x="6015487" y="2520462"/>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6">
            <a:extLst>
              <a:ext uri="{FF2B5EF4-FFF2-40B4-BE49-F238E27FC236}">
                <a16:creationId xmlns:a16="http://schemas.microsoft.com/office/drawing/2014/main" id="{8C42C4E9-10F8-C747-EC49-88C42F1149E8}"/>
              </a:ext>
            </a:extLst>
          </p:cNvPr>
          <p:cNvSpPr/>
          <p:nvPr/>
        </p:nvSpPr>
        <p:spPr>
          <a:xfrm>
            <a:off x="6015486" y="3938954"/>
            <a:ext cx="5285559" cy="141849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86399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2A29-48D8-4139-1177-D82A19112EE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85AC07F-CD1B-D3F1-B5AD-56A3879078AB}"/>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 … }</a:t>
            </a:r>
          </a:p>
          <a:p>
            <a:endParaRPr lang="en-US" dirty="0"/>
          </a:p>
          <a:p>
            <a:r>
              <a:rPr lang="en-US" dirty="0"/>
              <a:t>public class </a:t>
            </a:r>
            <a:r>
              <a:rPr lang="en-US" dirty="0" err="1"/>
              <a:t>WinFactory</a:t>
            </a:r>
            <a:r>
              <a:rPr lang="en-US" dirty="0"/>
              <a:t> extends </a:t>
            </a:r>
            <a:r>
              <a:rPr lang="en-US" dirty="0" err="1"/>
              <a:t>UIFactory</a:t>
            </a:r>
            <a:r>
              <a:rPr lang="en-US" dirty="0"/>
              <a:t> { … }</a:t>
            </a:r>
          </a:p>
          <a:p>
            <a:endParaRPr lang="en-US" dirty="0"/>
          </a:p>
          <a:p>
            <a:r>
              <a:rPr lang="en-US" dirty="0"/>
              <a:t>public class </a:t>
            </a:r>
            <a:r>
              <a:rPr lang="en-US" dirty="0" err="1"/>
              <a:t>MacOSFactory</a:t>
            </a:r>
            <a:r>
              <a:rPr lang="en-US" dirty="0"/>
              <a:t> extends </a:t>
            </a:r>
            <a:r>
              <a:rPr lang="en-US" dirty="0" err="1"/>
              <a:t>UIFactory</a:t>
            </a:r>
            <a:r>
              <a:rPr lang="en-US" dirty="0"/>
              <a:t> { …}</a:t>
            </a:r>
          </a:p>
          <a:p>
            <a:endParaRPr lang="en-US" dirty="0"/>
          </a:p>
          <a:p>
            <a:r>
              <a:rPr lang="en-US" dirty="0"/>
              <a:t>public class Application {</a:t>
            </a:r>
          </a:p>
          <a:p>
            <a:r>
              <a:rPr lang="en-US" dirty="0"/>
              <a:t>	private </a:t>
            </a:r>
            <a:r>
              <a:rPr lang="en-US" dirty="0" err="1"/>
              <a:t>UIFactory</a:t>
            </a:r>
            <a:r>
              <a:rPr lang="en-US" dirty="0"/>
              <a:t> </a:t>
            </a:r>
            <a:r>
              <a:rPr lang="en-US" dirty="0" err="1"/>
              <a:t>uiFactory</a:t>
            </a:r>
            <a:r>
              <a:rPr lang="en-US" dirty="0"/>
              <a:t>;</a:t>
            </a:r>
          </a:p>
          <a:p>
            <a:r>
              <a:rPr lang="en-US" dirty="0"/>
              <a:t>	public Application() {</a:t>
            </a:r>
          </a:p>
          <a:p>
            <a:r>
              <a:rPr lang="en-US" dirty="0"/>
              <a:t>		String platform = </a:t>
            </a:r>
            <a:r>
              <a:rPr lang="en-US" dirty="0" err="1"/>
              <a:t>detectPlatform</a:t>
            </a:r>
            <a:r>
              <a:rPr lang="en-US" dirty="0"/>
              <a:t>();</a:t>
            </a:r>
          </a:p>
          <a:p>
            <a:r>
              <a:rPr lang="en-US" dirty="0"/>
              <a:t>		if (platform == “win”) {</a:t>
            </a:r>
          </a:p>
          <a:p>
            <a:r>
              <a:rPr lang="en-US" dirty="0"/>
              <a:t>		    </a:t>
            </a:r>
            <a:r>
              <a:rPr lang="en-US" dirty="0" err="1"/>
              <a:t>uiFactory</a:t>
            </a:r>
            <a:r>
              <a:rPr lang="en-US" dirty="0"/>
              <a:t> = new </a:t>
            </a:r>
            <a:r>
              <a:rPr lang="en-US" dirty="0" err="1"/>
              <a:t>WinFactory</a:t>
            </a:r>
            <a:r>
              <a:rPr lang="en-US" dirty="0"/>
              <a:t>();</a:t>
            </a:r>
          </a:p>
          <a:p>
            <a:r>
              <a:rPr lang="en-US" dirty="0"/>
              <a:t>		} else if (platform == “</a:t>
            </a:r>
            <a:r>
              <a:rPr lang="en-US" dirty="0" err="1"/>
              <a:t>macos</a:t>
            </a:r>
            <a:r>
              <a:rPr lang="en-US" dirty="0"/>
              <a:t>”) {</a:t>
            </a:r>
          </a:p>
          <a:p>
            <a:r>
              <a:rPr lang="en-US" dirty="0"/>
              <a:t>		    </a:t>
            </a:r>
            <a:r>
              <a:rPr lang="en-US" dirty="0" err="1"/>
              <a:t>uiFactory</a:t>
            </a:r>
            <a:r>
              <a:rPr lang="en-US" dirty="0"/>
              <a:t> = new </a:t>
            </a:r>
            <a:r>
              <a:rPr lang="en-US" dirty="0" err="1"/>
              <a:t>MacOSFactory</a:t>
            </a:r>
            <a:r>
              <a:rPr lang="en-US" dirty="0"/>
              <a:t>();</a:t>
            </a:r>
          </a:p>
          <a:p>
            <a:r>
              <a:rPr lang="en-US" dirty="0"/>
              <a:t>		}</a:t>
            </a:r>
          </a:p>
          <a:p>
            <a:r>
              <a:rPr lang="en-US" dirty="0"/>
              <a:t>	}</a:t>
            </a:r>
          </a:p>
          <a:p>
            <a:endParaRPr lang="en-US" dirty="0"/>
          </a:p>
          <a:p>
            <a:r>
              <a:rPr lang="en-US" dirty="0"/>
              <a:t>	public </a:t>
            </a:r>
            <a:r>
              <a:rPr lang="en-US" dirty="0" err="1"/>
              <a:t>drawGUI</a:t>
            </a:r>
            <a:r>
              <a:rPr lang="en-US" dirty="0"/>
              <a:t>() {</a:t>
            </a:r>
          </a:p>
          <a:p>
            <a:r>
              <a:rPr lang="en-US" dirty="0"/>
              <a:t>		Button </a:t>
            </a:r>
            <a:r>
              <a:rPr lang="en-US" dirty="0" err="1"/>
              <a:t>button</a:t>
            </a:r>
            <a:r>
              <a:rPr lang="en-US" dirty="0"/>
              <a:t> = </a:t>
            </a:r>
            <a:r>
              <a:rPr lang="en-US" dirty="0" err="1"/>
              <a:t>uiFactory.createButton</a:t>
            </a:r>
            <a:r>
              <a:rPr lang="en-US" dirty="0"/>
              <a:t>();</a:t>
            </a:r>
          </a:p>
          <a:p>
            <a:r>
              <a:rPr lang="en-US" dirty="0"/>
              <a:t>	}</a:t>
            </a:r>
          </a:p>
          <a:p>
            <a:r>
              <a:rPr lang="en-US" dirty="0"/>
              <a:t>}</a:t>
            </a:r>
          </a:p>
        </p:txBody>
      </p:sp>
      <p:sp>
        <p:nvSpPr>
          <p:cNvPr id="4" name="Title 3">
            <a:extLst>
              <a:ext uri="{FF2B5EF4-FFF2-40B4-BE49-F238E27FC236}">
                <a16:creationId xmlns:a16="http://schemas.microsoft.com/office/drawing/2014/main" id="{E547DA89-6477-5418-7AE2-DDE15A5553E9}"/>
              </a:ext>
            </a:extLst>
          </p:cNvPr>
          <p:cNvSpPr>
            <a:spLocks noGrp="1"/>
          </p:cNvSpPr>
          <p:nvPr>
            <p:ph type="title"/>
          </p:nvPr>
        </p:nvSpPr>
        <p:spPr/>
        <p:txBody>
          <a:bodyPr/>
          <a:lstStyle/>
          <a:p>
            <a:r>
              <a:rPr lang="en-US" dirty="0"/>
              <a:t>Abstract factory pattern for UI toolkit</a:t>
            </a:r>
          </a:p>
        </p:txBody>
      </p:sp>
      <p:sp>
        <p:nvSpPr>
          <p:cNvPr id="2" name="Content Placeholder 1">
            <a:extLst>
              <a:ext uri="{FF2B5EF4-FFF2-40B4-BE49-F238E27FC236}">
                <a16:creationId xmlns:a16="http://schemas.microsoft.com/office/drawing/2014/main" id="{D4DC1E04-2BC5-AF62-B5F8-10210EEAA125}"/>
              </a:ext>
            </a:extLst>
          </p:cNvPr>
          <p:cNvSpPr>
            <a:spLocks noGrp="1"/>
          </p:cNvSpPr>
          <p:nvPr>
            <p:ph idx="13"/>
          </p:nvPr>
        </p:nvSpPr>
        <p:spPr/>
        <p:txBody>
          <a:bodyPr/>
          <a:lstStyle/>
          <a:p>
            <a:r>
              <a:rPr lang="en-US" dirty="0"/>
              <a:t>Application contains a field of type </a:t>
            </a:r>
            <a:r>
              <a:rPr lang="en-US" dirty="0" err="1"/>
              <a:t>UIFactory</a:t>
            </a:r>
            <a:endParaRPr lang="en-US" dirty="0"/>
          </a:p>
          <a:p>
            <a:pPr lvl="1"/>
            <a:r>
              <a:rPr lang="en-US" dirty="0"/>
              <a:t>Initialized depending on the platform</a:t>
            </a:r>
          </a:p>
          <a:p>
            <a:pPr lvl="1"/>
            <a:r>
              <a:rPr lang="en-US" dirty="0"/>
              <a:t>ONLY place where the platform check is performed</a:t>
            </a:r>
          </a:p>
        </p:txBody>
      </p:sp>
      <p:sp>
        <p:nvSpPr>
          <p:cNvPr id="3" name="Rectangle 2">
            <a:extLst>
              <a:ext uri="{FF2B5EF4-FFF2-40B4-BE49-F238E27FC236}">
                <a16:creationId xmlns:a16="http://schemas.microsoft.com/office/drawing/2014/main" id="{79F85215-C309-3E70-032B-5FE66668BB47}"/>
              </a:ext>
            </a:extLst>
          </p:cNvPr>
          <p:cNvSpPr/>
          <p:nvPr/>
        </p:nvSpPr>
        <p:spPr>
          <a:xfrm>
            <a:off x="6015487" y="2520461"/>
            <a:ext cx="5285559" cy="201636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97280A8C-D758-D1FC-DC5C-7FE1D14BEA9A}"/>
              </a:ext>
            </a:extLst>
          </p:cNvPr>
          <p:cNvSpPr/>
          <p:nvPr/>
        </p:nvSpPr>
        <p:spPr>
          <a:xfrm>
            <a:off x="6015486" y="4560276"/>
            <a:ext cx="5794439" cy="679939"/>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62164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566C345-4FE9-861F-9401-62552AB83AA9}"/>
              </a:ext>
            </a:extLst>
          </p:cNvPr>
          <p:cNvSpPr>
            <a:spLocks noGrp="1"/>
          </p:cNvSpPr>
          <p:nvPr>
            <p:ph idx="1"/>
          </p:nvPr>
        </p:nvSpPr>
        <p:spPr/>
        <p:txBody>
          <a:bodyPr/>
          <a:lstStyle/>
          <a:p>
            <a:r>
              <a:rPr lang="en-US" dirty="0"/>
              <a:t>Provide an interface for creating families of related or dependent objects without specifying their concrete classes</a:t>
            </a:r>
          </a:p>
          <a:p>
            <a:r>
              <a:rPr lang="en-US" dirty="0"/>
              <a:t>An abstract factory class provides an abstract interface for object creation</a:t>
            </a:r>
          </a:p>
          <a:p>
            <a:r>
              <a:rPr lang="en-US" dirty="0"/>
              <a:t>Concreate factory sub-classes implement that abstract interface</a:t>
            </a:r>
          </a:p>
        </p:txBody>
      </p:sp>
      <p:sp>
        <p:nvSpPr>
          <p:cNvPr id="4" name="Title 3">
            <a:extLst>
              <a:ext uri="{FF2B5EF4-FFF2-40B4-BE49-F238E27FC236}">
                <a16:creationId xmlns:a16="http://schemas.microsoft.com/office/drawing/2014/main" id="{CA5707DD-719B-2F02-2BF7-BE6738BB593D}"/>
              </a:ext>
            </a:extLst>
          </p:cNvPr>
          <p:cNvSpPr>
            <a:spLocks noGrp="1"/>
          </p:cNvSpPr>
          <p:nvPr>
            <p:ph type="title"/>
          </p:nvPr>
        </p:nvSpPr>
        <p:spPr/>
        <p:txBody>
          <a:bodyPr/>
          <a:lstStyle/>
          <a:p>
            <a:r>
              <a:rPr lang="en-US" dirty="0"/>
              <a:t>Abstract factory</a:t>
            </a:r>
          </a:p>
        </p:txBody>
      </p:sp>
    </p:spTree>
    <p:extLst>
      <p:ext uri="{BB962C8B-B14F-4D97-AF65-F5344CB8AC3E}">
        <p14:creationId xmlns:p14="http://schemas.microsoft.com/office/powerpoint/2010/main" val="3635492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82BE99-4688-BBD0-00B4-F0B88544F0BE}"/>
              </a:ext>
            </a:extLst>
          </p:cNvPr>
          <p:cNvSpPr>
            <a:spLocks noGrp="1"/>
          </p:cNvSpPr>
          <p:nvPr>
            <p:ph idx="1"/>
          </p:nvPr>
        </p:nvSpPr>
        <p:spPr/>
        <p:txBody>
          <a:bodyPr/>
          <a:lstStyle/>
          <a:p>
            <a:r>
              <a:rPr lang="en-US" dirty="0"/>
              <a:t>Isolates concrete classes</a:t>
            </a:r>
          </a:p>
          <a:p>
            <a:pPr lvl="1"/>
            <a:r>
              <a:rPr lang="en-US" dirty="0"/>
              <a:t>Objects are created through the interface / abstract classes</a:t>
            </a:r>
          </a:p>
          <a:p>
            <a:r>
              <a:rPr lang="en-US" dirty="0"/>
              <a:t>Promotes consistency among products</a:t>
            </a:r>
          </a:p>
          <a:p>
            <a:pPr lvl="1"/>
            <a:r>
              <a:rPr lang="en-US" dirty="0"/>
              <a:t>All UI families must support same functionalities</a:t>
            </a:r>
          </a:p>
          <a:p>
            <a:r>
              <a:rPr lang="en-US" dirty="0"/>
              <a:t>Supporting new kind of UI family is easier</a:t>
            </a:r>
          </a:p>
        </p:txBody>
      </p:sp>
      <p:sp>
        <p:nvSpPr>
          <p:cNvPr id="5" name="Title 4">
            <a:extLst>
              <a:ext uri="{FF2B5EF4-FFF2-40B4-BE49-F238E27FC236}">
                <a16:creationId xmlns:a16="http://schemas.microsoft.com/office/drawing/2014/main" id="{A46D94F0-D760-0527-69CE-B30BDEE9C0CF}"/>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883668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D1F2-BBC7-90BA-A35F-F21534714B9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E0420A-9BD0-A8DF-8517-9C45037D9BA4}"/>
              </a:ext>
            </a:extLst>
          </p:cNvPr>
          <p:cNvSpPr>
            <a:spLocks noGrp="1"/>
          </p:cNvSpPr>
          <p:nvPr>
            <p:ph idx="1"/>
          </p:nvPr>
        </p:nvSpPr>
        <p:spPr/>
        <p:txBody>
          <a:bodyPr>
            <a:normAutofit/>
          </a:bodyPr>
          <a:lstStyle/>
          <a:p>
            <a:r>
              <a:rPr lang="en-US" sz="1600" dirty="0">
                <a:latin typeface="Consolas" panose="020B0609020204030204" pitchFamily="49" charset="0"/>
              </a:rPr>
              <a:t>Button </a:t>
            </a:r>
            <a:r>
              <a:rPr lang="en-US" sz="1600" dirty="0" err="1">
                <a:latin typeface="Consolas" panose="020B0609020204030204" pitchFamily="49" charset="0"/>
              </a:rPr>
              <a:t>button</a:t>
            </a:r>
            <a:r>
              <a:rPr lang="en-US" sz="1600" dirty="0">
                <a:latin typeface="Consolas" panose="020B0609020204030204" pitchFamily="49" charset="0"/>
              </a:rPr>
              <a:t> = </a:t>
            </a:r>
            <a:r>
              <a:rPr lang="en-US" sz="1600" dirty="0" err="1">
                <a:latin typeface="Consolas" panose="020B0609020204030204" pitchFamily="49" charset="0"/>
              </a:rPr>
              <a:t>nullptr</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WinButton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MacOSButton</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a:t>
            </a:r>
          </a:p>
          <a:p>
            <a:r>
              <a:rPr lang="en-US" dirty="0"/>
              <a:t>	button = new </a:t>
            </a:r>
            <a:r>
              <a:rPr lang="en-US" dirty="0" err="1"/>
              <a:t>GnomeButton</a:t>
            </a:r>
            <a:r>
              <a:rPr lang="en-US" dirty="0"/>
              <a:t>(); // </a:t>
            </a:r>
            <a:r>
              <a:rPr lang="en-US" dirty="0" err="1"/>
              <a:t>linux</a:t>
            </a:r>
            <a:endParaRPr lang="en-US" sz="1600" dirty="0">
              <a:latin typeface="Consolas" panose="020B0609020204030204" pitchFamily="49" charset="0"/>
            </a:endParaRPr>
          </a:p>
          <a:p>
            <a:r>
              <a:rPr lang="en-US" dirty="0"/>
              <a:t>}</a:t>
            </a:r>
            <a:endParaRPr lang="en-US" dirty="0">
              <a:latin typeface="Consolas" panose="020B0609020204030204" pitchFamily="49" charset="0"/>
            </a:endParaRPr>
          </a:p>
          <a:p>
            <a:br>
              <a:rPr lang="en-US" dirty="0"/>
            </a:br>
            <a:r>
              <a:rPr lang="en-US" dirty="0"/>
              <a:t>Textbox </a:t>
            </a:r>
            <a:r>
              <a:rPr lang="en-US" dirty="0" err="1"/>
              <a:t>textbox</a:t>
            </a:r>
            <a:r>
              <a:rPr lang="en-US" dirty="0"/>
              <a:t> = </a:t>
            </a:r>
            <a:r>
              <a:rPr lang="en-US" dirty="0" err="1"/>
              <a:t>nullptr</a:t>
            </a:r>
            <a:r>
              <a:rPr lang="en-US" dirty="0"/>
              <a:t>;</a:t>
            </a:r>
            <a:br>
              <a:rPr lang="en-US" dirty="0"/>
            </a:br>
            <a:r>
              <a:rPr lang="en-US" sz="1600" dirty="0">
                <a:latin typeface="Consolas" panose="020B0609020204030204" pitchFamily="49" charset="0"/>
              </a:rPr>
              <a:t>if (platform == “win”) {</a:t>
            </a:r>
            <a:br>
              <a:rPr lang="en-US" sz="1600" dirty="0">
                <a:latin typeface="Consolas" panose="020B0609020204030204" pitchFamily="49" charset="0"/>
              </a:rPr>
            </a:br>
            <a:r>
              <a:rPr lang="en-US" sz="1600" dirty="0">
                <a:latin typeface="Consolas" panose="020B0609020204030204" pitchFamily="49" charset="0"/>
              </a:rPr>
              <a:t>	textbox = new </a:t>
            </a:r>
            <a:r>
              <a:rPr lang="en-US" sz="1600" dirty="0" err="1">
                <a:latin typeface="Consolas" panose="020B0609020204030204" pitchFamily="49" charset="0"/>
              </a:rPr>
              <a:t>WinTextBox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else if (platform == “</a:t>
            </a:r>
            <a:r>
              <a:rPr lang="en-US" sz="1600" dirty="0" err="1">
                <a:latin typeface="Consolas" panose="020B0609020204030204" pitchFamily="49" charset="0"/>
              </a:rPr>
              <a:t>macos</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button = new </a:t>
            </a:r>
            <a:r>
              <a:rPr lang="en-US" sz="1600" dirty="0" err="1">
                <a:latin typeface="Consolas" panose="020B0609020204030204" pitchFamily="49" charset="0"/>
              </a:rPr>
              <a:t>MacOSTextBox</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a:t>
            </a:r>
            <a:r>
              <a:rPr lang="en-US" sz="1600" b="1" dirty="0">
                <a:latin typeface="Consolas" panose="020B0609020204030204" pitchFamily="49" charset="0"/>
              </a:rPr>
              <a:t>// Linux not handled</a:t>
            </a:r>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49599D3D-9665-7DB1-0347-261D21065FC9}"/>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2527A8C5-7BB9-1540-FAE6-8DBC5AD87AE2}"/>
              </a:ext>
            </a:extLst>
          </p:cNvPr>
          <p:cNvSpPr>
            <a:spLocks noGrp="1"/>
          </p:cNvSpPr>
          <p:nvPr>
            <p:ph idx="13"/>
          </p:nvPr>
        </p:nvSpPr>
        <p:spPr/>
        <p:txBody>
          <a:bodyPr/>
          <a:lstStyle/>
          <a:p>
            <a:r>
              <a:rPr lang="en-US" dirty="0"/>
              <a:t>Promotes consistency among products</a:t>
            </a:r>
          </a:p>
          <a:p>
            <a:r>
              <a:rPr lang="en-US" dirty="0"/>
              <a:t>Supporting new kind of UI family is easier</a:t>
            </a:r>
          </a:p>
          <a:p>
            <a:endParaRPr lang="en-US" dirty="0"/>
          </a:p>
        </p:txBody>
      </p:sp>
      <p:sp>
        <p:nvSpPr>
          <p:cNvPr id="3" name="Rectangle 2">
            <a:extLst>
              <a:ext uri="{FF2B5EF4-FFF2-40B4-BE49-F238E27FC236}">
                <a16:creationId xmlns:a16="http://schemas.microsoft.com/office/drawing/2014/main" id="{C037429C-0F66-E6CC-C306-DB5421D2FDE5}"/>
              </a:ext>
            </a:extLst>
          </p:cNvPr>
          <p:cNvSpPr/>
          <p:nvPr/>
        </p:nvSpPr>
        <p:spPr>
          <a:xfrm>
            <a:off x="6015486" y="20632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 name="Rectangle 3">
            <a:extLst>
              <a:ext uri="{FF2B5EF4-FFF2-40B4-BE49-F238E27FC236}">
                <a16:creationId xmlns:a16="http://schemas.microsoft.com/office/drawing/2014/main" id="{6F54AF51-6AC6-C6E9-E6B5-F55BF356A6D7}"/>
              </a:ext>
            </a:extLst>
          </p:cNvPr>
          <p:cNvSpPr/>
          <p:nvPr/>
        </p:nvSpPr>
        <p:spPr>
          <a:xfrm>
            <a:off x="6015485" y="4250861"/>
            <a:ext cx="5794439" cy="820616"/>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TextBox 6">
            <a:extLst>
              <a:ext uri="{FF2B5EF4-FFF2-40B4-BE49-F238E27FC236}">
                <a16:creationId xmlns:a16="http://schemas.microsoft.com/office/drawing/2014/main" id="{6F1CA7B2-59AB-6CFF-65FC-3801C0FA1ACE}"/>
              </a:ext>
            </a:extLst>
          </p:cNvPr>
          <p:cNvSpPr txBox="1"/>
          <p:nvPr/>
        </p:nvSpPr>
        <p:spPr>
          <a:xfrm>
            <a:off x="8710247" y="4572000"/>
            <a:ext cx="2188420" cy="461665"/>
          </a:xfrm>
          <a:prstGeom prst="rect">
            <a:avLst/>
          </a:prstGeom>
          <a:noFill/>
        </p:spPr>
        <p:txBody>
          <a:bodyPr wrap="none" rtlCol="0">
            <a:spAutoFit/>
          </a:bodyPr>
          <a:lstStyle/>
          <a:p>
            <a:r>
              <a:rPr lang="en-US" sz="2400" b="1" i="1" dirty="0"/>
              <a:t>What happens?</a:t>
            </a:r>
          </a:p>
        </p:txBody>
      </p:sp>
    </p:spTree>
    <p:extLst>
      <p:ext uri="{BB962C8B-B14F-4D97-AF65-F5344CB8AC3E}">
        <p14:creationId xmlns:p14="http://schemas.microsoft.com/office/powerpoint/2010/main" val="201753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12B5-ADD3-CB4C-7416-B5293F237EC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675D4CC-5D12-143B-A598-C0F61397305B}"/>
              </a:ext>
            </a:extLst>
          </p:cNvPr>
          <p:cNvSpPr>
            <a:spLocks noGrp="1"/>
          </p:cNvSpPr>
          <p:nvPr>
            <p:ph idx="1"/>
          </p:nvPr>
        </p:nvSpPr>
        <p:spPr/>
        <p:txBody>
          <a:bodyPr>
            <a:normAutofit fontScale="92500" lnSpcReduction="10000"/>
          </a:bodyPr>
          <a:lstStyle/>
          <a:p>
            <a:r>
              <a:rPr lang="en-US" dirty="0">
                <a:latin typeface="Helvetica" panose="020B0604020202020204" pitchFamily="34" charset="0"/>
                <a:cs typeface="Helvetica" panose="020B0604020202020204" pitchFamily="34" charset="0"/>
              </a:rPr>
              <a:t>public class Button { // button stuff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WinButton</a:t>
            </a:r>
            <a:r>
              <a:rPr lang="en-US" dirty="0">
                <a:latin typeface="Helvetica" panose="020B0604020202020204" pitchFamily="34" charset="0"/>
                <a:cs typeface="Helvetica" panose="020B0604020202020204" pitchFamily="34" charset="0"/>
              </a:rPr>
              <a:t> extends Button { // … } </a:t>
            </a:r>
          </a:p>
          <a:p>
            <a:r>
              <a:rPr lang="en-US" dirty="0">
                <a:latin typeface="Helvetica" panose="020B0604020202020204" pitchFamily="34" charset="0"/>
                <a:cs typeface="Helvetica" panose="020B0604020202020204" pitchFamily="34" charset="0"/>
              </a:rPr>
              <a:t>public class </a:t>
            </a:r>
            <a:r>
              <a:rPr lang="en-US" dirty="0" err="1">
                <a:latin typeface="Helvetica" panose="020B0604020202020204" pitchFamily="34" charset="0"/>
                <a:cs typeface="Helvetica" panose="020B0604020202020204" pitchFamily="34" charset="0"/>
              </a:rPr>
              <a:t>MacOSButton</a:t>
            </a:r>
            <a:r>
              <a:rPr lang="en-US" dirty="0">
                <a:latin typeface="Helvetica" panose="020B0604020202020204" pitchFamily="34" charset="0"/>
                <a:cs typeface="Helvetica" panose="020B0604020202020204" pitchFamily="34" charset="0"/>
              </a:rPr>
              <a:t> extends Button { // … }</a:t>
            </a:r>
          </a:p>
          <a:p>
            <a:endParaRPr lang="en-US" dirty="0">
              <a:latin typeface="Helvetica" panose="020B0604020202020204" pitchFamily="34" charset="0"/>
              <a:cs typeface="Helvetica" panose="020B0604020202020204" pitchFamily="34" charset="0"/>
            </a:endParaRPr>
          </a:p>
          <a:p>
            <a:r>
              <a:rPr lang="en-US" dirty="0"/>
              <a:t>abstract Class </a:t>
            </a:r>
            <a:r>
              <a:rPr lang="en-US" dirty="0" err="1"/>
              <a:t>UIFactory</a:t>
            </a:r>
            <a:r>
              <a:rPr lang="en-US" dirty="0"/>
              <a:t> {</a:t>
            </a:r>
          </a:p>
          <a:p>
            <a:r>
              <a:rPr lang="en-US" dirty="0"/>
              <a:t>	public void </a:t>
            </a:r>
            <a:r>
              <a:rPr lang="en-US" dirty="0" err="1"/>
              <a:t>createButton</a:t>
            </a:r>
            <a:r>
              <a:rPr lang="en-US" dirty="0"/>
              <a:t>();</a:t>
            </a:r>
          </a:p>
          <a:p>
            <a:r>
              <a:rPr lang="en-US" dirty="0"/>
              <a:t>	public void </a:t>
            </a:r>
            <a:r>
              <a:rPr lang="en-US" dirty="0" err="1"/>
              <a:t>createTextbox</a:t>
            </a:r>
            <a:r>
              <a:rPr lang="en-US" dirty="0"/>
              <a:t>();</a:t>
            </a:r>
          </a:p>
          <a:p>
            <a:r>
              <a:rPr lang="en-US" dirty="0"/>
              <a:t>}</a:t>
            </a:r>
          </a:p>
          <a:p>
            <a:endParaRPr lang="en-US" dirty="0"/>
          </a:p>
          <a:p>
            <a:r>
              <a:rPr lang="en-US" dirty="0"/>
              <a:t>public class </a:t>
            </a:r>
            <a:r>
              <a:rPr lang="en-US" dirty="0" err="1"/>
              <a:t>WinFactory</a:t>
            </a:r>
            <a:r>
              <a:rPr lang="en-US" dirty="0"/>
              <a:t> extends </a:t>
            </a:r>
            <a:r>
              <a:rPr lang="en-US" dirty="0" err="1"/>
              <a:t>UIFactory</a:t>
            </a:r>
            <a:r>
              <a:rPr lang="en-US" dirty="0"/>
              <a:t> {</a:t>
            </a:r>
          </a:p>
          <a:p>
            <a:r>
              <a:rPr lang="en-US" dirty="0"/>
              <a:t>	public void </a:t>
            </a:r>
            <a:r>
              <a:rPr lang="en-US" dirty="0" err="1"/>
              <a:t>createButton</a:t>
            </a:r>
            <a:r>
              <a:rPr lang="en-US" dirty="0"/>
              <a:t>() {</a:t>
            </a:r>
          </a:p>
          <a:p>
            <a:r>
              <a:rPr lang="en-US" dirty="0"/>
              <a:t>		return new </a:t>
            </a:r>
            <a:r>
              <a:rPr lang="en-US" dirty="0" err="1"/>
              <a:t>WinButton</a:t>
            </a:r>
            <a:r>
              <a:rPr lang="en-US" dirty="0"/>
              <a:t>();</a:t>
            </a:r>
          </a:p>
          <a:p>
            <a:r>
              <a:rPr lang="en-US" dirty="0"/>
              <a:t>	}</a:t>
            </a:r>
            <a:br>
              <a:rPr lang="en-US" dirty="0"/>
            </a:br>
            <a:r>
              <a:rPr lang="en-US" dirty="0"/>
              <a:t>	public void </a:t>
            </a:r>
            <a:r>
              <a:rPr lang="en-US" dirty="0" err="1"/>
              <a:t>createTextbox</a:t>
            </a:r>
            <a:r>
              <a:rPr lang="en-US" dirty="0"/>
              <a:t>() {</a:t>
            </a:r>
          </a:p>
          <a:p>
            <a:r>
              <a:rPr lang="en-US" dirty="0"/>
              <a:t>		return new </a:t>
            </a:r>
            <a:r>
              <a:rPr lang="en-US" dirty="0" err="1"/>
              <a:t>WinTextbox</a:t>
            </a:r>
            <a:r>
              <a:rPr lang="en-US" dirty="0"/>
              <a:t>();</a:t>
            </a:r>
          </a:p>
          <a:p>
            <a:r>
              <a:rPr lang="en-US" dirty="0"/>
              <a:t>	}</a:t>
            </a:r>
          </a:p>
          <a:p>
            <a:r>
              <a:rPr lang="en-US" dirty="0"/>
              <a:t>}</a:t>
            </a:r>
          </a:p>
          <a:p>
            <a:endParaRPr lang="en-US" dirty="0"/>
          </a:p>
          <a:p>
            <a:r>
              <a:rPr lang="en-US" dirty="0"/>
              <a:t>public class </a:t>
            </a:r>
            <a:r>
              <a:rPr lang="en-US" dirty="0" err="1"/>
              <a:t>LinuxFactory</a:t>
            </a:r>
            <a:r>
              <a:rPr lang="en-US" dirty="0"/>
              <a:t> extends </a:t>
            </a:r>
            <a:r>
              <a:rPr lang="en-US" dirty="0" err="1"/>
              <a:t>UIFactory</a:t>
            </a:r>
            <a:r>
              <a:rPr lang="en-US" dirty="0"/>
              <a:t> {</a:t>
            </a:r>
          </a:p>
          <a:p>
            <a:r>
              <a:rPr lang="en-US" dirty="0"/>
              <a:t>	public void </a:t>
            </a:r>
            <a:r>
              <a:rPr lang="en-US" dirty="0" err="1"/>
              <a:t>createButton</a:t>
            </a:r>
            <a:r>
              <a:rPr lang="en-US" dirty="0"/>
              <a:t>() {</a:t>
            </a:r>
          </a:p>
          <a:p>
            <a:r>
              <a:rPr lang="en-US" dirty="0"/>
              <a:t>		return new </a:t>
            </a:r>
            <a:r>
              <a:rPr lang="en-US" dirty="0" err="1"/>
              <a:t>GnomeButton</a:t>
            </a:r>
            <a:r>
              <a:rPr lang="en-US" dirty="0"/>
              <a:t>();</a:t>
            </a:r>
          </a:p>
          <a:p>
            <a:r>
              <a:rPr lang="en-US" dirty="0"/>
              <a:t>	}</a:t>
            </a:r>
            <a:br>
              <a:rPr lang="en-US" dirty="0"/>
            </a:br>
            <a:r>
              <a:rPr lang="en-US" dirty="0"/>
              <a:t>	</a:t>
            </a:r>
            <a:r>
              <a:rPr lang="en-US" b="1" dirty="0"/>
              <a:t>// Missing </a:t>
            </a:r>
            <a:r>
              <a:rPr lang="en-US" b="1" dirty="0" err="1"/>
              <a:t>createTextbox</a:t>
            </a:r>
            <a:endParaRPr lang="en-US" dirty="0"/>
          </a:p>
          <a:p>
            <a:r>
              <a:rPr lang="en-US" dirty="0"/>
              <a:t>}</a:t>
            </a:r>
          </a:p>
          <a:p>
            <a:endParaRPr lang="en-US" dirty="0">
              <a:latin typeface="Consolas" panose="020B0609020204030204" pitchFamily="49" charset="0"/>
            </a:endParaRPr>
          </a:p>
        </p:txBody>
      </p:sp>
      <p:sp>
        <p:nvSpPr>
          <p:cNvPr id="5" name="Title 4">
            <a:extLst>
              <a:ext uri="{FF2B5EF4-FFF2-40B4-BE49-F238E27FC236}">
                <a16:creationId xmlns:a16="http://schemas.microsoft.com/office/drawing/2014/main" id="{D75992B5-F503-8874-C6B7-C3414C514E30}"/>
              </a:ext>
            </a:extLst>
          </p:cNvPr>
          <p:cNvSpPr>
            <a:spLocks noGrp="1"/>
          </p:cNvSpPr>
          <p:nvPr>
            <p:ph type="title"/>
          </p:nvPr>
        </p:nvSpPr>
        <p:spPr/>
        <p:txBody>
          <a:bodyPr/>
          <a:lstStyle/>
          <a:p>
            <a:r>
              <a:rPr lang="en-US" dirty="0"/>
              <a:t>Characteristics</a:t>
            </a:r>
          </a:p>
        </p:txBody>
      </p:sp>
      <p:sp>
        <p:nvSpPr>
          <p:cNvPr id="2" name="Content Placeholder 1">
            <a:extLst>
              <a:ext uri="{FF2B5EF4-FFF2-40B4-BE49-F238E27FC236}">
                <a16:creationId xmlns:a16="http://schemas.microsoft.com/office/drawing/2014/main" id="{0D62DDF7-CD81-136B-B512-E791807BC792}"/>
              </a:ext>
            </a:extLst>
          </p:cNvPr>
          <p:cNvSpPr>
            <a:spLocks noGrp="1"/>
          </p:cNvSpPr>
          <p:nvPr>
            <p:ph idx="13"/>
          </p:nvPr>
        </p:nvSpPr>
        <p:spPr/>
        <p:txBody>
          <a:bodyPr/>
          <a:lstStyle/>
          <a:p>
            <a:r>
              <a:rPr lang="en-US" dirty="0"/>
              <a:t>Promotes consistency among products</a:t>
            </a:r>
          </a:p>
          <a:p>
            <a:r>
              <a:rPr lang="en-US" dirty="0"/>
              <a:t>Supporting new kind of UI family is easier</a:t>
            </a:r>
          </a:p>
          <a:p>
            <a:r>
              <a:rPr lang="en-US" dirty="0"/>
              <a:t>Catching errors at compile time is </a:t>
            </a:r>
            <a:r>
              <a:rPr lang="en-US" b="1" i="1" dirty="0"/>
              <a:t>much better </a:t>
            </a:r>
            <a:r>
              <a:rPr lang="en-US" dirty="0"/>
              <a:t>than during execution</a:t>
            </a:r>
          </a:p>
          <a:p>
            <a:pPr lvl="1"/>
            <a:r>
              <a:rPr lang="en-US" b="1" i="1" dirty="0"/>
              <a:t>Why…? </a:t>
            </a:r>
          </a:p>
          <a:p>
            <a:endParaRPr lang="en-US" dirty="0"/>
          </a:p>
        </p:txBody>
      </p:sp>
      <p:sp>
        <p:nvSpPr>
          <p:cNvPr id="7" name="Rectangle 6">
            <a:extLst>
              <a:ext uri="{FF2B5EF4-FFF2-40B4-BE49-F238E27FC236}">
                <a16:creationId xmlns:a16="http://schemas.microsoft.com/office/drawing/2014/main" id="{E4DB7449-FD6B-66BC-CC06-F006B234356D}"/>
              </a:ext>
            </a:extLst>
          </p:cNvPr>
          <p:cNvSpPr/>
          <p:nvPr/>
        </p:nvSpPr>
        <p:spPr>
          <a:xfrm>
            <a:off x="6015485" y="4250860"/>
            <a:ext cx="5794439" cy="14582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TextBox 7">
            <a:extLst>
              <a:ext uri="{FF2B5EF4-FFF2-40B4-BE49-F238E27FC236}">
                <a16:creationId xmlns:a16="http://schemas.microsoft.com/office/drawing/2014/main" id="{06C51097-B08A-505E-F9FA-5F27F18279DC}"/>
              </a:ext>
            </a:extLst>
          </p:cNvPr>
          <p:cNvSpPr txBox="1"/>
          <p:nvPr/>
        </p:nvSpPr>
        <p:spPr>
          <a:xfrm>
            <a:off x="8912704" y="5247472"/>
            <a:ext cx="2829621" cy="461665"/>
          </a:xfrm>
          <a:prstGeom prst="rect">
            <a:avLst/>
          </a:prstGeom>
          <a:noFill/>
        </p:spPr>
        <p:txBody>
          <a:bodyPr wrap="none" rtlCol="0">
            <a:spAutoFit/>
          </a:bodyPr>
          <a:lstStyle/>
          <a:p>
            <a:r>
              <a:rPr lang="en-US" sz="2400" b="1" i="1" dirty="0"/>
              <a:t>What happens here?</a:t>
            </a:r>
          </a:p>
        </p:txBody>
      </p:sp>
    </p:spTree>
    <p:extLst>
      <p:ext uri="{BB962C8B-B14F-4D97-AF65-F5344CB8AC3E}">
        <p14:creationId xmlns:p14="http://schemas.microsoft.com/office/powerpoint/2010/main" val="256202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796B1-FE05-DC1E-C9A3-08C5341499A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BD23404-833D-FC2B-089F-14CF45CF8380}"/>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DBB2E82A-2685-543E-3A63-1A8655808FA3}"/>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A3DC3B1B-9C44-A739-C111-64B20D703A85}"/>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Decorator, Bridge, Façade</a:t>
            </a:r>
          </a:p>
        </p:txBody>
      </p:sp>
      <p:sp>
        <p:nvSpPr>
          <p:cNvPr id="6" name="Content Placeholder 4">
            <a:extLst>
              <a:ext uri="{FF2B5EF4-FFF2-40B4-BE49-F238E27FC236}">
                <a16:creationId xmlns:a16="http://schemas.microsoft.com/office/drawing/2014/main" id="{62DFC4D6-F9C0-DD15-2B17-437C14F9F5D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6AA41AD9-CEC0-4A18-F4AF-370EE324D07D}"/>
              </a:ext>
            </a:extLst>
          </p:cNvPr>
          <p:cNvSpPr/>
          <p:nvPr/>
        </p:nvSpPr>
        <p:spPr>
          <a:xfrm>
            <a:off x="4105919" y="706132"/>
            <a:ext cx="4334695"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4140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3DB8-72E0-65BB-8252-1DAEE6DFEC9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B1957A4-C116-3A8A-3126-9639181B78F9}"/>
              </a:ext>
            </a:extLst>
          </p:cNvPr>
          <p:cNvSpPr>
            <a:spLocks noGrp="1"/>
          </p:cNvSpPr>
          <p:nvPr>
            <p:ph idx="1"/>
          </p:nvPr>
        </p:nvSpPr>
        <p:spPr/>
        <p:txBody>
          <a:bodyPr/>
          <a:lstStyle/>
          <a:p>
            <a:r>
              <a:rPr lang="en-US" dirty="0"/>
              <a:t>How classes and objects compose to form larger structures</a:t>
            </a:r>
          </a:p>
          <a:p>
            <a:r>
              <a:rPr lang="en-US" dirty="0"/>
              <a:t>Structural patterns can be applied at</a:t>
            </a:r>
          </a:p>
          <a:p>
            <a:pPr lvl="1"/>
            <a:r>
              <a:rPr lang="en-US" dirty="0"/>
              <a:t>Class level</a:t>
            </a:r>
          </a:p>
          <a:p>
            <a:pPr lvl="1"/>
            <a:r>
              <a:rPr lang="en-US" dirty="0"/>
              <a:t>Object level</a:t>
            </a:r>
          </a:p>
        </p:txBody>
      </p:sp>
      <p:sp>
        <p:nvSpPr>
          <p:cNvPr id="5" name="Title 4">
            <a:extLst>
              <a:ext uri="{FF2B5EF4-FFF2-40B4-BE49-F238E27FC236}">
                <a16:creationId xmlns:a16="http://schemas.microsoft.com/office/drawing/2014/main" id="{C6A2237B-DB38-0B09-7E6B-FB905BAE9867}"/>
              </a:ext>
            </a:extLst>
          </p:cNvPr>
          <p:cNvSpPr>
            <a:spLocks noGrp="1"/>
          </p:cNvSpPr>
          <p:nvPr>
            <p:ph type="title"/>
          </p:nvPr>
        </p:nvSpPr>
        <p:spPr/>
        <p:txBody>
          <a:bodyPr/>
          <a:lstStyle/>
          <a:p>
            <a:r>
              <a:rPr lang="en-US" dirty="0"/>
              <a:t>Structural patterns</a:t>
            </a:r>
          </a:p>
        </p:txBody>
      </p:sp>
    </p:spTree>
    <p:extLst>
      <p:ext uri="{BB962C8B-B14F-4D97-AF65-F5344CB8AC3E}">
        <p14:creationId xmlns:p14="http://schemas.microsoft.com/office/powerpoint/2010/main" val="1699900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F5873D-6EAC-9D52-0741-24E9E493EF5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7F6A42F-E6A0-F082-ECE1-C2DB9FD57748}"/>
              </a:ext>
            </a:extLst>
          </p:cNvPr>
          <p:cNvSpPr>
            <a:spLocks noGrp="1"/>
          </p:cNvSpPr>
          <p:nvPr>
            <p:ph type="body" sz="quarter" idx="13"/>
          </p:nvPr>
        </p:nvSpPr>
        <p:spPr/>
        <p:txBody>
          <a:bodyPr/>
          <a:lstStyle/>
          <a:p>
            <a:r>
              <a:rPr lang="en-US" sz="3200" dirty="0"/>
              <a:t>Adapter design pattern</a:t>
            </a:r>
          </a:p>
        </p:txBody>
      </p:sp>
    </p:spTree>
    <p:extLst>
      <p:ext uri="{BB962C8B-B14F-4D97-AF65-F5344CB8AC3E}">
        <p14:creationId xmlns:p14="http://schemas.microsoft.com/office/powerpoint/2010/main" val="3489097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C10D-68FA-95DD-7036-88FA30F32C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9D9A61-5063-2D50-C2F9-AF651770C092}"/>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848533C3-6979-4AF6-61D1-44C0E4291708}"/>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B979EF-25AC-CB22-E597-8572AE1D8116}"/>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F8C15CDA-8389-9C81-5D76-FC48734B42E4}"/>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83638817-7DFE-A2C5-3634-C35BC8536F66}"/>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00D95292-4032-F1D4-3EA8-D81B6567B624}"/>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6A14BF0F-3206-35D9-BC9F-E414F0AC5924}"/>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6AE84D9-DD8E-4828-4731-AD26087C0CD8}"/>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43FD647E-8B3E-13C3-25D6-224724499927}"/>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F775438C-F59C-AD9C-991D-012A43422EF6}"/>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C1A6D106-F794-673C-1B37-7831DA33FE66}"/>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E2431621-6514-0C59-7768-9831A5636426}"/>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5F520A9-6520-C892-5BA9-35BC9F8A8D40}"/>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20191B01-58E5-E1E7-1BA1-1B533A8DED51}"/>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C6396E66-14C5-9930-DA5C-FD3035BB4A27}"/>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p.pay</a:t>
              </a:r>
              <a:r>
                <a:rPr lang="en-US" dirty="0">
                  <a:solidFill>
                    <a:schemeClr val="tx1"/>
                  </a:solidFill>
                  <a:latin typeface="Consolas" panose="020B0609020204030204" pitchFamily="49" charset="0"/>
                </a:rPr>
                <a:t>(1000);</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0A0830DB-233D-2E7F-318E-1BDEE73674AB}"/>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22" name="Connector: Curved 21">
            <a:extLst>
              <a:ext uri="{FF2B5EF4-FFF2-40B4-BE49-F238E27FC236}">
                <a16:creationId xmlns:a16="http://schemas.microsoft.com/office/drawing/2014/main" id="{D9512AB7-72D1-0602-D0F8-5E8F2D4A7854}"/>
              </a:ext>
            </a:extLst>
          </p:cNvPr>
          <p:cNvCxnSpPr>
            <a:cxnSpLocks/>
            <a:stCxn id="2" idx="3"/>
            <a:endCxn id="19" idx="1"/>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970A4C7-0DB8-E1DF-014D-C5F2F8953EBB}"/>
              </a:ext>
            </a:extLst>
          </p:cNvPr>
          <p:cNvSpPr txBox="1"/>
          <p:nvPr/>
        </p:nvSpPr>
        <p:spPr>
          <a:xfrm>
            <a:off x="4052459" y="4313070"/>
            <a:ext cx="2751779" cy="954107"/>
          </a:xfrm>
          <a:prstGeom prst="rect">
            <a:avLst/>
          </a:prstGeom>
          <a:noFill/>
        </p:spPr>
        <p:txBody>
          <a:bodyPr wrap="none" rtlCol="0">
            <a:spAutoFit/>
          </a:bodyPr>
          <a:lstStyle/>
          <a:p>
            <a:pPr algn="ctr"/>
            <a:r>
              <a:rPr lang="en-US" sz="2800" b="1" i="1" dirty="0"/>
              <a:t>Use Stripe </a:t>
            </a:r>
          </a:p>
          <a:p>
            <a:pPr algn="ctr"/>
            <a:r>
              <a:rPr lang="en-US" sz="2800" b="1" i="1" dirty="0"/>
              <a:t>instead of </a:t>
            </a:r>
            <a:r>
              <a:rPr lang="en-US" sz="2800" b="1" i="1" dirty="0" err="1"/>
              <a:t>Paypal</a:t>
            </a:r>
            <a:endParaRPr lang="en-US" sz="1600" b="1" i="1" dirty="0"/>
          </a:p>
        </p:txBody>
      </p:sp>
      <p:sp>
        <p:nvSpPr>
          <p:cNvPr id="25" name="TextBox 24">
            <a:extLst>
              <a:ext uri="{FF2B5EF4-FFF2-40B4-BE49-F238E27FC236}">
                <a16:creationId xmlns:a16="http://schemas.microsoft.com/office/drawing/2014/main" id="{13B903FB-1A1E-A118-AB1F-6F0AE9F8AE30}"/>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Tree>
    <p:extLst>
      <p:ext uri="{BB962C8B-B14F-4D97-AF65-F5344CB8AC3E}">
        <p14:creationId xmlns:p14="http://schemas.microsoft.com/office/powerpoint/2010/main" val="62543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BF725-718A-742E-CF78-93BBA283D1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8FA73F-5F51-C464-BC6A-4DC64EB47356}"/>
              </a:ext>
            </a:extLst>
          </p:cNvPr>
          <p:cNvSpPr>
            <a:spLocks noGrp="1"/>
          </p:cNvSpPr>
          <p:nvPr>
            <p:ph type="title"/>
          </p:nvPr>
        </p:nvSpPr>
        <p:spPr/>
        <p:txBody>
          <a:bodyPr/>
          <a:lstStyle/>
          <a:p>
            <a:r>
              <a:rPr lang="en-US" dirty="0"/>
              <a:t>Adapter design pattern</a:t>
            </a:r>
          </a:p>
        </p:txBody>
      </p:sp>
      <p:sp>
        <p:nvSpPr>
          <p:cNvPr id="2" name="Rectangle: Rounded Corners 1">
            <a:extLst>
              <a:ext uri="{FF2B5EF4-FFF2-40B4-BE49-F238E27FC236}">
                <a16:creationId xmlns:a16="http://schemas.microsoft.com/office/drawing/2014/main" id="{78F4C8F0-4585-6875-1A9D-3836196B53DD}"/>
              </a:ext>
            </a:extLst>
          </p:cNvPr>
          <p:cNvSpPr/>
          <p:nvPr/>
        </p:nvSpPr>
        <p:spPr>
          <a:xfrm>
            <a:off x="183846" y="1500554"/>
            <a:ext cx="3868614" cy="2485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519A78-AF92-7C1D-36E5-BC290949A024}"/>
              </a:ext>
            </a:extLst>
          </p:cNvPr>
          <p:cNvSpPr txBox="1"/>
          <p:nvPr/>
        </p:nvSpPr>
        <p:spPr>
          <a:xfrm>
            <a:off x="492369" y="1065407"/>
            <a:ext cx="1438214" cy="523220"/>
          </a:xfrm>
          <a:prstGeom prst="rect">
            <a:avLst/>
          </a:prstGeom>
          <a:noFill/>
        </p:spPr>
        <p:txBody>
          <a:bodyPr wrap="none" rtlCol="0">
            <a:spAutoFit/>
          </a:bodyPr>
          <a:lstStyle/>
          <a:p>
            <a:r>
              <a:rPr lang="en-US" sz="2800" b="1" i="1" dirty="0" err="1"/>
              <a:t>libStripe</a:t>
            </a:r>
            <a:endParaRPr lang="en-US" sz="2800" b="1" i="1" dirty="0"/>
          </a:p>
        </p:txBody>
      </p:sp>
      <p:grpSp>
        <p:nvGrpSpPr>
          <p:cNvPr id="9" name="Group 8">
            <a:extLst>
              <a:ext uri="{FF2B5EF4-FFF2-40B4-BE49-F238E27FC236}">
                <a16:creationId xmlns:a16="http://schemas.microsoft.com/office/drawing/2014/main" id="{96C00576-5D37-2AD4-A254-1AFA350BB19E}"/>
              </a:ext>
            </a:extLst>
          </p:cNvPr>
          <p:cNvGrpSpPr/>
          <p:nvPr/>
        </p:nvGrpSpPr>
        <p:grpSpPr>
          <a:xfrm>
            <a:off x="279491" y="1863970"/>
            <a:ext cx="3589124" cy="937845"/>
            <a:chOff x="1205614" y="2133600"/>
            <a:chExt cx="3589124" cy="937845"/>
          </a:xfrm>
        </p:grpSpPr>
        <p:sp>
          <p:nvSpPr>
            <p:cNvPr id="7" name="Rectangle 6">
              <a:extLst>
                <a:ext uri="{FF2B5EF4-FFF2-40B4-BE49-F238E27FC236}">
                  <a16:creationId xmlns:a16="http://schemas.microsoft.com/office/drawing/2014/main" id="{9F193774-AF88-AC70-ECB3-15F621330B83}"/>
                </a:ext>
              </a:extLst>
            </p:cNvPr>
            <p:cNvSpPr/>
            <p:nvPr/>
          </p:nvSpPr>
          <p:spPr>
            <a:xfrm>
              <a:off x="1205614" y="2540834"/>
              <a:ext cx="3589124" cy="53061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a:t>
              </a:r>
              <a:r>
                <a:rPr lang="en-US" dirty="0" err="1">
                  <a:solidFill>
                    <a:schemeClr val="tx1"/>
                  </a:solidFill>
                  <a:latin typeface="Consolas" panose="020B0609020204030204" pitchFamily="49" charset="0"/>
                </a:rPr>
                <a:t>makePayment</a:t>
              </a:r>
              <a:r>
                <a:rPr lang="en-US" dirty="0">
                  <a:solidFill>
                    <a:schemeClr val="tx1"/>
                  </a:solidFill>
                  <a:latin typeface="Consolas" panose="020B0609020204030204" pitchFamily="49" charset="0"/>
                </a:rPr>
                <a:t>(int amt);</a:t>
              </a:r>
            </a:p>
          </p:txBody>
        </p:sp>
        <p:sp>
          <p:nvSpPr>
            <p:cNvPr id="8" name="Rectangle 7">
              <a:extLst>
                <a:ext uri="{FF2B5EF4-FFF2-40B4-BE49-F238E27FC236}">
                  <a16:creationId xmlns:a16="http://schemas.microsoft.com/office/drawing/2014/main" id="{A952DCC1-6FA3-5E27-9637-A6D46DFBFDFE}"/>
                </a:ext>
              </a:extLst>
            </p:cNvPr>
            <p:cNvSpPr/>
            <p:nvPr/>
          </p:nvSpPr>
          <p:spPr>
            <a:xfrm>
              <a:off x="1205615" y="2133600"/>
              <a:ext cx="3036276" cy="41309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Consolas" panose="020B0609020204030204" pitchFamily="49" charset="0"/>
                </a:rPr>
                <a:t>StripeProcessor</a:t>
              </a:r>
              <a:endParaRPr lang="en-US" dirty="0">
                <a:latin typeface="Consolas" panose="020B0609020204030204" pitchFamily="49" charset="0"/>
              </a:endParaRPr>
            </a:p>
          </p:txBody>
        </p:sp>
      </p:grpSp>
      <p:sp>
        <p:nvSpPr>
          <p:cNvPr id="11" name="Rectangle: Rounded Corners 10">
            <a:extLst>
              <a:ext uri="{FF2B5EF4-FFF2-40B4-BE49-F238E27FC236}">
                <a16:creationId xmlns:a16="http://schemas.microsoft.com/office/drawing/2014/main" id="{287B0434-2914-4C0D-8EBE-721EBC8CD5AA}"/>
              </a:ext>
            </a:extLst>
          </p:cNvPr>
          <p:cNvSpPr/>
          <p:nvPr/>
        </p:nvSpPr>
        <p:spPr>
          <a:xfrm>
            <a:off x="7123907" y="869817"/>
            <a:ext cx="3868614" cy="490966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6F2D429-DA8D-8469-BEC8-CBCEB677EF16}"/>
              </a:ext>
            </a:extLst>
          </p:cNvPr>
          <p:cNvGrpSpPr/>
          <p:nvPr/>
        </p:nvGrpSpPr>
        <p:grpSpPr>
          <a:xfrm>
            <a:off x="7263652" y="1150407"/>
            <a:ext cx="3589124" cy="912855"/>
            <a:chOff x="1205614" y="2133600"/>
            <a:chExt cx="3589124" cy="912855"/>
          </a:xfrm>
        </p:grpSpPr>
        <p:sp>
          <p:nvSpPr>
            <p:cNvPr id="13" name="Rectangle 12">
              <a:extLst>
                <a:ext uri="{FF2B5EF4-FFF2-40B4-BE49-F238E27FC236}">
                  <a16:creationId xmlns:a16="http://schemas.microsoft.com/office/drawing/2014/main" id="{BDFA6845-75C2-C2D8-F822-E39297396CCA}"/>
                </a:ext>
              </a:extLst>
            </p:cNvPr>
            <p:cNvSpPr/>
            <p:nvPr/>
          </p:nvSpPr>
          <p:spPr>
            <a:xfrm>
              <a:off x="1205614" y="2540834"/>
              <a:ext cx="3589124" cy="505621"/>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a:t>
              </a:r>
            </a:p>
          </p:txBody>
        </p:sp>
        <p:sp>
          <p:nvSpPr>
            <p:cNvPr id="14" name="Rectangle 13">
              <a:extLst>
                <a:ext uri="{FF2B5EF4-FFF2-40B4-BE49-F238E27FC236}">
                  <a16:creationId xmlns:a16="http://schemas.microsoft.com/office/drawing/2014/main" id="{9D611ECD-DDF6-9CF7-AB54-708AE096EBBC}"/>
                </a:ext>
              </a:extLst>
            </p:cNvPr>
            <p:cNvSpPr/>
            <p:nvPr/>
          </p:nvSpPr>
          <p:spPr>
            <a:xfrm>
              <a:off x="1205614" y="2133600"/>
              <a:ext cx="3589123"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interface </a:t>
              </a:r>
              <a:r>
                <a:rPr lang="en-US" dirty="0" err="1">
                  <a:solidFill>
                    <a:schemeClr val="tx1"/>
                  </a:solidFill>
                  <a:latin typeface="Consolas" panose="020B0609020204030204" pitchFamily="49" charset="0"/>
                </a:rPr>
                <a:t>PaymentProcessor</a:t>
              </a:r>
              <a:endParaRPr lang="en-US" dirty="0">
                <a:solidFill>
                  <a:schemeClr val="tx1"/>
                </a:solidFill>
                <a:latin typeface="Consolas" panose="020B0609020204030204" pitchFamily="49" charset="0"/>
              </a:endParaRPr>
            </a:p>
          </p:txBody>
        </p:sp>
      </p:grpSp>
      <p:grpSp>
        <p:nvGrpSpPr>
          <p:cNvPr id="15" name="Group 14">
            <a:extLst>
              <a:ext uri="{FF2B5EF4-FFF2-40B4-BE49-F238E27FC236}">
                <a16:creationId xmlns:a16="http://schemas.microsoft.com/office/drawing/2014/main" id="{E906CEE7-5801-CB3C-C4F4-E8F4B91DF358}"/>
              </a:ext>
            </a:extLst>
          </p:cNvPr>
          <p:cNvGrpSpPr/>
          <p:nvPr/>
        </p:nvGrpSpPr>
        <p:grpSpPr>
          <a:xfrm>
            <a:off x="7263652" y="2251329"/>
            <a:ext cx="3589124" cy="1038838"/>
            <a:chOff x="1205614" y="2133600"/>
            <a:chExt cx="3589124" cy="793392"/>
          </a:xfrm>
        </p:grpSpPr>
        <p:sp>
          <p:nvSpPr>
            <p:cNvPr id="16" name="Rectangle 15">
              <a:extLst>
                <a:ext uri="{FF2B5EF4-FFF2-40B4-BE49-F238E27FC236}">
                  <a16:creationId xmlns:a16="http://schemas.microsoft.com/office/drawing/2014/main" id="{A57A000A-5286-8F7C-BA41-0BA910F696A5}"/>
                </a:ext>
              </a:extLst>
            </p:cNvPr>
            <p:cNvSpPr/>
            <p:nvPr/>
          </p:nvSpPr>
          <p:spPr>
            <a:xfrm>
              <a:off x="1205614" y="2540834"/>
              <a:ext cx="3589124" cy="38615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void pay(int amt) {// code}</a:t>
              </a:r>
            </a:p>
          </p:txBody>
        </p:sp>
        <p:sp>
          <p:nvSpPr>
            <p:cNvPr id="17" name="Rectangle 16">
              <a:extLst>
                <a:ext uri="{FF2B5EF4-FFF2-40B4-BE49-F238E27FC236}">
                  <a16:creationId xmlns:a16="http://schemas.microsoft.com/office/drawing/2014/main" id="{93FDA456-1D10-59AA-4C51-7AF8E05A48C8}"/>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PaypalProcessor</a:t>
              </a:r>
              <a:r>
                <a:rPr lang="en-US" dirty="0">
                  <a:solidFill>
                    <a:schemeClr val="tx1"/>
                  </a:solidFill>
                  <a:latin typeface="Consolas" panose="020B0609020204030204" pitchFamily="49" charset="0"/>
                </a:rPr>
                <a:t> implements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a:t>
              </a:r>
            </a:p>
          </p:txBody>
        </p:sp>
      </p:grpSp>
      <p:grpSp>
        <p:nvGrpSpPr>
          <p:cNvPr id="18" name="Group 17">
            <a:extLst>
              <a:ext uri="{FF2B5EF4-FFF2-40B4-BE49-F238E27FC236}">
                <a16:creationId xmlns:a16="http://schemas.microsoft.com/office/drawing/2014/main" id="{14FCFA28-8594-0228-97FD-F89A613ECA9C}"/>
              </a:ext>
            </a:extLst>
          </p:cNvPr>
          <p:cNvGrpSpPr/>
          <p:nvPr/>
        </p:nvGrpSpPr>
        <p:grpSpPr>
          <a:xfrm>
            <a:off x="7263652" y="3401490"/>
            <a:ext cx="3589124" cy="2079527"/>
            <a:chOff x="1205614" y="2133600"/>
            <a:chExt cx="3589124" cy="1588197"/>
          </a:xfrm>
        </p:grpSpPr>
        <p:sp>
          <p:nvSpPr>
            <p:cNvPr id="19" name="Rectangle 18">
              <a:extLst>
                <a:ext uri="{FF2B5EF4-FFF2-40B4-BE49-F238E27FC236}">
                  <a16:creationId xmlns:a16="http://schemas.microsoft.com/office/drawing/2014/main" id="{317D7E11-AD14-740E-5BC9-993CFAF1064D}"/>
                </a:ext>
              </a:extLst>
            </p:cNvPr>
            <p:cNvSpPr/>
            <p:nvPr/>
          </p:nvSpPr>
          <p:spPr>
            <a:xfrm>
              <a:off x="1205614" y="2540833"/>
              <a:ext cx="3589124" cy="1180964"/>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main()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 </a:t>
              </a:r>
              <a:r>
                <a:rPr lang="en-US" dirty="0" err="1">
                  <a:solidFill>
                    <a:schemeClr val="tx1"/>
                  </a:solidFill>
                  <a:latin typeface="Consolas" panose="020B0609020204030204" pitchFamily="49" charset="0"/>
                </a:rPr>
                <a:t>PaymentProcessor</a:t>
              </a:r>
              <a:r>
                <a:rPr lang="en-US" dirty="0">
                  <a:solidFill>
                    <a:schemeClr val="tx1"/>
                  </a:solidFill>
                  <a:latin typeface="Consolas" panose="020B0609020204030204" pitchFamily="49" charset="0"/>
                </a:rPr>
                <a:t> p = new </a:t>
              </a:r>
              <a:r>
                <a:rPr lang="en-US" dirty="0" err="1">
                  <a:solidFill>
                    <a:schemeClr val="tx1"/>
                  </a:solidFill>
                  <a:latin typeface="Consolas" panose="020B0609020204030204" pitchFamily="49" charset="0"/>
                </a:rPr>
                <a:t>StripePaymentProcessor</a:t>
              </a:r>
              <a:r>
                <a:rPr lang="en-US" dirty="0">
                  <a:solidFill>
                    <a:schemeClr val="tx1"/>
                  </a:solidFill>
                  <a:latin typeface="Consolas" panose="020B0609020204030204" pitchFamily="49" charset="0"/>
                </a:rPr>
                <a:t>();</a:t>
              </a:r>
            </a:p>
            <a:p>
              <a:r>
                <a:rPr lang="en-US" dirty="0">
                  <a:solidFill>
                    <a:schemeClr val="tx1"/>
                  </a:solidFill>
                  <a:latin typeface="Consolas" panose="020B0609020204030204" pitchFamily="49" charset="0"/>
                </a:rPr>
                <a:t> </a:t>
              </a:r>
              <a:r>
                <a:rPr lang="en-US" b="1" dirty="0">
                  <a:solidFill>
                    <a:srgbClr val="C00000"/>
                  </a:solidFill>
                  <a:latin typeface="Consolas" panose="020B0609020204030204" pitchFamily="49" charset="0"/>
                </a:rPr>
                <a:t>// … How?</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a:t>
              </a:r>
            </a:p>
          </p:txBody>
        </p:sp>
        <p:sp>
          <p:nvSpPr>
            <p:cNvPr id="20" name="Rectangle 19">
              <a:extLst>
                <a:ext uri="{FF2B5EF4-FFF2-40B4-BE49-F238E27FC236}">
                  <a16:creationId xmlns:a16="http://schemas.microsoft.com/office/drawing/2014/main" id="{53294D4F-7477-5130-9F7D-7EAA59B49717}"/>
                </a:ext>
              </a:extLst>
            </p:cNvPr>
            <p:cNvSpPr/>
            <p:nvPr/>
          </p:nvSpPr>
          <p:spPr>
            <a:xfrm>
              <a:off x="1205615" y="2133600"/>
              <a:ext cx="3589122" cy="413096"/>
            </a:xfrm>
            <a:prstGeom prst="rect">
              <a:avLst/>
            </a:prstGeom>
            <a:solidFill>
              <a:srgbClr val="B9B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onsolas" panose="020B0609020204030204" pitchFamily="49" charset="0"/>
                </a:rPr>
                <a:t>class </a:t>
              </a:r>
              <a:r>
                <a:rPr lang="en-US" dirty="0" err="1">
                  <a:solidFill>
                    <a:schemeClr val="tx1"/>
                  </a:solidFill>
                  <a:latin typeface="Consolas" panose="020B0609020204030204" pitchFamily="49" charset="0"/>
                </a:rPr>
                <a:t>MyApp</a:t>
              </a:r>
              <a:endParaRPr lang="en-US" dirty="0">
                <a:solidFill>
                  <a:schemeClr val="tx1"/>
                </a:solidFill>
                <a:latin typeface="Consolas" panose="020B0609020204030204" pitchFamily="49" charset="0"/>
              </a:endParaRPr>
            </a:p>
          </p:txBody>
        </p:sp>
      </p:grpSp>
      <p:cxnSp>
        <p:nvCxnSpPr>
          <p:cNvPr id="3" name="Connector: Curved 2">
            <a:extLst>
              <a:ext uri="{FF2B5EF4-FFF2-40B4-BE49-F238E27FC236}">
                <a16:creationId xmlns:a16="http://schemas.microsoft.com/office/drawing/2014/main" id="{D24489E5-083F-706B-638D-384E8937B04D}"/>
              </a:ext>
            </a:extLst>
          </p:cNvPr>
          <p:cNvCxnSpPr>
            <a:cxnSpLocks/>
          </p:cNvCxnSpPr>
          <p:nvPr/>
        </p:nvCxnSpPr>
        <p:spPr>
          <a:xfrm>
            <a:off x="4052460" y="2743201"/>
            <a:ext cx="3211192" cy="196466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B1EB392D-BF63-A018-CCDB-8855F50E6326}"/>
              </a:ext>
            </a:extLst>
          </p:cNvPr>
          <p:cNvSpPr txBox="1"/>
          <p:nvPr/>
        </p:nvSpPr>
        <p:spPr>
          <a:xfrm>
            <a:off x="9058213" y="379939"/>
            <a:ext cx="780983" cy="523220"/>
          </a:xfrm>
          <a:prstGeom prst="rect">
            <a:avLst/>
          </a:prstGeom>
          <a:noFill/>
        </p:spPr>
        <p:txBody>
          <a:bodyPr wrap="none" rtlCol="0">
            <a:spAutoFit/>
          </a:bodyPr>
          <a:lstStyle/>
          <a:p>
            <a:r>
              <a:rPr lang="en-US" sz="2800" b="1" i="1" dirty="0"/>
              <a:t>App</a:t>
            </a:r>
          </a:p>
        </p:txBody>
      </p:sp>
      <p:sp>
        <p:nvSpPr>
          <p:cNvPr id="21" name="TextBox 20">
            <a:extLst>
              <a:ext uri="{FF2B5EF4-FFF2-40B4-BE49-F238E27FC236}">
                <a16:creationId xmlns:a16="http://schemas.microsoft.com/office/drawing/2014/main" id="{B145B955-BA2A-896F-398E-6181726F0F23}"/>
              </a:ext>
            </a:extLst>
          </p:cNvPr>
          <p:cNvSpPr txBox="1"/>
          <p:nvPr/>
        </p:nvSpPr>
        <p:spPr>
          <a:xfrm>
            <a:off x="4052459" y="4313070"/>
            <a:ext cx="2751779" cy="954107"/>
          </a:xfrm>
          <a:prstGeom prst="rect">
            <a:avLst/>
          </a:prstGeom>
          <a:noFill/>
        </p:spPr>
        <p:txBody>
          <a:bodyPr wrap="none" rtlCol="0">
            <a:spAutoFit/>
          </a:bodyPr>
          <a:lstStyle/>
          <a:p>
            <a:pPr algn="ctr"/>
            <a:r>
              <a:rPr lang="en-US" sz="2800" b="1" i="1" dirty="0"/>
              <a:t>Use Stripe </a:t>
            </a:r>
          </a:p>
          <a:p>
            <a:pPr algn="ctr"/>
            <a:r>
              <a:rPr lang="en-US" sz="2800" b="1" i="1" dirty="0"/>
              <a:t>instead of </a:t>
            </a:r>
            <a:r>
              <a:rPr lang="en-US" sz="2800" b="1" i="1" dirty="0" err="1"/>
              <a:t>Paypal</a:t>
            </a:r>
            <a:endParaRPr lang="en-US" sz="1600" b="1" i="1" dirty="0"/>
          </a:p>
        </p:txBody>
      </p:sp>
      <p:sp>
        <p:nvSpPr>
          <p:cNvPr id="22" name="Rectangle 21">
            <a:extLst>
              <a:ext uri="{FF2B5EF4-FFF2-40B4-BE49-F238E27FC236}">
                <a16:creationId xmlns:a16="http://schemas.microsoft.com/office/drawing/2014/main" id="{174226F8-7E5A-1B6C-F101-D0B53A8262D0}"/>
              </a:ext>
            </a:extLst>
          </p:cNvPr>
          <p:cNvSpPr/>
          <p:nvPr/>
        </p:nvSpPr>
        <p:spPr>
          <a:xfrm>
            <a:off x="2215398" y="3578563"/>
            <a:ext cx="6868419" cy="1077218"/>
          </a:xfrm>
          <a:prstGeom prst="rect">
            <a:avLst/>
          </a:prstGeom>
          <a:solidFill>
            <a:schemeClr val="bg2">
              <a:lumMod val="20000"/>
              <a:lumOff val="80000"/>
            </a:schemeClr>
          </a:solidFill>
          <a:ln>
            <a:solidFill>
              <a:srgbClr val="003399"/>
            </a:solidFill>
          </a:ln>
        </p:spPr>
        <p:txBody>
          <a:bodyPr wrap="none" lIns="91440" tIns="45720" rIns="91440" bIns="45720">
            <a:spAutoFit/>
          </a:bodyPr>
          <a:lstStyle/>
          <a:p>
            <a:pPr algn="ctr"/>
            <a:r>
              <a:rPr lang="en-US" sz="3200" b="1" i="1" cap="none" spc="0" dirty="0" err="1">
                <a:ln w="0"/>
                <a:solidFill>
                  <a:schemeClr val="tx1"/>
                </a:solidFill>
                <a:effectLst>
                  <a:outerShdw blurRad="38100" dist="19050" dir="2700000" algn="tl" rotWithShape="0">
                    <a:schemeClr val="dk1">
                      <a:alpha val="40000"/>
                    </a:schemeClr>
                  </a:outerShdw>
                </a:effectLst>
              </a:rPr>
              <a:t>StripePaymentProcessor</a:t>
            </a:r>
            <a:r>
              <a:rPr lang="en-US" sz="3200" b="1" i="1" cap="none" spc="0" dirty="0">
                <a:ln w="0"/>
                <a:solidFill>
                  <a:schemeClr val="tx1"/>
                </a:solidFill>
                <a:effectLst>
                  <a:outerShdw blurRad="38100" dist="19050" dir="2700000" algn="tl" rotWithShape="0">
                    <a:schemeClr val="dk1">
                      <a:alpha val="40000"/>
                    </a:schemeClr>
                  </a:outerShdw>
                </a:effectLst>
              </a:rPr>
              <a:t> </a:t>
            </a:r>
          </a:p>
          <a:p>
            <a:pPr algn="ctr"/>
            <a:r>
              <a:rPr lang="en-US" sz="3200" b="1" i="1" cap="none" spc="0" dirty="0">
                <a:ln w="0"/>
                <a:solidFill>
                  <a:schemeClr val="tx1"/>
                </a:solidFill>
                <a:effectLst>
                  <a:outerShdw blurRad="38100" dist="19050" dir="2700000" algn="tl" rotWithShape="0">
                    <a:schemeClr val="dk1">
                      <a:alpha val="40000"/>
                    </a:schemeClr>
                  </a:outerShdw>
                </a:effectLst>
              </a:rPr>
              <a:t>does not implement </a:t>
            </a:r>
            <a:r>
              <a:rPr lang="en-US" sz="3200" b="1" i="1" cap="none" spc="0" dirty="0" err="1">
                <a:ln w="0"/>
                <a:solidFill>
                  <a:schemeClr val="tx1"/>
                </a:solidFill>
                <a:effectLst>
                  <a:outerShdw blurRad="38100" dist="19050" dir="2700000" algn="tl" rotWithShape="0">
                    <a:schemeClr val="dk1">
                      <a:alpha val="40000"/>
                    </a:schemeClr>
                  </a:outerShdw>
                </a:effectLst>
              </a:rPr>
              <a:t>PaymentProcessor</a:t>
            </a:r>
            <a:endParaRPr lang="en-US" sz="3200" b="1" i="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4859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CE27-E540-108F-8563-06C16DFC0AB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1D20D83-9ED8-1EFC-00B5-F76F98FCB87D}"/>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r>
              <a:rPr lang="en-US" dirty="0"/>
              <a:t>class </a:t>
            </a:r>
            <a:r>
              <a:rPr lang="en-US" dirty="0" err="1"/>
              <a:t>StripeProcessor</a:t>
            </a:r>
            <a:r>
              <a:rPr lang="en-US" dirty="0"/>
              <a:t> {</a:t>
            </a:r>
          </a:p>
          <a:p>
            <a:r>
              <a:rPr lang="en-US" dirty="0"/>
              <a:t>	void </a:t>
            </a:r>
            <a:r>
              <a:rPr lang="en-US" dirty="0" err="1"/>
              <a:t>makePayment</a:t>
            </a:r>
            <a:r>
              <a:rPr lang="en-US" dirty="0"/>
              <a:t>(double amount) {</a:t>
            </a:r>
          </a:p>
          <a:p>
            <a:r>
              <a:rPr lang="en-US" dirty="0"/>
              <a:t>		// stripe functionality</a:t>
            </a:r>
          </a:p>
          <a:p>
            <a:r>
              <a:rPr lang="en-US" dirty="0"/>
              <a:t>	}</a:t>
            </a:r>
          </a:p>
          <a:p>
            <a:r>
              <a:rPr lang="en-US" dirty="0"/>
              <a:t>}</a:t>
            </a:r>
          </a:p>
        </p:txBody>
      </p:sp>
      <p:sp>
        <p:nvSpPr>
          <p:cNvPr id="5" name="Title 4">
            <a:extLst>
              <a:ext uri="{FF2B5EF4-FFF2-40B4-BE49-F238E27FC236}">
                <a16:creationId xmlns:a16="http://schemas.microsoft.com/office/drawing/2014/main" id="{B5AB3BE7-4371-B561-6198-A513CAB97396}"/>
              </a:ext>
            </a:extLst>
          </p:cNvPr>
          <p:cNvSpPr>
            <a:spLocks noGrp="1"/>
          </p:cNvSpPr>
          <p:nvPr>
            <p:ph type="title"/>
          </p:nvPr>
        </p:nvSpPr>
        <p:spPr/>
        <p:txBody>
          <a:bodyPr/>
          <a:lstStyle/>
          <a:p>
            <a:r>
              <a:rPr lang="en-US" dirty="0"/>
              <a:t>Payment interface adapter</a:t>
            </a:r>
          </a:p>
        </p:txBody>
      </p:sp>
      <p:sp>
        <p:nvSpPr>
          <p:cNvPr id="3" name="Content Placeholder 2">
            <a:extLst>
              <a:ext uri="{FF2B5EF4-FFF2-40B4-BE49-F238E27FC236}">
                <a16:creationId xmlns:a16="http://schemas.microsoft.com/office/drawing/2014/main" id="{F5E0394B-7BD7-051C-9695-560E29531A7E}"/>
              </a:ext>
            </a:extLst>
          </p:cNvPr>
          <p:cNvSpPr>
            <a:spLocks noGrp="1"/>
          </p:cNvSpPr>
          <p:nvPr>
            <p:ph idx="13"/>
          </p:nvPr>
        </p:nvSpPr>
        <p:spPr/>
        <p:txBody>
          <a:bodyPr>
            <a:normAutofit lnSpcReduction="10000"/>
          </a:bodyPr>
          <a:lstStyle/>
          <a:p>
            <a:r>
              <a:rPr lang="en-US" dirty="0"/>
              <a:t>Example: an e-commerce website uses a unified payment interface (</a:t>
            </a:r>
            <a:r>
              <a:rPr lang="en-US" dirty="0" err="1">
                <a:latin typeface="Consolas" panose="020B0609020204030204" pitchFamily="49" charset="0"/>
              </a:rPr>
              <a:t>PaymentProcessor</a:t>
            </a:r>
            <a:r>
              <a:rPr lang="en-US" dirty="0"/>
              <a:t>) to handle all payment requests</a:t>
            </a:r>
            <a:br>
              <a:rPr lang="en-US" dirty="0"/>
            </a:br>
            <a:endParaRPr lang="en-US" sz="3200" dirty="0">
              <a:latin typeface="Consolas" panose="020B0609020204030204" pitchFamily="49" charset="0"/>
            </a:endParaRPr>
          </a:p>
          <a:p>
            <a:r>
              <a:rPr lang="en-US" dirty="0"/>
              <a:t>Want to integrate a new third-party payment gateway (</a:t>
            </a:r>
            <a:r>
              <a:rPr lang="en-US" dirty="0" err="1">
                <a:latin typeface="Consolas" panose="020B0609020204030204" pitchFamily="49" charset="0"/>
              </a:rPr>
              <a:t>ThirdPartyPayment</a:t>
            </a:r>
            <a:r>
              <a:rPr lang="en-US" dirty="0"/>
              <a:t>) with a different interface</a:t>
            </a:r>
          </a:p>
          <a:p>
            <a:endParaRPr lang="en-US" dirty="0"/>
          </a:p>
        </p:txBody>
      </p:sp>
      <p:grpSp>
        <p:nvGrpSpPr>
          <p:cNvPr id="8" name="Group 7">
            <a:extLst>
              <a:ext uri="{FF2B5EF4-FFF2-40B4-BE49-F238E27FC236}">
                <a16:creationId xmlns:a16="http://schemas.microsoft.com/office/drawing/2014/main" id="{5BE05887-031A-C61F-677A-649440796468}"/>
              </a:ext>
            </a:extLst>
          </p:cNvPr>
          <p:cNvGrpSpPr/>
          <p:nvPr/>
        </p:nvGrpSpPr>
        <p:grpSpPr>
          <a:xfrm>
            <a:off x="6015487" y="4396153"/>
            <a:ext cx="5633413" cy="1435303"/>
            <a:chOff x="6015487" y="4038545"/>
            <a:chExt cx="5633413" cy="1792912"/>
          </a:xfrm>
        </p:grpSpPr>
        <p:sp>
          <p:nvSpPr>
            <p:cNvPr id="4" name="Rectangle 3">
              <a:extLst>
                <a:ext uri="{FF2B5EF4-FFF2-40B4-BE49-F238E27FC236}">
                  <a16:creationId xmlns:a16="http://schemas.microsoft.com/office/drawing/2014/main" id="{F85D9286-6B37-D700-F666-53CD5725BFE9}"/>
                </a:ext>
              </a:extLst>
            </p:cNvPr>
            <p:cNvSpPr/>
            <p:nvPr/>
          </p:nvSpPr>
          <p:spPr>
            <a:xfrm>
              <a:off x="6015487" y="4407877"/>
              <a:ext cx="4746298" cy="1423580"/>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TextBox 6">
              <a:extLst>
                <a:ext uri="{FF2B5EF4-FFF2-40B4-BE49-F238E27FC236}">
                  <a16:creationId xmlns:a16="http://schemas.microsoft.com/office/drawing/2014/main" id="{3A104984-B080-B71B-9980-23887F883084}"/>
                </a:ext>
              </a:extLst>
            </p:cNvPr>
            <p:cNvSpPr txBox="1"/>
            <p:nvPr/>
          </p:nvSpPr>
          <p:spPr>
            <a:xfrm flipH="1">
              <a:off x="8074360" y="4038545"/>
              <a:ext cx="3574540" cy="369332"/>
            </a:xfrm>
            <a:prstGeom prst="rect">
              <a:avLst/>
            </a:prstGeom>
            <a:noFill/>
          </p:spPr>
          <p:txBody>
            <a:bodyPr wrap="square" rtlCol="0">
              <a:spAutoFit/>
            </a:bodyPr>
            <a:lstStyle/>
            <a:p>
              <a:r>
                <a:rPr lang="en-US" b="1" i="1" dirty="0"/>
                <a:t>Third party payment gateway</a:t>
              </a:r>
            </a:p>
          </p:txBody>
        </p:sp>
      </p:grpSp>
    </p:spTree>
    <p:extLst>
      <p:ext uri="{BB962C8B-B14F-4D97-AF65-F5344CB8AC3E}">
        <p14:creationId xmlns:p14="http://schemas.microsoft.com/office/powerpoint/2010/main" val="114492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777D-41B7-8594-04C9-1C60F6280DA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C553C1F-F6C1-5073-518C-C2DF129FB5FB}"/>
              </a:ext>
            </a:extLst>
          </p:cNvPr>
          <p:cNvSpPr>
            <a:spLocks noGrp="1"/>
          </p:cNvSpPr>
          <p:nvPr>
            <p:ph idx="1"/>
          </p:nvPr>
        </p:nvSpPr>
        <p:spPr/>
        <p:txBody>
          <a:bodyPr/>
          <a:lstStyle/>
          <a:p>
            <a:r>
              <a:rPr lang="en-US" dirty="0"/>
              <a:t>Convert the interface of a class into another interface clients expect</a:t>
            </a:r>
          </a:p>
          <a:p>
            <a:r>
              <a:rPr lang="en-US" dirty="0"/>
              <a:t>Allows classes to work together that couldn't otherwise because of incompatible interfaces</a:t>
            </a:r>
          </a:p>
          <a:p>
            <a:pPr lvl="1"/>
            <a:r>
              <a:rPr lang="en-US" dirty="0"/>
              <a:t>… just like a HDMI to USB-C adapter</a:t>
            </a:r>
          </a:p>
          <a:p>
            <a:r>
              <a:rPr lang="en-US" dirty="0"/>
              <a:t>Also known as </a:t>
            </a:r>
            <a:r>
              <a:rPr lang="en-US" i="1" dirty="0"/>
              <a:t>wrapper</a:t>
            </a:r>
            <a:endParaRPr lang="en-US" dirty="0"/>
          </a:p>
          <a:p>
            <a:endParaRPr lang="en-US" dirty="0"/>
          </a:p>
        </p:txBody>
      </p:sp>
      <p:sp>
        <p:nvSpPr>
          <p:cNvPr id="5" name="Title 4">
            <a:extLst>
              <a:ext uri="{FF2B5EF4-FFF2-40B4-BE49-F238E27FC236}">
                <a16:creationId xmlns:a16="http://schemas.microsoft.com/office/drawing/2014/main" id="{6B3D2BE8-ED05-64E2-2B6C-9217E4585C7E}"/>
              </a:ext>
            </a:extLst>
          </p:cNvPr>
          <p:cNvSpPr>
            <a:spLocks noGrp="1"/>
          </p:cNvSpPr>
          <p:nvPr>
            <p:ph type="title"/>
          </p:nvPr>
        </p:nvSpPr>
        <p:spPr/>
        <p:txBody>
          <a:bodyPr/>
          <a:lstStyle/>
          <a:p>
            <a:r>
              <a:rPr lang="en-US" dirty="0"/>
              <a:t>Adapter design pattern</a:t>
            </a:r>
          </a:p>
        </p:txBody>
      </p:sp>
    </p:spTree>
    <p:extLst>
      <p:ext uri="{BB962C8B-B14F-4D97-AF65-F5344CB8AC3E}">
        <p14:creationId xmlns:p14="http://schemas.microsoft.com/office/powerpoint/2010/main" val="4088400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068719-C6B0-DD6F-5C3D-F19F30169927}"/>
              </a:ext>
            </a:extLst>
          </p:cNvPr>
          <p:cNvSpPr>
            <a:spLocks noGrp="1"/>
          </p:cNvSpPr>
          <p:nvPr>
            <p:ph idx="1"/>
          </p:nvPr>
        </p:nvSpPr>
        <p:spPr>
          <a:xfrm>
            <a:off x="6176512" y="785004"/>
            <a:ext cx="6015488" cy="5046453"/>
          </a:xfrm>
        </p:spPr>
        <p:txBody>
          <a:bodyPr/>
          <a:lstStyle/>
          <a:p>
            <a:r>
              <a:rPr lang="en-US" dirty="0"/>
              <a:t>class </a:t>
            </a:r>
            <a:r>
              <a:rPr lang="en-US" dirty="0" err="1"/>
              <a:t>StripeAdapter</a:t>
            </a:r>
            <a:r>
              <a:rPr lang="en-US" dirty="0"/>
              <a:t> implements </a:t>
            </a:r>
            <a:r>
              <a:rPr lang="en-US" dirty="0" err="1"/>
              <a:t>PaymentProcessor</a:t>
            </a:r>
            <a:r>
              <a:rPr lang="en-US" dirty="0"/>
              <a:t>{</a:t>
            </a:r>
          </a:p>
          <a:p>
            <a:r>
              <a:rPr lang="en-US" dirty="0"/>
              <a:t>	private </a:t>
            </a:r>
            <a:r>
              <a:rPr lang="en-US" dirty="0" err="1"/>
              <a:t>StripeProcessor</a:t>
            </a:r>
            <a:r>
              <a:rPr lang="en-US" dirty="0"/>
              <a:t> </a:t>
            </a:r>
            <a:r>
              <a:rPr lang="en-US" dirty="0" err="1"/>
              <a:t>stripeProcessor</a:t>
            </a:r>
            <a:r>
              <a:rPr lang="en-US" dirty="0"/>
              <a:t>;</a:t>
            </a:r>
          </a:p>
          <a:p>
            <a:endParaRPr lang="en-US" dirty="0"/>
          </a:p>
          <a:p>
            <a:r>
              <a:rPr lang="en-US" dirty="0"/>
              <a:t>	public </a:t>
            </a:r>
            <a:r>
              <a:rPr lang="en-US" dirty="0" err="1"/>
              <a:t>StripeAdapter</a:t>
            </a:r>
            <a:r>
              <a:rPr lang="en-US" dirty="0"/>
              <a:t>(</a:t>
            </a:r>
            <a:r>
              <a:rPr lang="en-US" dirty="0" err="1"/>
              <a:t>StripeProcessor</a:t>
            </a:r>
            <a:r>
              <a:rPr lang="en-US" dirty="0"/>
              <a:t> p) {</a:t>
            </a:r>
          </a:p>
          <a:p>
            <a:r>
              <a:rPr lang="en-US" dirty="0"/>
              <a:t>		</a:t>
            </a:r>
            <a:r>
              <a:rPr lang="en-US" dirty="0" err="1"/>
              <a:t>this.stripeProcessor</a:t>
            </a:r>
            <a:r>
              <a:rPr lang="en-US" dirty="0"/>
              <a:t> = p;</a:t>
            </a:r>
          </a:p>
          <a:p>
            <a:r>
              <a:rPr lang="en-US" dirty="0"/>
              <a:t>	}</a:t>
            </a:r>
          </a:p>
          <a:p>
            <a:r>
              <a:rPr lang="en-US" dirty="0"/>
              <a:t>	</a:t>
            </a:r>
          </a:p>
          <a:p>
            <a:r>
              <a:rPr lang="en-US" dirty="0"/>
              <a:t>	public void pay(double amount) {</a:t>
            </a:r>
          </a:p>
          <a:p>
            <a:r>
              <a:rPr lang="en-US" dirty="0"/>
              <a:t>		</a:t>
            </a:r>
            <a:r>
              <a:rPr lang="en-US" dirty="0" err="1"/>
              <a:t>stripeProcessor.makePayment</a:t>
            </a:r>
            <a:r>
              <a:rPr lang="en-US" dirty="0"/>
              <a:t>(amount);</a:t>
            </a:r>
          </a:p>
          <a:p>
            <a:r>
              <a:rPr lang="en-US" dirty="0"/>
              <a:t>	}</a:t>
            </a:r>
          </a:p>
          <a:p>
            <a:r>
              <a:rPr lang="en-US" dirty="0"/>
              <a:t>}</a:t>
            </a:r>
          </a:p>
          <a:p>
            <a:endParaRPr lang="en-US" dirty="0"/>
          </a:p>
          <a:p>
            <a:r>
              <a:rPr lang="en-US" dirty="0"/>
              <a:t>public static void main(…) {</a:t>
            </a:r>
          </a:p>
          <a:p>
            <a:r>
              <a:rPr lang="en-US" dirty="0"/>
              <a:t>	</a:t>
            </a:r>
            <a:r>
              <a:rPr lang="en-US" dirty="0" err="1"/>
              <a:t>StripeProcessor</a:t>
            </a:r>
            <a:r>
              <a:rPr lang="en-US" dirty="0"/>
              <a:t> stripe = new </a:t>
            </a:r>
            <a:r>
              <a:rPr lang="en-US" dirty="0" err="1"/>
              <a:t>StripeProcessor</a:t>
            </a:r>
            <a:r>
              <a:rPr lang="en-US" dirty="0"/>
              <a:t>();</a:t>
            </a:r>
          </a:p>
          <a:p>
            <a:r>
              <a:rPr lang="en-US" dirty="0"/>
              <a:t>	</a:t>
            </a:r>
            <a:r>
              <a:rPr lang="en-US" dirty="0" err="1"/>
              <a:t>PaymentProcessor</a:t>
            </a:r>
            <a:r>
              <a:rPr lang="en-US" dirty="0"/>
              <a:t> p = new </a:t>
            </a:r>
            <a:r>
              <a:rPr lang="en-US" dirty="0" err="1"/>
              <a:t>StripeAdapter</a:t>
            </a:r>
            <a:r>
              <a:rPr lang="en-US" dirty="0"/>
              <a:t>(stripe);</a:t>
            </a:r>
          </a:p>
          <a:p>
            <a:r>
              <a:rPr lang="en-US" dirty="0"/>
              <a:t>	</a:t>
            </a:r>
            <a:r>
              <a:rPr lang="en-US" dirty="0" err="1"/>
              <a:t>handlePurchase</a:t>
            </a:r>
            <a:r>
              <a:rPr lang="en-US" dirty="0"/>
              <a:t>(p);</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p>
          <a:p>
            <a:r>
              <a:rPr lang="en-US" dirty="0"/>
              <a:t>	</a:t>
            </a:r>
            <a:r>
              <a:rPr lang="en-US" dirty="0" err="1"/>
              <a:t>p.pay</a:t>
            </a:r>
            <a:r>
              <a:rPr lang="en-US" dirty="0"/>
              <a:t>(200.0);</a:t>
            </a:r>
          </a:p>
          <a:p>
            <a:r>
              <a:rPr lang="en-US" dirty="0"/>
              <a:t>}</a:t>
            </a:r>
          </a:p>
          <a:p>
            <a:endParaRPr lang="en-US" dirty="0"/>
          </a:p>
          <a:p>
            <a:endParaRPr lang="en-US" dirty="0"/>
          </a:p>
        </p:txBody>
      </p:sp>
      <p:sp>
        <p:nvSpPr>
          <p:cNvPr id="3" name="Title 2">
            <a:extLst>
              <a:ext uri="{FF2B5EF4-FFF2-40B4-BE49-F238E27FC236}">
                <a16:creationId xmlns:a16="http://schemas.microsoft.com/office/drawing/2014/main" id="{A2D31281-26A2-0368-5120-D2CB25395F35}"/>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D8927576-E03B-D6FF-3E7A-C506FFCE0E7D}"/>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6" name="Rectangle 5">
            <a:extLst>
              <a:ext uri="{FF2B5EF4-FFF2-40B4-BE49-F238E27FC236}">
                <a16:creationId xmlns:a16="http://schemas.microsoft.com/office/drawing/2014/main" id="{03B14B28-7E7E-03AD-CEC4-24468A683B3F}"/>
              </a:ext>
            </a:extLst>
          </p:cNvPr>
          <p:cNvSpPr/>
          <p:nvPr/>
        </p:nvSpPr>
        <p:spPr>
          <a:xfrm>
            <a:off x="6178060" y="696278"/>
            <a:ext cx="5631865" cy="417414"/>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885E2FE-C0B9-370C-CD89-9CB17C4673B2}"/>
              </a:ext>
            </a:extLst>
          </p:cNvPr>
          <p:cNvSpPr/>
          <p:nvPr/>
        </p:nvSpPr>
        <p:spPr>
          <a:xfrm>
            <a:off x="6178060" y="1101526"/>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5B7E88E-4A3D-A3BD-0142-D8F1876D0CEC}"/>
              </a:ext>
            </a:extLst>
          </p:cNvPr>
          <p:cNvSpPr/>
          <p:nvPr/>
        </p:nvSpPr>
        <p:spPr>
          <a:xfrm>
            <a:off x="6176512" y="2356338"/>
            <a:ext cx="5631865" cy="1254812"/>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ACCF1B2-88D3-386C-472E-10D26E974152}"/>
              </a:ext>
            </a:extLst>
          </p:cNvPr>
          <p:cNvSpPr/>
          <p:nvPr/>
        </p:nvSpPr>
        <p:spPr>
          <a:xfrm>
            <a:off x="6368323" y="3951118"/>
            <a:ext cx="5631865" cy="796728"/>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Tree>
    <p:extLst>
      <p:ext uri="{BB962C8B-B14F-4D97-AF65-F5344CB8AC3E}">
        <p14:creationId xmlns:p14="http://schemas.microsoft.com/office/powerpoint/2010/main" val="124804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55EFAB0-6932-BCC3-F40C-C74814AC1708}"/>
              </a:ext>
            </a:extLst>
          </p:cNvPr>
          <p:cNvSpPr>
            <a:spLocks noGrp="1"/>
          </p:cNvSpPr>
          <p:nvPr>
            <p:ph idx="1"/>
          </p:nvPr>
        </p:nvSpPr>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pay(int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(int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public static void main(…) {</a:t>
            </a:r>
          </a:p>
          <a:p>
            <a:r>
              <a:rPr lang="en-US" dirty="0"/>
              <a:t>	</a:t>
            </a:r>
            <a:r>
              <a:rPr lang="en-US" dirty="0" err="1"/>
              <a:t>PaymentProcessor</a:t>
            </a:r>
            <a:r>
              <a:rPr lang="en-US" dirty="0"/>
              <a:t> p = new </a:t>
            </a:r>
            <a:r>
              <a:rPr lang="en-US" dirty="0" err="1"/>
              <a:t>PaypalProcessor</a:t>
            </a:r>
            <a:r>
              <a:rPr lang="en-US" dirty="0"/>
              <a:t>();</a:t>
            </a:r>
          </a:p>
          <a:p>
            <a:r>
              <a:rPr lang="en-US" dirty="0"/>
              <a:t>	</a:t>
            </a:r>
            <a:r>
              <a:rPr lang="en-US" dirty="0" err="1"/>
              <a:t>StripeProcessor</a:t>
            </a:r>
            <a:r>
              <a:rPr lang="en-US" dirty="0"/>
              <a:t> </a:t>
            </a:r>
            <a:r>
              <a:rPr lang="en-US" dirty="0" err="1"/>
              <a:t>sp</a:t>
            </a:r>
            <a:r>
              <a:rPr lang="en-US" dirty="0"/>
              <a:t> = new </a:t>
            </a:r>
            <a:r>
              <a:rPr lang="en-US" dirty="0" err="1"/>
              <a:t>StripeProcessor</a:t>
            </a:r>
            <a:r>
              <a:rPr lang="en-US" dirty="0"/>
              <a:t>();</a:t>
            </a:r>
          </a:p>
          <a:p>
            <a:r>
              <a:rPr lang="en-US" dirty="0"/>
              <a:t>	</a:t>
            </a:r>
            <a:r>
              <a:rPr lang="en-US" dirty="0" err="1"/>
              <a:t>handlePurchase</a:t>
            </a:r>
            <a:r>
              <a:rPr lang="en-US" dirty="0"/>
              <a:t>(p, </a:t>
            </a:r>
            <a:r>
              <a:rPr lang="en-US" dirty="0" err="1"/>
              <a:t>sp</a:t>
            </a:r>
            <a:r>
              <a:rPr lang="en-US" dirty="0"/>
              <a:t>, true);</a:t>
            </a:r>
          </a:p>
          <a:p>
            <a:r>
              <a:rPr lang="en-US" dirty="0"/>
              <a:t>}</a:t>
            </a:r>
            <a:br>
              <a:rPr lang="en-US" dirty="0"/>
            </a:br>
            <a:r>
              <a:rPr lang="en-US" dirty="0"/>
              <a:t>public void </a:t>
            </a:r>
            <a:r>
              <a:rPr lang="en-US" dirty="0" err="1"/>
              <a:t>handlePurchase</a:t>
            </a:r>
            <a:r>
              <a:rPr lang="en-US" dirty="0"/>
              <a:t>(</a:t>
            </a:r>
            <a:r>
              <a:rPr lang="en-US" dirty="0" err="1"/>
              <a:t>PaymentProcessor</a:t>
            </a:r>
            <a:r>
              <a:rPr lang="en-US" dirty="0"/>
              <a:t> p, </a:t>
            </a:r>
            <a:r>
              <a:rPr lang="en-US" dirty="0" err="1"/>
              <a:t>StripeProcessor</a:t>
            </a:r>
            <a:r>
              <a:rPr lang="en-US" dirty="0"/>
              <a:t> </a:t>
            </a:r>
            <a:r>
              <a:rPr lang="en-US" dirty="0" err="1"/>
              <a:t>sp</a:t>
            </a:r>
            <a:r>
              <a:rPr lang="en-US" dirty="0"/>
              <a:t>, bool </a:t>
            </a:r>
            <a:r>
              <a:rPr lang="en-US" dirty="0" err="1"/>
              <a:t>isStripe</a:t>
            </a:r>
            <a:r>
              <a:rPr lang="en-US" dirty="0"/>
              <a:t>) {</a:t>
            </a:r>
          </a:p>
          <a:p>
            <a:r>
              <a:rPr lang="en-US" dirty="0"/>
              <a:t>	if (</a:t>
            </a:r>
            <a:r>
              <a:rPr lang="en-US" dirty="0" err="1"/>
              <a:t>isStripe</a:t>
            </a:r>
            <a:r>
              <a:rPr lang="en-US" dirty="0"/>
              <a:t>) {</a:t>
            </a:r>
          </a:p>
          <a:p>
            <a:r>
              <a:rPr lang="en-US" dirty="0"/>
              <a:t>		</a:t>
            </a:r>
            <a:r>
              <a:rPr lang="en-US" dirty="0" err="1"/>
              <a:t>sp.makePayment</a:t>
            </a:r>
            <a:r>
              <a:rPr lang="en-US" dirty="0"/>
              <a:t>(2000);</a:t>
            </a:r>
          </a:p>
          <a:p>
            <a:r>
              <a:rPr lang="en-US" dirty="0"/>
              <a:t>	} else {</a:t>
            </a:r>
          </a:p>
          <a:p>
            <a:r>
              <a:rPr lang="en-US" dirty="0"/>
              <a:t>		</a:t>
            </a:r>
            <a:r>
              <a:rPr lang="en-US" dirty="0" err="1"/>
              <a:t>p.pay</a:t>
            </a:r>
            <a:r>
              <a:rPr lang="en-US" dirty="0"/>
              <a:t>(2000);</a:t>
            </a:r>
          </a:p>
          <a:p>
            <a:r>
              <a:rPr lang="en-US" dirty="0"/>
              <a:t>	}</a:t>
            </a:r>
          </a:p>
          <a:p>
            <a:r>
              <a:rPr lang="en-US" dirty="0"/>
              <a:t>}</a:t>
            </a:r>
          </a:p>
        </p:txBody>
      </p:sp>
      <p:sp>
        <p:nvSpPr>
          <p:cNvPr id="5" name="Title 4">
            <a:extLst>
              <a:ext uri="{FF2B5EF4-FFF2-40B4-BE49-F238E27FC236}">
                <a16:creationId xmlns:a16="http://schemas.microsoft.com/office/drawing/2014/main" id="{72F1DBAF-7515-CBDB-F413-3947D57F6409}"/>
              </a:ext>
            </a:extLst>
          </p:cNvPr>
          <p:cNvSpPr>
            <a:spLocks noGrp="1"/>
          </p:cNvSpPr>
          <p:nvPr>
            <p:ph type="title"/>
          </p:nvPr>
        </p:nvSpPr>
        <p:spPr/>
        <p:txBody>
          <a:bodyPr/>
          <a:lstStyle/>
          <a:p>
            <a:r>
              <a:rPr lang="en-US" dirty="0"/>
              <a:t>What did we achieve?</a:t>
            </a:r>
          </a:p>
        </p:txBody>
      </p:sp>
      <p:sp>
        <p:nvSpPr>
          <p:cNvPr id="7" name="Content Placeholder 6">
            <a:extLst>
              <a:ext uri="{FF2B5EF4-FFF2-40B4-BE49-F238E27FC236}">
                <a16:creationId xmlns:a16="http://schemas.microsoft.com/office/drawing/2014/main" id="{CCB3CA11-68E0-FC3A-EBB2-921D6B36BA0A}"/>
              </a:ext>
            </a:extLst>
          </p:cNvPr>
          <p:cNvSpPr>
            <a:spLocks noGrp="1"/>
          </p:cNvSpPr>
          <p:nvPr>
            <p:ph idx="13"/>
          </p:nvPr>
        </p:nvSpPr>
        <p:spPr/>
        <p:txBody>
          <a:bodyPr/>
          <a:lstStyle/>
          <a:p>
            <a:r>
              <a:rPr lang="en-US" dirty="0"/>
              <a:t>Ability to use the same interface </a:t>
            </a:r>
            <a:r>
              <a:rPr lang="en-US" dirty="0" err="1"/>
              <a:t>PaymentProcessor</a:t>
            </a:r>
            <a:r>
              <a:rPr lang="en-US" dirty="0"/>
              <a:t> for Stripe payments</a:t>
            </a:r>
          </a:p>
          <a:p>
            <a:r>
              <a:rPr lang="en-US" dirty="0"/>
              <a:t>Once you initialize it, that’s enough</a:t>
            </a:r>
          </a:p>
          <a:p>
            <a:r>
              <a:rPr lang="en-US" dirty="0"/>
              <a:t>No need to create special if-checks where the </a:t>
            </a:r>
            <a:r>
              <a:rPr lang="en-US" dirty="0" err="1"/>
              <a:t>PaymentProcessor</a:t>
            </a:r>
            <a:r>
              <a:rPr lang="en-US" dirty="0"/>
              <a:t> is used</a:t>
            </a:r>
          </a:p>
        </p:txBody>
      </p:sp>
      <p:sp>
        <p:nvSpPr>
          <p:cNvPr id="8" name="Rectangle 7">
            <a:extLst>
              <a:ext uri="{FF2B5EF4-FFF2-40B4-BE49-F238E27FC236}">
                <a16:creationId xmlns:a16="http://schemas.microsoft.com/office/drawing/2014/main" id="{C57E43F7-34C8-B221-0C44-FBC8664D26D1}"/>
              </a:ext>
            </a:extLst>
          </p:cNvPr>
          <p:cNvSpPr/>
          <p:nvPr/>
        </p:nvSpPr>
        <p:spPr>
          <a:xfrm>
            <a:off x="6178060" y="2909865"/>
            <a:ext cx="5631865" cy="1240103"/>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BC15D9E-19C9-08FB-2410-E3C7FE56C3C5}"/>
              </a:ext>
            </a:extLst>
          </p:cNvPr>
          <p:cNvSpPr/>
          <p:nvPr/>
        </p:nvSpPr>
        <p:spPr>
          <a:xfrm>
            <a:off x="6176512" y="4149968"/>
            <a:ext cx="5631865" cy="1681489"/>
          </a:xfrm>
          <a:prstGeom prst="rect">
            <a:avLst/>
          </a:prstGeom>
          <a:noFill/>
          <a:ln w="317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Tree>
    <p:extLst>
      <p:ext uri="{BB962C8B-B14F-4D97-AF65-F5344CB8AC3E}">
        <p14:creationId xmlns:p14="http://schemas.microsoft.com/office/powerpoint/2010/main" val="177283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1468-6CF8-0711-B9E7-17A597F094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08ED12-6DE1-29B8-F924-34F12AD90A20}"/>
              </a:ext>
            </a:extLst>
          </p:cNvPr>
          <p:cNvSpPr>
            <a:spLocks noGrp="1"/>
          </p:cNvSpPr>
          <p:nvPr>
            <p:ph type="title"/>
          </p:nvPr>
        </p:nvSpPr>
        <p:spPr/>
        <p:txBody>
          <a:bodyPr/>
          <a:lstStyle/>
          <a:p>
            <a:r>
              <a:rPr lang="en-US" dirty="0"/>
              <a:t>Payment interface adapter</a:t>
            </a:r>
          </a:p>
        </p:txBody>
      </p:sp>
      <p:sp>
        <p:nvSpPr>
          <p:cNvPr id="4" name="Content Placeholder 3">
            <a:extLst>
              <a:ext uri="{FF2B5EF4-FFF2-40B4-BE49-F238E27FC236}">
                <a16:creationId xmlns:a16="http://schemas.microsoft.com/office/drawing/2014/main" id="{00CE5E6F-F8F8-BA90-3378-55992D1E0A94}"/>
              </a:ext>
            </a:extLst>
          </p:cNvPr>
          <p:cNvSpPr>
            <a:spLocks noGrp="1"/>
          </p:cNvSpPr>
          <p:nvPr>
            <p:ph idx="13"/>
          </p:nvPr>
        </p:nvSpPr>
        <p:spPr/>
        <p:txBody>
          <a:bodyPr>
            <a:normAutofit lnSpcReduction="10000"/>
          </a:bodyPr>
          <a:lstStyle/>
          <a:p>
            <a:r>
              <a:rPr lang="en-US" dirty="0"/>
              <a:t>Wrap the </a:t>
            </a:r>
            <a:r>
              <a:rPr lang="en-US" dirty="0" err="1">
                <a:latin typeface="Consolas" panose="020B0609020204030204" pitchFamily="49" charset="0"/>
              </a:rPr>
              <a:t>StripeProcessor</a:t>
            </a:r>
            <a:r>
              <a:rPr lang="en-US" dirty="0"/>
              <a:t> object (</a:t>
            </a:r>
            <a:r>
              <a:rPr lang="en-US" dirty="0" err="1"/>
              <a:t>adaptee</a:t>
            </a:r>
            <a:r>
              <a:rPr lang="en-US" dirty="0"/>
              <a:t>) in an Adapter</a:t>
            </a:r>
          </a:p>
          <a:p>
            <a:r>
              <a:rPr lang="en-US" dirty="0"/>
              <a:t>The </a:t>
            </a:r>
            <a:r>
              <a:rPr lang="en-US" dirty="0" err="1">
                <a:latin typeface="Consolas" panose="020B0609020204030204" pitchFamily="49" charset="0"/>
              </a:rPr>
              <a:t>StripeAdapter</a:t>
            </a:r>
            <a:r>
              <a:rPr lang="en-US" dirty="0"/>
              <a:t> implements the </a:t>
            </a:r>
            <a:r>
              <a:rPr lang="en-US" dirty="0" err="1">
                <a:latin typeface="Consolas" panose="020B0609020204030204" pitchFamily="49" charset="0"/>
              </a:rPr>
              <a:t>PaymentProcessor</a:t>
            </a:r>
            <a:r>
              <a:rPr lang="en-US" dirty="0"/>
              <a:t> interface</a:t>
            </a:r>
          </a:p>
          <a:p>
            <a:pPr lvl="1"/>
            <a:r>
              <a:rPr lang="en-US" dirty="0"/>
              <a:t>And internally invokes the </a:t>
            </a:r>
            <a:r>
              <a:rPr lang="en-US" dirty="0" err="1"/>
              <a:t>adaptee’s</a:t>
            </a:r>
            <a:r>
              <a:rPr lang="en-US" dirty="0"/>
              <a:t> </a:t>
            </a:r>
            <a:r>
              <a:rPr lang="en-US" dirty="0" err="1">
                <a:latin typeface="Consolas" panose="020B0609020204030204" pitchFamily="49" charset="0"/>
              </a:rPr>
              <a:t>makePayment</a:t>
            </a:r>
            <a:r>
              <a:rPr lang="en-US" dirty="0">
                <a:latin typeface="Consolas" panose="020B0609020204030204" pitchFamily="49" charset="0"/>
              </a:rPr>
              <a:t>()</a:t>
            </a:r>
            <a:r>
              <a:rPr lang="en-US" dirty="0"/>
              <a:t> method</a:t>
            </a:r>
          </a:p>
          <a:p>
            <a:r>
              <a:rPr lang="en-US" dirty="0"/>
              <a:t>Can use </a:t>
            </a:r>
            <a:r>
              <a:rPr lang="en-US" dirty="0" err="1">
                <a:latin typeface="Consolas" panose="020B0609020204030204" pitchFamily="49" charset="0"/>
              </a:rPr>
              <a:t>StripeAdapter</a:t>
            </a:r>
            <a:r>
              <a:rPr lang="en-US" dirty="0"/>
              <a:t> wherever </a:t>
            </a:r>
            <a:r>
              <a:rPr lang="en-US" dirty="0" err="1">
                <a:latin typeface="Consolas" panose="020B0609020204030204" pitchFamily="49" charset="0"/>
              </a:rPr>
              <a:t>PaymentProcessor</a:t>
            </a:r>
            <a:r>
              <a:rPr lang="en-US" dirty="0"/>
              <a:t> is used</a:t>
            </a:r>
          </a:p>
        </p:txBody>
      </p:sp>
      <p:sp>
        <p:nvSpPr>
          <p:cNvPr id="5" name="Content Placeholder 4">
            <a:extLst>
              <a:ext uri="{FF2B5EF4-FFF2-40B4-BE49-F238E27FC236}">
                <a16:creationId xmlns:a16="http://schemas.microsoft.com/office/drawing/2014/main" id="{4227A453-A6E0-B0E4-1122-D87B3A95C5E2}"/>
              </a:ext>
            </a:extLst>
          </p:cNvPr>
          <p:cNvSpPr>
            <a:spLocks noGrp="1"/>
          </p:cNvSpPr>
          <p:nvPr>
            <p:ph idx="1"/>
          </p:nvPr>
        </p:nvSpPr>
        <p:spPr/>
        <p:txBody>
          <a:bodyPr/>
          <a:lstStyle/>
          <a:p>
            <a:endParaRPr lang="en-US" dirty="0"/>
          </a:p>
        </p:txBody>
      </p:sp>
      <p:grpSp>
        <p:nvGrpSpPr>
          <p:cNvPr id="6" name="Group 5">
            <a:extLst>
              <a:ext uri="{FF2B5EF4-FFF2-40B4-BE49-F238E27FC236}">
                <a16:creationId xmlns:a16="http://schemas.microsoft.com/office/drawing/2014/main" id="{106921F1-38C3-D0D0-F331-D7169AEE1941}"/>
              </a:ext>
            </a:extLst>
          </p:cNvPr>
          <p:cNvGrpSpPr/>
          <p:nvPr/>
        </p:nvGrpSpPr>
        <p:grpSpPr>
          <a:xfrm>
            <a:off x="6858000" y="1348153"/>
            <a:ext cx="3962400" cy="3693240"/>
            <a:chOff x="6553200" y="1477107"/>
            <a:chExt cx="3962400" cy="3693240"/>
          </a:xfrm>
        </p:grpSpPr>
        <p:grpSp>
          <p:nvGrpSpPr>
            <p:cNvPr id="7" name="Group 6">
              <a:extLst>
                <a:ext uri="{FF2B5EF4-FFF2-40B4-BE49-F238E27FC236}">
                  <a16:creationId xmlns:a16="http://schemas.microsoft.com/office/drawing/2014/main" id="{5A3EA35A-0D8B-28B5-474E-464074D3322A}"/>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B2C3F44B-8D06-581E-D4F4-8C0184908A74}"/>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F45204E2-9645-66B3-0E6A-DC055C70A3AD}"/>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9E8ABD0D-8A72-1C88-D788-BFD753A0277D}"/>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6A42570-7D8C-CAB1-DCA5-0F6876306A0C}"/>
                  </a:ext>
                </a:extLst>
              </p:cNvPr>
              <p:cNvSpPr txBox="1"/>
              <p:nvPr/>
            </p:nvSpPr>
            <p:spPr>
              <a:xfrm>
                <a:off x="8039312" y="4377758"/>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cxnSp>
            <p:nvCxnSpPr>
              <p:cNvPr id="18" name="Straight Arrow Connector 17">
                <a:extLst>
                  <a:ext uri="{FF2B5EF4-FFF2-40B4-BE49-F238E27FC236}">
                    <a16:creationId xmlns:a16="http://schemas.microsoft.com/office/drawing/2014/main" id="{1DBCE28D-6242-2206-CF0A-3552063F83EE}"/>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98FC1ED1-6923-431E-2C29-C6BEA43AC2EF}"/>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2E3CCAEF-F0E6-C3DD-4B9E-9A6656F07854}"/>
              </a:ext>
            </a:extLst>
          </p:cNvPr>
          <p:cNvGrpSpPr/>
          <p:nvPr/>
        </p:nvGrpSpPr>
        <p:grpSpPr>
          <a:xfrm>
            <a:off x="7211523" y="2286425"/>
            <a:ext cx="3182816" cy="1612102"/>
            <a:chOff x="7097010" y="2039815"/>
            <a:chExt cx="3182816" cy="1582615"/>
          </a:xfrm>
        </p:grpSpPr>
        <p:sp>
          <p:nvSpPr>
            <p:cNvPr id="23" name="Rectangle 22">
              <a:extLst>
                <a:ext uri="{FF2B5EF4-FFF2-40B4-BE49-F238E27FC236}">
                  <a16:creationId xmlns:a16="http://schemas.microsoft.com/office/drawing/2014/main" id="{E5C30FD2-8FDE-6462-E9F6-2A32DBC1F5D0}"/>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F8A07369-D0BF-95B1-CE2F-EFC5005664F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BCB8E49-B039-5F64-BEDD-7D9AF7F6516A}"/>
                </a:ext>
              </a:extLst>
            </p:cNvPr>
            <p:cNvSpPr txBox="1"/>
            <p:nvPr/>
          </p:nvSpPr>
          <p:spPr>
            <a:xfrm>
              <a:off x="7584859" y="3050875"/>
              <a:ext cx="1718740" cy="362577"/>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grpSp>
    </p:spTree>
    <p:extLst>
      <p:ext uri="{BB962C8B-B14F-4D97-AF65-F5344CB8AC3E}">
        <p14:creationId xmlns:p14="http://schemas.microsoft.com/office/powerpoint/2010/main" val="3092517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6C1C7-D789-0149-93FC-417ADF3DCA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1B591-FAB4-C45C-AD61-F017B6DD4B7A}"/>
              </a:ext>
            </a:extLst>
          </p:cNvPr>
          <p:cNvSpPr>
            <a:spLocks noGrp="1"/>
          </p:cNvSpPr>
          <p:nvPr>
            <p:ph type="title"/>
          </p:nvPr>
        </p:nvSpPr>
        <p:spPr/>
        <p:txBody>
          <a:bodyPr/>
          <a:lstStyle/>
          <a:p>
            <a:r>
              <a:rPr lang="en-US" dirty="0"/>
              <a:t>Adapter vs. proxy design pattern</a:t>
            </a:r>
          </a:p>
        </p:txBody>
      </p:sp>
      <p:grpSp>
        <p:nvGrpSpPr>
          <p:cNvPr id="6" name="Group 5">
            <a:extLst>
              <a:ext uri="{FF2B5EF4-FFF2-40B4-BE49-F238E27FC236}">
                <a16:creationId xmlns:a16="http://schemas.microsoft.com/office/drawing/2014/main" id="{68890BDE-8212-E7AE-87E7-2D324B8B7DBF}"/>
              </a:ext>
            </a:extLst>
          </p:cNvPr>
          <p:cNvGrpSpPr/>
          <p:nvPr/>
        </p:nvGrpSpPr>
        <p:grpSpPr>
          <a:xfrm>
            <a:off x="1090246" y="1441938"/>
            <a:ext cx="3962400" cy="3693240"/>
            <a:chOff x="6553200" y="1477107"/>
            <a:chExt cx="3962400" cy="3693240"/>
          </a:xfrm>
        </p:grpSpPr>
        <p:grpSp>
          <p:nvGrpSpPr>
            <p:cNvPr id="7" name="Group 6">
              <a:extLst>
                <a:ext uri="{FF2B5EF4-FFF2-40B4-BE49-F238E27FC236}">
                  <a16:creationId xmlns:a16="http://schemas.microsoft.com/office/drawing/2014/main" id="{C2BD607C-198F-50F8-20F3-933458C6F687}"/>
                </a:ext>
              </a:extLst>
            </p:cNvPr>
            <p:cNvGrpSpPr/>
            <p:nvPr/>
          </p:nvGrpSpPr>
          <p:grpSpPr>
            <a:xfrm>
              <a:off x="6553200" y="1477107"/>
              <a:ext cx="3962400" cy="3341077"/>
              <a:chOff x="6553200" y="1477107"/>
              <a:chExt cx="3962400" cy="3341077"/>
            </a:xfrm>
          </p:grpSpPr>
          <p:sp>
            <p:nvSpPr>
              <p:cNvPr id="10" name="Rectangle 9">
                <a:extLst>
                  <a:ext uri="{FF2B5EF4-FFF2-40B4-BE49-F238E27FC236}">
                    <a16:creationId xmlns:a16="http://schemas.microsoft.com/office/drawing/2014/main" id="{DBB3DA2F-43D4-833D-B5C0-5A022671D2EE}"/>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1" name="Rectangle 10">
                <a:extLst>
                  <a:ext uri="{FF2B5EF4-FFF2-40B4-BE49-F238E27FC236}">
                    <a16:creationId xmlns:a16="http://schemas.microsoft.com/office/drawing/2014/main" id="{6BB4E80D-16CC-6CF7-444B-058EF0A81CC7}"/>
                  </a:ext>
                </a:extLst>
              </p:cNvPr>
              <p:cNvSpPr/>
              <p:nvPr/>
            </p:nvSpPr>
            <p:spPr>
              <a:xfrm>
                <a:off x="6925946" y="1651142"/>
                <a:ext cx="3216907"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StripeAdapter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12" name="Rectangle 11">
                <a:extLst>
                  <a:ext uri="{FF2B5EF4-FFF2-40B4-BE49-F238E27FC236}">
                    <a16:creationId xmlns:a16="http://schemas.microsoft.com/office/drawing/2014/main" id="{098BF496-B27E-6115-DF03-AB61FB41D57B}"/>
                  </a:ext>
                </a:extLst>
              </p:cNvPr>
              <p:cNvSpPr/>
              <p:nvPr/>
            </p:nvSpPr>
            <p:spPr>
              <a:xfrm>
                <a:off x="7583507"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D91E905-471B-A70B-2271-7ECD53D097DD}"/>
                  </a:ext>
                </a:extLst>
              </p:cNvPr>
              <p:cNvSpPr txBox="1"/>
              <p:nvPr/>
            </p:nvSpPr>
            <p:spPr>
              <a:xfrm>
                <a:off x="8039312" y="4377758"/>
                <a:ext cx="1718740" cy="369332"/>
              </a:xfrm>
              <a:prstGeom prst="rect">
                <a:avLst/>
              </a:prstGeom>
              <a:noFill/>
            </p:spPr>
            <p:txBody>
              <a:bodyPr wrap="none" rtlCol="0">
                <a:spAutoFit/>
              </a:bodyPr>
              <a:lstStyle/>
              <a:p>
                <a:r>
                  <a:rPr lang="en-US" dirty="0" err="1">
                    <a:latin typeface="Consolas" panose="020B0609020204030204" pitchFamily="49" charset="0"/>
                  </a:rPr>
                  <a:t>makePayment</a:t>
                </a:r>
                <a:r>
                  <a:rPr lang="en-US" dirty="0"/>
                  <a:t>()</a:t>
                </a:r>
              </a:p>
            </p:txBody>
          </p:sp>
          <p:cxnSp>
            <p:nvCxnSpPr>
              <p:cNvPr id="18" name="Straight Arrow Connector 17">
                <a:extLst>
                  <a:ext uri="{FF2B5EF4-FFF2-40B4-BE49-F238E27FC236}">
                    <a16:creationId xmlns:a16="http://schemas.microsoft.com/office/drawing/2014/main" id="{B697C5CC-1DE3-F0F4-2443-1BF4D187350D}"/>
                  </a:ext>
                </a:extLst>
              </p:cNvPr>
              <p:cNvCxnSpPr>
                <a:cxnSpLocks/>
                <a:stCxn id="12" idx="0"/>
              </p:cNvCxnSpPr>
              <p:nvPr/>
            </p:nvCxnSpPr>
            <p:spPr>
              <a:xfrm flipV="1">
                <a:off x="7812107" y="4031513"/>
                <a:ext cx="0" cy="59324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8" name="Straight Arrow Connector 7">
              <a:extLst>
                <a:ext uri="{FF2B5EF4-FFF2-40B4-BE49-F238E27FC236}">
                  <a16:creationId xmlns:a16="http://schemas.microsoft.com/office/drawing/2014/main" id="{5C7B4AE2-A7E5-DA58-896A-16DAD82E7313}"/>
                </a:ext>
              </a:extLst>
            </p:cNvPr>
            <p:cNvCxnSpPr/>
            <p:nvPr/>
          </p:nvCxnSpPr>
          <p:spPr>
            <a:xfrm flipH="1" flipV="1">
              <a:off x="7810712" y="4814091"/>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E27D3632-010B-ED6D-2DFC-2792759EC14A}"/>
              </a:ext>
            </a:extLst>
          </p:cNvPr>
          <p:cNvGrpSpPr/>
          <p:nvPr/>
        </p:nvGrpSpPr>
        <p:grpSpPr>
          <a:xfrm>
            <a:off x="1443769" y="2380210"/>
            <a:ext cx="3182816" cy="1612102"/>
            <a:chOff x="7097010" y="2039815"/>
            <a:chExt cx="3182816" cy="1582615"/>
          </a:xfrm>
        </p:grpSpPr>
        <p:sp>
          <p:nvSpPr>
            <p:cNvPr id="23" name="Rectangle 22">
              <a:extLst>
                <a:ext uri="{FF2B5EF4-FFF2-40B4-BE49-F238E27FC236}">
                  <a16:creationId xmlns:a16="http://schemas.microsoft.com/office/drawing/2014/main" id="{7E8EA86A-6479-90E5-DF28-D2B67560B0F2}"/>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StripeProcessor</a:t>
              </a:r>
              <a:r>
                <a:rPr lang="en-US" sz="2800" dirty="0">
                  <a:ln w="0"/>
                  <a:solidFill>
                    <a:schemeClr val="tx1"/>
                  </a:solidFill>
                  <a:effectLst>
                    <a:outerShdw blurRad="38100" dist="19050" dir="2700000" algn="tl" rotWithShape="0">
                      <a:schemeClr val="dk1">
                        <a:alpha val="40000"/>
                      </a:schemeClr>
                    </a:outerShdw>
                  </a:effectLst>
                </a:rPr>
                <a:t> object</a:t>
              </a:r>
              <a:endParaRPr lang="en-US" sz="2800" dirty="0"/>
            </a:p>
          </p:txBody>
        </p:sp>
        <p:sp>
          <p:nvSpPr>
            <p:cNvPr id="24" name="Rectangle 23">
              <a:extLst>
                <a:ext uri="{FF2B5EF4-FFF2-40B4-BE49-F238E27FC236}">
                  <a16:creationId xmlns:a16="http://schemas.microsoft.com/office/drawing/2014/main" id="{973A81EF-9480-1F71-38AC-966EB41AB661}"/>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DEB8270-1FC3-F8A5-52FF-94188F93C67B}"/>
                </a:ext>
              </a:extLst>
            </p:cNvPr>
            <p:cNvSpPr txBox="1"/>
            <p:nvPr/>
          </p:nvSpPr>
          <p:spPr>
            <a:xfrm>
              <a:off x="7584859" y="3050875"/>
              <a:ext cx="705642" cy="362577"/>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40" name="Group 39">
            <a:extLst>
              <a:ext uri="{FF2B5EF4-FFF2-40B4-BE49-F238E27FC236}">
                <a16:creationId xmlns:a16="http://schemas.microsoft.com/office/drawing/2014/main" id="{4F34979A-978F-BD98-1EDD-B3B1576040DF}"/>
              </a:ext>
            </a:extLst>
          </p:cNvPr>
          <p:cNvGrpSpPr/>
          <p:nvPr/>
        </p:nvGrpSpPr>
        <p:grpSpPr>
          <a:xfrm>
            <a:off x="6799391" y="1406768"/>
            <a:ext cx="3962400" cy="3697333"/>
            <a:chOff x="6553200" y="1477107"/>
            <a:chExt cx="3962400" cy="3697333"/>
          </a:xfrm>
        </p:grpSpPr>
        <p:grpSp>
          <p:nvGrpSpPr>
            <p:cNvPr id="41" name="Group 40">
              <a:extLst>
                <a:ext uri="{FF2B5EF4-FFF2-40B4-BE49-F238E27FC236}">
                  <a16:creationId xmlns:a16="http://schemas.microsoft.com/office/drawing/2014/main" id="{CD04F31B-FDE5-D7F3-4EDE-1EF30E8CE897}"/>
                </a:ext>
              </a:extLst>
            </p:cNvPr>
            <p:cNvGrpSpPr/>
            <p:nvPr/>
          </p:nvGrpSpPr>
          <p:grpSpPr>
            <a:xfrm>
              <a:off x="6553200" y="1477107"/>
              <a:ext cx="3962400" cy="3371772"/>
              <a:chOff x="6553200" y="1477107"/>
              <a:chExt cx="3962400" cy="3371772"/>
            </a:xfrm>
          </p:grpSpPr>
          <p:sp>
            <p:nvSpPr>
              <p:cNvPr id="44" name="Rectangle 43">
                <a:extLst>
                  <a:ext uri="{FF2B5EF4-FFF2-40B4-BE49-F238E27FC236}">
                    <a16:creationId xmlns:a16="http://schemas.microsoft.com/office/drawing/2014/main" id="{648623FA-EF66-40D1-B033-EB467DD461E1}"/>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5" name="Rectangle 44">
                <a:extLst>
                  <a:ext uri="{FF2B5EF4-FFF2-40B4-BE49-F238E27FC236}">
                    <a16:creationId xmlns:a16="http://schemas.microsoft.com/office/drawing/2014/main" id="{DAB18D1D-1EFD-4014-1CDB-C854104423B4}"/>
                  </a:ext>
                </a:extLst>
              </p:cNvPr>
              <p:cNvSpPr/>
              <p:nvPr/>
            </p:nvSpPr>
            <p:spPr>
              <a:xfrm>
                <a:off x="7189286" y="1507802"/>
                <a:ext cx="2690225" cy="523220"/>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19050" dir="2700000" algn="tl" rotWithShape="0">
                        <a:schemeClr val="dk1">
                          <a:alpha val="40000"/>
                        </a:schemeClr>
                      </a:outerShdw>
                    </a:effectLst>
                  </a:rPr>
                  <a:t>JedisProxy</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46" name="Rectangle 45">
                <a:extLst>
                  <a:ext uri="{FF2B5EF4-FFF2-40B4-BE49-F238E27FC236}">
                    <a16:creationId xmlns:a16="http://schemas.microsoft.com/office/drawing/2014/main" id="{E9D591CF-2981-9A69-C101-74167BE4C4A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945D3F1-4F6B-7302-87C9-F8DCDF5C0490}"/>
                  </a:ext>
                </a:extLst>
              </p:cNvPr>
              <p:cNvSpPr/>
              <p:nvPr/>
            </p:nvSpPr>
            <p:spPr>
              <a:xfrm>
                <a:off x="8944675" y="4633490"/>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D44E35E-C98C-AA57-5A2B-7A3E30F0483D}"/>
                  </a:ext>
                </a:extLst>
              </p:cNvPr>
              <p:cNvSpPr txBox="1"/>
              <p:nvPr/>
            </p:nvSpPr>
            <p:spPr>
              <a:xfrm>
                <a:off x="6906723" y="4479547"/>
                <a:ext cx="832279" cy="369332"/>
              </a:xfrm>
              <a:prstGeom prst="rect">
                <a:avLst/>
              </a:prstGeom>
              <a:noFill/>
            </p:spPr>
            <p:txBody>
              <a:bodyPr wrap="none" rtlCol="0">
                <a:spAutoFit/>
              </a:bodyPr>
              <a:lstStyle/>
              <a:p>
                <a:r>
                  <a:rPr lang="en-US" dirty="0" err="1">
                    <a:latin typeface="Consolas" panose="020B0609020204030204" pitchFamily="49" charset="0"/>
                  </a:rPr>
                  <a:t>hget</a:t>
                </a:r>
                <a:r>
                  <a:rPr lang="en-US" dirty="0"/>
                  <a:t>()</a:t>
                </a:r>
              </a:p>
            </p:txBody>
          </p:sp>
          <p:sp>
            <p:nvSpPr>
              <p:cNvPr id="49" name="TextBox 48">
                <a:extLst>
                  <a:ext uri="{FF2B5EF4-FFF2-40B4-BE49-F238E27FC236}">
                    <a16:creationId xmlns:a16="http://schemas.microsoft.com/office/drawing/2014/main" id="{147578EF-AB4F-1D83-4F5A-92F9C638B06E}"/>
                  </a:ext>
                </a:extLst>
              </p:cNvPr>
              <p:cNvSpPr txBox="1"/>
              <p:nvPr/>
            </p:nvSpPr>
            <p:spPr>
              <a:xfrm>
                <a:off x="9542598" y="4479547"/>
                <a:ext cx="832279" cy="369332"/>
              </a:xfrm>
              <a:prstGeom prst="rect">
                <a:avLst/>
              </a:prstGeom>
              <a:noFill/>
            </p:spPr>
            <p:txBody>
              <a:bodyPr wrap="none" rtlCol="0">
                <a:spAutoFit/>
              </a:bodyPr>
              <a:lstStyle/>
              <a:p>
                <a:r>
                  <a:rPr lang="en-US" dirty="0" err="1">
                    <a:latin typeface="Consolas" panose="020B0609020204030204" pitchFamily="49" charset="0"/>
                  </a:rPr>
                  <a:t>hset</a:t>
                </a:r>
                <a:r>
                  <a:rPr lang="en-US" dirty="0"/>
                  <a:t>()</a:t>
                </a:r>
              </a:p>
            </p:txBody>
          </p:sp>
          <p:sp>
            <p:nvSpPr>
              <p:cNvPr id="50" name="TextBox 49">
                <a:extLst>
                  <a:ext uri="{FF2B5EF4-FFF2-40B4-BE49-F238E27FC236}">
                    <a16:creationId xmlns:a16="http://schemas.microsoft.com/office/drawing/2014/main" id="{B2D4537E-E4C9-7E28-6BF2-A6164636E535}"/>
                  </a:ext>
                </a:extLst>
              </p:cNvPr>
              <p:cNvSpPr txBox="1"/>
              <p:nvPr/>
            </p:nvSpPr>
            <p:spPr>
              <a:xfrm>
                <a:off x="7648177"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sp>
            <p:nvSpPr>
              <p:cNvPr id="51" name="TextBox 50">
                <a:extLst>
                  <a:ext uri="{FF2B5EF4-FFF2-40B4-BE49-F238E27FC236}">
                    <a16:creationId xmlns:a16="http://schemas.microsoft.com/office/drawing/2014/main" id="{17B8D026-A44D-F783-B56A-C7CE7D3116FB}"/>
                  </a:ext>
                </a:extLst>
              </p:cNvPr>
              <p:cNvSpPr txBox="1"/>
              <p:nvPr/>
            </p:nvSpPr>
            <p:spPr>
              <a:xfrm>
                <a:off x="8815750" y="3845347"/>
                <a:ext cx="705642"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log</a:t>
                </a:r>
                <a:r>
                  <a:rPr lang="en-US" dirty="0"/>
                  <a:t>()</a:t>
                </a:r>
              </a:p>
            </p:txBody>
          </p:sp>
          <p:cxnSp>
            <p:nvCxnSpPr>
              <p:cNvPr id="52" name="Straight Arrow Connector 51">
                <a:extLst>
                  <a:ext uri="{FF2B5EF4-FFF2-40B4-BE49-F238E27FC236}">
                    <a16:creationId xmlns:a16="http://schemas.microsoft.com/office/drawing/2014/main" id="{DCE3DF0C-30C9-85BC-E4AC-96750C05ACA2}"/>
                  </a:ext>
                </a:extLst>
              </p:cNvPr>
              <p:cNvCxnSpPr>
                <a:stCxn id="46" idx="0"/>
              </p:cNvCxnSpPr>
              <p:nvPr/>
            </p:nvCxnSpPr>
            <p:spPr>
              <a:xfrm flipH="1" flipV="1">
                <a:off x="8000998" y="4268498"/>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668416D9-B255-91AB-C9B2-0A578D4E8C5C}"/>
                  </a:ext>
                </a:extLst>
              </p:cNvPr>
              <p:cNvCxnSpPr>
                <a:cxnSpLocks/>
                <a:stCxn id="47" idx="0"/>
                <a:endCxn id="51" idx="2"/>
              </p:cNvCxnSpPr>
              <p:nvPr/>
            </p:nvCxnSpPr>
            <p:spPr>
              <a:xfrm flipH="1" flipV="1">
                <a:off x="9168571" y="4214679"/>
                <a:ext cx="4704" cy="4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D408505-C64C-0F7B-88F0-D7B9BD6C866B}"/>
                  </a:ext>
                </a:extLst>
              </p:cNvPr>
              <p:cNvCxnSpPr>
                <a:cxnSpLocks/>
                <a:stCxn id="50" idx="0"/>
                <a:endCxn id="58" idx="2"/>
              </p:cNvCxnSpPr>
              <p:nvPr/>
            </p:nvCxnSpPr>
            <p:spPr>
              <a:xfrm flipV="1">
                <a:off x="8000998" y="3613637"/>
                <a:ext cx="1"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27FD7C64-DAD4-2AD6-63D2-8A784C4385AA}"/>
                  </a:ext>
                </a:extLst>
              </p:cNvPr>
              <p:cNvCxnSpPr>
                <a:cxnSpLocks/>
                <a:stCxn id="51" idx="0"/>
                <a:endCxn id="59" idx="2"/>
              </p:cNvCxnSpPr>
              <p:nvPr/>
            </p:nvCxnSpPr>
            <p:spPr>
              <a:xfrm flipH="1" flipV="1">
                <a:off x="9167446" y="3613637"/>
                <a:ext cx="1125" cy="23171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2" name="Straight Arrow Connector 41">
              <a:extLst>
                <a:ext uri="{FF2B5EF4-FFF2-40B4-BE49-F238E27FC236}">
                  <a16:creationId xmlns:a16="http://schemas.microsoft.com/office/drawing/2014/main" id="{0EBA04BD-3BEB-64E1-EDD4-756CB820E82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0C68345-BF53-6823-7777-DC635664E6D4}"/>
                </a:ext>
              </a:extLst>
            </p:cNvPr>
            <p:cNvCxnSpPr/>
            <p:nvPr/>
          </p:nvCxnSpPr>
          <p:spPr>
            <a:xfrm flipH="1" flipV="1">
              <a:off x="9167445"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6" name="Group 55">
            <a:extLst>
              <a:ext uri="{FF2B5EF4-FFF2-40B4-BE49-F238E27FC236}">
                <a16:creationId xmlns:a16="http://schemas.microsoft.com/office/drawing/2014/main" id="{6E52B253-A877-BA8F-53D4-63C4A17AE6BF}"/>
              </a:ext>
            </a:extLst>
          </p:cNvPr>
          <p:cNvGrpSpPr/>
          <p:nvPr/>
        </p:nvGrpSpPr>
        <p:grpSpPr>
          <a:xfrm>
            <a:off x="7578975" y="1969476"/>
            <a:ext cx="2403231" cy="1582615"/>
            <a:chOff x="7332784" y="2039815"/>
            <a:chExt cx="2403231" cy="1582615"/>
          </a:xfrm>
        </p:grpSpPr>
        <p:sp>
          <p:nvSpPr>
            <p:cNvPr id="57" name="Rectangle 56">
              <a:extLst>
                <a:ext uri="{FF2B5EF4-FFF2-40B4-BE49-F238E27FC236}">
                  <a16:creationId xmlns:a16="http://schemas.microsoft.com/office/drawing/2014/main" id="{9D4B147D-1323-30A0-3217-BC5377217751}"/>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Jedis object</a:t>
              </a:r>
              <a:endParaRPr lang="en-US" sz="2800" dirty="0"/>
            </a:p>
          </p:txBody>
        </p:sp>
        <p:sp>
          <p:nvSpPr>
            <p:cNvPr id="58" name="Rectangle 57">
              <a:extLst>
                <a:ext uri="{FF2B5EF4-FFF2-40B4-BE49-F238E27FC236}">
                  <a16:creationId xmlns:a16="http://schemas.microsoft.com/office/drawing/2014/main" id="{6912773D-9EBE-20E8-7BC2-8F55BBB30697}"/>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F41231F-3E25-6E34-6BAF-03C0EF913FE1}"/>
                </a:ext>
              </a:extLst>
            </p:cNvPr>
            <p:cNvSpPr/>
            <p:nvPr/>
          </p:nvSpPr>
          <p:spPr>
            <a:xfrm>
              <a:off x="8938846"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354E519-6505-D3C9-C3A0-DF05A96C76D4}"/>
                </a:ext>
              </a:extLst>
            </p:cNvPr>
            <p:cNvSpPr txBox="1"/>
            <p:nvPr/>
          </p:nvSpPr>
          <p:spPr>
            <a:xfrm>
              <a:off x="7584859" y="3050875"/>
              <a:ext cx="832279" cy="369332"/>
            </a:xfrm>
            <a:prstGeom prst="rect">
              <a:avLst/>
            </a:prstGeom>
            <a:noFill/>
          </p:spPr>
          <p:txBody>
            <a:bodyPr wrap="none" rtlCol="0">
              <a:spAutoFit/>
            </a:bodyPr>
            <a:lstStyle/>
            <a:p>
              <a:r>
                <a:rPr lang="en-US" dirty="0" err="1">
                  <a:latin typeface="Consolas" panose="020B0609020204030204" pitchFamily="49" charset="0"/>
                </a:rPr>
                <a:t>hget</a:t>
              </a:r>
              <a:r>
                <a:rPr lang="en-US" dirty="0"/>
                <a:t>()</a:t>
              </a:r>
            </a:p>
          </p:txBody>
        </p:sp>
        <p:sp>
          <p:nvSpPr>
            <p:cNvPr id="61" name="TextBox 60">
              <a:extLst>
                <a:ext uri="{FF2B5EF4-FFF2-40B4-BE49-F238E27FC236}">
                  <a16:creationId xmlns:a16="http://schemas.microsoft.com/office/drawing/2014/main" id="{3EED978E-06EE-7CC2-AB7B-480D6694EEAD}"/>
                </a:ext>
              </a:extLst>
            </p:cNvPr>
            <p:cNvSpPr txBox="1"/>
            <p:nvPr/>
          </p:nvSpPr>
          <p:spPr>
            <a:xfrm>
              <a:off x="8780582" y="3050875"/>
              <a:ext cx="832279" cy="369332"/>
            </a:xfrm>
            <a:prstGeom prst="rect">
              <a:avLst/>
            </a:prstGeom>
            <a:noFill/>
          </p:spPr>
          <p:txBody>
            <a:bodyPr wrap="none" rtlCol="0">
              <a:spAutoFit/>
            </a:bodyPr>
            <a:lstStyle/>
            <a:p>
              <a:r>
                <a:rPr lang="en-US" dirty="0" err="1">
                  <a:latin typeface="Consolas" panose="020B0609020204030204" pitchFamily="49" charset="0"/>
                </a:rPr>
                <a:t>hset</a:t>
              </a:r>
              <a:r>
                <a:rPr lang="en-US" dirty="0"/>
                <a:t>()</a:t>
              </a:r>
            </a:p>
          </p:txBody>
        </p:sp>
      </p:grpSp>
      <p:grpSp>
        <p:nvGrpSpPr>
          <p:cNvPr id="64" name="Group 63">
            <a:extLst>
              <a:ext uri="{FF2B5EF4-FFF2-40B4-BE49-F238E27FC236}">
                <a16:creationId xmlns:a16="http://schemas.microsoft.com/office/drawing/2014/main" id="{544546B2-1D66-2EAA-17BD-8AFE5D4CC96E}"/>
              </a:ext>
            </a:extLst>
          </p:cNvPr>
          <p:cNvGrpSpPr/>
          <p:nvPr/>
        </p:nvGrpSpPr>
        <p:grpSpPr>
          <a:xfrm>
            <a:off x="1154545" y="3063944"/>
            <a:ext cx="9671527" cy="2178083"/>
            <a:chOff x="1154545" y="3063944"/>
            <a:chExt cx="9671527" cy="2178083"/>
          </a:xfrm>
        </p:grpSpPr>
        <p:sp>
          <p:nvSpPr>
            <p:cNvPr id="62" name="Rectangle 61">
              <a:extLst>
                <a:ext uri="{FF2B5EF4-FFF2-40B4-BE49-F238E27FC236}">
                  <a16:creationId xmlns:a16="http://schemas.microsoft.com/office/drawing/2014/main" id="{8A3101F2-38AE-E4DE-7346-E8D88D1BF366}"/>
                </a:ext>
              </a:extLst>
            </p:cNvPr>
            <p:cNvSpPr/>
            <p:nvPr/>
          </p:nvSpPr>
          <p:spPr>
            <a:xfrm>
              <a:off x="1154545" y="3461411"/>
              <a:ext cx="3962391" cy="1780616"/>
            </a:xfrm>
            <a:prstGeom prst="rect">
              <a:avLst/>
            </a:prstGeom>
            <a:noFill/>
            <a:ln w="34925" cap="flat" cmpd="sng" algn="ctr">
              <a:solidFill>
                <a:srgbClr val="00339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3" name="Rectangle 62">
              <a:extLst>
                <a:ext uri="{FF2B5EF4-FFF2-40B4-BE49-F238E27FC236}">
                  <a16:creationId xmlns:a16="http://schemas.microsoft.com/office/drawing/2014/main" id="{2EB92F61-EC52-5F22-5631-594D82E4D808}"/>
                </a:ext>
              </a:extLst>
            </p:cNvPr>
            <p:cNvSpPr/>
            <p:nvPr/>
          </p:nvSpPr>
          <p:spPr>
            <a:xfrm>
              <a:off x="6863681" y="3063944"/>
              <a:ext cx="3962391" cy="1780616"/>
            </a:xfrm>
            <a:prstGeom prst="rect">
              <a:avLst/>
            </a:prstGeom>
            <a:noFill/>
            <a:ln w="34925" cap="flat" cmpd="sng" algn="ctr">
              <a:solidFill>
                <a:srgbClr val="00339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65" name="TextBox 64">
            <a:extLst>
              <a:ext uri="{FF2B5EF4-FFF2-40B4-BE49-F238E27FC236}">
                <a16:creationId xmlns:a16="http://schemas.microsoft.com/office/drawing/2014/main" id="{B6055948-B804-F09E-55C0-7E893B573E5B}"/>
              </a:ext>
            </a:extLst>
          </p:cNvPr>
          <p:cNvSpPr txBox="1"/>
          <p:nvPr/>
        </p:nvSpPr>
        <p:spPr>
          <a:xfrm>
            <a:off x="119611" y="954621"/>
            <a:ext cx="5903667" cy="461665"/>
          </a:xfrm>
          <a:prstGeom prst="rect">
            <a:avLst/>
          </a:prstGeom>
          <a:noFill/>
        </p:spPr>
        <p:txBody>
          <a:bodyPr wrap="none" rtlCol="0">
            <a:spAutoFit/>
          </a:bodyPr>
          <a:lstStyle/>
          <a:p>
            <a:r>
              <a:rPr lang="en-US" sz="2400" b="1" i="1" dirty="0"/>
              <a:t>Implements/extends common interface/class</a:t>
            </a:r>
          </a:p>
        </p:txBody>
      </p:sp>
      <p:sp>
        <p:nvSpPr>
          <p:cNvPr id="66" name="TextBox 65">
            <a:extLst>
              <a:ext uri="{FF2B5EF4-FFF2-40B4-BE49-F238E27FC236}">
                <a16:creationId xmlns:a16="http://schemas.microsoft.com/office/drawing/2014/main" id="{E032DF96-3721-5116-1809-06133AA2A44F}"/>
              </a:ext>
            </a:extLst>
          </p:cNvPr>
          <p:cNvSpPr txBox="1"/>
          <p:nvPr/>
        </p:nvSpPr>
        <p:spPr>
          <a:xfrm>
            <a:off x="6028961" y="954621"/>
            <a:ext cx="6259214" cy="461665"/>
          </a:xfrm>
          <a:prstGeom prst="rect">
            <a:avLst/>
          </a:prstGeom>
          <a:noFill/>
        </p:spPr>
        <p:txBody>
          <a:bodyPr wrap="none" rtlCol="0">
            <a:spAutoFit/>
          </a:bodyPr>
          <a:lstStyle/>
          <a:p>
            <a:r>
              <a:rPr lang="en-US" sz="2400" b="1" i="1" dirty="0"/>
              <a:t>Implements/extends interface/class of inner obj</a:t>
            </a:r>
          </a:p>
        </p:txBody>
      </p:sp>
    </p:spTree>
    <p:extLst>
      <p:ext uri="{BB962C8B-B14F-4D97-AF65-F5344CB8AC3E}">
        <p14:creationId xmlns:p14="http://schemas.microsoft.com/office/powerpoint/2010/main" val="12343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A95A4FD-EE9E-947A-38AA-64AE1360B0B8}"/>
              </a:ext>
            </a:extLst>
          </p:cNvPr>
          <p:cNvSpPr>
            <a:spLocks noGrp="1"/>
          </p:cNvSpPr>
          <p:nvPr>
            <p:ph idx="1"/>
          </p:nvPr>
        </p:nvSpPr>
        <p:spPr/>
        <p:txBody>
          <a:bodyPr/>
          <a:lstStyle/>
          <a:p>
            <a:r>
              <a:rPr lang="en-US" dirty="0"/>
              <a:t>A single adapter can work with many </a:t>
            </a:r>
            <a:r>
              <a:rPr lang="en-US" dirty="0" err="1"/>
              <a:t>adaptees</a:t>
            </a:r>
            <a:r>
              <a:rPr lang="en-US" dirty="0"/>
              <a:t> – that is, the </a:t>
            </a:r>
            <a:r>
              <a:rPr lang="en-US" dirty="0" err="1"/>
              <a:t>Adaptee</a:t>
            </a:r>
            <a:r>
              <a:rPr lang="en-US" dirty="0"/>
              <a:t> itself and all of its subclasses (any subclass of </a:t>
            </a:r>
            <a:r>
              <a:rPr lang="en-US" dirty="0" err="1">
                <a:latin typeface="Consolas" panose="020B0609020204030204" pitchFamily="49" charset="0"/>
              </a:rPr>
              <a:t>StripeProcessor</a:t>
            </a:r>
            <a:r>
              <a:rPr lang="en-US" dirty="0"/>
              <a:t> in the previous example)</a:t>
            </a:r>
          </a:p>
          <a:p>
            <a:r>
              <a:rPr lang="en-US" dirty="0"/>
              <a:t>Makes it harder to override </a:t>
            </a:r>
            <a:r>
              <a:rPr lang="en-US" dirty="0" err="1"/>
              <a:t>Adaptee</a:t>
            </a:r>
            <a:r>
              <a:rPr lang="en-US" dirty="0"/>
              <a:t> behavior</a:t>
            </a:r>
          </a:p>
          <a:p>
            <a:pPr lvl="1"/>
            <a:r>
              <a:rPr lang="en-US" dirty="0"/>
              <a:t>Must subclass the </a:t>
            </a:r>
            <a:r>
              <a:rPr lang="en-US" dirty="0" err="1"/>
              <a:t>Adaptee</a:t>
            </a:r>
            <a:r>
              <a:rPr lang="en-US" dirty="0"/>
              <a:t> and make Adapter refer to the subclass object</a:t>
            </a:r>
          </a:p>
        </p:txBody>
      </p:sp>
      <p:sp>
        <p:nvSpPr>
          <p:cNvPr id="5" name="Title 4">
            <a:extLst>
              <a:ext uri="{FF2B5EF4-FFF2-40B4-BE49-F238E27FC236}">
                <a16:creationId xmlns:a16="http://schemas.microsoft.com/office/drawing/2014/main" id="{FFF01EA9-E485-2691-F400-C187B85D7C47}"/>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5463730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CD7228-F96E-3B29-3AD0-46815D02264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765F51ED-8528-7B10-84BF-BA7E1900AEF1}"/>
              </a:ext>
            </a:extLst>
          </p:cNvPr>
          <p:cNvSpPr>
            <a:spLocks noGrp="1"/>
          </p:cNvSpPr>
          <p:nvPr>
            <p:ph type="body" sz="quarter" idx="13"/>
          </p:nvPr>
        </p:nvSpPr>
        <p:spPr/>
        <p:txBody>
          <a:bodyPr/>
          <a:lstStyle/>
          <a:p>
            <a:r>
              <a:rPr lang="en-US" dirty="0"/>
              <a:t>Design patterns</a:t>
            </a:r>
          </a:p>
        </p:txBody>
      </p:sp>
    </p:spTree>
    <p:extLst>
      <p:ext uri="{BB962C8B-B14F-4D97-AF65-F5344CB8AC3E}">
        <p14:creationId xmlns:p14="http://schemas.microsoft.com/office/powerpoint/2010/main" val="3120417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0FFA9DB-D120-76AD-D05D-0B75487B0C3E}"/>
              </a:ext>
            </a:extLst>
          </p:cNvPr>
          <p:cNvSpPr>
            <a:spLocks noGrp="1"/>
          </p:cNvSpPr>
          <p:nvPr>
            <p:ph idx="1"/>
          </p:nvPr>
        </p:nvSpPr>
        <p:spPr/>
        <p:txBody>
          <a:bodyPr/>
          <a:lstStyle/>
          <a:p>
            <a:r>
              <a:rPr lang="en-US" dirty="0"/>
              <a:t>Late day count pauses tonight at 11:59 PM and resumes on 12/1 at 12:00 AM</a:t>
            </a:r>
          </a:p>
        </p:txBody>
      </p:sp>
      <p:sp>
        <p:nvSpPr>
          <p:cNvPr id="4" name="Title 3">
            <a:extLst>
              <a:ext uri="{FF2B5EF4-FFF2-40B4-BE49-F238E27FC236}">
                <a16:creationId xmlns:a16="http://schemas.microsoft.com/office/drawing/2014/main" id="{A2778FD1-A4F5-0B04-DFDA-B51847FB0CF5}"/>
              </a:ext>
            </a:extLst>
          </p:cNvPr>
          <p:cNvSpPr>
            <a:spLocks noGrp="1"/>
          </p:cNvSpPr>
          <p:nvPr>
            <p:ph type="title"/>
          </p:nvPr>
        </p:nvSpPr>
        <p:spPr/>
        <p:txBody>
          <a:bodyPr/>
          <a:lstStyle/>
          <a:p>
            <a:r>
              <a:rPr lang="en-US" dirty="0"/>
              <a:t>Announcements</a:t>
            </a:r>
          </a:p>
        </p:txBody>
      </p:sp>
    </p:spTree>
    <p:extLst>
      <p:ext uri="{BB962C8B-B14F-4D97-AF65-F5344CB8AC3E}">
        <p14:creationId xmlns:p14="http://schemas.microsoft.com/office/powerpoint/2010/main" val="2131578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4C20D4-74A4-6080-30B7-A67DAAFCBBBD}"/>
              </a:ext>
            </a:extLst>
          </p:cNvPr>
          <p:cNvSpPr>
            <a:spLocks noGrp="1"/>
          </p:cNvSpPr>
          <p:nvPr>
            <p:ph idx="1"/>
          </p:nvPr>
        </p:nvSpPr>
        <p:spPr/>
        <p:txBody>
          <a:bodyPr/>
          <a:lstStyle/>
          <a:p>
            <a:r>
              <a:rPr lang="en-US" dirty="0"/>
              <a:t>Sample questions</a:t>
            </a:r>
          </a:p>
          <a:p>
            <a:r>
              <a:rPr lang="en-US" dirty="0"/>
              <a:t>Composite pattern</a:t>
            </a:r>
          </a:p>
          <a:p>
            <a:r>
              <a:rPr lang="en-US" dirty="0"/>
              <a:t>Bridge pattern</a:t>
            </a:r>
          </a:p>
          <a:p>
            <a:r>
              <a:rPr lang="en-US" dirty="0"/>
              <a:t>Façade pattern</a:t>
            </a:r>
          </a:p>
          <a:p>
            <a:r>
              <a:rPr lang="en-US" dirty="0"/>
              <a:t>Decorator pattern</a:t>
            </a:r>
          </a:p>
        </p:txBody>
      </p:sp>
      <p:sp>
        <p:nvSpPr>
          <p:cNvPr id="4" name="Title 3">
            <a:extLst>
              <a:ext uri="{FF2B5EF4-FFF2-40B4-BE49-F238E27FC236}">
                <a16:creationId xmlns:a16="http://schemas.microsoft.com/office/drawing/2014/main" id="{2794FD43-6F40-29BF-5BCF-F38D8BD109ED}"/>
              </a:ext>
            </a:extLst>
          </p:cNvPr>
          <p:cNvSpPr>
            <a:spLocks noGrp="1"/>
          </p:cNvSpPr>
          <p:nvPr>
            <p:ph type="title"/>
          </p:nvPr>
        </p:nvSpPr>
        <p:spPr/>
        <p:txBody>
          <a:bodyPr/>
          <a:lstStyle/>
          <a:p>
            <a:r>
              <a:rPr lang="en-US" dirty="0"/>
              <a:t>Agenda</a:t>
            </a:r>
          </a:p>
        </p:txBody>
      </p:sp>
      <p:cxnSp>
        <p:nvCxnSpPr>
          <p:cNvPr id="7" name="Straight Connector 6">
            <a:extLst>
              <a:ext uri="{FF2B5EF4-FFF2-40B4-BE49-F238E27FC236}">
                <a16:creationId xmlns:a16="http://schemas.microsoft.com/office/drawing/2014/main" id="{538F96ED-FD4D-DBF9-63AB-4594813C43A6}"/>
              </a:ext>
            </a:extLst>
          </p:cNvPr>
          <p:cNvCxnSpPr/>
          <p:nvPr/>
        </p:nvCxnSpPr>
        <p:spPr>
          <a:xfrm>
            <a:off x="0" y="3681663"/>
            <a:ext cx="12192000" cy="0"/>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2745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F2B5-6A42-24A9-03E3-198C2183404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51B9CC5-8517-4702-28A9-1C6AE542FA73}"/>
              </a:ext>
            </a:extLst>
          </p:cNvPr>
          <p:cNvSpPr>
            <a:spLocks noGrp="1"/>
          </p:cNvSpPr>
          <p:nvPr>
            <p:ph idx="1"/>
          </p:nvPr>
        </p:nvSpPr>
        <p:spPr/>
        <p:txBody>
          <a:bodyPr>
            <a:normAutofit lnSpcReduction="10000"/>
          </a:bodyPr>
          <a:lstStyle/>
          <a:p>
            <a:pPr>
              <a:spcBef>
                <a:spcPct val="50000"/>
              </a:spcBef>
            </a:pPr>
            <a:r>
              <a:rPr lang="en-US" altLang="en-US" dirty="0">
                <a:latin typeface="Helvetica" panose="020B0604020202020204" pitchFamily="34" charset="0"/>
                <a:cs typeface="Helvetica" panose="020B0604020202020204" pitchFamily="34" charset="0"/>
              </a:rPr>
              <a:t>Design patterns: singleton pattern, abstract factory pattern, adapter pattern, proxy pattern </a:t>
            </a:r>
          </a:p>
          <a:p>
            <a:pPr>
              <a:spcBef>
                <a:spcPct val="50000"/>
              </a:spcBef>
            </a:pPr>
            <a:r>
              <a:rPr lang="en-US" altLang="en-US" dirty="0">
                <a:latin typeface="Helvetica" panose="020B0604020202020204" pitchFamily="34" charset="0"/>
                <a:cs typeface="Helvetica" panose="020B0604020202020204" pitchFamily="34" charset="0"/>
              </a:rPr>
              <a:t>Which design pattern should be applicable here? I want to implement a </a:t>
            </a:r>
            <a:r>
              <a:rPr lang="en-US" altLang="en-US" dirty="0" err="1">
                <a:latin typeface="Helvetica" panose="020B0604020202020204" pitchFamily="34" charset="0"/>
                <a:cs typeface="Helvetica" panose="020B0604020202020204" pitchFamily="34" charset="0"/>
              </a:rPr>
              <a:t>WebServer</a:t>
            </a:r>
            <a:r>
              <a:rPr lang="en-US" altLang="en-US" dirty="0">
                <a:latin typeface="Helvetica" panose="020B0604020202020204" pitchFamily="34" charset="0"/>
                <a:cs typeface="Helvetica" panose="020B0604020202020204" pitchFamily="34" charset="0"/>
              </a:rPr>
              <a:t> class. There should be exactly 3 webservers in a system at the most (let’s call them </a:t>
            </a:r>
            <a:r>
              <a:rPr lang="en-US" altLang="en-US" dirty="0" err="1">
                <a:latin typeface="Helvetica" panose="020B0604020202020204" pitchFamily="34" charset="0"/>
                <a:cs typeface="Helvetica" panose="020B0604020202020204" pitchFamily="34" charset="0"/>
              </a:rPr>
              <a:t>larry</a:t>
            </a:r>
            <a:r>
              <a:rPr lang="en-US" altLang="en-US" dirty="0">
                <a:latin typeface="Helvetica" panose="020B0604020202020204" pitchFamily="34" charset="0"/>
                <a:cs typeface="Helvetica" panose="020B0604020202020204" pitchFamily="34" charset="0"/>
              </a:rPr>
              <a:t>, </a:t>
            </a:r>
            <a:r>
              <a:rPr lang="en-US" altLang="en-US" dirty="0" err="1">
                <a:latin typeface="Helvetica" panose="020B0604020202020204" pitchFamily="34" charset="0"/>
                <a:cs typeface="Helvetica" panose="020B0604020202020204" pitchFamily="34" charset="0"/>
              </a:rPr>
              <a:t>moe</a:t>
            </a:r>
            <a:r>
              <a:rPr lang="en-US" altLang="en-US" dirty="0">
                <a:latin typeface="Helvetica" panose="020B0604020202020204" pitchFamily="34" charset="0"/>
                <a:cs typeface="Helvetica" panose="020B0604020202020204" pitchFamily="34" charset="0"/>
              </a:rPr>
              <a:t>, and curly); there should never be more than 3, and it shouldn’t be possible for programmers to accidentally create more than 3. These servers will be created only when needed. i.e., if no requests arrive, no webservers will be created; all 3 servers will exist only after the first 3 requests have arrived. Explain how you would design this system.</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5C7127F8-0147-23E3-141C-DCE863876644}"/>
              </a:ext>
            </a:extLst>
          </p:cNvPr>
          <p:cNvSpPr>
            <a:spLocks noGrp="1"/>
          </p:cNvSpPr>
          <p:nvPr>
            <p:ph type="title"/>
          </p:nvPr>
        </p:nvSpPr>
        <p:spPr/>
        <p:txBody>
          <a:bodyPr/>
          <a:lstStyle/>
          <a:p>
            <a:r>
              <a:rPr lang="en-US" dirty="0"/>
              <a:t>Sample question 1</a:t>
            </a:r>
          </a:p>
        </p:txBody>
      </p:sp>
    </p:spTree>
    <p:extLst>
      <p:ext uri="{BB962C8B-B14F-4D97-AF65-F5344CB8AC3E}">
        <p14:creationId xmlns:p14="http://schemas.microsoft.com/office/powerpoint/2010/main" val="3133067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EF6EB27-19E3-5031-55DB-79E91D48F275}"/>
              </a:ext>
            </a:extLst>
          </p:cNvPr>
          <p:cNvSpPr>
            <a:spLocks noGrp="1"/>
          </p:cNvSpPr>
          <p:nvPr>
            <p:ph idx="1"/>
          </p:nvPr>
        </p:nvSpPr>
        <p:spPr/>
        <p:txBody>
          <a:bodyPr/>
          <a:lstStyle/>
          <a:p>
            <a:r>
              <a:rPr lang="en-US" dirty="0"/>
              <a:t>I have a </a:t>
            </a:r>
            <a:r>
              <a:rPr lang="en-US" dirty="0" err="1">
                <a:latin typeface="Consolas" panose="020B0609020204030204" pitchFamily="49" charset="0"/>
              </a:rPr>
              <a:t>GitHubRepo</a:t>
            </a:r>
            <a:r>
              <a:rPr lang="en-US" dirty="0"/>
              <a:t> class with fields for – </a:t>
            </a:r>
            <a:r>
              <a:rPr lang="en-US" dirty="0">
                <a:latin typeface="Consolas" panose="020B0609020204030204" pitchFamily="49" charset="0"/>
              </a:rPr>
              <a:t>author</a:t>
            </a:r>
            <a:r>
              <a:rPr lang="en-US" dirty="0"/>
              <a:t>, </a:t>
            </a:r>
            <a:r>
              <a:rPr lang="en-US" dirty="0" err="1">
                <a:latin typeface="Consolas" panose="020B0609020204030204" pitchFamily="49" charset="0"/>
              </a:rPr>
              <a:t>url</a:t>
            </a:r>
            <a:r>
              <a:rPr lang="en-US" dirty="0"/>
              <a:t>, </a:t>
            </a:r>
            <a:r>
              <a:rPr lang="en-US" dirty="0" err="1">
                <a:latin typeface="Consolas" panose="020B0609020204030204" pitchFamily="49" charset="0"/>
              </a:rPr>
              <a:t>creationDate</a:t>
            </a:r>
            <a:r>
              <a:rPr lang="en-US" dirty="0"/>
              <a:t>, and </a:t>
            </a:r>
            <a:r>
              <a:rPr lang="en-US" dirty="0" err="1">
                <a:latin typeface="Consolas" panose="020B0609020204030204" pitchFamily="49" charset="0"/>
              </a:rPr>
              <a:t>lastTenCommitList</a:t>
            </a:r>
            <a:r>
              <a:rPr lang="en-US" dirty="0"/>
              <a:t>. The </a:t>
            </a:r>
            <a:r>
              <a:rPr lang="en-US" dirty="0" err="1">
                <a:latin typeface="Consolas" panose="020B0609020204030204" pitchFamily="49" charset="0"/>
              </a:rPr>
              <a:t>lastTenCommitList</a:t>
            </a:r>
            <a:r>
              <a:rPr lang="en-US" dirty="0"/>
              <a:t> contains a list of the last ten commits – the code diffs, the file names – everything. </a:t>
            </a:r>
          </a:p>
          <a:p>
            <a:pPr lvl="1"/>
            <a:r>
              <a:rPr lang="en-US" dirty="0"/>
              <a:t>The details of the </a:t>
            </a:r>
            <a:r>
              <a:rPr lang="en-US" dirty="0" err="1"/>
              <a:t>GitHubRepo</a:t>
            </a:r>
            <a:r>
              <a:rPr lang="en-US" dirty="0"/>
              <a:t> class is fetched using API calls </a:t>
            </a:r>
          </a:p>
          <a:p>
            <a:pPr lvl="2"/>
            <a:r>
              <a:rPr lang="en-US" dirty="0">
                <a:latin typeface="Consolas" panose="020B0609020204030204" pitchFamily="49" charset="0"/>
              </a:rPr>
              <a:t>https://api.github.com/repo?name=&lt;repo_name&gt;</a:t>
            </a:r>
          </a:p>
          <a:p>
            <a:pPr lvl="2"/>
            <a:r>
              <a:rPr lang="en-US" dirty="0">
                <a:latin typeface="Consolas" panose="020B0609020204030204" pitchFamily="49" charset="0"/>
              </a:rPr>
              <a:t>https://api.github.com/repo_commits?name=&lt;repo_name&gt;&amp;limit=&lt;num_commits&gt;</a:t>
            </a:r>
          </a:p>
          <a:p>
            <a:pPr lvl="1"/>
            <a:r>
              <a:rPr lang="en-US" dirty="0"/>
              <a:t>I want the </a:t>
            </a:r>
            <a:r>
              <a:rPr lang="en-US" dirty="0" err="1">
                <a:latin typeface="Consolas" panose="020B0609020204030204" pitchFamily="49" charset="0"/>
              </a:rPr>
              <a:t>lastTenCommitList</a:t>
            </a:r>
            <a:r>
              <a:rPr lang="en-US" dirty="0"/>
              <a:t> field, which is a List object, to be lazy-loaded. Only when the user performs a call to </a:t>
            </a:r>
            <a:r>
              <a:rPr lang="en-US" dirty="0" err="1">
                <a:latin typeface="Consolas" panose="020B0609020204030204" pitchFamily="49" charset="0"/>
              </a:rPr>
              <a:t>getLastTenCommitlist</a:t>
            </a:r>
            <a:r>
              <a:rPr lang="en-US" dirty="0">
                <a:latin typeface="Consolas" panose="020B0609020204030204" pitchFamily="49" charset="0"/>
              </a:rPr>
              <a:t>()</a:t>
            </a:r>
            <a:r>
              <a:rPr lang="en-US" dirty="0"/>
              <a:t> should the commits be fetched. How should I design this?</a:t>
            </a:r>
          </a:p>
        </p:txBody>
      </p:sp>
      <p:sp>
        <p:nvSpPr>
          <p:cNvPr id="4" name="Title 3">
            <a:extLst>
              <a:ext uri="{FF2B5EF4-FFF2-40B4-BE49-F238E27FC236}">
                <a16:creationId xmlns:a16="http://schemas.microsoft.com/office/drawing/2014/main" id="{D4E6D1E7-D3EE-8D44-E451-0B464CA5BFC6}"/>
              </a:ext>
            </a:extLst>
          </p:cNvPr>
          <p:cNvSpPr>
            <a:spLocks noGrp="1"/>
          </p:cNvSpPr>
          <p:nvPr>
            <p:ph type="title"/>
          </p:nvPr>
        </p:nvSpPr>
        <p:spPr/>
        <p:txBody>
          <a:bodyPr/>
          <a:lstStyle/>
          <a:p>
            <a:r>
              <a:rPr lang="en-US" dirty="0"/>
              <a:t>Sample question 2</a:t>
            </a:r>
          </a:p>
        </p:txBody>
      </p:sp>
    </p:spTree>
    <p:extLst>
      <p:ext uri="{BB962C8B-B14F-4D97-AF65-F5344CB8AC3E}">
        <p14:creationId xmlns:p14="http://schemas.microsoft.com/office/powerpoint/2010/main" val="2540673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A0BD6-0B9E-07A2-A3DC-4C49CE7CF2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BBDFA3-5218-4FFC-13B4-7EF217A115D3}"/>
              </a:ext>
            </a:extLst>
          </p:cNvPr>
          <p:cNvSpPr>
            <a:spLocks noGrp="1"/>
          </p:cNvSpPr>
          <p:nvPr>
            <p:ph idx="1"/>
          </p:nvPr>
        </p:nvSpPr>
        <p:spPr/>
        <p:txBody>
          <a:bodyPr>
            <a:normAutofit fontScale="92500" lnSpcReduction="10000"/>
          </a:bodyPr>
          <a:lstStyle/>
          <a:p>
            <a:r>
              <a:rPr lang="en-US" dirty="0"/>
              <a:t>I want to design a framework that supports lazy loading from an API. The framework should support a class-level annotation </a:t>
            </a:r>
            <a:r>
              <a:rPr lang="en-US" dirty="0">
                <a:latin typeface="Consolas" panose="020B0609020204030204" pitchFamily="49" charset="0"/>
              </a:rPr>
              <a:t>@Remote</a:t>
            </a:r>
            <a:r>
              <a:rPr lang="en-US" dirty="0"/>
              <a:t> and a method-level annotation </a:t>
            </a:r>
            <a:r>
              <a:rPr lang="en-US" dirty="0">
                <a:latin typeface="Consolas" panose="020B0609020204030204" pitchFamily="49" charset="0"/>
              </a:rPr>
              <a:t>@RemoteField(url = “/</a:t>
            </a:r>
            <a:r>
              <a:rPr lang="en-US" dirty="0" err="1">
                <a:latin typeface="Consolas" panose="020B0609020204030204" pitchFamily="49" charset="0"/>
              </a:rPr>
              <a:t>api</a:t>
            </a:r>
            <a:r>
              <a:rPr lang="en-US" dirty="0">
                <a:latin typeface="Consolas" panose="020B0609020204030204" pitchFamily="49" charset="0"/>
              </a:rPr>
              <a:t>/endpoint”)</a:t>
            </a:r>
            <a:r>
              <a:rPr lang="en-US" dirty="0"/>
              <a:t>. When the getter of a field annotated with </a:t>
            </a:r>
            <a:r>
              <a:rPr lang="en-US" dirty="0">
                <a:latin typeface="Consolas" panose="020B0609020204030204" pitchFamily="49" charset="0"/>
              </a:rPr>
              <a:t>@RemoteField </a:t>
            </a:r>
            <a:r>
              <a:rPr lang="en-US" dirty="0"/>
              <a:t>is invoked, the </a:t>
            </a:r>
            <a:r>
              <a:rPr lang="en-US" dirty="0" err="1"/>
              <a:t>url</a:t>
            </a:r>
            <a:r>
              <a:rPr lang="en-US" dirty="0"/>
              <a:t> endpoint should be invoked, which would return a JSON array object. This JSON array object should be deserialized into a Java </a:t>
            </a:r>
            <a:r>
              <a:rPr lang="en-US" dirty="0">
                <a:latin typeface="Consolas" panose="020B0609020204030204" pitchFamily="49" charset="0"/>
              </a:rPr>
              <a:t>List</a:t>
            </a:r>
            <a:r>
              <a:rPr lang="en-US" dirty="0"/>
              <a:t> and stored to the field annotated with the </a:t>
            </a:r>
            <a:r>
              <a:rPr lang="en-US" dirty="0">
                <a:latin typeface="Consolas" panose="020B0609020204030204" pitchFamily="49" charset="0"/>
              </a:rPr>
              <a:t>@RemoteField</a:t>
            </a:r>
            <a:r>
              <a:rPr lang="en-US" dirty="0"/>
              <a:t> annotation. </a:t>
            </a:r>
          </a:p>
          <a:p>
            <a:r>
              <a:rPr lang="en-US" dirty="0"/>
              <a:t>How should I design this framework? Assume that fields annotated with </a:t>
            </a:r>
            <a:r>
              <a:rPr lang="en-US" dirty="0">
                <a:latin typeface="Consolas" panose="020B0609020204030204" pitchFamily="49" charset="0"/>
              </a:rPr>
              <a:t>@RemoteField </a:t>
            </a:r>
            <a:r>
              <a:rPr lang="en-US" dirty="0"/>
              <a:t>are only accessed by their getters and that a getter named </a:t>
            </a:r>
            <a:r>
              <a:rPr lang="en-US" dirty="0">
                <a:latin typeface="Consolas" panose="020B0609020204030204" pitchFamily="49" charset="0"/>
              </a:rPr>
              <a:t>get&lt;Field&gt;</a:t>
            </a:r>
            <a:r>
              <a:rPr lang="en-US" dirty="0"/>
              <a:t> is always present for that field. Also, assume that only fields of type </a:t>
            </a:r>
            <a:r>
              <a:rPr lang="en-US" dirty="0">
                <a:latin typeface="Consolas" panose="020B0609020204030204" pitchFamily="49" charset="0"/>
              </a:rPr>
              <a:t>List</a:t>
            </a:r>
            <a:r>
              <a:rPr lang="en-US" dirty="0"/>
              <a:t> are annotated with the </a:t>
            </a:r>
            <a:r>
              <a:rPr lang="en-US" dirty="0" err="1">
                <a:latin typeface="Consolas" panose="020B0609020204030204" pitchFamily="49" charset="0"/>
              </a:rPr>
              <a:t>RemoteField</a:t>
            </a:r>
            <a:r>
              <a:rPr lang="en-US" dirty="0"/>
              <a:t> annotation</a:t>
            </a:r>
          </a:p>
        </p:txBody>
      </p:sp>
      <p:sp>
        <p:nvSpPr>
          <p:cNvPr id="4" name="Title 3">
            <a:extLst>
              <a:ext uri="{FF2B5EF4-FFF2-40B4-BE49-F238E27FC236}">
                <a16:creationId xmlns:a16="http://schemas.microsoft.com/office/drawing/2014/main" id="{6E98A586-00B1-A299-1442-AB17088800D7}"/>
              </a:ext>
            </a:extLst>
          </p:cNvPr>
          <p:cNvSpPr>
            <a:spLocks noGrp="1"/>
          </p:cNvSpPr>
          <p:nvPr>
            <p:ph type="title"/>
          </p:nvPr>
        </p:nvSpPr>
        <p:spPr/>
        <p:txBody>
          <a:bodyPr/>
          <a:lstStyle/>
          <a:p>
            <a:r>
              <a:rPr lang="en-US" dirty="0"/>
              <a:t>Sample question 2</a:t>
            </a:r>
          </a:p>
        </p:txBody>
      </p:sp>
    </p:spTree>
    <p:extLst>
      <p:ext uri="{BB962C8B-B14F-4D97-AF65-F5344CB8AC3E}">
        <p14:creationId xmlns:p14="http://schemas.microsoft.com/office/powerpoint/2010/main" val="18794403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43838-EEFE-24AF-1D4F-7D1AB8C7A12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52CE6C9-1FCC-DD40-7EA4-ABAA1CC37E1C}"/>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06BB9B28-1E7D-1716-EAE5-3B1331A89B8A}"/>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1CB8DF37-E7B9-E74E-060F-ED59C9302429}"/>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a:t>
            </a:r>
            <a:r>
              <a:rPr lang="en-US" b="1" dirty="0"/>
              <a:t>Composite</a:t>
            </a:r>
            <a:r>
              <a:rPr lang="en-US" dirty="0"/>
              <a:t>, Bridge, Façade, Decorator</a:t>
            </a:r>
          </a:p>
        </p:txBody>
      </p:sp>
      <p:sp>
        <p:nvSpPr>
          <p:cNvPr id="6" name="Content Placeholder 4">
            <a:extLst>
              <a:ext uri="{FF2B5EF4-FFF2-40B4-BE49-F238E27FC236}">
                <a16:creationId xmlns:a16="http://schemas.microsoft.com/office/drawing/2014/main" id="{B705B6CE-61AF-8839-FE88-3A5FA6EED45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942D88DF-6AC3-625C-55FA-A2BD76DD8978}"/>
              </a:ext>
            </a:extLst>
          </p:cNvPr>
          <p:cNvSpPr/>
          <p:nvPr/>
        </p:nvSpPr>
        <p:spPr>
          <a:xfrm>
            <a:off x="4105919" y="706132"/>
            <a:ext cx="4334695"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67433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F21F-EC84-3680-D06E-7E96C5D580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B109D9-83E0-B896-CD3C-9C412572AAB2}"/>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BE741535-73FC-5A3D-B86E-ECBEA5C69A46}"/>
              </a:ext>
            </a:extLst>
          </p:cNvPr>
          <p:cNvSpPr>
            <a:spLocks noGrp="1"/>
          </p:cNvSpPr>
          <p:nvPr>
            <p:ph type="body" sz="quarter" idx="13"/>
          </p:nvPr>
        </p:nvSpPr>
        <p:spPr/>
        <p:txBody>
          <a:bodyPr/>
          <a:lstStyle/>
          <a:p>
            <a:r>
              <a:rPr lang="en-US" sz="3200" dirty="0"/>
              <a:t>Composite design pattern</a:t>
            </a:r>
          </a:p>
        </p:txBody>
      </p:sp>
    </p:spTree>
    <p:extLst>
      <p:ext uri="{BB962C8B-B14F-4D97-AF65-F5344CB8AC3E}">
        <p14:creationId xmlns:p14="http://schemas.microsoft.com/office/powerpoint/2010/main" val="2297049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FF56C-4D31-BB15-7442-7174815D530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D4BE7A-F0B0-9497-CBEE-66A692DB0466}"/>
              </a:ext>
            </a:extLst>
          </p:cNvPr>
          <p:cNvSpPr>
            <a:spLocks noGrp="1"/>
          </p:cNvSpPr>
          <p:nvPr>
            <p:ph idx="1"/>
          </p:nvPr>
        </p:nvSpPr>
        <p:spPr>
          <a:xfrm>
            <a:off x="360607" y="785004"/>
            <a:ext cx="5735393" cy="5218981"/>
          </a:xfrm>
        </p:spPr>
        <p:txBody>
          <a:bodyPr>
            <a:normAutofit lnSpcReduction="10000"/>
          </a:bodyPr>
          <a:lstStyle/>
          <a:p>
            <a:r>
              <a:rPr lang="en-US" dirty="0"/>
              <a:t>A </a:t>
            </a:r>
            <a:r>
              <a:rPr lang="en-US" dirty="0">
                <a:latin typeface="Consolas" panose="020B0609020204030204" pitchFamily="49" charset="0"/>
              </a:rPr>
              <a:t>Post</a:t>
            </a:r>
            <a:r>
              <a:rPr lang="en-US" dirty="0"/>
              <a:t> is a leaf social media entry</a:t>
            </a:r>
          </a:p>
          <a:p>
            <a:r>
              <a:rPr lang="en-US" dirty="0"/>
              <a:t>A </a:t>
            </a:r>
            <a:r>
              <a:rPr lang="en-US" dirty="0">
                <a:latin typeface="Consolas" panose="020B0609020204030204" pitchFamily="49" charset="0"/>
              </a:rPr>
              <a:t>Thread</a:t>
            </a:r>
            <a:r>
              <a:rPr lang="en-US" dirty="0"/>
              <a:t> is a collection of posts and/or threads</a:t>
            </a:r>
          </a:p>
          <a:p>
            <a:r>
              <a:rPr lang="en-US" dirty="0"/>
              <a:t>Both </a:t>
            </a:r>
            <a:r>
              <a:rPr lang="en-US" dirty="0">
                <a:latin typeface="Consolas" panose="020B0609020204030204" pitchFamily="49" charset="0"/>
              </a:rPr>
              <a:t>Post</a:t>
            </a:r>
            <a:r>
              <a:rPr lang="en-US" dirty="0"/>
              <a:t> and </a:t>
            </a:r>
            <a:r>
              <a:rPr lang="en-US" dirty="0">
                <a:latin typeface="Consolas" panose="020B0609020204030204" pitchFamily="49" charset="0"/>
              </a:rPr>
              <a:t>Thread</a:t>
            </a:r>
            <a:r>
              <a:rPr lang="en-US" dirty="0"/>
              <a:t> should have similar operations such as </a:t>
            </a:r>
            <a:r>
              <a:rPr lang="en-US" dirty="0" err="1">
                <a:latin typeface="Consolas" panose="020B0609020204030204" pitchFamily="49" charset="0"/>
              </a:rPr>
              <a:t>show,hide</a:t>
            </a:r>
            <a:r>
              <a:rPr lang="en-US" dirty="0">
                <a:latin typeface="Consolas" panose="020B0609020204030204" pitchFamily="49" charset="0"/>
              </a:rPr>
              <a:t>,</a:t>
            </a:r>
            <a:r>
              <a:rPr lang="en-US" dirty="0"/>
              <a:t> </a:t>
            </a:r>
            <a:r>
              <a:rPr lang="en-US" dirty="0">
                <a:latin typeface="Consolas" panose="020B0609020204030204" pitchFamily="49" charset="0"/>
              </a:rPr>
              <a:t>report</a:t>
            </a:r>
            <a:r>
              <a:rPr lang="en-US" dirty="0"/>
              <a:t>, etc.</a:t>
            </a:r>
          </a:p>
          <a:p>
            <a:r>
              <a:rPr lang="en-US" b="1" i="1" dirty="0"/>
              <a:t>… bring them under same type hierarchy</a:t>
            </a:r>
          </a:p>
          <a:p>
            <a:endParaRPr lang="en-US" dirty="0"/>
          </a:p>
        </p:txBody>
      </p:sp>
      <p:sp>
        <p:nvSpPr>
          <p:cNvPr id="3" name="Title 2">
            <a:extLst>
              <a:ext uri="{FF2B5EF4-FFF2-40B4-BE49-F238E27FC236}">
                <a16:creationId xmlns:a16="http://schemas.microsoft.com/office/drawing/2014/main" id="{492343A9-75DE-EF04-D389-2492EF4B74C1}"/>
              </a:ext>
            </a:extLst>
          </p:cNvPr>
          <p:cNvSpPr>
            <a:spLocks noGrp="1"/>
          </p:cNvSpPr>
          <p:nvPr>
            <p:ph type="title"/>
          </p:nvPr>
        </p:nvSpPr>
        <p:spPr>
          <a:xfrm>
            <a:off x="0" y="0"/>
            <a:ext cx="12192000" cy="696277"/>
          </a:xfrm>
        </p:spPr>
        <p:txBody>
          <a:bodyPr/>
          <a:lstStyle/>
          <a:p>
            <a:r>
              <a:rPr lang="en-US" dirty="0"/>
              <a:t>Case study: social media posts</a:t>
            </a:r>
          </a:p>
        </p:txBody>
      </p:sp>
      <p:pic>
        <p:nvPicPr>
          <p:cNvPr id="5" name="Picture 4">
            <a:extLst>
              <a:ext uri="{FF2B5EF4-FFF2-40B4-BE49-F238E27FC236}">
                <a16:creationId xmlns:a16="http://schemas.microsoft.com/office/drawing/2014/main" id="{55BC4AD0-824C-53EB-B07A-2FF3AE4673A8}"/>
              </a:ext>
            </a:extLst>
          </p:cNvPr>
          <p:cNvPicPr>
            <a:picLocks noChangeAspect="1"/>
          </p:cNvPicPr>
          <p:nvPr/>
        </p:nvPicPr>
        <p:blipFill>
          <a:blip r:embed="rId3"/>
          <a:stretch>
            <a:fillRect/>
          </a:stretch>
        </p:blipFill>
        <p:spPr>
          <a:xfrm>
            <a:off x="6689153" y="696277"/>
            <a:ext cx="4693955" cy="4913984"/>
          </a:xfrm>
          <a:prstGeom prst="rect">
            <a:avLst/>
          </a:prstGeom>
        </p:spPr>
      </p:pic>
      <p:grpSp>
        <p:nvGrpSpPr>
          <p:cNvPr id="8" name="Group 7">
            <a:extLst>
              <a:ext uri="{FF2B5EF4-FFF2-40B4-BE49-F238E27FC236}">
                <a16:creationId xmlns:a16="http://schemas.microsoft.com/office/drawing/2014/main" id="{4FD501CE-4735-BA2D-FDAB-E799B83728CA}"/>
              </a:ext>
            </a:extLst>
          </p:cNvPr>
          <p:cNvGrpSpPr/>
          <p:nvPr/>
        </p:nvGrpSpPr>
        <p:grpSpPr>
          <a:xfrm>
            <a:off x="6986833" y="4445170"/>
            <a:ext cx="5267607" cy="928341"/>
            <a:chOff x="6635262" y="696277"/>
            <a:chExt cx="5267607" cy="696277"/>
          </a:xfrm>
        </p:grpSpPr>
        <p:sp>
          <p:nvSpPr>
            <p:cNvPr id="6" name="Rectangle 5">
              <a:extLst>
                <a:ext uri="{FF2B5EF4-FFF2-40B4-BE49-F238E27FC236}">
                  <a16:creationId xmlns:a16="http://schemas.microsoft.com/office/drawing/2014/main" id="{CC5E49EB-AA6C-0771-CBFD-14CE529736BC}"/>
                </a:ext>
              </a:extLst>
            </p:cNvPr>
            <p:cNvSpPr/>
            <p:nvPr/>
          </p:nvSpPr>
          <p:spPr>
            <a:xfrm>
              <a:off x="6635262" y="696277"/>
              <a:ext cx="4536830" cy="69627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TextBox 6">
              <a:extLst>
                <a:ext uri="{FF2B5EF4-FFF2-40B4-BE49-F238E27FC236}">
                  <a16:creationId xmlns:a16="http://schemas.microsoft.com/office/drawing/2014/main" id="{EE7DD562-E00A-BB02-B66B-446A007E2CBF}"/>
                </a:ext>
              </a:extLst>
            </p:cNvPr>
            <p:cNvSpPr txBox="1"/>
            <p:nvPr/>
          </p:nvSpPr>
          <p:spPr>
            <a:xfrm>
              <a:off x="11172092" y="785004"/>
              <a:ext cx="730777" cy="461665"/>
            </a:xfrm>
            <a:prstGeom prst="rect">
              <a:avLst/>
            </a:prstGeom>
            <a:noFill/>
          </p:spPr>
          <p:txBody>
            <a:bodyPr wrap="none" rtlCol="0">
              <a:spAutoFit/>
            </a:bodyPr>
            <a:lstStyle/>
            <a:p>
              <a:r>
                <a:rPr lang="en-US" sz="2400" b="1" i="1" dirty="0"/>
                <a:t>Post</a:t>
              </a:r>
              <a:endParaRPr lang="en-US" b="1" i="1" dirty="0"/>
            </a:p>
          </p:txBody>
        </p:sp>
      </p:grpSp>
      <p:grpSp>
        <p:nvGrpSpPr>
          <p:cNvPr id="11" name="Group 10">
            <a:extLst>
              <a:ext uri="{FF2B5EF4-FFF2-40B4-BE49-F238E27FC236}">
                <a16:creationId xmlns:a16="http://schemas.microsoft.com/office/drawing/2014/main" id="{40AF79D4-AB40-BF75-1E7D-F19767A1B9E3}"/>
              </a:ext>
            </a:extLst>
          </p:cNvPr>
          <p:cNvGrpSpPr/>
          <p:nvPr/>
        </p:nvGrpSpPr>
        <p:grpSpPr>
          <a:xfrm>
            <a:off x="6635262" y="696277"/>
            <a:ext cx="5619178" cy="5002711"/>
            <a:chOff x="6635262" y="696277"/>
            <a:chExt cx="5619178" cy="696277"/>
          </a:xfrm>
        </p:grpSpPr>
        <p:sp>
          <p:nvSpPr>
            <p:cNvPr id="12" name="Rectangle 11">
              <a:extLst>
                <a:ext uri="{FF2B5EF4-FFF2-40B4-BE49-F238E27FC236}">
                  <a16:creationId xmlns:a16="http://schemas.microsoft.com/office/drawing/2014/main" id="{A80BF9DE-78D6-CB1F-08BA-1E72CF629CDE}"/>
                </a:ext>
              </a:extLst>
            </p:cNvPr>
            <p:cNvSpPr/>
            <p:nvPr/>
          </p:nvSpPr>
          <p:spPr>
            <a:xfrm>
              <a:off x="6635262" y="696277"/>
              <a:ext cx="4536830" cy="69627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F7460FE-23D3-02A3-E3CD-0D7369DA3ED6}"/>
                </a:ext>
              </a:extLst>
            </p:cNvPr>
            <p:cNvSpPr txBox="1"/>
            <p:nvPr/>
          </p:nvSpPr>
          <p:spPr>
            <a:xfrm>
              <a:off x="11172092" y="785004"/>
              <a:ext cx="1082348" cy="74839"/>
            </a:xfrm>
            <a:prstGeom prst="rect">
              <a:avLst/>
            </a:prstGeom>
            <a:noFill/>
          </p:spPr>
          <p:txBody>
            <a:bodyPr wrap="none" rtlCol="0">
              <a:spAutoFit/>
            </a:bodyPr>
            <a:lstStyle/>
            <a:p>
              <a:r>
                <a:rPr lang="en-US" sz="2400" b="1" i="1" dirty="0"/>
                <a:t>Thread</a:t>
              </a:r>
              <a:endParaRPr lang="en-US" b="1" i="1" dirty="0"/>
            </a:p>
          </p:txBody>
        </p:sp>
      </p:grpSp>
    </p:spTree>
    <p:extLst>
      <p:ext uri="{BB962C8B-B14F-4D97-AF65-F5344CB8AC3E}">
        <p14:creationId xmlns:p14="http://schemas.microsoft.com/office/powerpoint/2010/main" val="392985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454F-C78E-330E-A3A9-F12154B9873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9AFC691-B1DB-33B4-AC6D-EA9A17BC76ED}"/>
              </a:ext>
            </a:extLst>
          </p:cNvPr>
          <p:cNvSpPr>
            <a:spLocks noGrp="1"/>
          </p:cNvSpPr>
          <p:nvPr>
            <p:ph idx="1"/>
          </p:nvPr>
        </p:nvSpPr>
        <p:spPr/>
        <p:txBody>
          <a:bodyPr>
            <a:normAutofit fontScale="92500" lnSpcReduction="10000"/>
          </a:bodyPr>
          <a:lstStyle/>
          <a:p>
            <a:r>
              <a:rPr lang="en-US" dirty="0"/>
              <a:t>public abstract class </a:t>
            </a:r>
            <a:r>
              <a:rPr lang="en-US" dirty="0" err="1"/>
              <a:t>SocialMediaComponent</a:t>
            </a:r>
            <a:r>
              <a:rPr lang="en-US" dirty="0"/>
              <a:t> {</a:t>
            </a:r>
          </a:p>
          <a:p>
            <a:r>
              <a:rPr lang="en-US" dirty="0"/>
              <a:t>	public abstract void show();</a:t>
            </a:r>
          </a:p>
          <a:p>
            <a:r>
              <a:rPr lang="en-US" dirty="0"/>
              <a:t>	public abstract void hide();</a:t>
            </a:r>
          </a:p>
          <a:p>
            <a:r>
              <a:rPr lang="en-US" dirty="0"/>
              <a:t>	public abstract void report();</a:t>
            </a:r>
          </a:p>
          <a:p>
            <a:r>
              <a:rPr lang="en-US" dirty="0"/>
              <a:t>}</a:t>
            </a:r>
          </a:p>
          <a:p>
            <a:endParaRPr lang="en-US" dirty="0"/>
          </a:p>
          <a:p>
            <a:r>
              <a:rPr lang="en-US" dirty="0"/>
              <a:t>public class Post extends </a:t>
            </a:r>
            <a:r>
              <a:rPr lang="en-US" dirty="0" err="1"/>
              <a:t>SocialMediaComponent</a:t>
            </a:r>
            <a:r>
              <a:rPr lang="en-US" dirty="0"/>
              <a:t> {</a:t>
            </a:r>
          </a:p>
          <a:p>
            <a:r>
              <a:rPr lang="en-US" dirty="0"/>
              <a:t>	private String content;</a:t>
            </a:r>
          </a:p>
          <a:p>
            <a:r>
              <a:rPr lang="en-US" dirty="0"/>
              <a:t>	public void show() {</a:t>
            </a:r>
          </a:p>
          <a:p>
            <a:r>
              <a:rPr lang="en-US" dirty="0"/>
              <a:t>		// display logic</a:t>
            </a:r>
          </a:p>
          <a:p>
            <a:r>
              <a:rPr lang="en-US" dirty="0"/>
              <a:t>	}</a:t>
            </a:r>
          </a:p>
          <a:p>
            <a:r>
              <a:rPr lang="en-US" dirty="0"/>
              <a:t>	// other methods</a:t>
            </a:r>
          </a:p>
          <a:p>
            <a:r>
              <a:rPr lang="en-US" dirty="0"/>
              <a:t>}</a:t>
            </a:r>
          </a:p>
          <a:p>
            <a:endParaRPr lang="en-US" dirty="0"/>
          </a:p>
          <a:p>
            <a:r>
              <a:rPr lang="en-US" dirty="0"/>
              <a:t>public class Thread extends </a:t>
            </a:r>
            <a:r>
              <a:rPr lang="en-US" dirty="0" err="1"/>
              <a:t>SocialMediaComponent</a:t>
            </a:r>
            <a:r>
              <a:rPr lang="en-US" dirty="0"/>
              <a:t> {</a:t>
            </a:r>
          </a:p>
          <a:p>
            <a:r>
              <a:rPr lang="en-US" dirty="0"/>
              <a:t>	private List&lt;</a:t>
            </a:r>
            <a:r>
              <a:rPr lang="en-US" dirty="0" err="1"/>
              <a:t>SocialMediaComponent</a:t>
            </a:r>
            <a:r>
              <a:rPr lang="en-US" dirty="0"/>
              <a:t>&gt; components = …; </a:t>
            </a:r>
          </a:p>
          <a:p>
            <a:r>
              <a:rPr lang="en-US" dirty="0"/>
              <a:t>	public void show() {</a:t>
            </a:r>
          </a:p>
          <a:p>
            <a:r>
              <a:rPr lang="en-US" dirty="0"/>
              <a:t>		for (</a:t>
            </a:r>
            <a:r>
              <a:rPr lang="en-US" dirty="0" err="1"/>
              <a:t>SocialMediaComponent</a:t>
            </a:r>
            <a:r>
              <a:rPr lang="en-US" dirty="0"/>
              <a:t> c: components) {</a:t>
            </a:r>
          </a:p>
          <a:p>
            <a:r>
              <a:rPr lang="en-US" dirty="0"/>
              <a:t>		  </a:t>
            </a:r>
            <a:r>
              <a:rPr lang="en-US" dirty="0" err="1"/>
              <a:t>c.show</a:t>
            </a:r>
            <a:r>
              <a:rPr lang="en-US" dirty="0"/>
              <a:t>();</a:t>
            </a:r>
          </a:p>
          <a:p>
            <a:r>
              <a:rPr lang="en-US" dirty="0"/>
              <a:t>		}</a:t>
            </a:r>
          </a:p>
          <a:p>
            <a:r>
              <a:rPr lang="en-US" dirty="0"/>
              <a:t>	}</a:t>
            </a:r>
          </a:p>
          <a:p>
            <a:r>
              <a:rPr lang="en-US" dirty="0"/>
              <a:t>}</a:t>
            </a:r>
          </a:p>
        </p:txBody>
      </p:sp>
      <p:sp>
        <p:nvSpPr>
          <p:cNvPr id="3" name="Title 2">
            <a:extLst>
              <a:ext uri="{FF2B5EF4-FFF2-40B4-BE49-F238E27FC236}">
                <a16:creationId xmlns:a16="http://schemas.microsoft.com/office/drawing/2014/main" id="{03B4EF75-C122-583A-A593-98C4AB47706B}"/>
              </a:ext>
            </a:extLst>
          </p:cNvPr>
          <p:cNvSpPr>
            <a:spLocks noGrp="1"/>
          </p:cNvSpPr>
          <p:nvPr>
            <p:ph type="title"/>
          </p:nvPr>
        </p:nvSpPr>
        <p:spPr/>
        <p:txBody>
          <a:bodyPr/>
          <a:lstStyle/>
          <a:p>
            <a:r>
              <a:rPr lang="en-US" dirty="0"/>
              <a:t>Composite design pattern for social media post</a:t>
            </a:r>
          </a:p>
        </p:txBody>
      </p:sp>
      <p:sp>
        <p:nvSpPr>
          <p:cNvPr id="17" name="Content Placeholder 16">
            <a:extLst>
              <a:ext uri="{FF2B5EF4-FFF2-40B4-BE49-F238E27FC236}">
                <a16:creationId xmlns:a16="http://schemas.microsoft.com/office/drawing/2014/main" id="{6DC32977-5105-B129-C7D6-86F87B6419E2}"/>
              </a:ext>
            </a:extLst>
          </p:cNvPr>
          <p:cNvSpPr>
            <a:spLocks noGrp="1"/>
          </p:cNvSpPr>
          <p:nvPr>
            <p:ph idx="13"/>
          </p:nvPr>
        </p:nvSpPr>
        <p:spPr/>
        <p:txBody>
          <a:bodyPr>
            <a:normAutofit lnSpcReduction="10000"/>
          </a:bodyPr>
          <a:lstStyle/>
          <a:p>
            <a:r>
              <a:rPr lang="en-US" dirty="0"/>
              <a:t>Create abstract class </a:t>
            </a:r>
            <a:r>
              <a:rPr lang="en-US" dirty="0" err="1">
                <a:latin typeface="Consolas" panose="020B0609020204030204" pitchFamily="49" charset="0"/>
              </a:rPr>
              <a:t>SocialMediaContent</a:t>
            </a:r>
            <a:r>
              <a:rPr lang="en-US" dirty="0"/>
              <a:t> that supports the </a:t>
            </a:r>
            <a:r>
              <a:rPr lang="en-US" dirty="0">
                <a:latin typeface="Consolas" panose="020B0609020204030204" pitchFamily="49" charset="0"/>
              </a:rPr>
              <a:t>display</a:t>
            </a:r>
            <a:r>
              <a:rPr lang="en-US" dirty="0"/>
              <a:t>, </a:t>
            </a:r>
            <a:r>
              <a:rPr lang="en-US" dirty="0">
                <a:latin typeface="Consolas" panose="020B0609020204030204" pitchFamily="49" charset="0"/>
              </a:rPr>
              <a:t>hide</a:t>
            </a:r>
            <a:r>
              <a:rPr lang="en-US" dirty="0"/>
              <a:t>, </a:t>
            </a:r>
            <a:r>
              <a:rPr lang="en-US" dirty="0">
                <a:latin typeface="Consolas" panose="020B0609020204030204" pitchFamily="49" charset="0"/>
              </a:rPr>
              <a:t>report</a:t>
            </a:r>
            <a:r>
              <a:rPr lang="en-US" dirty="0"/>
              <a:t> functionalities</a:t>
            </a:r>
          </a:p>
          <a:p>
            <a:r>
              <a:rPr lang="en-US" dirty="0">
                <a:latin typeface="Consolas" panose="020B0609020204030204" pitchFamily="49" charset="0"/>
              </a:rPr>
              <a:t>Post</a:t>
            </a:r>
            <a:r>
              <a:rPr lang="en-US" dirty="0"/>
              <a:t> and </a:t>
            </a:r>
            <a:r>
              <a:rPr lang="en-US" dirty="0">
                <a:latin typeface="Consolas" panose="020B0609020204030204" pitchFamily="49" charset="0"/>
              </a:rPr>
              <a:t>Thread</a:t>
            </a:r>
            <a:r>
              <a:rPr lang="en-US" dirty="0"/>
              <a:t> are subclasses</a:t>
            </a:r>
          </a:p>
          <a:p>
            <a:pPr lvl="1"/>
            <a:r>
              <a:rPr lang="en-US" dirty="0">
                <a:latin typeface="Consolas" panose="020B0609020204030204" pitchFamily="49" charset="0"/>
              </a:rPr>
              <a:t>Post</a:t>
            </a:r>
            <a:r>
              <a:rPr lang="en-US" dirty="0"/>
              <a:t> is the “leaf”</a:t>
            </a:r>
          </a:p>
          <a:p>
            <a:pPr lvl="1"/>
            <a:r>
              <a:rPr lang="en-US" dirty="0">
                <a:latin typeface="Consolas" panose="020B0609020204030204" pitchFamily="49" charset="0"/>
              </a:rPr>
              <a:t>Thread</a:t>
            </a:r>
            <a:r>
              <a:rPr lang="en-US" dirty="0"/>
              <a:t> is the “composite” composed of a </a:t>
            </a:r>
            <a:r>
              <a:rPr lang="en-US" dirty="0">
                <a:latin typeface="Consolas" panose="020B0609020204030204" pitchFamily="49" charset="0"/>
              </a:rPr>
              <a:t>List</a:t>
            </a:r>
            <a:r>
              <a:rPr lang="en-US" dirty="0"/>
              <a:t> of </a:t>
            </a:r>
            <a:r>
              <a:rPr lang="en-US" dirty="0" err="1">
                <a:latin typeface="Consolas" panose="020B0609020204030204" pitchFamily="49" charset="0"/>
              </a:rPr>
              <a:t>SocialMediaContent</a:t>
            </a:r>
            <a:endParaRPr lang="en-US" dirty="0">
              <a:latin typeface="Consolas" panose="020B0609020204030204" pitchFamily="49" charset="0"/>
            </a:endParaRPr>
          </a:p>
          <a:p>
            <a:r>
              <a:rPr lang="en-US" dirty="0">
                <a:latin typeface="Helvetica" panose="020B0604020202020204" pitchFamily="34" charset="0"/>
                <a:cs typeface="Helvetica" panose="020B0604020202020204" pitchFamily="34" charset="0"/>
              </a:rPr>
              <a:t>What is the benefit?</a:t>
            </a:r>
          </a:p>
          <a:p>
            <a:endParaRPr lang="en-US" dirty="0"/>
          </a:p>
        </p:txBody>
      </p:sp>
      <p:sp>
        <p:nvSpPr>
          <p:cNvPr id="2" name="Rectangle 1">
            <a:extLst>
              <a:ext uri="{FF2B5EF4-FFF2-40B4-BE49-F238E27FC236}">
                <a16:creationId xmlns:a16="http://schemas.microsoft.com/office/drawing/2014/main" id="{A3C0E32E-0005-83C8-870E-6449BBE13DC5}"/>
              </a:ext>
            </a:extLst>
          </p:cNvPr>
          <p:cNvSpPr/>
          <p:nvPr/>
        </p:nvSpPr>
        <p:spPr>
          <a:xfrm>
            <a:off x="5920154" y="696277"/>
            <a:ext cx="5633412" cy="122630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C6A83B1-E387-41E8-9978-C41CA2B3E140}"/>
              </a:ext>
            </a:extLst>
          </p:cNvPr>
          <p:cNvSpPr/>
          <p:nvPr/>
        </p:nvSpPr>
        <p:spPr>
          <a:xfrm>
            <a:off x="5920154" y="1922585"/>
            <a:ext cx="5633412" cy="175073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5801D7E-E8E2-F18F-A882-14DBC98E5EB4}"/>
              </a:ext>
            </a:extLst>
          </p:cNvPr>
          <p:cNvSpPr/>
          <p:nvPr/>
        </p:nvSpPr>
        <p:spPr>
          <a:xfrm>
            <a:off x="5920154" y="3673319"/>
            <a:ext cx="5633412" cy="197720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Tree>
    <p:extLst>
      <p:ext uri="{BB962C8B-B14F-4D97-AF65-F5344CB8AC3E}">
        <p14:creationId xmlns:p14="http://schemas.microsoft.com/office/powerpoint/2010/main" val="67938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7"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962AF-2D57-BD0A-606A-DCB7880F12C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8AD61D7-853F-FA26-3441-EA3794FF748E}"/>
              </a:ext>
            </a:extLst>
          </p:cNvPr>
          <p:cNvSpPr>
            <a:spLocks noGrp="1"/>
          </p:cNvSpPr>
          <p:nvPr>
            <p:ph idx="1"/>
          </p:nvPr>
        </p:nvSpPr>
        <p:spPr/>
        <p:txBody>
          <a:bodyPr>
            <a:normAutofit lnSpcReduction="10000"/>
          </a:bodyPr>
          <a:lstStyle/>
          <a:p>
            <a:r>
              <a:rPr lang="en-US" b="1" dirty="0"/>
              <a:t>// Without composite design pattern</a:t>
            </a:r>
          </a:p>
          <a:p>
            <a:r>
              <a:rPr lang="en-US" dirty="0"/>
              <a:t>public class Post {</a:t>
            </a:r>
          </a:p>
          <a:p>
            <a:r>
              <a:rPr lang="en-US" dirty="0"/>
              <a:t>	private String content;</a:t>
            </a:r>
          </a:p>
          <a:p>
            <a:r>
              <a:rPr lang="en-US" dirty="0"/>
              <a:t>	public void show() {</a:t>
            </a:r>
          </a:p>
          <a:p>
            <a:r>
              <a:rPr lang="en-US" dirty="0"/>
              <a:t>		// display logic</a:t>
            </a:r>
          </a:p>
          <a:p>
            <a:r>
              <a:rPr lang="en-US" dirty="0"/>
              <a:t>	}</a:t>
            </a:r>
          </a:p>
          <a:p>
            <a:r>
              <a:rPr lang="en-US" dirty="0"/>
              <a:t>	// other methods</a:t>
            </a:r>
          </a:p>
          <a:p>
            <a:r>
              <a:rPr lang="en-US" dirty="0"/>
              <a:t>}</a:t>
            </a:r>
          </a:p>
          <a:p>
            <a:endParaRPr lang="en-US" dirty="0"/>
          </a:p>
          <a:p>
            <a:r>
              <a:rPr lang="en-US" dirty="0"/>
              <a:t>public class Thread {</a:t>
            </a:r>
          </a:p>
          <a:p>
            <a:r>
              <a:rPr lang="en-US" dirty="0"/>
              <a:t>	private List&lt;Post&gt; </a:t>
            </a:r>
            <a:r>
              <a:rPr lang="en-US" dirty="0" err="1"/>
              <a:t>leafPosts</a:t>
            </a:r>
            <a:r>
              <a:rPr lang="en-US" dirty="0"/>
              <a:t> = …; </a:t>
            </a:r>
          </a:p>
          <a:p>
            <a:r>
              <a:rPr lang="en-US" dirty="0"/>
              <a:t>	private List&lt;Thread&gt; </a:t>
            </a:r>
            <a:r>
              <a:rPr lang="en-US" dirty="0" err="1"/>
              <a:t>subThreads</a:t>
            </a:r>
            <a:r>
              <a:rPr lang="en-US" dirty="0"/>
              <a:t> = …;</a:t>
            </a:r>
          </a:p>
          <a:p>
            <a:r>
              <a:rPr lang="en-US" dirty="0"/>
              <a:t>	public void show() {</a:t>
            </a:r>
          </a:p>
          <a:p>
            <a:r>
              <a:rPr lang="en-US" dirty="0"/>
              <a:t>		for (Post p: </a:t>
            </a:r>
            <a:r>
              <a:rPr lang="en-US" dirty="0" err="1"/>
              <a:t>leafPosts</a:t>
            </a:r>
            <a:r>
              <a:rPr lang="en-US" dirty="0"/>
              <a:t>) {</a:t>
            </a:r>
          </a:p>
          <a:p>
            <a:r>
              <a:rPr lang="en-US" dirty="0"/>
              <a:t>		  </a:t>
            </a:r>
            <a:r>
              <a:rPr lang="en-US" dirty="0" err="1"/>
              <a:t>p.show</a:t>
            </a:r>
            <a:r>
              <a:rPr lang="en-US" dirty="0"/>
              <a:t>();</a:t>
            </a:r>
          </a:p>
          <a:p>
            <a:r>
              <a:rPr lang="en-US" dirty="0"/>
              <a:t>		}</a:t>
            </a:r>
          </a:p>
          <a:p>
            <a:r>
              <a:rPr lang="en-US" dirty="0"/>
              <a:t>		for (Thread t: </a:t>
            </a:r>
            <a:r>
              <a:rPr lang="en-US" dirty="0" err="1"/>
              <a:t>subThreads</a:t>
            </a:r>
            <a:r>
              <a:rPr lang="en-US" dirty="0"/>
              <a:t>) {</a:t>
            </a:r>
          </a:p>
          <a:p>
            <a:r>
              <a:rPr lang="en-US" dirty="0"/>
              <a:t>		  </a:t>
            </a:r>
            <a:r>
              <a:rPr lang="en-US" dirty="0" err="1"/>
              <a:t>t.show</a:t>
            </a:r>
            <a:r>
              <a:rPr lang="en-US" dirty="0"/>
              <a:t>();</a:t>
            </a:r>
          </a:p>
          <a:p>
            <a:r>
              <a:rPr lang="en-US" dirty="0"/>
              <a:t>		}</a:t>
            </a:r>
          </a:p>
          <a:p>
            <a:r>
              <a:rPr lang="en-US" dirty="0"/>
              <a:t>	}</a:t>
            </a:r>
          </a:p>
          <a:p>
            <a:r>
              <a:rPr lang="en-US" dirty="0"/>
              <a:t>}</a:t>
            </a:r>
          </a:p>
        </p:txBody>
      </p:sp>
      <p:sp>
        <p:nvSpPr>
          <p:cNvPr id="3" name="Title 2">
            <a:extLst>
              <a:ext uri="{FF2B5EF4-FFF2-40B4-BE49-F238E27FC236}">
                <a16:creationId xmlns:a16="http://schemas.microsoft.com/office/drawing/2014/main" id="{C7832A32-0D0B-E04F-C942-99118524B5ED}"/>
              </a:ext>
            </a:extLst>
          </p:cNvPr>
          <p:cNvSpPr>
            <a:spLocks noGrp="1"/>
          </p:cNvSpPr>
          <p:nvPr>
            <p:ph type="title"/>
          </p:nvPr>
        </p:nvSpPr>
        <p:spPr/>
        <p:txBody>
          <a:bodyPr/>
          <a:lstStyle/>
          <a:p>
            <a:r>
              <a:rPr lang="en-US" dirty="0"/>
              <a:t>Benefits</a:t>
            </a:r>
          </a:p>
        </p:txBody>
      </p:sp>
      <p:sp>
        <p:nvSpPr>
          <p:cNvPr id="17" name="Content Placeholder 16">
            <a:extLst>
              <a:ext uri="{FF2B5EF4-FFF2-40B4-BE49-F238E27FC236}">
                <a16:creationId xmlns:a16="http://schemas.microsoft.com/office/drawing/2014/main" id="{DA6CB982-C363-5414-CD60-71DE7B679639}"/>
              </a:ext>
            </a:extLst>
          </p:cNvPr>
          <p:cNvSpPr>
            <a:spLocks noGrp="1"/>
          </p:cNvSpPr>
          <p:nvPr>
            <p:ph idx="13"/>
          </p:nvPr>
        </p:nvSpPr>
        <p:spPr/>
        <p:txBody>
          <a:bodyPr>
            <a:normAutofit/>
          </a:bodyPr>
          <a:lstStyle/>
          <a:p>
            <a:r>
              <a:rPr lang="en-US" dirty="0">
                <a:latin typeface="Helvetica" panose="020B0604020202020204" pitchFamily="34" charset="0"/>
                <a:cs typeface="Helvetica" panose="020B0604020202020204" pitchFamily="34" charset="0"/>
              </a:rPr>
              <a:t>Reduces code duplication in Thread class</a:t>
            </a:r>
          </a:p>
          <a:p>
            <a:r>
              <a:rPr lang="en-US" dirty="0">
                <a:latin typeface="Helvetica" panose="020B0604020202020204" pitchFamily="34" charset="0"/>
                <a:cs typeface="Helvetica" panose="020B0604020202020204" pitchFamily="34" charset="0"/>
              </a:rPr>
              <a:t>No need to have distinct code for posts and threads</a:t>
            </a:r>
          </a:p>
          <a:p>
            <a:pPr marL="0" indent="0">
              <a:buNone/>
            </a:pPr>
            <a:endParaRPr lang="en-US" dirty="0"/>
          </a:p>
        </p:txBody>
      </p:sp>
      <p:sp>
        <p:nvSpPr>
          <p:cNvPr id="2" name="Rectangle 1">
            <a:extLst>
              <a:ext uri="{FF2B5EF4-FFF2-40B4-BE49-F238E27FC236}">
                <a16:creationId xmlns:a16="http://schemas.microsoft.com/office/drawing/2014/main" id="{AD0AD560-F439-1B03-A00D-F64562F69511}"/>
              </a:ext>
            </a:extLst>
          </p:cNvPr>
          <p:cNvSpPr/>
          <p:nvPr/>
        </p:nvSpPr>
        <p:spPr>
          <a:xfrm>
            <a:off x="6096000" y="2980267"/>
            <a:ext cx="5633412" cy="250613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5" name="TextBox 4">
            <a:extLst>
              <a:ext uri="{FF2B5EF4-FFF2-40B4-BE49-F238E27FC236}">
                <a16:creationId xmlns:a16="http://schemas.microsoft.com/office/drawing/2014/main" id="{08157FA3-353F-908B-5674-DFC3E6A9C660}"/>
              </a:ext>
            </a:extLst>
          </p:cNvPr>
          <p:cNvSpPr txBox="1"/>
          <p:nvPr/>
        </p:nvSpPr>
        <p:spPr>
          <a:xfrm>
            <a:off x="9411983" y="2518602"/>
            <a:ext cx="2317429" cy="461665"/>
          </a:xfrm>
          <a:prstGeom prst="rect">
            <a:avLst/>
          </a:prstGeom>
          <a:noFill/>
        </p:spPr>
        <p:txBody>
          <a:bodyPr wrap="none" rtlCol="0">
            <a:spAutoFit/>
          </a:bodyPr>
          <a:lstStyle/>
          <a:p>
            <a:r>
              <a:rPr lang="en-US" sz="2400" b="1" i="1" dirty="0"/>
              <a:t>Code duplication</a:t>
            </a:r>
          </a:p>
        </p:txBody>
      </p:sp>
    </p:spTree>
    <p:extLst>
      <p:ext uri="{BB962C8B-B14F-4D97-AF65-F5344CB8AC3E}">
        <p14:creationId xmlns:p14="http://schemas.microsoft.com/office/powerpoint/2010/main" val="158711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7CFE5-E4B0-E798-1A67-F32912B28BD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F9A764-028F-11C7-4570-CA0DEABAC8F5}"/>
              </a:ext>
            </a:extLst>
          </p:cNvPr>
          <p:cNvSpPr>
            <a:spLocks noGrp="1"/>
          </p:cNvSpPr>
          <p:nvPr>
            <p:ph idx="1"/>
          </p:nvPr>
        </p:nvSpPr>
        <p:spPr>
          <a:xfrm>
            <a:off x="6176512" y="785004"/>
            <a:ext cx="6015488" cy="5046453"/>
          </a:xfrm>
        </p:spPr>
        <p:txBody>
          <a:bodyPr>
            <a:normAutofit lnSpcReduction="10000"/>
          </a:bodyPr>
          <a:lstStyle/>
          <a:p>
            <a:r>
              <a:rPr lang="en-US" b="1" dirty="0"/>
              <a:t>// With composite design pattern</a:t>
            </a:r>
          </a:p>
          <a:p>
            <a:r>
              <a:rPr lang="en-US" dirty="0"/>
              <a:t>public abstract class </a:t>
            </a:r>
            <a:r>
              <a:rPr lang="en-US" dirty="0" err="1"/>
              <a:t>SocialMediaComponent</a:t>
            </a:r>
            <a:r>
              <a:rPr lang="en-US" dirty="0"/>
              <a:t> {</a:t>
            </a:r>
            <a:br>
              <a:rPr lang="en-US" dirty="0"/>
            </a:br>
            <a:r>
              <a:rPr lang="en-US" dirty="0"/>
              <a:t>    public void show(); </a:t>
            </a:r>
            <a:br>
              <a:rPr lang="en-US" dirty="0"/>
            </a:br>
            <a:r>
              <a:rPr lang="en-US" dirty="0"/>
              <a:t>    // other methods</a:t>
            </a:r>
            <a:br>
              <a:rPr lang="en-US" dirty="0"/>
            </a:br>
            <a:r>
              <a:rPr lang="en-US" dirty="0"/>
              <a:t>}</a:t>
            </a:r>
          </a:p>
          <a:p>
            <a:r>
              <a:rPr lang="en-US" dirty="0"/>
              <a:t>public class Post {</a:t>
            </a:r>
          </a:p>
          <a:p>
            <a:r>
              <a:rPr lang="en-US" dirty="0"/>
              <a:t>	private String content;</a:t>
            </a:r>
          </a:p>
          <a:p>
            <a:r>
              <a:rPr lang="en-US" dirty="0"/>
              <a:t>	public void show() {</a:t>
            </a:r>
          </a:p>
          <a:p>
            <a:r>
              <a:rPr lang="en-US" dirty="0"/>
              <a:t>		// display logic</a:t>
            </a:r>
          </a:p>
          <a:p>
            <a:r>
              <a:rPr lang="en-US" dirty="0"/>
              <a:t>	}</a:t>
            </a:r>
          </a:p>
          <a:p>
            <a:r>
              <a:rPr lang="en-US" dirty="0"/>
              <a:t>	// other methods</a:t>
            </a:r>
          </a:p>
          <a:p>
            <a:r>
              <a:rPr lang="en-US" dirty="0"/>
              <a:t>}</a:t>
            </a:r>
          </a:p>
          <a:p>
            <a:endParaRPr lang="en-US" dirty="0"/>
          </a:p>
          <a:p>
            <a:r>
              <a:rPr lang="en-US" dirty="0"/>
              <a:t>public class Thread {</a:t>
            </a:r>
          </a:p>
          <a:p>
            <a:r>
              <a:rPr lang="en-US" dirty="0"/>
              <a:t>	private List&lt;</a:t>
            </a:r>
            <a:r>
              <a:rPr lang="en-US" dirty="0" err="1"/>
              <a:t>SocialMediaContent</a:t>
            </a:r>
            <a:r>
              <a:rPr lang="en-US" dirty="0"/>
              <a:t>&gt; children; </a:t>
            </a:r>
          </a:p>
          <a:p>
            <a:r>
              <a:rPr lang="en-US" dirty="0"/>
              <a:t>	public void show() {</a:t>
            </a:r>
          </a:p>
          <a:p>
            <a:r>
              <a:rPr lang="en-US" dirty="0"/>
              <a:t>		for (</a:t>
            </a:r>
            <a:r>
              <a:rPr lang="en-US" dirty="0" err="1"/>
              <a:t>SocialMediaContent</a:t>
            </a:r>
            <a:r>
              <a:rPr lang="en-US" dirty="0"/>
              <a:t> child: children) {</a:t>
            </a:r>
          </a:p>
          <a:p>
            <a:r>
              <a:rPr lang="en-US" dirty="0"/>
              <a:t>		  </a:t>
            </a:r>
            <a:r>
              <a:rPr lang="en-US" dirty="0" err="1"/>
              <a:t>child.show</a:t>
            </a:r>
            <a:r>
              <a:rPr lang="en-US" dirty="0"/>
              <a:t>();</a:t>
            </a:r>
          </a:p>
          <a:p>
            <a:r>
              <a:rPr lang="en-US" dirty="0"/>
              <a:t>		}</a:t>
            </a:r>
          </a:p>
          <a:p>
            <a:r>
              <a:rPr lang="en-US" dirty="0"/>
              <a:t>	}</a:t>
            </a:r>
          </a:p>
          <a:p>
            <a:r>
              <a:rPr lang="en-US" dirty="0"/>
              <a:t>}</a:t>
            </a:r>
          </a:p>
        </p:txBody>
      </p:sp>
      <p:sp>
        <p:nvSpPr>
          <p:cNvPr id="3" name="Title 2">
            <a:extLst>
              <a:ext uri="{FF2B5EF4-FFF2-40B4-BE49-F238E27FC236}">
                <a16:creationId xmlns:a16="http://schemas.microsoft.com/office/drawing/2014/main" id="{C7341E90-7D69-6F1F-CC55-3FD834B8AFE8}"/>
              </a:ext>
            </a:extLst>
          </p:cNvPr>
          <p:cNvSpPr>
            <a:spLocks noGrp="1"/>
          </p:cNvSpPr>
          <p:nvPr>
            <p:ph type="title"/>
          </p:nvPr>
        </p:nvSpPr>
        <p:spPr/>
        <p:txBody>
          <a:bodyPr/>
          <a:lstStyle/>
          <a:p>
            <a:r>
              <a:rPr lang="en-US" dirty="0"/>
              <a:t>Benefits</a:t>
            </a:r>
          </a:p>
        </p:txBody>
      </p:sp>
      <p:sp>
        <p:nvSpPr>
          <p:cNvPr id="17" name="Content Placeholder 16">
            <a:extLst>
              <a:ext uri="{FF2B5EF4-FFF2-40B4-BE49-F238E27FC236}">
                <a16:creationId xmlns:a16="http://schemas.microsoft.com/office/drawing/2014/main" id="{D0762206-145A-000F-356C-4D337B1CEDD9}"/>
              </a:ext>
            </a:extLst>
          </p:cNvPr>
          <p:cNvSpPr>
            <a:spLocks noGrp="1"/>
          </p:cNvSpPr>
          <p:nvPr>
            <p:ph idx="13"/>
          </p:nvPr>
        </p:nvSpPr>
        <p:spPr/>
        <p:txBody>
          <a:bodyPr>
            <a:normAutofit/>
          </a:bodyPr>
          <a:lstStyle/>
          <a:p>
            <a:r>
              <a:rPr lang="en-US" dirty="0">
                <a:latin typeface="Helvetica" panose="020B0604020202020204" pitchFamily="34" charset="0"/>
                <a:cs typeface="Helvetica" panose="020B0604020202020204" pitchFamily="34" charset="0"/>
              </a:rPr>
              <a:t>Reduces code duplication in Thread class</a:t>
            </a:r>
          </a:p>
          <a:p>
            <a:r>
              <a:rPr lang="en-US" dirty="0">
                <a:latin typeface="Helvetica" panose="020B0604020202020204" pitchFamily="34" charset="0"/>
                <a:cs typeface="Helvetica" panose="020B0604020202020204" pitchFamily="34" charset="0"/>
              </a:rPr>
              <a:t>No need to have distinct code for posts and threads</a:t>
            </a: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p>
        </p:txBody>
      </p:sp>
      <p:sp>
        <p:nvSpPr>
          <p:cNvPr id="6" name="Rectangle 5">
            <a:extLst>
              <a:ext uri="{FF2B5EF4-FFF2-40B4-BE49-F238E27FC236}">
                <a16:creationId xmlns:a16="http://schemas.microsoft.com/office/drawing/2014/main" id="{5B360C48-41E0-366B-A83C-2B09578B7DBA}"/>
              </a:ext>
            </a:extLst>
          </p:cNvPr>
          <p:cNvSpPr/>
          <p:nvPr/>
        </p:nvSpPr>
        <p:spPr>
          <a:xfrm>
            <a:off x="6479822" y="3826934"/>
            <a:ext cx="5429956" cy="144497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4681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151CD-733C-DCE9-66AF-7CA4C9B5E14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51CC7D-D2DB-48F3-E5CF-C83E7AC3A79F}"/>
              </a:ext>
            </a:extLst>
          </p:cNvPr>
          <p:cNvSpPr>
            <a:spLocks noGrp="1"/>
          </p:cNvSpPr>
          <p:nvPr>
            <p:ph idx="1"/>
          </p:nvPr>
        </p:nvSpPr>
        <p:spPr/>
        <p:txBody>
          <a:bodyPr>
            <a:normAutofit/>
          </a:bodyPr>
          <a:lstStyle/>
          <a:p>
            <a:r>
              <a:rPr lang="en-US" b="1" dirty="0"/>
              <a:t>// Without composite design pattern</a:t>
            </a:r>
            <a:endParaRPr lang="en-US" dirty="0"/>
          </a:p>
          <a:p>
            <a:r>
              <a:rPr lang="en-US" dirty="0"/>
              <a:t>class </a:t>
            </a:r>
            <a:r>
              <a:rPr lang="en-US" dirty="0" err="1"/>
              <a:t>PostShowButton</a:t>
            </a:r>
            <a:r>
              <a:rPr lang="en-US" dirty="0"/>
              <a:t> {</a:t>
            </a:r>
          </a:p>
          <a:p>
            <a:r>
              <a:rPr lang="en-US" dirty="0"/>
              <a:t>	Post </a:t>
            </a:r>
            <a:r>
              <a:rPr lang="en-US" dirty="0" err="1"/>
              <a:t>post</a:t>
            </a:r>
            <a:r>
              <a:rPr lang="en-US" dirty="0"/>
              <a:t>;</a:t>
            </a:r>
          </a:p>
          <a:p>
            <a:r>
              <a:rPr lang="en-US" dirty="0"/>
              <a:t>	void </a:t>
            </a:r>
            <a:r>
              <a:rPr lang="en-US" dirty="0" err="1"/>
              <a:t>getString</a:t>
            </a:r>
            <a:r>
              <a:rPr lang="en-US" dirty="0"/>
              <a:t>() {</a:t>
            </a:r>
          </a:p>
          <a:p>
            <a:r>
              <a:rPr lang="en-US" dirty="0"/>
              <a:t>		</a:t>
            </a:r>
            <a:r>
              <a:rPr lang="en-US" dirty="0" err="1"/>
              <a:t>post.getString</a:t>
            </a:r>
            <a:r>
              <a:rPr lang="en-US" dirty="0"/>
              <a:t>();</a:t>
            </a:r>
          </a:p>
          <a:p>
            <a:r>
              <a:rPr lang="en-US" dirty="0"/>
              <a:t>	}</a:t>
            </a:r>
          </a:p>
          <a:p>
            <a:r>
              <a:rPr lang="en-US" dirty="0"/>
              <a:t>}</a:t>
            </a:r>
          </a:p>
          <a:p>
            <a:endParaRPr lang="en-US" dirty="0"/>
          </a:p>
          <a:p>
            <a:r>
              <a:rPr lang="en-US" dirty="0"/>
              <a:t>class </a:t>
            </a:r>
            <a:r>
              <a:rPr lang="en-US" dirty="0" err="1"/>
              <a:t>ThreadShowButton</a:t>
            </a:r>
            <a:r>
              <a:rPr lang="en-US" dirty="0"/>
              <a:t> {</a:t>
            </a:r>
          </a:p>
          <a:p>
            <a:r>
              <a:rPr lang="en-US" dirty="0"/>
              <a:t>	Thread </a:t>
            </a:r>
            <a:r>
              <a:rPr lang="en-US" dirty="0" err="1"/>
              <a:t>thread</a:t>
            </a:r>
            <a:r>
              <a:rPr lang="en-US" dirty="0"/>
              <a:t>;</a:t>
            </a:r>
          </a:p>
          <a:p>
            <a:r>
              <a:rPr lang="en-US" dirty="0"/>
              <a:t>	void </a:t>
            </a:r>
            <a:r>
              <a:rPr lang="en-US" dirty="0" err="1"/>
              <a:t>getString</a:t>
            </a:r>
            <a:r>
              <a:rPr lang="en-US" dirty="0"/>
              <a:t>() {</a:t>
            </a:r>
          </a:p>
          <a:p>
            <a:r>
              <a:rPr lang="en-US" dirty="0"/>
              <a:t>		</a:t>
            </a:r>
            <a:r>
              <a:rPr lang="en-US" dirty="0" err="1"/>
              <a:t>thread.getString</a:t>
            </a:r>
            <a:r>
              <a:rPr lang="en-US" dirty="0"/>
              <a:t>();</a:t>
            </a:r>
          </a:p>
          <a:p>
            <a:r>
              <a:rPr lang="en-US" dirty="0"/>
              <a:t>	}</a:t>
            </a:r>
          </a:p>
          <a:p>
            <a:r>
              <a:rPr lang="en-US" dirty="0"/>
              <a:t>}</a:t>
            </a:r>
          </a:p>
          <a:p>
            <a:endParaRPr lang="en-US" dirty="0"/>
          </a:p>
          <a:p>
            <a:r>
              <a:rPr lang="en-US" b="1" dirty="0"/>
              <a:t>// With composite design pattern</a:t>
            </a:r>
          </a:p>
          <a:p>
            <a:r>
              <a:rPr lang="en-US" dirty="0"/>
              <a:t>class </a:t>
            </a:r>
            <a:r>
              <a:rPr lang="en-US" dirty="0" err="1"/>
              <a:t>ShowButton</a:t>
            </a:r>
            <a:r>
              <a:rPr lang="en-US" dirty="0"/>
              <a:t> {</a:t>
            </a:r>
          </a:p>
          <a:p>
            <a:r>
              <a:rPr lang="en-US" dirty="0"/>
              <a:t>	</a:t>
            </a:r>
            <a:r>
              <a:rPr lang="en-US" dirty="0" err="1"/>
              <a:t>SocialMediaComponent</a:t>
            </a:r>
            <a:r>
              <a:rPr lang="en-US" dirty="0"/>
              <a:t> content;</a:t>
            </a:r>
          </a:p>
          <a:p>
            <a:r>
              <a:rPr lang="en-US" dirty="0"/>
              <a:t>	void </a:t>
            </a:r>
            <a:r>
              <a:rPr lang="en-US" dirty="0" err="1"/>
              <a:t>getString</a:t>
            </a:r>
            <a:r>
              <a:rPr lang="en-US" dirty="0"/>
              <a:t> () { </a:t>
            </a:r>
            <a:r>
              <a:rPr lang="en-US" dirty="0" err="1"/>
              <a:t>content.getString</a:t>
            </a:r>
            <a:r>
              <a:rPr lang="en-US" dirty="0"/>
              <a:t>(); }</a:t>
            </a:r>
          </a:p>
          <a:p>
            <a:r>
              <a:rPr lang="en-US" dirty="0"/>
              <a:t>}</a:t>
            </a:r>
          </a:p>
        </p:txBody>
      </p:sp>
      <p:sp>
        <p:nvSpPr>
          <p:cNvPr id="3" name="Title 2">
            <a:extLst>
              <a:ext uri="{FF2B5EF4-FFF2-40B4-BE49-F238E27FC236}">
                <a16:creationId xmlns:a16="http://schemas.microsoft.com/office/drawing/2014/main" id="{1DD6B45B-3B1B-9517-2151-5923C83F1162}"/>
              </a:ext>
            </a:extLst>
          </p:cNvPr>
          <p:cNvSpPr>
            <a:spLocks noGrp="1"/>
          </p:cNvSpPr>
          <p:nvPr>
            <p:ph type="title"/>
          </p:nvPr>
        </p:nvSpPr>
        <p:spPr/>
        <p:txBody>
          <a:bodyPr/>
          <a:lstStyle/>
          <a:p>
            <a:r>
              <a:rPr lang="en-US" dirty="0"/>
              <a:t>Benefits</a:t>
            </a:r>
          </a:p>
        </p:txBody>
      </p:sp>
      <p:sp>
        <p:nvSpPr>
          <p:cNvPr id="17" name="Content Placeholder 16">
            <a:extLst>
              <a:ext uri="{FF2B5EF4-FFF2-40B4-BE49-F238E27FC236}">
                <a16:creationId xmlns:a16="http://schemas.microsoft.com/office/drawing/2014/main" id="{5639A848-15BC-C602-835D-772A828EF467}"/>
              </a:ext>
            </a:extLst>
          </p:cNvPr>
          <p:cNvSpPr>
            <a:spLocks noGrp="1"/>
          </p:cNvSpPr>
          <p:nvPr>
            <p:ph idx="13"/>
          </p:nvPr>
        </p:nvSpPr>
        <p:spPr/>
        <p:txBody>
          <a:bodyPr>
            <a:normAutofit/>
          </a:bodyPr>
          <a:lstStyle/>
          <a:p>
            <a:r>
              <a:rPr lang="en-US" dirty="0">
                <a:latin typeface="Helvetica" panose="020B0604020202020204" pitchFamily="34" charset="0"/>
                <a:cs typeface="Helvetica" panose="020B0604020202020204" pitchFamily="34" charset="0"/>
              </a:rPr>
              <a:t>Prevents code duplication in </a:t>
            </a:r>
            <a:r>
              <a:rPr lang="en-US" b="1" i="1" dirty="0">
                <a:latin typeface="Helvetica" panose="020B0604020202020204" pitchFamily="34" charset="0"/>
                <a:cs typeface="Helvetica" panose="020B0604020202020204" pitchFamily="34" charset="0"/>
              </a:rPr>
              <a:t>users </a:t>
            </a:r>
            <a:r>
              <a:rPr lang="en-US" dirty="0">
                <a:latin typeface="Helvetica" panose="020B0604020202020204" pitchFamily="34" charset="0"/>
                <a:cs typeface="Helvetica" panose="020B0604020202020204" pitchFamily="34" charset="0"/>
              </a:rPr>
              <a:t>of Thread and Post class</a:t>
            </a:r>
          </a:p>
          <a:p>
            <a:pPr lvl="1"/>
            <a:r>
              <a:rPr lang="en-US" dirty="0">
                <a:latin typeface="Helvetica" panose="020B0604020202020204" pitchFamily="34" charset="0"/>
                <a:cs typeface="Helvetica" panose="020B0604020202020204" pitchFamily="34" charset="0"/>
              </a:rPr>
              <a:t>E.g., UI components for post and threads can have unified handling</a:t>
            </a:r>
          </a:p>
          <a:p>
            <a:pPr marL="0" indent="0">
              <a:buNone/>
            </a:pPr>
            <a:endParaRPr lang="en-US" dirty="0"/>
          </a:p>
        </p:txBody>
      </p:sp>
      <p:sp>
        <p:nvSpPr>
          <p:cNvPr id="2" name="Rectangle 1">
            <a:extLst>
              <a:ext uri="{FF2B5EF4-FFF2-40B4-BE49-F238E27FC236}">
                <a16:creationId xmlns:a16="http://schemas.microsoft.com/office/drawing/2014/main" id="{0C3605E0-71C0-6532-1EBA-2BBAE13AE177}"/>
              </a:ext>
            </a:extLst>
          </p:cNvPr>
          <p:cNvSpPr/>
          <p:nvPr/>
        </p:nvSpPr>
        <p:spPr>
          <a:xfrm>
            <a:off x="6096000" y="785004"/>
            <a:ext cx="5633412" cy="349391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5" name="TextBox 4">
            <a:extLst>
              <a:ext uri="{FF2B5EF4-FFF2-40B4-BE49-F238E27FC236}">
                <a16:creationId xmlns:a16="http://schemas.microsoft.com/office/drawing/2014/main" id="{41C7CDE8-7E60-B182-F718-0D9A937621FC}"/>
              </a:ext>
            </a:extLst>
          </p:cNvPr>
          <p:cNvSpPr txBox="1"/>
          <p:nvPr/>
        </p:nvSpPr>
        <p:spPr>
          <a:xfrm>
            <a:off x="9293203" y="334620"/>
            <a:ext cx="2317429" cy="461665"/>
          </a:xfrm>
          <a:prstGeom prst="rect">
            <a:avLst/>
          </a:prstGeom>
          <a:noFill/>
        </p:spPr>
        <p:txBody>
          <a:bodyPr wrap="none" rtlCol="0">
            <a:spAutoFit/>
          </a:bodyPr>
          <a:lstStyle/>
          <a:p>
            <a:r>
              <a:rPr lang="en-US" sz="2400" b="1" i="1" dirty="0"/>
              <a:t>Code duplication</a:t>
            </a:r>
          </a:p>
        </p:txBody>
      </p:sp>
      <p:sp>
        <p:nvSpPr>
          <p:cNvPr id="6" name="Rectangle 5">
            <a:extLst>
              <a:ext uri="{FF2B5EF4-FFF2-40B4-BE49-F238E27FC236}">
                <a16:creationId xmlns:a16="http://schemas.microsoft.com/office/drawing/2014/main" id="{5C745F70-2044-DE3B-5541-7E44D630DBE0}"/>
              </a:ext>
            </a:extLst>
          </p:cNvPr>
          <p:cNvSpPr/>
          <p:nvPr/>
        </p:nvSpPr>
        <p:spPr>
          <a:xfrm>
            <a:off x="6095999" y="4378932"/>
            <a:ext cx="5633412" cy="14525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7" name="TextBox 6">
            <a:extLst>
              <a:ext uri="{FF2B5EF4-FFF2-40B4-BE49-F238E27FC236}">
                <a16:creationId xmlns:a16="http://schemas.microsoft.com/office/drawing/2014/main" id="{23883DEA-7AC1-0B32-7FD2-F764B57C2E89}"/>
              </a:ext>
            </a:extLst>
          </p:cNvPr>
          <p:cNvSpPr txBox="1"/>
          <p:nvPr/>
        </p:nvSpPr>
        <p:spPr>
          <a:xfrm>
            <a:off x="9095071" y="3917266"/>
            <a:ext cx="2713692" cy="461665"/>
          </a:xfrm>
          <a:prstGeom prst="rect">
            <a:avLst/>
          </a:prstGeom>
          <a:noFill/>
        </p:spPr>
        <p:txBody>
          <a:bodyPr wrap="none" rtlCol="0">
            <a:spAutoFit/>
          </a:bodyPr>
          <a:lstStyle/>
          <a:p>
            <a:r>
              <a:rPr lang="en-US" sz="2400" b="1" i="1" dirty="0"/>
              <a:t>No code duplication</a:t>
            </a:r>
          </a:p>
        </p:txBody>
      </p:sp>
    </p:spTree>
    <p:extLst>
      <p:ext uri="{BB962C8B-B14F-4D97-AF65-F5344CB8AC3E}">
        <p14:creationId xmlns:p14="http://schemas.microsoft.com/office/powerpoint/2010/main" val="285694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p:bldP spid="5" grpId="1"/>
      <p:bldP spid="6" grpId="0" animBg="1"/>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8C6F-30EF-FCFC-8C9D-4667AF441A6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DD32E0C-D679-FBD7-A124-73066005605A}"/>
              </a:ext>
            </a:extLst>
          </p:cNvPr>
          <p:cNvSpPr>
            <a:spLocks noGrp="1"/>
          </p:cNvSpPr>
          <p:nvPr>
            <p:ph idx="1"/>
          </p:nvPr>
        </p:nvSpPr>
        <p:spPr/>
        <p:txBody>
          <a:bodyPr>
            <a:normAutofit fontScale="92500"/>
          </a:bodyPr>
          <a:lstStyle/>
          <a:p>
            <a:r>
              <a:rPr lang="en-US" dirty="0"/>
              <a:t>public abstract class </a:t>
            </a:r>
            <a:r>
              <a:rPr lang="en-US" dirty="0" err="1"/>
              <a:t>SocialMediaComponent</a:t>
            </a:r>
            <a:r>
              <a:rPr lang="en-US" dirty="0"/>
              <a:t> {</a:t>
            </a:r>
          </a:p>
          <a:p>
            <a:r>
              <a:rPr lang="en-US" dirty="0"/>
              <a:t>	public abstract void show();</a:t>
            </a:r>
          </a:p>
          <a:p>
            <a:r>
              <a:rPr lang="en-US" dirty="0"/>
              <a:t>	public abstract void hide();</a:t>
            </a:r>
          </a:p>
          <a:p>
            <a:r>
              <a:rPr lang="en-US" dirty="0"/>
              <a:t>	public abstract void report();</a:t>
            </a:r>
          </a:p>
          <a:p>
            <a:r>
              <a:rPr lang="en-US" dirty="0"/>
              <a:t>}</a:t>
            </a:r>
          </a:p>
          <a:p>
            <a:endParaRPr lang="en-US" dirty="0"/>
          </a:p>
          <a:p>
            <a:r>
              <a:rPr lang="en-US" dirty="0"/>
              <a:t>public class Post extends </a:t>
            </a:r>
            <a:r>
              <a:rPr lang="en-US" dirty="0" err="1"/>
              <a:t>SocialMediaComponent</a:t>
            </a:r>
            <a:r>
              <a:rPr lang="en-US" dirty="0"/>
              <a:t> {</a:t>
            </a:r>
          </a:p>
          <a:p>
            <a:r>
              <a:rPr lang="en-US" dirty="0"/>
              <a:t>}</a:t>
            </a:r>
          </a:p>
          <a:p>
            <a:endParaRPr lang="en-US" dirty="0"/>
          </a:p>
          <a:p>
            <a:r>
              <a:rPr lang="en-US" dirty="0"/>
              <a:t>public class Thread extends </a:t>
            </a:r>
            <a:r>
              <a:rPr lang="en-US" dirty="0" err="1"/>
              <a:t>SocialMediaComponent</a:t>
            </a:r>
            <a:r>
              <a:rPr lang="en-US" dirty="0"/>
              <a:t> {}</a:t>
            </a:r>
          </a:p>
          <a:p>
            <a:endParaRPr lang="en-US" dirty="0"/>
          </a:p>
          <a:p>
            <a:r>
              <a:rPr lang="en-US" dirty="0"/>
              <a:t>public class Spaces extends </a:t>
            </a:r>
            <a:r>
              <a:rPr lang="en-US" dirty="0" err="1"/>
              <a:t>SocialMediaComponent</a:t>
            </a:r>
            <a:r>
              <a:rPr lang="en-US" dirty="0"/>
              <a:t> {</a:t>
            </a:r>
          </a:p>
          <a:p>
            <a:r>
              <a:rPr lang="en-US" dirty="0"/>
              <a:t>	public void show() { // show livestream }</a:t>
            </a:r>
          </a:p>
          <a:p>
            <a:r>
              <a:rPr lang="en-US" dirty="0"/>
              <a:t>	public void hide() { // hide livestream }</a:t>
            </a:r>
          </a:p>
          <a:p>
            <a:r>
              <a:rPr lang="en-US" dirty="0"/>
              <a:t>	public void report() { // report livestream}</a:t>
            </a:r>
          </a:p>
          <a:p>
            <a:r>
              <a:rPr lang="en-US" dirty="0"/>
              <a:t>}</a:t>
            </a:r>
          </a:p>
          <a:p>
            <a:endParaRPr lang="en-US" dirty="0"/>
          </a:p>
          <a:p>
            <a:r>
              <a:rPr lang="en-US" dirty="0"/>
              <a:t>class </a:t>
            </a:r>
            <a:r>
              <a:rPr lang="en-US" dirty="0" err="1"/>
              <a:t>ShowButton</a:t>
            </a:r>
            <a:r>
              <a:rPr lang="en-US" dirty="0"/>
              <a:t> {</a:t>
            </a:r>
          </a:p>
          <a:p>
            <a:r>
              <a:rPr lang="en-US" dirty="0"/>
              <a:t>	</a:t>
            </a:r>
            <a:r>
              <a:rPr lang="en-US" dirty="0" err="1"/>
              <a:t>SocialMediaComponent</a:t>
            </a:r>
            <a:r>
              <a:rPr lang="en-US" dirty="0"/>
              <a:t> content;</a:t>
            </a:r>
          </a:p>
          <a:p>
            <a:r>
              <a:rPr lang="en-US" dirty="0"/>
              <a:t>	void </a:t>
            </a:r>
            <a:r>
              <a:rPr lang="en-US" dirty="0" err="1"/>
              <a:t>onClick</a:t>
            </a:r>
            <a:r>
              <a:rPr lang="en-US" dirty="0"/>
              <a:t> () { </a:t>
            </a:r>
            <a:r>
              <a:rPr lang="en-US" dirty="0" err="1"/>
              <a:t>content.show</a:t>
            </a:r>
            <a:r>
              <a:rPr lang="en-US" dirty="0"/>
              <a:t>(); }</a:t>
            </a:r>
          </a:p>
          <a:p>
            <a:r>
              <a:rPr lang="en-US" dirty="0"/>
              <a:t>}</a:t>
            </a:r>
          </a:p>
        </p:txBody>
      </p:sp>
      <p:sp>
        <p:nvSpPr>
          <p:cNvPr id="3" name="Title 2">
            <a:extLst>
              <a:ext uri="{FF2B5EF4-FFF2-40B4-BE49-F238E27FC236}">
                <a16:creationId xmlns:a16="http://schemas.microsoft.com/office/drawing/2014/main" id="{3155696C-A6B8-54B3-E0BE-7D6CE0BEE4EA}"/>
              </a:ext>
            </a:extLst>
          </p:cNvPr>
          <p:cNvSpPr>
            <a:spLocks noGrp="1"/>
          </p:cNvSpPr>
          <p:nvPr>
            <p:ph type="title"/>
          </p:nvPr>
        </p:nvSpPr>
        <p:spPr/>
        <p:txBody>
          <a:bodyPr/>
          <a:lstStyle/>
          <a:p>
            <a:r>
              <a:rPr lang="en-US" dirty="0"/>
              <a:t>Benefits</a:t>
            </a:r>
          </a:p>
        </p:txBody>
      </p:sp>
      <p:sp>
        <p:nvSpPr>
          <p:cNvPr id="17" name="Content Placeholder 16">
            <a:extLst>
              <a:ext uri="{FF2B5EF4-FFF2-40B4-BE49-F238E27FC236}">
                <a16:creationId xmlns:a16="http://schemas.microsoft.com/office/drawing/2014/main" id="{C48B8708-8065-26D8-72DE-DB07C6AE9FC6}"/>
              </a:ext>
            </a:extLst>
          </p:cNvPr>
          <p:cNvSpPr>
            <a:spLocks noGrp="1"/>
          </p:cNvSpPr>
          <p:nvPr>
            <p:ph idx="13"/>
          </p:nvPr>
        </p:nvSpPr>
        <p:spPr/>
        <p:txBody>
          <a:bodyPr>
            <a:normAutofit/>
          </a:bodyPr>
          <a:lstStyle/>
          <a:p>
            <a:r>
              <a:rPr lang="en-US" dirty="0">
                <a:latin typeface="Helvetica" panose="020B0604020202020204" pitchFamily="34" charset="0"/>
                <a:cs typeface="Helvetica" panose="020B0604020202020204" pitchFamily="34" charset="0"/>
              </a:rPr>
              <a:t>Easy to add another </a:t>
            </a:r>
            <a:r>
              <a:rPr lang="en-US" dirty="0" err="1">
                <a:latin typeface="Helvetica" panose="020B0604020202020204" pitchFamily="34" charset="0"/>
                <a:cs typeface="Helvetica" panose="020B0604020202020204" pitchFamily="34" charset="0"/>
              </a:rPr>
              <a:t>SocialMediaComponent</a:t>
            </a:r>
            <a:endParaRPr lang="en-US" dirty="0">
              <a:latin typeface="Helvetica" panose="020B0604020202020204" pitchFamily="34" charset="0"/>
              <a:cs typeface="Helvetica" panose="020B0604020202020204" pitchFamily="34" charset="0"/>
            </a:endParaRPr>
          </a:p>
          <a:p>
            <a:pPr marL="0" indent="0">
              <a:buNone/>
            </a:pPr>
            <a:endParaRPr lang="en-US" dirty="0"/>
          </a:p>
        </p:txBody>
      </p:sp>
      <p:sp>
        <p:nvSpPr>
          <p:cNvPr id="6" name="Rectangle 5">
            <a:extLst>
              <a:ext uri="{FF2B5EF4-FFF2-40B4-BE49-F238E27FC236}">
                <a16:creationId xmlns:a16="http://schemas.microsoft.com/office/drawing/2014/main" id="{06B838F1-73A4-80BB-A9FF-5A15E025C3EB}"/>
              </a:ext>
            </a:extLst>
          </p:cNvPr>
          <p:cNvSpPr/>
          <p:nvPr/>
        </p:nvSpPr>
        <p:spPr>
          <a:xfrm>
            <a:off x="6096000" y="3282462"/>
            <a:ext cx="5633412" cy="152400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00177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A316-EA19-2A45-B61B-7B43FAE9827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C58E2E4-61F6-8E82-32B0-15D57DFC77F0}"/>
              </a:ext>
            </a:extLst>
          </p:cNvPr>
          <p:cNvSpPr>
            <a:spLocks noGrp="1"/>
          </p:cNvSpPr>
          <p:nvPr>
            <p:ph idx="1"/>
          </p:nvPr>
        </p:nvSpPr>
        <p:spPr>
          <a:xfrm>
            <a:off x="360607" y="785004"/>
            <a:ext cx="11449319" cy="5218981"/>
          </a:xfrm>
        </p:spPr>
        <p:txBody>
          <a:bodyPr>
            <a:normAutofit/>
          </a:bodyPr>
          <a:lstStyle/>
          <a:p>
            <a:r>
              <a:rPr lang="en-US" dirty="0"/>
              <a:t>Ideal for representing hierarchical structures where an object can contain other objects from the same class hierarchy</a:t>
            </a:r>
          </a:p>
          <a:p>
            <a:r>
              <a:rPr lang="en-US" dirty="0"/>
              <a:t>Composite pattern allows clients to treat individual objects and compositions of objects uniformly</a:t>
            </a:r>
          </a:p>
          <a:p>
            <a:pPr marL="0" indent="0">
              <a:buNone/>
            </a:pPr>
            <a:endParaRPr lang="en-US" dirty="0"/>
          </a:p>
        </p:txBody>
      </p:sp>
      <p:sp>
        <p:nvSpPr>
          <p:cNvPr id="3" name="Title 2">
            <a:extLst>
              <a:ext uri="{FF2B5EF4-FFF2-40B4-BE49-F238E27FC236}">
                <a16:creationId xmlns:a16="http://schemas.microsoft.com/office/drawing/2014/main" id="{E6480789-A339-5542-C677-9A40D322BE7D}"/>
              </a:ext>
            </a:extLst>
          </p:cNvPr>
          <p:cNvSpPr>
            <a:spLocks noGrp="1"/>
          </p:cNvSpPr>
          <p:nvPr>
            <p:ph type="title"/>
          </p:nvPr>
        </p:nvSpPr>
        <p:spPr>
          <a:xfrm>
            <a:off x="0" y="0"/>
            <a:ext cx="12192000" cy="696277"/>
          </a:xfrm>
        </p:spPr>
        <p:txBody>
          <a:bodyPr/>
          <a:lstStyle/>
          <a:p>
            <a:r>
              <a:rPr lang="en-US" dirty="0"/>
              <a:t>Composite design pattern</a:t>
            </a:r>
          </a:p>
        </p:txBody>
      </p:sp>
    </p:spTree>
    <p:extLst>
      <p:ext uri="{BB962C8B-B14F-4D97-AF65-F5344CB8AC3E}">
        <p14:creationId xmlns:p14="http://schemas.microsoft.com/office/powerpoint/2010/main" val="36941015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07C36-CB4F-1D56-7086-14780A3411E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EEB66DC-80E9-8FB9-0E4D-D4E2CBB94F57}"/>
              </a:ext>
            </a:extLst>
          </p:cNvPr>
          <p:cNvSpPr>
            <a:spLocks noGrp="1"/>
          </p:cNvSpPr>
          <p:nvPr>
            <p:ph idx="1"/>
          </p:nvPr>
        </p:nvSpPr>
        <p:spPr/>
        <p:txBody>
          <a:bodyPr/>
          <a:lstStyle/>
          <a:p>
            <a:r>
              <a:rPr lang="en-US" dirty="0"/>
              <a:t>Simplifies the client</a:t>
            </a:r>
          </a:p>
          <a:p>
            <a:r>
              <a:rPr lang="en-US" dirty="0"/>
              <a:t>Clients can treat leaf and composite objects uniformly</a:t>
            </a:r>
          </a:p>
          <a:p>
            <a:r>
              <a:rPr lang="en-US" dirty="0"/>
              <a:t>Makes it easier to add new kinds of components</a:t>
            </a:r>
          </a:p>
        </p:txBody>
      </p:sp>
      <p:sp>
        <p:nvSpPr>
          <p:cNvPr id="5" name="Title 4">
            <a:extLst>
              <a:ext uri="{FF2B5EF4-FFF2-40B4-BE49-F238E27FC236}">
                <a16:creationId xmlns:a16="http://schemas.microsoft.com/office/drawing/2014/main" id="{5DBD05CC-C6A8-2A5D-E4B9-B7E50914121B}"/>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648618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FC6B-473D-B445-E9DD-BC3C44C171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C2C006-51DE-F4D1-CCFD-657EBE3D612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36F5F3DB-F229-26E1-E9A2-13545A6BE73C}"/>
              </a:ext>
            </a:extLst>
          </p:cNvPr>
          <p:cNvSpPr>
            <a:spLocks noGrp="1"/>
          </p:cNvSpPr>
          <p:nvPr>
            <p:ph type="body" sz="quarter" idx="13"/>
          </p:nvPr>
        </p:nvSpPr>
        <p:spPr/>
        <p:txBody>
          <a:bodyPr/>
          <a:lstStyle/>
          <a:p>
            <a:r>
              <a:rPr lang="en-US" sz="3200" dirty="0"/>
              <a:t>Bridge design pattern</a:t>
            </a:r>
          </a:p>
        </p:txBody>
      </p:sp>
    </p:spTree>
    <p:extLst>
      <p:ext uri="{BB962C8B-B14F-4D97-AF65-F5344CB8AC3E}">
        <p14:creationId xmlns:p14="http://schemas.microsoft.com/office/powerpoint/2010/main" val="295124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AF53-FD6E-6D1F-7809-187C8E1059E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C035DD-0ECC-6E26-7830-04ED9B9EF164}"/>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7E95E5D-EE1A-16A4-9592-C4B85C43B4BD}"/>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7193E25B-5A78-0425-4D70-3D0B1BB66D26}"/>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B980A10-A0F9-464D-E0F8-8DF581D4740E}"/>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B908EBEE-8181-86E5-7A91-14560D1D2246}"/>
              </a:ext>
            </a:extLst>
          </p:cNvPr>
          <p:cNvSpPr/>
          <p:nvPr/>
        </p:nvSpPr>
        <p:spPr>
          <a:xfrm>
            <a:off x="4829906" y="2966599"/>
            <a:ext cx="2286001"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DC24F8F8-1642-96E7-977B-6FCAE6232D91}"/>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20DB07C-BC7E-9597-59AA-DA74EA45CF6A}"/>
              </a:ext>
            </a:extLst>
          </p:cNvPr>
          <p:cNvCxnSpPr>
            <a:cxnSpLocks/>
            <a:stCxn id="2" idx="2"/>
            <a:endCxn id="6" idx="0"/>
          </p:cNvCxnSpPr>
          <p:nvPr/>
        </p:nvCxnSpPr>
        <p:spPr>
          <a:xfrm>
            <a:off x="4525108" y="2130267"/>
            <a:ext cx="1447799"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652B6949-93AB-1E48-CD0E-EACB84DCC383}"/>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9129E340-350D-1A7A-5CF2-A9FAECBB7054}"/>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Tree>
    <p:extLst>
      <p:ext uri="{BB962C8B-B14F-4D97-AF65-F5344CB8AC3E}">
        <p14:creationId xmlns:p14="http://schemas.microsoft.com/office/powerpoint/2010/main" val="34929561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BD506-E79B-B8C5-C951-F31C217EF07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1004D7-64F9-14BC-286D-E3EE42EA4F0F}"/>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8E2A881-F182-27D7-D37D-AE7E82F72273}"/>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00FD4838-5CFA-4D4A-0E96-6A560470FC43}"/>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2E3B7CC1-D45E-D432-9144-188B0EDA02CC}"/>
              </a:ext>
            </a:extLst>
          </p:cNvPr>
          <p:cNvSpPr/>
          <p:nvPr/>
        </p:nvSpPr>
        <p:spPr>
          <a:xfrm>
            <a:off x="2414954" y="2966600"/>
            <a:ext cx="18288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5BB51A6F-13E6-1909-4CB5-DB9B0479652A}"/>
              </a:ext>
            </a:extLst>
          </p:cNvPr>
          <p:cNvSpPr/>
          <p:nvPr/>
        </p:nvSpPr>
        <p:spPr>
          <a:xfrm>
            <a:off x="4829907" y="2966599"/>
            <a:ext cx="2382594"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8" name="Straight Arrow Connector 7">
            <a:extLst>
              <a:ext uri="{FF2B5EF4-FFF2-40B4-BE49-F238E27FC236}">
                <a16:creationId xmlns:a16="http://schemas.microsoft.com/office/drawing/2014/main" id="{74F05C42-1B4E-50FE-8C9D-1B8BB227B906}"/>
              </a:ext>
            </a:extLst>
          </p:cNvPr>
          <p:cNvCxnSpPr>
            <a:stCxn id="2" idx="2"/>
            <a:endCxn id="5" idx="0"/>
          </p:cNvCxnSpPr>
          <p:nvPr/>
        </p:nvCxnSpPr>
        <p:spPr>
          <a:xfrm flipH="1">
            <a:off x="3329354" y="2130267"/>
            <a:ext cx="1195754"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26EAD19-03DC-BA2E-B692-3FFA13F87A85}"/>
              </a:ext>
            </a:extLst>
          </p:cNvPr>
          <p:cNvCxnSpPr>
            <a:cxnSpLocks/>
            <a:stCxn id="2" idx="2"/>
            <a:endCxn id="6" idx="0"/>
          </p:cNvCxnSpPr>
          <p:nvPr/>
        </p:nvCxnSpPr>
        <p:spPr>
          <a:xfrm>
            <a:off x="4525108" y="2130267"/>
            <a:ext cx="1496096"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24E646C-9209-9CF2-2332-956F31C9B10A}"/>
              </a:ext>
            </a:extLst>
          </p:cNvPr>
          <p:cNvSpPr txBox="1"/>
          <p:nvPr/>
        </p:nvSpPr>
        <p:spPr>
          <a:xfrm>
            <a:off x="5514426" y="2179101"/>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5D8A0D51-92D3-0D2F-0270-6FA296864F05}"/>
              </a:ext>
            </a:extLst>
          </p:cNvPr>
          <p:cNvSpPr txBox="1"/>
          <p:nvPr/>
        </p:nvSpPr>
        <p:spPr>
          <a:xfrm>
            <a:off x="2722043" y="2188827"/>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30FB293E-014E-57F4-8281-DC54637B1FC1}"/>
              </a:ext>
            </a:extLst>
          </p:cNvPr>
          <p:cNvSpPr txBox="1"/>
          <p:nvPr/>
        </p:nvSpPr>
        <p:spPr>
          <a:xfrm>
            <a:off x="360607" y="4478144"/>
            <a:ext cx="12097094" cy="523220"/>
          </a:xfrm>
          <a:prstGeom prst="rect">
            <a:avLst/>
          </a:prstGeom>
          <a:noFill/>
        </p:spPr>
        <p:txBody>
          <a:bodyPr wrap="none" rtlCol="0">
            <a:spAutoFit/>
          </a:bodyPr>
          <a:lstStyle/>
          <a:p>
            <a:r>
              <a:rPr lang="en-US" sz="2800" b="1" i="1" dirty="0"/>
              <a:t>A car can be either gas or electric. A motorcycle can also be either gas or electric</a:t>
            </a:r>
          </a:p>
        </p:txBody>
      </p:sp>
    </p:spTree>
    <p:extLst>
      <p:ext uri="{BB962C8B-B14F-4D97-AF65-F5344CB8AC3E}">
        <p14:creationId xmlns:p14="http://schemas.microsoft.com/office/powerpoint/2010/main" val="12357519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45B0-BC97-36CA-5B21-483FF65FECA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0360C32-8D75-70AE-CB02-05F69B498F80}"/>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B1FDB29-A0C8-8453-8BBE-265E881F0C9B}"/>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9F7CE6CA-CF15-2C94-A835-E596FC3255D4}"/>
              </a:ext>
            </a:extLst>
          </p:cNvPr>
          <p:cNvSpPr/>
          <p:nvPr/>
        </p:nvSpPr>
        <p:spPr>
          <a:xfrm>
            <a:off x="3610708" y="1274482"/>
            <a:ext cx="1828800" cy="8557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4F269BD2-9D80-CBD9-12EB-88583919AE77}"/>
              </a:ext>
            </a:extLst>
          </p:cNvPr>
          <p:cNvSpPr/>
          <p:nvPr/>
        </p:nvSpPr>
        <p:spPr>
          <a:xfrm>
            <a:off x="291098" y="2966600"/>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ElectricCar</a:t>
            </a:r>
            <a:endParaRPr lang="en-US" dirty="0"/>
          </a:p>
        </p:txBody>
      </p:sp>
      <p:sp>
        <p:nvSpPr>
          <p:cNvPr id="6" name="Rectangle: Rounded Corners 5">
            <a:extLst>
              <a:ext uri="{FF2B5EF4-FFF2-40B4-BE49-F238E27FC236}">
                <a16:creationId xmlns:a16="http://schemas.microsoft.com/office/drawing/2014/main" id="{EB93CFE9-6553-2A4D-1129-310FCCB4E98E}"/>
              </a:ext>
            </a:extLst>
          </p:cNvPr>
          <p:cNvSpPr/>
          <p:nvPr/>
        </p:nvSpPr>
        <p:spPr>
          <a:xfrm>
            <a:off x="508162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ElectricMotorcycle</a:t>
            </a:r>
            <a:endParaRPr lang="en-US" dirty="0"/>
          </a:p>
        </p:txBody>
      </p:sp>
      <p:cxnSp>
        <p:nvCxnSpPr>
          <p:cNvPr id="8" name="Straight Arrow Connector 7">
            <a:extLst>
              <a:ext uri="{FF2B5EF4-FFF2-40B4-BE49-F238E27FC236}">
                <a16:creationId xmlns:a16="http://schemas.microsoft.com/office/drawing/2014/main" id="{AC15D31F-686B-0754-48D4-1B1D1C424FD3}"/>
              </a:ext>
            </a:extLst>
          </p:cNvPr>
          <p:cNvCxnSpPr>
            <a:cxnSpLocks/>
            <a:stCxn id="2" idx="2"/>
            <a:endCxn id="5" idx="0"/>
          </p:cNvCxnSpPr>
          <p:nvPr/>
        </p:nvCxnSpPr>
        <p:spPr>
          <a:xfrm flipH="1">
            <a:off x="1404791" y="2130267"/>
            <a:ext cx="3120317" cy="8363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8BC6C53-49F7-649B-04A9-391CF208822F}"/>
              </a:ext>
            </a:extLst>
          </p:cNvPr>
          <p:cNvCxnSpPr>
            <a:cxnSpLocks/>
            <a:stCxn id="2" idx="2"/>
            <a:endCxn id="6" idx="0"/>
          </p:cNvCxnSpPr>
          <p:nvPr/>
        </p:nvCxnSpPr>
        <p:spPr>
          <a:xfrm>
            <a:off x="4525108" y="2130267"/>
            <a:ext cx="225776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034D5C7-4217-C6F3-5551-BCF35678E6DF}"/>
              </a:ext>
            </a:extLst>
          </p:cNvPr>
          <p:cNvSpPr txBox="1"/>
          <p:nvPr/>
        </p:nvSpPr>
        <p:spPr>
          <a:xfrm>
            <a:off x="6571170" y="2026159"/>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1B39C294-0B43-CD3B-6360-E6F946D42ECF}"/>
              </a:ext>
            </a:extLst>
          </p:cNvPr>
          <p:cNvSpPr txBox="1"/>
          <p:nvPr/>
        </p:nvSpPr>
        <p:spPr>
          <a:xfrm>
            <a:off x="2380375" y="2114411"/>
            <a:ext cx="933269" cy="369332"/>
          </a:xfrm>
          <a:prstGeom prst="rect">
            <a:avLst/>
          </a:prstGeom>
          <a:noFill/>
        </p:spPr>
        <p:txBody>
          <a:bodyPr wrap="none" rtlCol="0">
            <a:spAutoFit/>
          </a:bodyPr>
          <a:lstStyle/>
          <a:p>
            <a:r>
              <a:rPr lang="en-US" b="1" i="1" dirty="0"/>
              <a:t>extends</a:t>
            </a:r>
          </a:p>
        </p:txBody>
      </p:sp>
      <p:sp>
        <p:nvSpPr>
          <p:cNvPr id="7" name="TextBox 6">
            <a:extLst>
              <a:ext uri="{FF2B5EF4-FFF2-40B4-BE49-F238E27FC236}">
                <a16:creationId xmlns:a16="http://schemas.microsoft.com/office/drawing/2014/main" id="{05BED28A-608B-CB64-3F43-331DFD80739F}"/>
              </a:ext>
            </a:extLst>
          </p:cNvPr>
          <p:cNvSpPr txBox="1"/>
          <p:nvPr/>
        </p:nvSpPr>
        <p:spPr>
          <a:xfrm>
            <a:off x="360607" y="4220685"/>
            <a:ext cx="10433754" cy="1384995"/>
          </a:xfrm>
          <a:prstGeom prst="rect">
            <a:avLst/>
          </a:prstGeom>
          <a:noFill/>
        </p:spPr>
        <p:txBody>
          <a:bodyPr wrap="none" rtlCol="0">
            <a:spAutoFit/>
          </a:bodyPr>
          <a:lstStyle/>
          <a:p>
            <a:r>
              <a:rPr lang="en-US" sz="2800" b="1" i="1" dirty="0"/>
              <a:t>What if we want to add diesel vehicles? </a:t>
            </a:r>
          </a:p>
          <a:p>
            <a:r>
              <a:rPr lang="en-US" sz="2800" b="1" i="1" dirty="0"/>
              <a:t>What about other vehicles like Bicycle which are manually operated?</a:t>
            </a:r>
          </a:p>
          <a:p>
            <a:endParaRPr lang="en-US" sz="2800" b="1" i="1" dirty="0"/>
          </a:p>
        </p:txBody>
      </p:sp>
      <p:sp>
        <p:nvSpPr>
          <p:cNvPr id="12" name="Rectangle: Rounded Corners 11">
            <a:extLst>
              <a:ext uri="{FF2B5EF4-FFF2-40B4-BE49-F238E27FC236}">
                <a16:creationId xmlns:a16="http://schemas.microsoft.com/office/drawing/2014/main" id="{D72CBD20-7756-9F77-62A5-BF0DA83A4E0E}"/>
              </a:ext>
            </a:extLst>
          </p:cNvPr>
          <p:cNvSpPr/>
          <p:nvPr/>
        </p:nvSpPr>
        <p:spPr>
          <a:xfrm>
            <a:off x="2722043" y="2966599"/>
            <a:ext cx="2227385"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GasCar</a:t>
            </a:r>
            <a:endParaRPr lang="en-US" dirty="0"/>
          </a:p>
        </p:txBody>
      </p:sp>
      <p:sp>
        <p:nvSpPr>
          <p:cNvPr id="18" name="Rectangle: Rounded Corners 17">
            <a:extLst>
              <a:ext uri="{FF2B5EF4-FFF2-40B4-BE49-F238E27FC236}">
                <a16:creationId xmlns:a16="http://schemas.microsoft.com/office/drawing/2014/main" id="{E1CAD952-8671-9648-F9ED-8EFFC6D8F62D}"/>
              </a:ext>
            </a:extLst>
          </p:cNvPr>
          <p:cNvSpPr/>
          <p:nvPr/>
        </p:nvSpPr>
        <p:spPr>
          <a:xfrm>
            <a:off x="8685685" y="2966598"/>
            <a:ext cx="3402500" cy="855785"/>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GasMotorcycle</a:t>
            </a:r>
            <a:endParaRPr lang="en-US" dirty="0"/>
          </a:p>
        </p:txBody>
      </p:sp>
      <p:cxnSp>
        <p:nvCxnSpPr>
          <p:cNvPr id="20" name="Straight Arrow Connector 19">
            <a:extLst>
              <a:ext uri="{FF2B5EF4-FFF2-40B4-BE49-F238E27FC236}">
                <a16:creationId xmlns:a16="http://schemas.microsoft.com/office/drawing/2014/main" id="{594F4667-03FC-2C6B-2CF5-AC61CBA64D0F}"/>
              </a:ext>
            </a:extLst>
          </p:cNvPr>
          <p:cNvCxnSpPr>
            <a:cxnSpLocks/>
            <a:stCxn id="2" idx="2"/>
            <a:endCxn id="18" idx="0"/>
          </p:cNvCxnSpPr>
          <p:nvPr/>
        </p:nvCxnSpPr>
        <p:spPr>
          <a:xfrm>
            <a:off x="4525108" y="2130267"/>
            <a:ext cx="5861827" cy="8363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0819D72A-5736-4946-93C8-D0675419BE6B}"/>
              </a:ext>
            </a:extLst>
          </p:cNvPr>
          <p:cNvSpPr txBox="1"/>
          <p:nvPr/>
        </p:nvSpPr>
        <p:spPr>
          <a:xfrm>
            <a:off x="4773927" y="2496379"/>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65437E12-0D15-2D00-2AE5-B3DA01C4CEA2}"/>
              </a:ext>
            </a:extLst>
          </p:cNvPr>
          <p:cNvSpPr txBox="1"/>
          <p:nvPr/>
        </p:nvSpPr>
        <p:spPr>
          <a:xfrm>
            <a:off x="3102117" y="2544892"/>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52AE90CF-2A16-46D4-0291-82243616CE83}"/>
              </a:ext>
            </a:extLst>
          </p:cNvPr>
          <p:cNvCxnSpPr>
            <a:cxnSpLocks/>
            <a:stCxn id="2" idx="2"/>
            <a:endCxn id="12" idx="0"/>
          </p:cNvCxnSpPr>
          <p:nvPr/>
        </p:nvCxnSpPr>
        <p:spPr>
          <a:xfrm flipH="1">
            <a:off x="3835736" y="2130267"/>
            <a:ext cx="689372" cy="83633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634165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C8D6-CA14-CE8E-74A9-CA2298EDDF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DFDE54-06B8-CAE2-C10B-400EBBD1E11B}"/>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83E16ED1-2D63-42D5-9B0C-CF1AE8612BF5}"/>
              </a:ext>
            </a:extLst>
          </p:cNvPr>
          <p:cNvSpPr>
            <a:spLocks noGrp="1"/>
          </p:cNvSpPr>
          <p:nvPr>
            <p:ph type="title"/>
          </p:nvPr>
        </p:nvSpPr>
        <p:spPr/>
        <p:txBody>
          <a:bodyPr/>
          <a:lstStyle/>
          <a:p>
            <a:r>
              <a:rPr lang="en-US" dirty="0"/>
              <a:t>Case study: vehicle class hierarchy</a:t>
            </a:r>
          </a:p>
        </p:txBody>
      </p:sp>
      <p:sp>
        <p:nvSpPr>
          <p:cNvPr id="2" name="Rectangle: Rounded Corners 1">
            <a:extLst>
              <a:ext uri="{FF2B5EF4-FFF2-40B4-BE49-F238E27FC236}">
                <a16:creationId xmlns:a16="http://schemas.microsoft.com/office/drawing/2014/main" id="{1E2DE1E0-8833-8776-C25B-515788113524}"/>
              </a:ext>
            </a:extLst>
          </p:cNvPr>
          <p:cNvSpPr/>
          <p:nvPr/>
        </p:nvSpPr>
        <p:spPr>
          <a:xfrm>
            <a:off x="1409385" y="1579036"/>
            <a:ext cx="1499963" cy="4772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Vehicle</a:t>
            </a:r>
            <a:endParaRPr lang="en-US" dirty="0"/>
          </a:p>
        </p:txBody>
      </p:sp>
      <p:sp>
        <p:nvSpPr>
          <p:cNvPr id="5" name="Rectangle: Rounded Corners 4">
            <a:extLst>
              <a:ext uri="{FF2B5EF4-FFF2-40B4-BE49-F238E27FC236}">
                <a16:creationId xmlns:a16="http://schemas.microsoft.com/office/drawing/2014/main" id="{582614C5-4B93-B29A-0198-BEF3CBB97D66}"/>
              </a:ext>
            </a:extLst>
          </p:cNvPr>
          <p:cNvSpPr/>
          <p:nvPr/>
        </p:nvSpPr>
        <p:spPr>
          <a:xfrm>
            <a:off x="51578" y="2856269"/>
            <a:ext cx="931841"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Car</a:t>
            </a:r>
            <a:endParaRPr lang="en-US" dirty="0"/>
          </a:p>
        </p:txBody>
      </p:sp>
      <p:sp>
        <p:nvSpPr>
          <p:cNvPr id="6" name="Rectangle: Rounded Corners 5">
            <a:extLst>
              <a:ext uri="{FF2B5EF4-FFF2-40B4-BE49-F238E27FC236}">
                <a16:creationId xmlns:a16="http://schemas.microsoft.com/office/drawing/2014/main" id="{1D8EE0C2-D55E-81F5-E87A-430739C0B06B}"/>
              </a:ext>
            </a:extLst>
          </p:cNvPr>
          <p:cNvSpPr/>
          <p:nvPr/>
        </p:nvSpPr>
        <p:spPr>
          <a:xfrm>
            <a:off x="5741825" y="2823789"/>
            <a:ext cx="1805065" cy="477220"/>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Electric</a:t>
            </a:r>
            <a:endParaRPr lang="en-US" dirty="0"/>
          </a:p>
        </p:txBody>
      </p:sp>
      <p:cxnSp>
        <p:nvCxnSpPr>
          <p:cNvPr id="8" name="Straight Arrow Connector 7">
            <a:extLst>
              <a:ext uri="{FF2B5EF4-FFF2-40B4-BE49-F238E27FC236}">
                <a16:creationId xmlns:a16="http://schemas.microsoft.com/office/drawing/2014/main" id="{4AEEA740-AAD6-9A63-9D23-677C9CDF4C9A}"/>
              </a:ext>
            </a:extLst>
          </p:cNvPr>
          <p:cNvCxnSpPr>
            <a:cxnSpLocks/>
            <a:stCxn id="2" idx="2"/>
            <a:endCxn id="5" idx="0"/>
          </p:cNvCxnSpPr>
          <p:nvPr/>
        </p:nvCxnSpPr>
        <p:spPr>
          <a:xfrm flipH="1">
            <a:off x="517499" y="2056256"/>
            <a:ext cx="1641868"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B28C442-2809-91E0-455D-98853B3AE6A7}"/>
              </a:ext>
            </a:extLst>
          </p:cNvPr>
          <p:cNvCxnSpPr>
            <a:cxnSpLocks/>
            <a:stCxn id="10" idx="2"/>
            <a:endCxn id="6" idx="0"/>
          </p:cNvCxnSpPr>
          <p:nvPr/>
        </p:nvCxnSpPr>
        <p:spPr>
          <a:xfrm flipH="1">
            <a:off x="6644358" y="2056256"/>
            <a:ext cx="1283188" cy="76753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A45AEAD-5FCB-AE90-4883-13D362994E84}"/>
              </a:ext>
            </a:extLst>
          </p:cNvPr>
          <p:cNvSpPr txBox="1"/>
          <p:nvPr/>
        </p:nvSpPr>
        <p:spPr>
          <a:xfrm>
            <a:off x="6261097" y="2198782"/>
            <a:ext cx="933269" cy="369332"/>
          </a:xfrm>
          <a:prstGeom prst="rect">
            <a:avLst/>
          </a:prstGeom>
          <a:noFill/>
        </p:spPr>
        <p:txBody>
          <a:bodyPr wrap="none" rtlCol="0">
            <a:spAutoFit/>
          </a:bodyPr>
          <a:lstStyle/>
          <a:p>
            <a:r>
              <a:rPr lang="en-US" b="1" i="1" dirty="0"/>
              <a:t>extends</a:t>
            </a:r>
          </a:p>
        </p:txBody>
      </p:sp>
      <p:sp>
        <p:nvSpPr>
          <p:cNvPr id="14" name="TextBox 13">
            <a:extLst>
              <a:ext uri="{FF2B5EF4-FFF2-40B4-BE49-F238E27FC236}">
                <a16:creationId xmlns:a16="http://schemas.microsoft.com/office/drawing/2014/main" id="{025A16D0-CDDF-645E-EF1D-41A92FA6DE1B}"/>
              </a:ext>
            </a:extLst>
          </p:cNvPr>
          <p:cNvSpPr txBox="1"/>
          <p:nvPr/>
        </p:nvSpPr>
        <p:spPr>
          <a:xfrm>
            <a:off x="337161" y="2144648"/>
            <a:ext cx="933269" cy="369332"/>
          </a:xfrm>
          <a:prstGeom prst="rect">
            <a:avLst/>
          </a:prstGeom>
          <a:noFill/>
        </p:spPr>
        <p:txBody>
          <a:bodyPr wrap="none" rtlCol="0">
            <a:spAutoFit/>
          </a:bodyPr>
          <a:lstStyle/>
          <a:p>
            <a:r>
              <a:rPr lang="en-US" b="1" i="1" dirty="0"/>
              <a:t>extends</a:t>
            </a:r>
          </a:p>
        </p:txBody>
      </p:sp>
      <p:sp>
        <p:nvSpPr>
          <p:cNvPr id="12" name="Rectangle: Rounded Corners 11">
            <a:extLst>
              <a:ext uri="{FF2B5EF4-FFF2-40B4-BE49-F238E27FC236}">
                <a16:creationId xmlns:a16="http://schemas.microsoft.com/office/drawing/2014/main" id="{2E16F206-9575-FAE3-FD1B-D207F4FD47BC}"/>
              </a:ext>
            </a:extLst>
          </p:cNvPr>
          <p:cNvSpPr/>
          <p:nvPr/>
        </p:nvSpPr>
        <p:spPr>
          <a:xfrm>
            <a:off x="1161912" y="2856269"/>
            <a:ext cx="1499964"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Bicycle</a:t>
            </a:r>
            <a:endParaRPr lang="en-US" dirty="0"/>
          </a:p>
        </p:txBody>
      </p:sp>
      <p:sp>
        <p:nvSpPr>
          <p:cNvPr id="18" name="Rectangle: Rounded Corners 17">
            <a:extLst>
              <a:ext uri="{FF2B5EF4-FFF2-40B4-BE49-F238E27FC236}">
                <a16:creationId xmlns:a16="http://schemas.microsoft.com/office/drawing/2014/main" id="{7B0C07DB-9AB5-FCFD-F24B-9606CC3FB4FC}"/>
              </a:ext>
            </a:extLst>
          </p:cNvPr>
          <p:cNvSpPr/>
          <p:nvPr/>
        </p:nvSpPr>
        <p:spPr>
          <a:xfrm>
            <a:off x="7755452" y="2824450"/>
            <a:ext cx="997576"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Gas</a:t>
            </a:r>
            <a:endParaRPr lang="en-US" dirty="0"/>
          </a:p>
        </p:txBody>
      </p:sp>
      <p:cxnSp>
        <p:nvCxnSpPr>
          <p:cNvPr id="20" name="Straight Arrow Connector 19">
            <a:extLst>
              <a:ext uri="{FF2B5EF4-FFF2-40B4-BE49-F238E27FC236}">
                <a16:creationId xmlns:a16="http://schemas.microsoft.com/office/drawing/2014/main" id="{3B8DA568-F019-05FC-2D0E-CAB6CA913975}"/>
              </a:ext>
            </a:extLst>
          </p:cNvPr>
          <p:cNvCxnSpPr>
            <a:cxnSpLocks/>
            <a:stCxn id="10" idx="2"/>
            <a:endCxn id="18" idx="0"/>
          </p:cNvCxnSpPr>
          <p:nvPr/>
        </p:nvCxnSpPr>
        <p:spPr>
          <a:xfrm>
            <a:off x="7927546" y="2056256"/>
            <a:ext cx="326694" cy="768194"/>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604995C1-2A03-D256-002F-B583B70D918A}"/>
              </a:ext>
            </a:extLst>
          </p:cNvPr>
          <p:cNvSpPr txBox="1"/>
          <p:nvPr/>
        </p:nvSpPr>
        <p:spPr>
          <a:xfrm>
            <a:off x="3462412" y="2256937"/>
            <a:ext cx="933269" cy="369332"/>
          </a:xfrm>
          <a:prstGeom prst="rect">
            <a:avLst/>
          </a:prstGeom>
          <a:noFill/>
        </p:spPr>
        <p:txBody>
          <a:bodyPr wrap="none" rtlCol="0">
            <a:spAutoFit/>
          </a:bodyPr>
          <a:lstStyle/>
          <a:p>
            <a:r>
              <a:rPr lang="en-US" b="1" i="1" dirty="0"/>
              <a:t>extends</a:t>
            </a:r>
          </a:p>
        </p:txBody>
      </p:sp>
      <p:sp>
        <p:nvSpPr>
          <p:cNvPr id="24" name="TextBox 23">
            <a:extLst>
              <a:ext uri="{FF2B5EF4-FFF2-40B4-BE49-F238E27FC236}">
                <a16:creationId xmlns:a16="http://schemas.microsoft.com/office/drawing/2014/main" id="{34A1E3C9-6339-7431-D077-60804C6D3BE0}"/>
              </a:ext>
            </a:extLst>
          </p:cNvPr>
          <p:cNvSpPr txBox="1"/>
          <p:nvPr/>
        </p:nvSpPr>
        <p:spPr>
          <a:xfrm>
            <a:off x="1178714" y="2376506"/>
            <a:ext cx="933269" cy="369332"/>
          </a:xfrm>
          <a:prstGeom prst="rect">
            <a:avLst/>
          </a:prstGeom>
          <a:noFill/>
        </p:spPr>
        <p:txBody>
          <a:bodyPr wrap="none" rtlCol="0">
            <a:spAutoFit/>
          </a:bodyPr>
          <a:lstStyle/>
          <a:p>
            <a:r>
              <a:rPr lang="en-US" b="1" i="1" dirty="0"/>
              <a:t>extends</a:t>
            </a:r>
          </a:p>
        </p:txBody>
      </p:sp>
      <p:cxnSp>
        <p:nvCxnSpPr>
          <p:cNvPr id="25" name="Straight Arrow Connector 24">
            <a:extLst>
              <a:ext uri="{FF2B5EF4-FFF2-40B4-BE49-F238E27FC236}">
                <a16:creationId xmlns:a16="http://schemas.microsoft.com/office/drawing/2014/main" id="{85F44365-265B-B06D-C85E-73105E59DA58}"/>
              </a:ext>
            </a:extLst>
          </p:cNvPr>
          <p:cNvCxnSpPr>
            <a:cxnSpLocks/>
            <a:stCxn id="2" idx="2"/>
            <a:endCxn id="12" idx="0"/>
          </p:cNvCxnSpPr>
          <p:nvPr/>
        </p:nvCxnSpPr>
        <p:spPr>
          <a:xfrm flipH="1">
            <a:off x="1911894" y="2056256"/>
            <a:ext cx="247473" cy="800013"/>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DBBB8CDE-D851-DC94-4033-B2833E04FBD9}"/>
              </a:ext>
            </a:extLst>
          </p:cNvPr>
          <p:cNvSpPr/>
          <p:nvPr/>
        </p:nvSpPr>
        <p:spPr>
          <a:xfrm>
            <a:off x="6644358" y="1579036"/>
            <a:ext cx="2566375" cy="477220"/>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ln w="0"/>
                <a:solidFill>
                  <a:schemeClr val="tx1"/>
                </a:solidFill>
                <a:effectLst>
                  <a:outerShdw blurRad="38100" dist="19050" dir="2700000" algn="tl" rotWithShape="0">
                    <a:schemeClr val="dk1">
                      <a:alpha val="40000"/>
                    </a:schemeClr>
                  </a:outerShdw>
                </a:effectLst>
              </a:rPr>
              <a:t>EnergySource</a:t>
            </a:r>
            <a:endParaRPr lang="en-US" dirty="0"/>
          </a:p>
        </p:txBody>
      </p:sp>
      <p:sp>
        <p:nvSpPr>
          <p:cNvPr id="29" name="Rectangle: Rounded Corners 28">
            <a:extLst>
              <a:ext uri="{FF2B5EF4-FFF2-40B4-BE49-F238E27FC236}">
                <a16:creationId xmlns:a16="http://schemas.microsoft.com/office/drawing/2014/main" id="{DDE49FAC-6E24-CF3D-0023-02405652F5E5}"/>
              </a:ext>
            </a:extLst>
          </p:cNvPr>
          <p:cNvSpPr/>
          <p:nvPr/>
        </p:nvSpPr>
        <p:spPr>
          <a:xfrm>
            <a:off x="8925122" y="2807556"/>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Diesel</a:t>
            </a:r>
            <a:endParaRPr lang="en-US" dirty="0"/>
          </a:p>
        </p:txBody>
      </p:sp>
      <p:sp>
        <p:nvSpPr>
          <p:cNvPr id="30" name="Rectangle: Rounded Corners 29">
            <a:extLst>
              <a:ext uri="{FF2B5EF4-FFF2-40B4-BE49-F238E27FC236}">
                <a16:creationId xmlns:a16="http://schemas.microsoft.com/office/drawing/2014/main" id="{844BC528-3F02-E4D3-93CF-839B49671662}"/>
              </a:ext>
            </a:extLst>
          </p:cNvPr>
          <p:cNvSpPr/>
          <p:nvPr/>
        </p:nvSpPr>
        <p:spPr>
          <a:xfrm>
            <a:off x="10519324" y="2801113"/>
            <a:ext cx="1493088" cy="46240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Manual</a:t>
            </a:r>
            <a:endParaRPr lang="en-US" dirty="0"/>
          </a:p>
        </p:txBody>
      </p:sp>
      <p:sp>
        <p:nvSpPr>
          <p:cNvPr id="48" name="Rectangle: Rounded Corners 47">
            <a:extLst>
              <a:ext uri="{FF2B5EF4-FFF2-40B4-BE49-F238E27FC236}">
                <a16:creationId xmlns:a16="http://schemas.microsoft.com/office/drawing/2014/main" id="{C0A08829-8C42-CAC9-A672-129A0B42F5A3}"/>
              </a:ext>
            </a:extLst>
          </p:cNvPr>
          <p:cNvSpPr/>
          <p:nvPr/>
        </p:nvSpPr>
        <p:spPr>
          <a:xfrm>
            <a:off x="2848903" y="2839648"/>
            <a:ext cx="2285463" cy="465401"/>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tx1"/>
                </a:solidFill>
                <a:effectLst>
                  <a:outerShdw blurRad="38100" dist="19050" dir="2700000" algn="tl" rotWithShape="0">
                    <a:schemeClr val="dk1">
                      <a:alpha val="40000"/>
                    </a:schemeClr>
                  </a:outerShdw>
                </a:effectLst>
              </a:rPr>
              <a:t>Motorcycle</a:t>
            </a:r>
            <a:endParaRPr lang="en-US" dirty="0"/>
          </a:p>
        </p:txBody>
      </p:sp>
      <p:cxnSp>
        <p:nvCxnSpPr>
          <p:cNvPr id="49" name="Straight Arrow Connector 48">
            <a:extLst>
              <a:ext uri="{FF2B5EF4-FFF2-40B4-BE49-F238E27FC236}">
                <a16:creationId xmlns:a16="http://schemas.microsoft.com/office/drawing/2014/main" id="{052405CA-4DC0-9FD6-E97E-1EAC4091D069}"/>
              </a:ext>
            </a:extLst>
          </p:cNvPr>
          <p:cNvCxnSpPr>
            <a:cxnSpLocks/>
            <a:stCxn id="2" idx="2"/>
            <a:endCxn id="48" idx="0"/>
          </p:cNvCxnSpPr>
          <p:nvPr/>
        </p:nvCxnSpPr>
        <p:spPr>
          <a:xfrm>
            <a:off x="2159367" y="2056256"/>
            <a:ext cx="1832268" cy="78339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E6E64DC1-C0FD-7132-AFBF-A67D637E8A88}"/>
              </a:ext>
            </a:extLst>
          </p:cNvPr>
          <p:cNvSpPr txBox="1"/>
          <p:nvPr/>
        </p:nvSpPr>
        <p:spPr>
          <a:xfrm>
            <a:off x="7243671" y="2420367"/>
            <a:ext cx="933269" cy="369332"/>
          </a:xfrm>
          <a:prstGeom prst="rect">
            <a:avLst/>
          </a:prstGeom>
          <a:noFill/>
        </p:spPr>
        <p:txBody>
          <a:bodyPr wrap="none" rtlCol="0">
            <a:spAutoFit/>
          </a:bodyPr>
          <a:lstStyle/>
          <a:p>
            <a:r>
              <a:rPr lang="en-US" b="1" i="1" dirty="0"/>
              <a:t>extends</a:t>
            </a:r>
          </a:p>
        </p:txBody>
      </p:sp>
      <p:cxnSp>
        <p:nvCxnSpPr>
          <p:cNvPr id="53" name="Straight Arrow Connector 52">
            <a:extLst>
              <a:ext uri="{FF2B5EF4-FFF2-40B4-BE49-F238E27FC236}">
                <a16:creationId xmlns:a16="http://schemas.microsoft.com/office/drawing/2014/main" id="{CD27C977-4460-3B6A-5C9A-EF5FF8245B69}"/>
              </a:ext>
            </a:extLst>
          </p:cNvPr>
          <p:cNvCxnSpPr>
            <a:cxnSpLocks/>
            <a:stCxn id="10" idx="2"/>
            <a:endCxn id="29" idx="0"/>
          </p:cNvCxnSpPr>
          <p:nvPr/>
        </p:nvCxnSpPr>
        <p:spPr>
          <a:xfrm>
            <a:off x="7927546" y="2056256"/>
            <a:ext cx="1744120" cy="75130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897EFAF5-BDC9-EF60-9805-0A11ACDF7E88}"/>
              </a:ext>
            </a:extLst>
          </p:cNvPr>
          <p:cNvCxnSpPr>
            <a:cxnSpLocks/>
            <a:stCxn id="10" idx="2"/>
            <a:endCxn id="30" idx="0"/>
          </p:cNvCxnSpPr>
          <p:nvPr/>
        </p:nvCxnSpPr>
        <p:spPr>
          <a:xfrm>
            <a:off x="7927546" y="2056256"/>
            <a:ext cx="3338322" cy="74485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276C00DE-7AC5-FF18-EAE4-A873237D1CC5}"/>
              </a:ext>
            </a:extLst>
          </p:cNvPr>
          <p:cNvSpPr txBox="1"/>
          <p:nvPr/>
        </p:nvSpPr>
        <p:spPr>
          <a:xfrm>
            <a:off x="9807578" y="2193171"/>
            <a:ext cx="933269" cy="369332"/>
          </a:xfrm>
          <a:prstGeom prst="rect">
            <a:avLst/>
          </a:prstGeom>
          <a:noFill/>
        </p:spPr>
        <p:txBody>
          <a:bodyPr wrap="none" rtlCol="0">
            <a:spAutoFit/>
          </a:bodyPr>
          <a:lstStyle/>
          <a:p>
            <a:r>
              <a:rPr lang="en-US" b="1" i="1" dirty="0"/>
              <a:t>extends</a:t>
            </a:r>
          </a:p>
        </p:txBody>
      </p:sp>
      <p:sp>
        <p:nvSpPr>
          <p:cNvPr id="60" name="TextBox 59">
            <a:extLst>
              <a:ext uri="{FF2B5EF4-FFF2-40B4-BE49-F238E27FC236}">
                <a16:creationId xmlns:a16="http://schemas.microsoft.com/office/drawing/2014/main" id="{0DF5A07E-A9D2-F1AE-48D2-7AEB6FB13B3E}"/>
              </a:ext>
            </a:extLst>
          </p:cNvPr>
          <p:cNvSpPr txBox="1"/>
          <p:nvPr/>
        </p:nvSpPr>
        <p:spPr>
          <a:xfrm>
            <a:off x="8226245" y="2414002"/>
            <a:ext cx="933269" cy="369332"/>
          </a:xfrm>
          <a:prstGeom prst="rect">
            <a:avLst/>
          </a:prstGeom>
          <a:noFill/>
        </p:spPr>
        <p:txBody>
          <a:bodyPr wrap="none" rtlCol="0">
            <a:spAutoFit/>
          </a:bodyPr>
          <a:lstStyle/>
          <a:p>
            <a:r>
              <a:rPr lang="en-US" b="1" i="1" dirty="0"/>
              <a:t>extends</a:t>
            </a:r>
          </a:p>
        </p:txBody>
      </p:sp>
      <p:cxnSp>
        <p:nvCxnSpPr>
          <p:cNvPr id="61" name="Straight Arrow Connector 60">
            <a:extLst>
              <a:ext uri="{FF2B5EF4-FFF2-40B4-BE49-F238E27FC236}">
                <a16:creationId xmlns:a16="http://schemas.microsoft.com/office/drawing/2014/main" id="{2789F95E-F8DE-B2AE-7B14-1ED38E8D229B}"/>
              </a:ext>
            </a:extLst>
          </p:cNvPr>
          <p:cNvCxnSpPr>
            <a:cxnSpLocks/>
            <a:stCxn id="2" idx="3"/>
            <a:endCxn id="10" idx="1"/>
          </p:cNvCxnSpPr>
          <p:nvPr/>
        </p:nvCxnSpPr>
        <p:spPr>
          <a:xfrm>
            <a:off x="2909348" y="1817646"/>
            <a:ext cx="3735010" cy="0"/>
          </a:xfrm>
          <a:prstGeom prst="straightConnector1">
            <a:avLst/>
          </a:prstGeom>
          <a:ln w="25400">
            <a:prstDash val="sysDot"/>
            <a:tailEnd type="triangle"/>
          </a:ln>
        </p:spPr>
        <p:style>
          <a:lnRef idx="1">
            <a:schemeClr val="dk1"/>
          </a:lnRef>
          <a:fillRef idx="0">
            <a:schemeClr val="dk1"/>
          </a:fillRef>
          <a:effectRef idx="0">
            <a:schemeClr val="dk1"/>
          </a:effectRef>
          <a:fontRef idx="minor">
            <a:schemeClr val="tx1"/>
          </a:fontRef>
        </p:style>
      </p:cxnSp>
      <p:sp>
        <p:nvSpPr>
          <p:cNvPr id="69" name="TextBox 68">
            <a:extLst>
              <a:ext uri="{FF2B5EF4-FFF2-40B4-BE49-F238E27FC236}">
                <a16:creationId xmlns:a16="http://schemas.microsoft.com/office/drawing/2014/main" id="{47488A16-0D10-2743-5347-339C2C6A925C}"/>
              </a:ext>
            </a:extLst>
          </p:cNvPr>
          <p:cNvSpPr txBox="1"/>
          <p:nvPr/>
        </p:nvSpPr>
        <p:spPr>
          <a:xfrm>
            <a:off x="4197019" y="1449936"/>
            <a:ext cx="987258" cy="369332"/>
          </a:xfrm>
          <a:prstGeom prst="rect">
            <a:avLst/>
          </a:prstGeom>
          <a:noFill/>
        </p:spPr>
        <p:txBody>
          <a:bodyPr wrap="none" rtlCol="0">
            <a:spAutoFit/>
          </a:bodyPr>
          <a:lstStyle/>
          <a:p>
            <a:r>
              <a:rPr lang="en-US" b="1" i="1" dirty="0"/>
              <a:t>contains</a:t>
            </a:r>
          </a:p>
        </p:txBody>
      </p:sp>
      <p:sp>
        <p:nvSpPr>
          <p:cNvPr id="70" name="TextBox 69">
            <a:extLst>
              <a:ext uri="{FF2B5EF4-FFF2-40B4-BE49-F238E27FC236}">
                <a16:creationId xmlns:a16="http://schemas.microsoft.com/office/drawing/2014/main" id="{3727DFB0-420D-5421-EE79-5A71520D3DA5}"/>
              </a:ext>
            </a:extLst>
          </p:cNvPr>
          <p:cNvSpPr txBox="1"/>
          <p:nvPr/>
        </p:nvSpPr>
        <p:spPr>
          <a:xfrm>
            <a:off x="1178714" y="3856892"/>
            <a:ext cx="2357953" cy="584775"/>
          </a:xfrm>
          <a:prstGeom prst="rect">
            <a:avLst/>
          </a:prstGeom>
          <a:noFill/>
        </p:spPr>
        <p:txBody>
          <a:bodyPr wrap="none" rtlCol="0">
            <a:spAutoFit/>
          </a:bodyPr>
          <a:lstStyle/>
          <a:p>
            <a:r>
              <a:rPr lang="en-US" sz="3200" b="1" i="1" dirty="0"/>
              <a:t>Abstraction*</a:t>
            </a:r>
            <a:endParaRPr lang="en-US" b="1" i="1" dirty="0"/>
          </a:p>
        </p:txBody>
      </p:sp>
      <p:sp>
        <p:nvSpPr>
          <p:cNvPr id="71" name="TextBox 70">
            <a:extLst>
              <a:ext uri="{FF2B5EF4-FFF2-40B4-BE49-F238E27FC236}">
                <a16:creationId xmlns:a16="http://schemas.microsoft.com/office/drawing/2014/main" id="{59307D01-6228-6B36-D48A-35BC8E5939D1}"/>
              </a:ext>
            </a:extLst>
          </p:cNvPr>
          <p:cNvSpPr txBox="1"/>
          <p:nvPr/>
        </p:nvSpPr>
        <p:spPr>
          <a:xfrm>
            <a:off x="7194366" y="3807255"/>
            <a:ext cx="2918812" cy="584775"/>
          </a:xfrm>
          <a:prstGeom prst="rect">
            <a:avLst/>
          </a:prstGeom>
          <a:noFill/>
        </p:spPr>
        <p:txBody>
          <a:bodyPr wrap="none" rtlCol="0">
            <a:spAutoFit/>
          </a:bodyPr>
          <a:lstStyle/>
          <a:p>
            <a:r>
              <a:rPr lang="en-US" sz="3200" b="1" i="1" dirty="0"/>
              <a:t>Implementation</a:t>
            </a:r>
            <a:endParaRPr lang="en-US" b="1" i="1" dirty="0"/>
          </a:p>
        </p:txBody>
      </p:sp>
      <p:sp>
        <p:nvSpPr>
          <p:cNvPr id="7" name="TextBox 6">
            <a:extLst>
              <a:ext uri="{FF2B5EF4-FFF2-40B4-BE49-F238E27FC236}">
                <a16:creationId xmlns:a16="http://schemas.microsoft.com/office/drawing/2014/main" id="{787FF4E0-E1F4-2004-0B19-2D3A33287EF9}"/>
              </a:ext>
            </a:extLst>
          </p:cNvPr>
          <p:cNvSpPr txBox="1"/>
          <p:nvPr/>
        </p:nvSpPr>
        <p:spPr>
          <a:xfrm>
            <a:off x="1699846" y="5322277"/>
            <a:ext cx="7477688" cy="369332"/>
          </a:xfrm>
          <a:prstGeom prst="rect">
            <a:avLst/>
          </a:prstGeom>
          <a:noFill/>
        </p:spPr>
        <p:txBody>
          <a:bodyPr wrap="none" rtlCol="0">
            <a:spAutoFit/>
          </a:bodyPr>
          <a:lstStyle/>
          <a:p>
            <a:r>
              <a:rPr lang="en-US" dirty="0"/>
              <a:t>*Not an abstract class; just means that it abstracts the implementation details</a:t>
            </a:r>
          </a:p>
        </p:txBody>
      </p:sp>
    </p:spTree>
    <p:extLst>
      <p:ext uri="{BB962C8B-B14F-4D97-AF65-F5344CB8AC3E}">
        <p14:creationId xmlns:p14="http://schemas.microsoft.com/office/powerpoint/2010/main" val="12614640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FA43-FF90-8EE4-0694-0E76CB34DB0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B57AE6-D4AD-1D5D-2ED8-5125EF0DDDC2}"/>
              </a:ext>
            </a:extLst>
          </p:cNvPr>
          <p:cNvSpPr>
            <a:spLocks noGrp="1"/>
          </p:cNvSpPr>
          <p:nvPr>
            <p:ph idx="1"/>
          </p:nvPr>
        </p:nvSpPr>
        <p:spPr/>
        <p:txBody>
          <a:bodyPr>
            <a:normAutofit/>
          </a:bodyPr>
          <a:lstStyle/>
          <a:p>
            <a:r>
              <a:rPr lang="en-US" dirty="0"/>
              <a:t>class Vehicle {</a:t>
            </a:r>
          </a:p>
          <a:p>
            <a:r>
              <a:rPr lang="en-US" dirty="0"/>
              <a:t>	private </a:t>
            </a:r>
            <a:r>
              <a:rPr lang="en-US" dirty="0" err="1"/>
              <a:t>EnergySource</a:t>
            </a:r>
            <a:r>
              <a:rPr lang="en-US" dirty="0"/>
              <a:t> </a:t>
            </a:r>
            <a:r>
              <a:rPr lang="en-US" dirty="0" err="1"/>
              <a:t>energySource</a:t>
            </a:r>
            <a:r>
              <a:rPr lang="en-US" dirty="0"/>
              <a:t>;</a:t>
            </a:r>
          </a:p>
          <a:p>
            <a:r>
              <a:rPr lang="en-US" dirty="0"/>
              <a:t>}</a:t>
            </a:r>
          </a:p>
          <a:p>
            <a:endParaRPr lang="en-US" dirty="0"/>
          </a:p>
          <a:p>
            <a:r>
              <a:rPr lang="en-US" dirty="0"/>
              <a:t>class Car extends Vehicle { }</a:t>
            </a:r>
          </a:p>
          <a:p>
            <a:endParaRPr lang="en-US" dirty="0"/>
          </a:p>
          <a:p>
            <a:r>
              <a:rPr lang="en-US" dirty="0"/>
              <a:t>class Bicycle extends Vehicle { } </a:t>
            </a:r>
          </a:p>
          <a:p>
            <a:endParaRPr lang="en-US" dirty="0"/>
          </a:p>
          <a:p>
            <a:r>
              <a:rPr lang="en-US" dirty="0"/>
              <a:t>class </a:t>
            </a:r>
            <a:r>
              <a:rPr lang="en-US" dirty="0" err="1"/>
              <a:t>EnergySource</a:t>
            </a:r>
            <a:r>
              <a:rPr lang="en-US" dirty="0"/>
              <a:t> {}</a:t>
            </a:r>
          </a:p>
          <a:p>
            <a:endParaRPr lang="en-US" dirty="0"/>
          </a:p>
          <a:p>
            <a:r>
              <a:rPr lang="en-US" dirty="0"/>
              <a:t>class Electric extends </a:t>
            </a:r>
            <a:r>
              <a:rPr lang="en-US" dirty="0" err="1"/>
              <a:t>EnergySource</a:t>
            </a:r>
            <a:r>
              <a:rPr lang="en-US" dirty="0"/>
              <a:t> {}</a:t>
            </a:r>
          </a:p>
          <a:p>
            <a:endParaRPr lang="en-US" dirty="0"/>
          </a:p>
          <a:p>
            <a:r>
              <a:rPr lang="en-US" dirty="0"/>
              <a:t>class Manual extends </a:t>
            </a:r>
            <a:r>
              <a:rPr lang="en-US" dirty="0" err="1"/>
              <a:t>EnergySource</a:t>
            </a:r>
            <a:r>
              <a:rPr lang="en-US" dirty="0"/>
              <a:t> { }</a:t>
            </a:r>
          </a:p>
          <a:p>
            <a:endParaRPr lang="en-US" dirty="0"/>
          </a:p>
          <a:p>
            <a:r>
              <a:rPr lang="en-US" dirty="0"/>
              <a:t>class Diesel extends </a:t>
            </a:r>
            <a:r>
              <a:rPr lang="en-US" dirty="0" err="1"/>
              <a:t>EnergySource</a:t>
            </a:r>
            <a:r>
              <a:rPr lang="en-US" dirty="0"/>
              <a:t> {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22B36BB7-AF54-95CB-E8E4-DA9C60AD63E1}"/>
              </a:ext>
            </a:extLst>
          </p:cNvPr>
          <p:cNvSpPr>
            <a:spLocks noGrp="1"/>
          </p:cNvSpPr>
          <p:nvPr>
            <p:ph type="title"/>
          </p:nvPr>
        </p:nvSpPr>
        <p:spPr/>
        <p:txBody>
          <a:bodyPr/>
          <a:lstStyle/>
          <a:p>
            <a:r>
              <a:rPr lang="en-US" dirty="0"/>
              <a:t>Case study: vehicle class hierarchy</a:t>
            </a:r>
          </a:p>
        </p:txBody>
      </p:sp>
      <p:sp>
        <p:nvSpPr>
          <p:cNvPr id="21" name="Content Placeholder 20">
            <a:extLst>
              <a:ext uri="{FF2B5EF4-FFF2-40B4-BE49-F238E27FC236}">
                <a16:creationId xmlns:a16="http://schemas.microsoft.com/office/drawing/2014/main" id="{D80F5C60-74E7-E16B-7F9E-B68CEF124CE5}"/>
              </a:ext>
            </a:extLst>
          </p:cNvPr>
          <p:cNvSpPr>
            <a:spLocks noGrp="1"/>
          </p:cNvSpPr>
          <p:nvPr>
            <p:ph idx="13"/>
          </p:nvPr>
        </p:nvSpPr>
        <p:spPr/>
        <p:txBody>
          <a:bodyPr/>
          <a:lstStyle/>
          <a:p>
            <a:r>
              <a:rPr lang="en-US" dirty="0"/>
              <a:t>Supports adding both new vehicles and new energy sources</a:t>
            </a:r>
          </a:p>
          <a:p>
            <a:r>
              <a:rPr lang="en-US" dirty="0"/>
              <a:t>No class explosion</a:t>
            </a:r>
          </a:p>
          <a:p>
            <a:r>
              <a:rPr lang="en-US" dirty="0"/>
              <a:t>SRP maintained</a:t>
            </a:r>
          </a:p>
          <a:p>
            <a:endParaRPr lang="en-US" dirty="0"/>
          </a:p>
        </p:txBody>
      </p:sp>
    </p:spTree>
    <p:extLst>
      <p:ext uri="{BB962C8B-B14F-4D97-AF65-F5344CB8AC3E}">
        <p14:creationId xmlns:p14="http://schemas.microsoft.com/office/powerpoint/2010/main" val="3641983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EBDB3-A114-18B9-A72C-754673E8BF5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1CCD6D-F055-8AED-DDC8-E50B2ACCAD4D}"/>
              </a:ext>
            </a:extLst>
          </p:cNvPr>
          <p:cNvSpPr>
            <a:spLocks noGrp="1"/>
          </p:cNvSpPr>
          <p:nvPr>
            <p:ph idx="1"/>
          </p:nvPr>
        </p:nvSpPr>
        <p:spPr/>
        <p:txBody>
          <a:bodyPr>
            <a:normAutofit/>
          </a:bodyPr>
          <a:lstStyle/>
          <a:p>
            <a:r>
              <a:rPr lang="en-US" dirty="0"/>
              <a:t>Split a large class or group of classes into two separate hierarchies – abstraction and implementation – which can be developed independently of each other </a:t>
            </a:r>
          </a:p>
          <a:p>
            <a:r>
              <a:rPr lang="en-US" dirty="0"/>
              <a:t>When an abstraction can have one of several possible implementations, the usual way to accommodate them is to use inheritance</a:t>
            </a:r>
          </a:p>
          <a:p>
            <a:r>
              <a:rPr lang="en-US" dirty="0"/>
              <a:t>Inheritance binds an implementation to an abstraction permanently</a:t>
            </a:r>
          </a:p>
          <a:p>
            <a:pPr lvl="1"/>
            <a:r>
              <a:rPr lang="en-US" dirty="0"/>
              <a:t>Need more flexibility in many cases</a:t>
            </a:r>
          </a:p>
          <a:p>
            <a:pPr marL="0" indent="0">
              <a:buNone/>
            </a:pPr>
            <a:endParaRPr lang="en-US" dirty="0"/>
          </a:p>
        </p:txBody>
      </p:sp>
      <p:sp>
        <p:nvSpPr>
          <p:cNvPr id="3" name="Title 2">
            <a:extLst>
              <a:ext uri="{FF2B5EF4-FFF2-40B4-BE49-F238E27FC236}">
                <a16:creationId xmlns:a16="http://schemas.microsoft.com/office/drawing/2014/main" id="{B51F6F0E-322E-0BDF-EC19-8FDC8690FBFF}"/>
              </a:ext>
            </a:extLst>
          </p:cNvPr>
          <p:cNvSpPr>
            <a:spLocks noGrp="1"/>
          </p:cNvSpPr>
          <p:nvPr>
            <p:ph type="title"/>
          </p:nvPr>
        </p:nvSpPr>
        <p:spPr/>
        <p:txBody>
          <a:bodyPr/>
          <a:lstStyle/>
          <a:p>
            <a:r>
              <a:rPr lang="en-US" dirty="0"/>
              <a:t>Bridge design pattern</a:t>
            </a:r>
          </a:p>
        </p:txBody>
      </p:sp>
    </p:spTree>
    <p:extLst>
      <p:ext uri="{BB962C8B-B14F-4D97-AF65-F5344CB8AC3E}">
        <p14:creationId xmlns:p14="http://schemas.microsoft.com/office/powerpoint/2010/main" val="18764858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7BB74F9-118B-B86F-23AD-30633906F8D0}"/>
              </a:ext>
            </a:extLst>
          </p:cNvPr>
          <p:cNvSpPr>
            <a:spLocks noGrp="1"/>
          </p:cNvSpPr>
          <p:nvPr>
            <p:ph idx="1"/>
          </p:nvPr>
        </p:nvSpPr>
        <p:spPr/>
        <p:txBody>
          <a:bodyPr/>
          <a:lstStyle/>
          <a:p>
            <a:r>
              <a:rPr lang="en-US" dirty="0"/>
              <a:t>Decouples interface (abstraction) and implementation</a:t>
            </a:r>
          </a:p>
          <a:p>
            <a:r>
              <a:rPr lang="en-US" dirty="0"/>
              <a:t>The “implementation” is not bound to the abstraction</a:t>
            </a:r>
          </a:p>
          <a:p>
            <a:pPr lvl="1"/>
            <a:r>
              <a:rPr lang="en-US" dirty="0"/>
              <a:t>For example, you can turn a manual bike to an electric</a:t>
            </a:r>
          </a:p>
          <a:p>
            <a:r>
              <a:rPr lang="en-US" dirty="0"/>
              <a:t>Improved extensibility</a:t>
            </a:r>
          </a:p>
        </p:txBody>
      </p:sp>
      <p:sp>
        <p:nvSpPr>
          <p:cNvPr id="4" name="Title 3">
            <a:extLst>
              <a:ext uri="{FF2B5EF4-FFF2-40B4-BE49-F238E27FC236}">
                <a16:creationId xmlns:a16="http://schemas.microsoft.com/office/drawing/2014/main" id="{359DDE4A-9955-115F-A93D-9282C1DC58B6}"/>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202542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96140-7524-01A1-0CC4-EBB2FDEBE3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9AA4E0C-2549-1B16-C72C-6F657412BA14}"/>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B28399B5-443B-B1BD-6EFF-588723DB7321}"/>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95E1EE0E-6EC8-889B-2F1D-F25684A323C7}"/>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Bridge, </a:t>
            </a:r>
            <a:r>
              <a:rPr lang="en-US" u="sng" dirty="0"/>
              <a:t>Façade, </a:t>
            </a:r>
            <a:r>
              <a:rPr lang="en-US" dirty="0"/>
              <a:t>Decorator</a:t>
            </a:r>
            <a:endParaRPr lang="en-US" u="sng" dirty="0"/>
          </a:p>
          <a:p>
            <a:pPr lvl="1"/>
            <a:endParaRPr lang="en-US" dirty="0"/>
          </a:p>
        </p:txBody>
      </p:sp>
      <p:sp>
        <p:nvSpPr>
          <p:cNvPr id="6" name="Content Placeholder 4">
            <a:extLst>
              <a:ext uri="{FF2B5EF4-FFF2-40B4-BE49-F238E27FC236}">
                <a16:creationId xmlns:a16="http://schemas.microsoft.com/office/drawing/2014/main" id="{5024ABDE-5C87-2E57-E3FF-41D55E618E19}"/>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FF6082A8-4ACE-D1EE-25C9-0D2041F4B117}"/>
              </a:ext>
            </a:extLst>
          </p:cNvPr>
          <p:cNvSpPr/>
          <p:nvPr/>
        </p:nvSpPr>
        <p:spPr>
          <a:xfrm>
            <a:off x="4223988" y="4712677"/>
            <a:ext cx="3980160" cy="106856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80403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ECEA-D492-E249-10B2-D8F7FC86E5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EB6E6C-E74A-8338-95A7-D296DC5E0525}"/>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6C659E33-2470-8A0E-BF57-2CDDAF21494C}"/>
              </a:ext>
            </a:extLst>
          </p:cNvPr>
          <p:cNvSpPr>
            <a:spLocks noGrp="1"/>
          </p:cNvSpPr>
          <p:nvPr>
            <p:ph type="body" sz="quarter" idx="13"/>
          </p:nvPr>
        </p:nvSpPr>
        <p:spPr/>
        <p:txBody>
          <a:bodyPr/>
          <a:lstStyle/>
          <a:p>
            <a:r>
              <a:rPr lang="en-US" sz="3200" dirty="0"/>
              <a:t>Facade design pattern</a:t>
            </a:r>
          </a:p>
        </p:txBody>
      </p:sp>
    </p:spTree>
    <p:extLst>
      <p:ext uri="{BB962C8B-B14F-4D97-AF65-F5344CB8AC3E}">
        <p14:creationId xmlns:p14="http://schemas.microsoft.com/office/powerpoint/2010/main" val="30110092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CE383CC-9330-F264-9B66-2FD6020538A6}"/>
              </a:ext>
            </a:extLst>
          </p:cNvPr>
          <p:cNvSpPr>
            <a:spLocks noGrp="1"/>
          </p:cNvSpPr>
          <p:nvPr>
            <p:ph idx="1"/>
          </p:nvPr>
        </p:nvSpPr>
        <p:spPr/>
        <p:txBody>
          <a:bodyPr/>
          <a:lstStyle/>
          <a:p>
            <a:r>
              <a:rPr lang="en-US" dirty="0"/>
              <a:t>Façade pattern useful for accessing </a:t>
            </a:r>
            <a:r>
              <a:rPr lang="en-US" b="1" i="1" dirty="0"/>
              <a:t>really </a:t>
            </a:r>
            <a:r>
              <a:rPr lang="en-US" dirty="0"/>
              <a:t>complex software systems with many sub-systems</a:t>
            </a:r>
          </a:p>
          <a:p>
            <a:r>
              <a:rPr lang="en-US" dirty="0"/>
              <a:t>Compiler </a:t>
            </a:r>
            <a:r>
              <a:rPr lang="en-US" b="1" i="1" dirty="0"/>
              <a:t>library</a:t>
            </a:r>
            <a:r>
              <a:rPr lang="en-US" dirty="0"/>
              <a:t> </a:t>
            </a:r>
          </a:p>
          <a:p>
            <a:pPr lvl="1"/>
            <a:r>
              <a:rPr lang="en-US" dirty="0"/>
              <a:t>Allows clients to use it and add compilation capabilities to their software</a:t>
            </a:r>
          </a:p>
          <a:p>
            <a:r>
              <a:rPr lang="en-US" dirty="0"/>
              <a:t>Consists of different subsystems and classes</a:t>
            </a:r>
          </a:p>
          <a:p>
            <a:endParaRPr lang="en-US" dirty="0"/>
          </a:p>
        </p:txBody>
      </p:sp>
      <p:sp>
        <p:nvSpPr>
          <p:cNvPr id="4" name="Title 3">
            <a:extLst>
              <a:ext uri="{FF2B5EF4-FFF2-40B4-BE49-F238E27FC236}">
                <a16:creationId xmlns:a16="http://schemas.microsoft.com/office/drawing/2014/main" id="{76F6B14D-A29F-8069-9E2C-E017F3D27E06}"/>
              </a:ext>
            </a:extLst>
          </p:cNvPr>
          <p:cNvSpPr>
            <a:spLocks noGrp="1"/>
          </p:cNvSpPr>
          <p:nvPr>
            <p:ph type="title"/>
          </p:nvPr>
        </p:nvSpPr>
        <p:spPr/>
        <p:txBody>
          <a:bodyPr/>
          <a:lstStyle/>
          <a:p>
            <a:r>
              <a:rPr lang="en-US" dirty="0"/>
              <a:t>Case study – compiler library</a:t>
            </a:r>
          </a:p>
        </p:txBody>
      </p:sp>
      <p:sp>
        <p:nvSpPr>
          <p:cNvPr id="6" name="Rectangle 5">
            <a:extLst>
              <a:ext uri="{FF2B5EF4-FFF2-40B4-BE49-F238E27FC236}">
                <a16:creationId xmlns:a16="http://schemas.microsoft.com/office/drawing/2014/main" id="{17709735-B70D-4A76-2143-7E15A93940C0}"/>
              </a:ext>
            </a:extLst>
          </p:cNvPr>
          <p:cNvSpPr/>
          <p:nvPr/>
        </p:nvSpPr>
        <p:spPr>
          <a:xfrm>
            <a:off x="2121713" y="4017505"/>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CD6C6D47-1D8B-D9B0-B6A5-78FE212BA610}"/>
              </a:ext>
            </a:extLst>
          </p:cNvPr>
          <p:cNvSpPr/>
          <p:nvPr/>
        </p:nvSpPr>
        <p:spPr>
          <a:xfrm>
            <a:off x="2121713" y="5145560"/>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8DC9A41C-D4AE-3DC4-913C-7E3DC3DD81C7}"/>
              </a:ext>
            </a:extLst>
          </p:cNvPr>
          <p:cNvSpPr/>
          <p:nvPr/>
        </p:nvSpPr>
        <p:spPr>
          <a:xfrm>
            <a:off x="5070234" y="5150175"/>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DBF23B27-A69C-FA98-8CB9-E85A3CFED29A}"/>
              </a:ext>
            </a:extLst>
          </p:cNvPr>
          <p:cNvSpPr/>
          <p:nvPr/>
        </p:nvSpPr>
        <p:spPr>
          <a:xfrm>
            <a:off x="8430130" y="3983440"/>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A49E730-1AEC-73A0-81E8-25C3F7A39CE9}"/>
              </a:ext>
            </a:extLst>
          </p:cNvPr>
          <p:cNvSpPr/>
          <p:nvPr/>
        </p:nvSpPr>
        <p:spPr>
          <a:xfrm>
            <a:off x="5081954" y="3806208"/>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56FB18C3-4FF6-F20C-4B83-64BAB4558490}"/>
              </a:ext>
            </a:extLst>
          </p:cNvPr>
          <p:cNvSpPr/>
          <p:nvPr/>
        </p:nvSpPr>
        <p:spPr>
          <a:xfrm>
            <a:off x="8430130" y="4886117"/>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57051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A863-79C7-0839-A0FB-B34D3C62EA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0BC0DC9-1F44-8F2F-7507-ECE6C481B38F}"/>
              </a:ext>
            </a:extLst>
          </p:cNvPr>
          <p:cNvSpPr>
            <a:spLocks noGrp="1"/>
          </p:cNvSpPr>
          <p:nvPr>
            <p:ph idx="1"/>
          </p:nvPr>
        </p:nvSpPr>
        <p:spPr/>
        <p:txBody>
          <a:bodyPr/>
          <a:lstStyle/>
          <a:p>
            <a:r>
              <a:rPr lang="en-US" dirty="0"/>
              <a:t>The client can access each of these subcomponents individually</a:t>
            </a:r>
          </a:p>
        </p:txBody>
      </p:sp>
      <p:sp>
        <p:nvSpPr>
          <p:cNvPr id="4" name="Title 3">
            <a:extLst>
              <a:ext uri="{FF2B5EF4-FFF2-40B4-BE49-F238E27FC236}">
                <a16:creationId xmlns:a16="http://schemas.microsoft.com/office/drawing/2014/main" id="{0EDAEEAD-B1F4-3A5F-2950-C54CCF8BE761}"/>
              </a:ext>
            </a:extLst>
          </p:cNvPr>
          <p:cNvSpPr>
            <a:spLocks noGrp="1"/>
          </p:cNvSpPr>
          <p:nvPr>
            <p:ph type="title"/>
          </p:nvPr>
        </p:nvSpPr>
        <p:spPr/>
        <p:txBody>
          <a:bodyPr/>
          <a:lstStyle/>
          <a:p>
            <a:r>
              <a:rPr lang="en-US" dirty="0"/>
              <a:t>Case study – compiler library</a:t>
            </a:r>
          </a:p>
        </p:txBody>
      </p:sp>
      <p:grpSp>
        <p:nvGrpSpPr>
          <p:cNvPr id="40" name="Group 39">
            <a:extLst>
              <a:ext uri="{FF2B5EF4-FFF2-40B4-BE49-F238E27FC236}">
                <a16:creationId xmlns:a16="http://schemas.microsoft.com/office/drawing/2014/main" id="{F44C07D4-8056-E6DB-97F5-2F836FE99189}"/>
              </a:ext>
            </a:extLst>
          </p:cNvPr>
          <p:cNvGrpSpPr/>
          <p:nvPr/>
        </p:nvGrpSpPr>
        <p:grpSpPr>
          <a:xfrm>
            <a:off x="2073582" y="1661658"/>
            <a:ext cx="6308416" cy="3014646"/>
            <a:chOff x="2073582" y="1661658"/>
            <a:chExt cx="6308416" cy="3014646"/>
          </a:xfrm>
        </p:grpSpPr>
        <p:cxnSp>
          <p:nvCxnSpPr>
            <p:cNvPr id="21" name="Connector: Curved 20">
              <a:extLst>
                <a:ext uri="{FF2B5EF4-FFF2-40B4-BE49-F238E27FC236}">
                  <a16:creationId xmlns:a16="http://schemas.microsoft.com/office/drawing/2014/main" id="{B8088E0F-FF16-68B7-BFDC-421EDAC31F9C}"/>
                </a:ext>
              </a:extLst>
            </p:cNvPr>
            <p:cNvCxnSpPr>
              <a:cxnSpLocks/>
              <a:stCxn id="13" idx="2"/>
              <a:endCxn id="7" idx="0"/>
            </p:cNvCxnSpPr>
            <p:nvPr/>
          </p:nvCxnSpPr>
          <p:spPr>
            <a:xfrm rot="5400000">
              <a:off x="2089995" y="2341523"/>
              <a:ext cx="2231980"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13CCF2C1-802B-D9F1-EA4D-DD43FFF52F4D}"/>
                </a:ext>
              </a:extLst>
            </p:cNvPr>
            <p:cNvGrpSpPr/>
            <p:nvPr/>
          </p:nvGrpSpPr>
          <p:grpSpPr>
            <a:xfrm>
              <a:off x="2073583" y="1661658"/>
              <a:ext cx="3837717" cy="1800202"/>
              <a:chOff x="2073583" y="1661658"/>
              <a:chExt cx="3837717" cy="1800202"/>
            </a:xfrm>
          </p:grpSpPr>
          <p:grpSp>
            <p:nvGrpSpPr>
              <p:cNvPr id="20" name="Group 19">
                <a:extLst>
                  <a:ext uri="{FF2B5EF4-FFF2-40B4-BE49-F238E27FC236}">
                    <a16:creationId xmlns:a16="http://schemas.microsoft.com/office/drawing/2014/main" id="{A388847B-FA6A-F33A-8749-2A0C19509778}"/>
                  </a:ext>
                </a:extLst>
              </p:cNvPr>
              <p:cNvGrpSpPr/>
              <p:nvPr/>
            </p:nvGrpSpPr>
            <p:grpSpPr>
              <a:xfrm>
                <a:off x="2073583" y="1661658"/>
                <a:ext cx="3837717" cy="1800202"/>
                <a:chOff x="2073583" y="1661658"/>
                <a:chExt cx="3837717" cy="1800202"/>
              </a:xfrm>
            </p:grpSpPr>
            <p:sp>
              <p:nvSpPr>
                <p:cNvPr id="13" name="Rectangle 12">
                  <a:extLst>
                    <a:ext uri="{FF2B5EF4-FFF2-40B4-BE49-F238E27FC236}">
                      <a16:creationId xmlns:a16="http://schemas.microsoft.com/office/drawing/2014/main" id="{10137BC1-5C70-CA99-D12C-F8280C8C4B9C}"/>
                    </a:ext>
                  </a:extLst>
                </p:cNvPr>
                <p:cNvSpPr/>
                <p:nvPr/>
              </p:nvSpPr>
              <p:spPr>
                <a:xfrm>
                  <a:off x="3324342" y="1661658"/>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5" name="Connector: Curved 14">
                  <a:extLst>
                    <a:ext uri="{FF2B5EF4-FFF2-40B4-BE49-F238E27FC236}">
                      <a16:creationId xmlns:a16="http://schemas.microsoft.com/office/drawing/2014/main" id="{9EF3D7A5-7AFB-D969-9074-63FD3184FC74}"/>
                    </a:ext>
                  </a:extLst>
                </p:cNvPr>
                <p:cNvCxnSpPr>
                  <a:cxnSpLocks/>
                  <a:stCxn id="13" idx="2"/>
                  <a:endCxn id="6" idx="0"/>
                </p:cNvCxnSpPr>
                <p:nvPr/>
              </p:nvCxnSpPr>
              <p:spPr>
                <a:xfrm rot="5400000">
                  <a:off x="2654023" y="1777495"/>
                  <a:ext cx="1103925" cy="2264806"/>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6578659-709A-3BDE-A1C4-D50BCCCD813C}"/>
                    </a:ext>
                  </a:extLst>
                </p:cNvPr>
                <p:cNvSpPr txBox="1"/>
                <p:nvPr/>
              </p:nvSpPr>
              <p:spPr>
                <a:xfrm>
                  <a:off x="5170392" y="2356418"/>
                  <a:ext cx="740908" cy="461665"/>
                </a:xfrm>
                <a:prstGeom prst="rect">
                  <a:avLst/>
                </a:prstGeom>
                <a:noFill/>
              </p:spPr>
              <p:txBody>
                <a:bodyPr wrap="none" rtlCol="0">
                  <a:spAutoFit/>
                </a:bodyPr>
                <a:lstStyle/>
                <a:p>
                  <a:r>
                    <a:rPr lang="en-US" sz="2400" b="1" i="1" dirty="0"/>
                    <a:t>uses</a:t>
                  </a:r>
                </a:p>
              </p:txBody>
            </p:sp>
          </p:grpSp>
          <p:sp>
            <p:nvSpPr>
              <p:cNvPr id="24" name="TextBox 23">
                <a:extLst>
                  <a:ext uri="{FF2B5EF4-FFF2-40B4-BE49-F238E27FC236}">
                    <a16:creationId xmlns:a16="http://schemas.microsoft.com/office/drawing/2014/main" id="{5F67A25B-CD68-A896-AD09-A15406FECA77}"/>
                  </a:ext>
                </a:extLst>
              </p:cNvPr>
              <p:cNvSpPr txBox="1"/>
              <p:nvPr/>
            </p:nvSpPr>
            <p:spPr>
              <a:xfrm>
                <a:off x="2440260" y="2448233"/>
                <a:ext cx="740908" cy="461665"/>
              </a:xfrm>
              <a:prstGeom prst="rect">
                <a:avLst/>
              </a:prstGeom>
              <a:noFill/>
            </p:spPr>
            <p:txBody>
              <a:bodyPr wrap="none" rtlCol="0">
                <a:spAutoFit/>
              </a:bodyPr>
              <a:lstStyle/>
              <a:p>
                <a:r>
                  <a:rPr lang="en-US" sz="2400" b="1" i="1" dirty="0"/>
                  <a:t>uses</a:t>
                </a:r>
              </a:p>
            </p:txBody>
          </p:sp>
        </p:grpSp>
        <p:cxnSp>
          <p:nvCxnSpPr>
            <p:cNvPr id="28" name="Connector: Curved 27">
              <a:extLst>
                <a:ext uri="{FF2B5EF4-FFF2-40B4-BE49-F238E27FC236}">
                  <a16:creationId xmlns:a16="http://schemas.microsoft.com/office/drawing/2014/main" id="{E357341E-D84D-42B6-6D6F-70088C836FB5}"/>
                </a:ext>
              </a:extLst>
            </p:cNvPr>
            <p:cNvCxnSpPr>
              <a:cxnSpLocks/>
              <a:stCxn id="13" idx="2"/>
              <a:endCxn id="10" idx="0"/>
            </p:cNvCxnSpPr>
            <p:nvPr/>
          </p:nvCxnSpPr>
          <p:spPr>
            <a:xfrm rot="16200000" flipH="1">
              <a:off x="4239791" y="2456532"/>
              <a:ext cx="892628" cy="69543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07FA4AA0-B7A7-74D2-330C-C04312B0F5AA}"/>
                </a:ext>
              </a:extLst>
            </p:cNvPr>
            <p:cNvCxnSpPr>
              <a:cxnSpLocks/>
              <a:stCxn id="13" idx="2"/>
              <a:endCxn id="9" idx="0"/>
            </p:cNvCxnSpPr>
            <p:nvPr/>
          </p:nvCxnSpPr>
          <p:spPr>
            <a:xfrm rot="16200000" flipH="1">
              <a:off x="5825263" y="871060"/>
              <a:ext cx="1069860" cy="4043611"/>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DF982102-4B4A-3861-8E37-036D17931249}"/>
                </a:ext>
              </a:extLst>
            </p:cNvPr>
            <p:cNvCxnSpPr>
              <a:cxnSpLocks/>
              <a:stCxn id="13" idx="2"/>
              <a:endCxn id="11" idx="1"/>
            </p:cNvCxnSpPr>
            <p:nvPr/>
          </p:nvCxnSpPr>
          <p:spPr>
            <a:xfrm rot="16200000" flipH="1">
              <a:off x="4693986" y="2002337"/>
              <a:ext cx="2318369" cy="3029565"/>
            </a:xfrm>
            <a:prstGeom prst="curved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Curved 36">
              <a:extLst>
                <a:ext uri="{FF2B5EF4-FFF2-40B4-BE49-F238E27FC236}">
                  <a16:creationId xmlns:a16="http://schemas.microsoft.com/office/drawing/2014/main" id="{C4D9FA24-7A28-6E14-5E5E-26C79EFC7C1A}"/>
                </a:ext>
              </a:extLst>
            </p:cNvPr>
            <p:cNvCxnSpPr>
              <a:cxnSpLocks/>
              <a:stCxn id="13" idx="2"/>
              <a:endCxn id="8" idx="0"/>
            </p:cNvCxnSpPr>
            <p:nvPr/>
          </p:nvCxnSpPr>
          <p:spPr>
            <a:xfrm rot="16200000" flipH="1">
              <a:off x="3561948" y="3134375"/>
              <a:ext cx="2236595" cy="683715"/>
            </a:xfrm>
            <a:prstGeom prst="curved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FC2F4C50-38D1-05EA-3B4C-4297E9B563DB}"/>
              </a:ext>
            </a:extLst>
          </p:cNvPr>
          <p:cNvCxnSpPr>
            <a:cxnSpLocks/>
            <a:stCxn id="10" idx="2"/>
            <a:endCxn id="8" idx="0"/>
          </p:cNvCxnSpPr>
          <p:nvPr/>
        </p:nvCxnSpPr>
        <p:spPr>
          <a:xfrm flipH="1">
            <a:off x="5022103" y="3942226"/>
            <a:ext cx="11720" cy="6523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nvGrpSpPr>
          <p:cNvPr id="61" name="Group 60">
            <a:extLst>
              <a:ext uri="{FF2B5EF4-FFF2-40B4-BE49-F238E27FC236}">
                <a16:creationId xmlns:a16="http://schemas.microsoft.com/office/drawing/2014/main" id="{EB0DE38B-C4CC-5CFE-61FB-9C01F32A9DA7}"/>
              </a:ext>
            </a:extLst>
          </p:cNvPr>
          <p:cNvGrpSpPr/>
          <p:nvPr/>
        </p:nvGrpSpPr>
        <p:grpSpPr>
          <a:xfrm>
            <a:off x="787472" y="3059723"/>
            <a:ext cx="9024744" cy="2485633"/>
            <a:chOff x="787472" y="3059723"/>
            <a:chExt cx="9024744" cy="2485633"/>
          </a:xfrm>
        </p:grpSpPr>
        <p:grpSp>
          <p:nvGrpSpPr>
            <p:cNvPr id="12" name="Group 11">
              <a:extLst>
                <a:ext uri="{FF2B5EF4-FFF2-40B4-BE49-F238E27FC236}">
                  <a16:creationId xmlns:a16="http://schemas.microsoft.com/office/drawing/2014/main" id="{C760F5A5-28F8-7310-A234-81EEB38CAE00}"/>
                </a:ext>
              </a:extLst>
            </p:cNvPr>
            <p:cNvGrpSpPr/>
            <p:nvPr/>
          </p:nvGrpSpPr>
          <p:grpSpPr>
            <a:xfrm>
              <a:off x="787472" y="3059723"/>
              <a:ext cx="9024744" cy="2485633"/>
              <a:chOff x="1385349" y="2157046"/>
              <a:chExt cx="9024744" cy="2485633"/>
            </a:xfrm>
          </p:grpSpPr>
          <p:sp>
            <p:nvSpPr>
              <p:cNvPr id="6" name="Rectangle 5">
                <a:extLst>
                  <a:ext uri="{FF2B5EF4-FFF2-40B4-BE49-F238E27FC236}">
                    <a16:creationId xmlns:a16="http://schemas.microsoft.com/office/drawing/2014/main" id="{2710D4D0-8F7E-5D92-00E6-6714127C6A46}"/>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ABD9454F-56A0-A445-C59B-86145C247851}"/>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3E7B5BE7-4C98-7009-05CA-543E57174711}"/>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74C42BF0-CF73-4DDD-AC34-DE478BEB3A2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BEA00EDD-0543-1B7E-92EA-1DF7F019D426}"/>
                  </a:ext>
                </a:extLst>
              </p:cNvPr>
              <p:cNvSpPr/>
              <p:nvPr/>
            </p:nvSpPr>
            <p:spPr>
              <a:xfrm>
                <a:off x="4617654" y="2347887"/>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E93ADE3E-8723-CB01-2C90-2556AB1D3A10}"/>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4C5A0FEE-25E2-44A0-2BB8-3E5FDF9434E7}"/>
                  </a:ext>
                </a:extLst>
              </p:cNvPr>
              <p:cNvSpPr/>
              <p:nvPr/>
            </p:nvSpPr>
            <p:spPr>
              <a:xfrm>
                <a:off x="1385349" y="2157046"/>
                <a:ext cx="9024744" cy="2485633"/>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 name="TextBox 2">
                <a:extLst>
                  <a:ext uri="{FF2B5EF4-FFF2-40B4-BE49-F238E27FC236}">
                    <a16:creationId xmlns:a16="http://schemas.microsoft.com/office/drawing/2014/main" id="{BD751228-077F-C7A2-2D7C-448A741BC2E2}"/>
                  </a:ext>
                </a:extLst>
              </p:cNvPr>
              <p:cNvSpPr txBox="1"/>
              <p:nvPr/>
            </p:nvSpPr>
            <p:spPr>
              <a:xfrm>
                <a:off x="6828261" y="4119459"/>
                <a:ext cx="2577052" cy="523220"/>
              </a:xfrm>
              <a:prstGeom prst="rect">
                <a:avLst/>
              </a:prstGeom>
              <a:noFill/>
            </p:spPr>
            <p:txBody>
              <a:bodyPr wrap="none" rtlCol="0">
                <a:spAutoFit/>
              </a:bodyPr>
              <a:lstStyle/>
              <a:p>
                <a:r>
                  <a:rPr lang="en-US" sz="2800" b="1" i="1" dirty="0"/>
                  <a:t>Compiler library</a:t>
                </a:r>
              </a:p>
            </p:txBody>
          </p:sp>
        </p:grpSp>
        <p:cxnSp>
          <p:nvCxnSpPr>
            <p:cNvPr id="42" name="Straight Arrow Connector 41">
              <a:extLst>
                <a:ext uri="{FF2B5EF4-FFF2-40B4-BE49-F238E27FC236}">
                  <a16:creationId xmlns:a16="http://schemas.microsoft.com/office/drawing/2014/main" id="{CB9D0730-B99B-5929-A78C-CDA2FE8428B2}"/>
                </a:ext>
              </a:extLst>
            </p:cNvPr>
            <p:cNvCxnSpPr>
              <a:stCxn id="6" idx="3"/>
              <a:endCxn id="10" idx="1"/>
            </p:cNvCxnSpPr>
            <p:nvPr/>
          </p:nvCxnSpPr>
          <p:spPr>
            <a:xfrm flipV="1">
              <a:off x="3087628" y="3596395"/>
              <a:ext cx="932149" cy="21360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ED28CC6-538F-493E-56A9-34A845E06576}"/>
                </a:ext>
              </a:extLst>
            </p:cNvPr>
            <p:cNvCxnSpPr>
              <a:cxnSpLocks/>
              <a:stCxn id="6" idx="3"/>
              <a:endCxn id="8"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51E9EB06-FD31-59A2-C1F3-40DB1F30D2BE}"/>
                </a:ext>
              </a:extLst>
            </p:cNvPr>
            <p:cNvCxnSpPr>
              <a:cxnSpLocks/>
              <a:stCxn id="7" idx="3"/>
              <a:endCxn id="8"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B3BE6D8F-0C49-D0AA-2DE9-8098D0FF927E}"/>
                </a:ext>
              </a:extLst>
            </p:cNvPr>
            <p:cNvCxnSpPr>
              <a:cxnSpLocks/>
              <a:stCxn id="10" idx="3"/>
              <a:endCxn id="9" idx="1"/>
            </p:cNvCxnSpPr>
            <p:nvPr/>
          </p:nvCxnSpPr>
          <p:spPr>
            <a:xfrm>
              <a:off x="6047869" y="3596395"/>
              <a:ext cx="1320084" cy="17723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D85FA389-E5C2-2203-AF4B-5C7E0E760416}"/>
                </a:ext>
              </a:extLst>
            </p:cNvPr>
            <p:cNvCxnSpPr>
              <a:cxnSpLocks/>
              <a:stCxn id="9" idx="1"/>
              <a:endCxn id="8"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32C019D-0136-F4D5-1985-20D51FA328F1}"/>
                </a:ext>
              </a:extLst>
            </p:cNvPr>
            <p:cNvCxnSpPr>
              <a:cxnSpLocks/>
              <a:stCxn id="8" idx="3"/>
              <a:endCxn id="11"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5695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3BE16-C159-8496-DF45-32AB78C8C0E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6387A5-0577-5E13-1F1E-9E15E228DE65}"/>
              </a:ext>
            </a:extLst>
          </p:cNvPr>
          <p:cNvSpPr>
            <a:spLocks noGrp="1"/>
          </p:cNvSpPr>
          <p:nvPr>
            <p:ph idx="1"/>
          </p:nvPr>
        </p:nvSpPr>
        <p:spPr/>
        <p:txBody>
          <a:bodyPr/>
          <a:lstStyle/>
          <a:p>
            <a:r>
              <a:rPr lang="en-US" dirty="0"/>
              <a:t>A compiler library can expose a “facade” class</a:t>
            </a:r>
          </a:p>
        </p:txBody>
      </p:sp>
      <p:sp>
        <p:nvSpPr>
          <p:cNvPr id="4" name="Title 3">
            <a:extLst>
              <a:ext uri="{FF2B5EF4-FFF2-40B4-BE49-F238E27FC236}">
                <a16:creationId xmlns:a16="http://schemas.microsoft.com/office/drawing/2014/main" id="{56D419C8-B37B-1921-6916-1C299A389478}"/>
              </a:ext>
            </a:extLst>
          </p:cNvPr>
          <p:cNvSpPr>
            <a:spLocks noGrp="1"/>
          </p:cNvSpPr>
          <p:nvPr>
            <p:ph type="title"/>
          </p:nvPr>
        </p:nvSpPr>
        <p:spPr/>
        <p:txBody>
          <a:bodyPr/>
          <a:lstStyle/>
          <a:p>
            <a:r>
              <a:rPr lang="en-US" dirty="0"/>
              <a:t>Case study – compiler library</a:t>
            </a:r>
          </a:p>
        </p:txBody>
      </p:sp>
      <p:sp>
        <p:nvSpPr>
          <p:cNvPr id="13" name="Rectangle 12">
            <a:extLst>
              <a:ext uri="{FF2B5EF4-FFF2-40B4-BE49-F238E27FC236}">
                <a16:creationId xmlns:a16="http://schemas.microsoft.com/office/drawing/2014/main" id="{254311CC-3FC6-BEB8-9DDD-9065BFACB21A}"/>
              </a:ext>
            </a:extLst>
          </p:cNvPr>
          <p:cNvSpPr/>
          <p:nvPr/>
        </p:nvSpPr>
        <p:spPr>
          <a:xfrm>
            <a:off x="5391381" y="1582980"/>
            <a:ext cx="2028092" cy="6962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Client</a:t>
            </a:r>
            <a:endParaRPr lang="en-US" dirty="0">
              <a:ln w="0"/>
              <a:solidFill>
                <a:schemeClr val="tx1"/>
              </a:solidFill>
              <a:effectLst>
                <a:outerShdw blurRad="38100" dist="19050" dir="2700000" algn="tl" rotWithShape="0">
                  <a:schemeClr val="dk1">
                    <a:alpha val="40000"/>
                  </a:schemeClr>
                </a:outerShdw>
              </a:effectLst>
            </a:endParaRPr>
          </a:p>
        </p:txBody>
      </p:sp>
      <p:cxnSp>
        <p:nvCxnSpPr>
          <p:cNvPr id="17" name="Straight Arrow Connector 16">
            <a:extLst>
              <a:ext uri="{FF2B5EF4-FFF2-40B4-BE49-F238E27FC236}">
                <a16:creationId xmlns:a16="http://schemas.microsoft.com/office/drawing/2014/main" id="{3E16AB7A-2E49-7CFE-7189-D9FBF1EFF33D}"/>
              </a:ext>
            </a:extLst>
          </p:cNvPr>
          <p:cNvCxnSpPr>
            <a:cxnSpLocks/>
            <a:stCxn id="13" idx="2"/>
            <a:endCxn id="23" idx="0"/>
          </p:cNvCxnSpPr>
          <p:nvPr/>
        </p:nvCxnSpPr>
        <p:spPr>
          <a:xfrm>
            <a:off x="6405427" y="2279258"/>
            <a:ext cx="7688" cy="8891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EE319A9-1058-89E5-D531-09B3807079BD}"/>
              </a:ext>
            </a:extLst>
          </p:cNvPr>
          <p:cNvSpPr/>
          <p:nvPr/>
        </p:nvSpPr>
        <p:spPr>
          <a:xfrm>
            <a:off x="5399069" y="3168423"/>
            <a:ext cx="2028092" cy="691662"/>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CompilerFacade</a:t>
            </a:r>
            <a:endParaRPr lang="en-US" sz="2000" dirty="0">
              <a:ln w="0"/>
              <a:solidFill>
                <a:schemeClr val="tx1"/>
              </a:solidFill>
              <a:effectLst>
                <a:outerShdw blurRad="38100" dist="19050" dir="2700000" algn="tl" rotWithShape="0">
                  <a:schemeClr val="dk1">
                    <a:alpha val="40000"/>
                  </a:schemeClr>
                </a:outerShdw>
              </a:effectLst>
            </a:endParaRPr>
          </a:p>
        </p:txBody>
      </p:sp>
      <p:grpSp>
        <p:nvGrpSpPr>
          <p:cNvPr id="30" name="Group 29">
            <a:extLst>
              <a:ext uri="{FF2B5EF4-FFF2-40B4-BE49-F238E27FC236}">
                <a16:creationId xmlns:a16="http://schemas.microsoft.com/office/drawing/2014/main" id="{E7AD0B56-C159-1F15-1518-346EC8124912}"/>
              </a:ext>
            </a:extLst>
          </p:cNvPr>
          <p:cNvGrpSpPr/>
          <p:nvPr/>
        </p:nvGrpSpPr>
        <p:grpSpPr>
          <a:xfrm>
            <a:off x="2170796" y="2886770"/>
            <a:ext cx="9024744" cy="2923491"/>
            <a:chOff x="787472" y="2621865"/>
            <a:chExt cx="9024744" cy="2923491"/>
          </a:xfrm>
        </p:grpSpPr>
        <p:grpSp>
          <p:nvGrpSpPr>
            <p:cNvPr id="31" name="Group 30">
              <a:extLst>
                <a:ext uri="{FF2B5EF4-FFF2-40B4-BE49-F238E27FC236}">
                  <a16:creationId xmlns:a16="http://schemas.microsoft.com/office/drawing/2014/main" id="{523EA647-748B-6F5D-02AB-465DAFEE5685}"/>
                </a:ext>
              </a:extLst>
            </p:cNvPr>
            <p:cNvGrpSpPr/>
            <p:nvPr/>
          </p:nvGrpSpPr>
          <p:grpSpPr>
            <a:xfrm>
              <a:off x="787472" y="2621865"/>
              <a:ext cx="9024744" cy="2923491"/>
              <a:chOff x="1385349" y="1719188"/>
              <a:chExt cx="9024744" cy="2923491"/>
            </a:xfrm>
          </p:grpSpPr>
          <p:sp>
            <p:nvSpPr>
              <p:cNvPr id="38" name="Rectangle 37">
                <a:extLst>
                  <a:ext uri="{FF2B5EF4-FFF2-40B4-BE49-F238E27FC236}">
                    <a16:creationId xmlns:a16="http://schemas.microsoft.com/office/drawing/2014/main" id="{D2570654-EC30-0CAD-A5BE-174365A89DA5}"/>
                  </a:ext>
                </a:extLst>
              </p:cNvPr>
              <p:cNvSpPr/>
              <p:nvPr/>
            </p:nvSpPr>
            <p:spPr>
              <a:xfrm>
                <a:off x="1657413" y="2559184"/>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Scanner</a:t>
                </a:r>
                <a:endParaRPr lang="en-US" dirty="0">
                  <a:ln w="0"/>
                  <a:solidFill>
                    <a:schemeClr val="tx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2880E8E1-4EA8-9977-CA3A-682B792D8EAC}"/>
                  </a:ext>
                </a:extLst>
              </p:cNvPr>
              <p:cNvSpPr/>
              <p:nvPr/>
            </p:nvSpPr>
            <p:spPr>
              <a:xfrm>
                <a:off x="1657413" y="3687239"/>
                <a:ext cx="2028092" cy="6962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Parser</a:t>
                </a:r>
                <a:endParaRPr lang="en-US" dirty="0">
                  <a:ln w="0"/>
                  <a:solidFill>
                    <a:schemeClr val="tx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9706DE0C-74BE-E55A-0429-0CADBC778144}"/>
                  </a:ext>
                </a:extLst>
              </p:cNvPr>
              <p:cNvSpPr/>
              <p:nvPr/>
            </p:nvSpPr>
            <p:spPr>
              <a:xfrm>
                <a:off x="4605934" y="3691854"/>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ProgramNode</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03CBF309-8B44-8BA0-B8C0-FF1467DEC200}"/>
                  </a:ext>
                </a:extLst>
              </p:cNvPr>
              <p:cNvSpPr/>
              <p:nvPr/>
            </p:nvSpPr>
            <p:spPr>
              <a:xfrm>
                <a:off x="7965830" y="2525119"/>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BytecodeStream</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2" name="Rectangle 41">
                <a:extLst>
                  <a:ext uri="{FF2B5EF4-FFF2-40B4-BE49-F238E27FC236}">
                    <a16:creationId xmlns:a16="http://schemas.microsoft.com/office/drawing/2014/main" id="{4B7EB4FD-8667-28BC-FF08-25FB5272AB8C}"/>
                  </a:ext>
                </a:extLst>
              </p:cNvPr>
              <p:cNvSpPr/>
              <p:nvPr/>
            </p:nvSpPr>
            <p:spPr>
              <a:xfrm>
                <a:off x="4614005" y="2909050"/>
                <a:ext cx="2028092" cy="6916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ProgramNode</a:t>
                </a:r>
                <a:endParaRPr lang="en-US" sz="2000" dirty="0">
                  <a:ln w="0"/>
                  <a:solidFill>
                    <a:schemeClr val="tx1"/>
                  </a:solidFill>
                  <a:effectLst>
                    <a:outerShdw blurRad="38100" dist="19050" dir="2700000" algn="tl" rotWithShape="0">
                      <a:schemeClr val="dk1">
                        <a:alpha val="40000"/>
                      </a:schemeClr>
                    </a:outerShdw>
                  </a:effectLst>
                </a:endParaRPr>
              </a:p>
              <a:p>
                <a:pPr algn="ctr"/>
                <a:r>
                  <a:rPr lang="en-US" sz="2000" dirty="0">
                    <a:ln w="0"/>
                    <a:solidFill>
                      <a:schemeClr val="tx1"/>
                    </a:solidFill>
                    <a:effectLst>
                      <a:outerShdw blurRad="38100" dist="19050" dir="2700000" algn="tl" rotWithShape="0">
                        <a:schemeClr val="dk1">
                          <a:alpha val="40000"/>
                        </a:schemeClr>
                      </a:outerShdw>
                    </a:effectLst>
                  </a:rPr>
                  <a:t>Builder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894344FF-B2E1-350E-F50E-B99EDED18C1D}"/>
                  </a:ext>
                </a:extLst>
              </p:cNvPr>
              <p:cNvSpPr/>
              <p:nvPr/>
            </p:nvSpPr>
            <p:spPr>
              <a:xfrm>
                <a:off x="7965830" y="3427796"/>
                <a:ext cx="2028092" cy="691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ln w="0"/>
                    <a:solidFill>
                      <a:schemeClr val="tx1"/>
                    </a:solidFill>
                    <a:effectLst>
                      <a:outerShdw blurRad="38100" dist="19050" dir="2700000" algn="tl" rotWithShape="0">
                        <a:schemeClr val="dk1">
                          <a:alpha val="40000"/>
                        </a:schemeClr>
                      </a:outerShdw>
                    </a:effectLst>
                  </a:rPr>
                  <a:t>ObjectWriter</a:t>
                </a:r>
                <a:endParaRPr lang="en-US" sz="1200" dirty="0">
                  <a:ln w="0"/>
                  <a:solidFill>
                    <a:schemeClr val="tx1"/>
                  </a:solidFill>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50ED45FD-D8FD-8FB6-DA83-3473A80589E2}"/>
                  </a:ext>
                </a:extLst>
              </p:cNvPr>
              <p:cNvSpPr/>
              <p:nvPr/>
            </p:nvSpPr>
            <p:spPr>
              <a:xfrm>
                <a:off x="1385349" y="1719188"/>
                <a:ext cx="9024744" cy="2923491"/>
              </a:xfrm>
              <a:prstGeom prst="rect">
                <a:avLst/>
              </a:prstGeom>
              <a:noFill/>
              <a:ln w="254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45" name="TextBox 44">
                <a:extLst>
                  <a:ext uri="{FF2B5EF4-FFF2-40B4-BE49-F238E27FC236}">
                    <a16:creationId xmlns:a16="http://schemas.microsoft.com/office/drawing/2014/main" id="{ED5A6C66-39EF-2659-5DEC-31291CF00C5E}"/>
                  </a:ext>
                </a:extLst>
              </p:cNvPr>
              <p:cNvSpPr txBox="1"/>
              <p:nvPr/>
            </p:nvSpPr>
            <p:spPr>
              <a:xfrm>
                <a:off x="6828261" y="4119459"/>
                <a:ext cx="2577052" cy="523220"/>
              </a:xfrm>
              <a:prstGeom prst="rect">
                <a:avLst/>
              </a:prstGeom>
              <a:noFill/>
            </p:spPr>
            <p:txBody>
              <a:bodyPr wrap="none" rtlCol="0">
                <a:spAutoFit/>
              </a:bodyPr>
              <a:lstStyle/>
              <a:p>
                <a:r>
                  <a:rPr lang="en-US" sz="2800" b="1" i="1" dirty="0"/>
                  <a:t>Compiler library</a:t>
                </a:r>
              </a:p>
            </p:txBody>
          </p:sp>
        </p:grpSp>
        <p:cxnSp>
          <p:nvCxnSpPr>
            <p:cNvPr id="32" name="Straight Arrow Connector 31">
              <a:extLst>
                <a:ext uri="{FF2B5EF4-FFF2-40B4-BE49-F238E27FC236}">
                  <a16:creationId xmlns:a16="http://schemas.microsoft.com/office/drawing/2014/main" id="{11B421B7-50CA-A4AC-4383-7C1025D8D5FA}"/>
                </a:ext>
              </a:extLst>
            </p:cNvPr>
            <p:cNvCxnSpPr>
              <a:stCxn id="38" idx="3"/>
              <a:endCxn id="42" idx="1"/>
            </p:cNvCxnSpPr>
            <p:nvPr/>
          </p:nvCxnSpPr>
          <p:spPr>
            <a:xfrm>
              <a:off x="3087628" y="3810000"/>
              <a:ext cx="928500" cy="3475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8D05B106-9556-5147-93A0-5B18B0C602E1}"/>
                </a:ext>
              </a:extLst>
            </p:cNvPr>
            <p:cNvCxnSpPr>
              <a:cxnSpLocks/>
              <a:stCxn id="38" idx="3"/>
              <a:endCxn id="40" idx="1"/>
            </p:cNvCxnSpPr>
            <p:nvPr/>
          </p:nvCxnSpPr>
          <p:spPr>
            <a:xfrm>
              <a:off x="3087628" y="3810000"/>
              <a:ext cx="920429" cy="113036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9E0D558-B8FD-C9A7-CE5F-487E5A24976F}"/>
                </a:ext>
              </a:extLst>
            </p:cNvPr>
            <p:cNvCxnSpPr>
              <a:cxnSpLocks/>
              <a:stCxn id="39" idx="3"/>
              <a:endCxn id="40" idx="1"/>
            </p:cNvCxnSpPr>
            <p:nvPr/>
          </p:nvCxnSpPr>
          <p:spPr>
            <a:xfrm>
              <a:off x="3087628" y="4938055"/>
              <a:ext cx="920429" cy="230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ED86EF66-522D-5E22-8D0F-16C686B81DF3}"/>
                </a:ext>
              </a:extLst>
            </p:cNvPr>
            <p:cNvCxnSpPr>
              <a:cxnSpLocks/>
              <a:stCxn id="42" idx="3"/>
              <a:endCxn id="41" idx="1"/>
            </p:cNvCxnSpPr>
            <p:nvPr/>
          </p:nvCxnSpPr>
          <p:spPr>
            <a:xfrm flipV="1">
              <a:off x="6044220" y="3773628"/>
              <a:ext cx="1323733" cy="38393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7FCAD1F3-A0D5-BD04-8213-B620CA3C99F3}"/>
                </a:ext>
              </a:extLst>
            </p:cNvPr>
            <p:cNvCxnSpPr>
              <a:cxnSpLocks/>
              <a:stCxn id="41" idx="1"/>
              <a:endCxn id="40" idx="3"/>
            </p:cNvCxnSpPr>
            <p:nvPr/>
          </p:nvCxnSpPr>
          <p:spPr>
            <a:xfrm flipH="1">
              <a:off x="6036149" y="3773628"/>
              <a:ext cx="1331804" cy="116673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FFD78B8C-2870-5574-6FFE-D949CE6808D1}"/>
                </a:ext>
              </a:extLst>
            </p:cNvPr>
            <p:cNvCxnSpPr>
              <a:cxnSpLocks/>
              <a:stCxn id="40" idx="3"/>
              <a:endCxn id="43" idx="1"/>
            </p:cNvCxnSpPr>
            <p:nvPr/>
          </p:nvCxnSpPr>
          <p:spPr>
            <a:xfrm flipV="1">
              <a:off x="6036149" y="4676305"/>
              <a:ext cx="1331804" cy="26405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grpSp>
      <p:cxnSp>
        <p:nvCxnSpPr>
          <p:cNvPr id="50" name="Straight Arrow Connector 49">
            <a:extLst>
              <a:ext uri="{FF2B5EF4-FFF2-40B4-BE49-F238E27FC236}">
                <a16:creationId xmlns:a16="http://schemas.microsoft.com/office/drawing/2014/main" id="{0A515804-5BAF-18B8-1F5E-7DD5AA7F8AAD}"/>
              </a:ext>
            </a:extLst>
          </p:cNvPr>
          <p:cNvCxnSpPr>
            <a:cxnSpLocks/>
            <a:stCxn id="23" idx="1"/>
          </p:cNvCxnSpPr>
          <p:nvPr/>
        </p:nvCxnSpPr>
        <p:spPr>
          <a:xfrm flipH="1">
            <a:off x="3370977" y="3514254"/>
            <a:ext cx="2028092" cy="30321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F7B5FFD1-0C31-E070-30B8-E8D44BA655C5}"/>
              </a:ext>
            </a:extLst>
          </p:cNvPr>
          <p:cNvCxnSpPr>
            <a:cxnSpLocks/>
            <a:stCxn id="23" idx="3"/>
            <a:endCxn id="41" idx="0"/>
          </p:cNvCxnSpPr>
          <p:nvPr/>
        </p:nvCxnSpPr>
        <p:spPr>
          <a:xfrm>
            <a:off x="7427161" y="3514254"/>
            <a:ext cx="2338162" cy="17844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CAE5D605-AEF0-40AA-2339-54895DC87CE7}"/>
              </a:ext>
            </a:extLst>
          </p:cNvPr>
          <p:cNvSpPr txBox="1"/>
          <p:nvPr/>
        </p:nvSpPr>
        <p:spPr>
          <a:xfrm>
            <a:off x="6512637" y="2277022"/>
            <a:ext cx="1572738" cy="523220"/>
          </a:xfrm>
          <a:prstGeom prst="rect">
            <a:avLst/>
          </a:prstGeom>
          <a:noFill/>
        </p:spPr>
        <p:txBody>
          <a:bodyPr wrap="none" rtlCol="0">
            <a:spAutoFit/>
          </a:bodyPr>
          <a:lstStyle/>
          <a:p>
            <a:r>
              <a:rPr lang="en-US" sz="2800" b="1" i="1" dirty="0"/>
              <a:t>compile()</a:t>
            </a:r>
          </a:p>
        </p:txBody>
      </p:sp>
    </p:spTree>
    <p:extLst>
      <p:ext uri="{BB962C8B-B14F-4D97-AF65-F5344CB8AC3E}">
        <p14:creationId xmlns:p14="http://schemas.microsoft.com/office/powerpoint/2010/main" val="33487925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F23318F-0306-5DB4-4D15-5243C53DAC7D}"/>
              </a:ext>
            </a:extLst>
          </p:cNvPr>
          <p:cNvSpPr>
            <a:spLocks noGrp="1"/>
          </p:cNvSpPr>
          <p:nvPr>
            <p:ph idx="1"/>
          </p:nvPr>
        </p:nvSpPr>
        <p:spPr/>
        <p:txBody>
          <a:bodyPr/>
          <a:lstStyle/>
          <a:p>
            <a:r>
              <a:rPr lang="en-US" dirty="0"/>
              <a:t>Provide a unified interface to a set of interfaces in a subsystem</a:t>
            </a:r>
          </a:p>
          <a:p>
            <a:r>
              <a:rPr lang="en-US" dirty="0"/>
              <a:t>It shields clients from subsystem components</a:t>
            </a:r>
          </a:p>
          <a:p>
            <a:pPr lvl="1"/>
            <a:r>
              <a:rPr lang="en-US" dirty="0"/>
              <a:t>Reduces the number of objects that clients deal with </a:t>
            </a:r>
          </a:p>
          <a:p>
            <a:pPr lvl="1"/>
            <a:r>
              <a:rPr lang="en-US" dirty="0"/>
              <a:t>Makes the subsystem easier to use</a:t>
            </a:r>
          </a:p>
          <a:p>
            <a:r>
              <a:rPr lang="en-US" dirty="0"/>
              <a:t>Weak coupling between the subsystem and the client</a:t>
            </a:r>
          </a:p>
          <a:p>
            <a:pPr lvl="1"/>
            <a:r>
              <a:rPr lang="en-US" dirty="0"/>
              <a:t>Subsystems can change without the client having to worry about it</a:t>
            </a:r>
          </a:p>
        </p:txBody>
      </p:sp>
      <p:sp>
        <p:nvSpPr>
          <p:cNvPr id="4" name="Title 3">
            <a:extLst>
              <a:ext uri="{FF2B5EF4-FFF2-40B4-BE49-F238E27FC236}">
                <a16:creationId xmlns:a16="http://schemas.microsoft.com/office/drawing/2014/main" id="{72BBF511-BF0F-565E-6C76-45EF7FB204A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5307753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8F31D4-943B-68B2-2C23-BAD8BBDB4C82}"/>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901F5768-3AED-0F33-CAC7-909DF379F895}"/>
              </a:ext>
            </a:extLst>
          </p:cNvPr>
          <p:cNvSpPr>
            <a:spLocks noGrp="1"/>
          </p:cNvSpPr>
          <p:nvPr>
            <p:ph type="body" sz="quarter" idx="13"/>
          </p:nvPr>
        </p:nvSpPr>
        <p:spPr/>
        <p:txBody>
          <a:bodyPr/>
          <a:lstStyle/>
          <a:p>
            <a:r>
              <a:rPr lang="en-US" dirty="0"/>
              <a:t>Design patterns</a:t>
            </a:r>
          </a:p>
        </p:txBody>
      </p:sp>
    </p:spTree>
    <p:extLst>
      <p:ext uri="{BB962C8B-B14F-4D97-AF65-F5344CB8AC3E}">
        <p14:creationId xmlns:p14="http://schemas.microsoft.com/office/powerpoint/2010/main" val="29071844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8C0055-A2EF-91DD-73C3-4752EEED6ADE}"/>
              </a:ext>
            </a:extLst>
          </p:cNvPr>
          <p:cNvSpPr>
            <a:spLocks noGrp="1"/>
          </p:cNvSpPr>
          <p:nvPr>
            <p:ph idx="1"/>
          </p:nvPr>
        </p:nvSpPr>
        <p:spPr/>
        <p:txBody>
          <a:bodyPr/>
          <a:lstStyle/>
          <a:p>
            <a:r>
              <a:rPr lang="en-US" dirty="0"/>
              <a:t>HW2 grades should be out by next Sunday</a:t>
            </a:r>
          </a:p>
          <a:p>
            <a:r>
              <a:rPr lang="en-US" dirty="0"/>
              <a:t>Extra Zoom office hours 12/4 from 11 AM – 12:30 PM</a:t>
            </a:r>
          </a:p>
          <a:p>
            <a:r>
              <a:rPr lang="en-US" dirty="0"/>
              <a:t>Next class: sample software security and design pattern questions</a:t>
            </a:r>
          </a:p>
          <a:p>
            <a:r>
              <a:rPr lang="en-US" dirty="0"/>
              <a:t>Final lecture: revision</a:t>
            </a:r>
          </a:p>
          <a:p>
            <a:pPr marL="0" indent="0">
              <a:buNone/>
            </a:pPr>
            <a:endParaRPr lang="en-US" dirty="0"/>
          </a:p>
        </p:txBody>
      </p:sp>
      <p:sp>
        <p:nvSpPr>
          <p:cNvPr id="6" name="Title 5">
            <a:extLst>
              <a:ext uri="{FF2B5EF4-FFF2-40B4-BE49-F238E27FC236}">
                <a16:creationId xmlns:a16="http://schemas.microsoft.com/office/drawing/2014/main" id="{119D7FF9-6187-D527-6073-ACCC36B99D3C}"/>
              </a:ext>
            </a:extLst>
          </p:cNvPr>
          <p:cNvSpPr>
            <a:spLocks noGrp="1"/>
          </p:cNvSpPr>
          <p:nvPr>
            <p:ph type="title"/>
          </p:nvPr>
        </p:nvSpPr>
        <p:spPr/>
        <p:txBody>
          <a:bodyPr/>
          <a:lstStyle/>
          <a:p>
            <a:r>
              <a:rPr lang="en-US" dirty="0"/>
              <a:t>Announcements</a:t>
            </a:r>
          </a:p>
        </p:txBody>
      </p:sp>
    </p:spTree>
    <p:extLst>
      <p:ext uri="{BB962C8B-B14F-4D97-AF65-F5344CB8AC3E}">
        <p14:creationId xmlns:p14="http://schemas.microsoft.com/office/powerpoint/2010/main" val="4477347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EC64041-FF27-B102-390E-870A9BE1511B}"/>
              </a:ext>
            </a:extLst>
          </p:cNvPr>
          <p:cNvSpPr>
            <a:spLocks noGrp="1"/>
          </p:cNvSpPr>
          <p:nvPr>
            <p:ph idx="1"/>
          </p:nvPr>
        </p:nvSpPr>
        <p:spPr/>
        <p:txBody>
          <a:bodyPr>
            <a:normAutofit fontScale="92500" lnSpcReduction="10000"/>
          </a:bodyPr>
          <a:lstStyle/>
          <a:p>
            <a:r>
              <a:rPr lang="en-US" dirty="0"/>
              <a:t>Structural design patterns</a:t>
            </a:r>
          </a:p>
          <a:p>
            <a:pPr lvl="1"/>
            <a:r>
              <a:rPr lang="en-US" dirty="0"/>
              <a:t>Decorator pattern</a:t>
            </a:r>
          </a:p>
          <a:p>
            <a:pPr lvl="1"/>
            <a:r>
              <a:rPr lang="en-US" dirty="0"/>
              <a:t>Flyweight pattern</a:t>
            </a:r>
          </a:p>
          <a:p>
            <a:r>
              <a:rPr lang="en-US" dirty="0"/>
              <a:t>Behavioral design pattern</a:t>
            </a:r>
          </a:p>
          <a:p>
            <a:pPr lvl="1"/>
            <a:r>
              <a:rPr lang="en-US" dirty="0"/>
              <a:t>Observer pattern</a:t>
            </a:r>
          </a:p>
          <a:p>
            <a:pPr lvl="1"/>
            <a:r>
              <a:rPr lang="en-US" dirty="0"/>
              <a:t>State pattern</a:t>
            </a:r>
          </a:p>
          <a:p>
            <a:pPr lvl="1"/>
            <a:r>
              <a:rPr lang="en-US" dirty="0"/>
              <a:t>Template method pattern</a:t>
            </a:r>
          </a:p>
          <a:p>
            <a:r>
              <a:rPr lang="en-US" dirty="0"/>
              <a:t>Sample design pattern questions</a:t>
            </a:r>
          </a:p>
          <a:p>
            <a:r>
              <a:rPr lang="en-US" dirty="0"/>
              <a:t>Behavioral design pattern – Visitor pattern</a:t>
            </a:r>
          </a:p>
        </p:txBody>
      </p:sp>
      <p:sp>
        <p:nvSpPr>
          <p:cNvPr id="4" name="Title 3">
            <a:extLst>
              <a:ext uri="{FF2B5EF4-FFF2-40B4-BE49-F238E27FC236}">
                <a16:creationId xmlns:a16="http://schemas.microsoft.com/office/drawing/2014/main" id="{F4B32381-F078-29B1-40DB-52B21DF62712}"/>
              </a:ext>
            </a:extLst>
          </p:cNvPr>
          <p:cNvSpPr>
            <a:spLocks noGrp="1"/>
          </p:cNvSpPr>
          <p:nvPr>
            <p:ph type="title"/>
          </p:nvPr>
        </p:nvSpPr>
        <p:spPr/>
        <p:txBody>
          <a:bodyPr/>
          <a:lstStyle/>
          <a:p>
            <a:r>
              <a:rPr lang="en-US" dirty="0"/>
              <a:t>Agenda</a:t>
            </a:r>
          </a:p>
        </p:txBody>
      </p:sp>
      <p:cxnSp>
        <p:nvCxnSpPr>
          <p:cNvPr id="7" name="Straight Connector 6">
            <a:extLst>
              <a:ext uri="{FF2B5EF4-FFF2-40B4-BE49-F238E27FC236}">
                <a16:creationId xmlns:a16="http://schemas.microsoft.com/office/drawing/2014/main" id="{ED942B02-2599-649A-C669-FEA09849750C}"/>
              </a:ext>
            </a:extLst>
          </p:cNvPr>
          <p:cNvCxnSpPr/>
          <p:nvPr/>
        </p:nvCxnSpPr>
        <p:spPr>
          <a:xfrm>
            <a:off x="0" y="5197642"/>
            <a:ext cx="12192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37730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11F9C-A8F7-E2E5-D6FA-7FDADD4051C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54FA7E-5DAB-726A-B488-7B76E3A550CA}"/>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ED9ED130-FC92-4348-CF88-D5D0089E91BF}"/>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E71ABD2D-F459-BDC8-799B-6C9597B1DC71}"/>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Bridge, Façade, </a:t>
            </a:r>
            <a:r>
              <a:rPr lang="en-US" b="1" dirty="0"/>
              <a:t>Decorator, Flyweight</a:t>
            </a:r>
          </a:p>
          <a:p>
            <a:pPr lvl="1"/>
            <a:endParaRPr lang="en-US" dirty="0"/>
          </a:p>
        </p:txBody>
      </p:sp>
      <p:sp>
        <p:nvSpPr>
          <p:cNvPr id="6" name="Content Placeholder 4">
            <a:extLst>
              <a:ext uri="{FF2B5EF4-FFF2-40B4-BE49-F238E27FC236}">
                <a16:creationId xmlns:a16="http://schemas.microsoft.com/office/drawing/2014/main" id="{BBFF2212-84AD-2E96-6970-5690E7E79396}"/>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Tree>
    <p:extLst>
      <p:ext uri="{BB962C8B-B14F-4D97-AF65-F5344CB8AC3E}">
        <p14:creationId xmlns:p14="http://schemas.microsoft.com/office/powerpoint/2010/main" val="3593867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CDE37-8F81-F7FB-2181-28E154CECE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CEF8FE-DE3E-29F2-5A15-EDAF3F826511}"/>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284AE78E-B2E3-39EA-D5C5-997B2D6D5C46}"/>
              </a:ext>
            </a:extLst>
          </p:cNvPr>
          <p:cNvSpPr>
            <a:spLocks noGrp="1"/>
          </p:cNvSpPr>
          <p:nvPr>
            <p:ph type="body" sz="quarter" idx="13"/>
          </p:nvPr>
        </p:nvSpPr>
        <p:spPr/>
        <p:txBody>
          <a:bodyPr/>
          <a:lstStyle/>
          <a:p>
            <a:r>
              <a:rPr lang="en-US" sz="3200" dirty="0"/>
              <a:t>Decorator design pattern</a:t>
            </a:r>
          </a:p>
        </p:txBody>
      </p:sp>
    </p:spTree>
    <p:extLst>
      <p:ext uri="{BB962C8B-B14F-4D97-AF65-F5344CB8AC3E}">
        <p14:creationId xmlns:p14="http://schemas.microsoft.com/office/powerpoint/2010/main" val="33302063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44EF-A6E2-79A8-5146-89583F5C87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403BFD1-71D2-5B1B-87C7-1C6670B9225C}"/>
              </a:ext>
            </a:extLst>
          </p:cNvPr>
          <p:cNvSpPr>
            <a:spLocks noGrp="1"/>
          </p:cNvSpPr>
          <p:nvPr>
            <p:ph idx="1"/>
          </p:nvPr>
        </p:nvSpPr>
        <p:spPr/>
        <p:txBody>
          <a:bodyPr/>
          <a:lstStyle/>
          <a:p>
            <a:r>
              <a:rPr lang="en-US" dirty="0"/>
              <a:t>Can attach additional functionalities to an object dynamically</a:t>
            </a:r>
          </a:p>
          <a:p>
            <a:r>
              <a:rPr lang="en-US" dirty="0"/>
              <a:t>Basic idea: enclose the object in another object (the decorator) that adds the additional functionality</a:t>
            </a:r>
          </a:p>
          <a:p>
            <a:r>
              <a:rPr lang="en-US" dirty="0"/>
              <a:t>Implementation can look the same as a proxy</a:t>
            </a:r>
          </a:p>
          <a:p>
            <a:pPr lvl="1"/>
            <a:r>
              <a:rPr lang="en-US" dirty="0"/>
              <a:t>Intent is somewhat different</a:t>
            </a:r>
          </a:p>
        </p:txBody>
      </p:sp>
      <p:sp>
        <p:nvSpPr>
          <p:cNvPr id="5" name="Title 4">
            <a:extLst>
              <a:ext uri="{FF2B5EF4-FFF2-40B4-BE49-F238E27FC236}">
                <a16:creationId xmlns:a16="http://schemas.microsoft.com/office/drawing/2014/main" id="{9CD24D32-296F-1576-A272-75C584E69E11}"/>
              </a:ext>
            </a:extLst>
          </p:cNvPr>
          <p:cNvSpPr>
            <a:spLocks noGrp="1"/>
          </p:cNvSpPr>
          <p:nvPr>
            <p:ph type="title"/>
          </p:nvPr>
        </p:nvSpPr>
        <p:spPr/>
        <p:txBody>
          <a:bodyPr/>
          <a:lstStyle/>
          <a:p>
            <a:r>
              <a:rPr lang="en-US" dirty="0"/>
              <a:t>Decorator design pattern</a:t>
            </a:r>
          </a:p>
        </p:txBody>
      </p:sp>
    </p:spTree>
    <p:extLst>
      <p:ext uri="{BB962C8B-B14F-4D97-AF65-F5344CB8AC3E}">
        <p14:creationId xmlns:p14="http://schemas.microsoft.com/office/powerpoint/2010/main" val="12591145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158DE5F-F68B-4670-DC04-634273DAF72E}"/>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p:txBody>
      </p:sp>
      <p:sp>
        <p:nvSpPr>
          <p:cNvPr id="4" name="Title 3">
            <a:extLst>
              <a:ext uri="{FF2B5EF4-FFF2-40B4-BE49-F238E27FC236}">
                <a16:creationId xmlns:a16="http://schemas.microsoft.com/office/drawing/2014/main" id="{57127405-E446-4623-BE2D-9035BE4CE01C}"/>
              </a:ext>
            </a:extLst>
          </p:cNvPr>
          <p:cNvSpPr>
            <a:spLocks noGrp="1"/>
          </p:cNvSpPr>
          <p:nvPr>
            <p:ph type="title"/>
          </p:nvPr>
        </p:nvSpPr>
        <p:spPr/>
        <p:txBody>
          <a:bodyPr/>
          <a:lstStyle/>
          <a:p>
            <a:r>
              <a:rPr lang="en-US" dirty="0"/>
              <a:t>Case study – fraud detecting payment processor</a:t>
            </a:r>
          </a:p>
        </p:txBody>
      </p:sp>
      <p:sp>
        <p:nvSpPr>
          <p:cNvPr id="6" name="Content Placeholder 5">
            <a:extLst>
              <a:ext uri="{FF2B5EF4-FFF2-40B4-BE49-F238E27FC236}">
                <a16:creationId xmlns:a16="http://schemas.microsoft.com/office/drawing/2014/main" id="{1B6198D3-0DCD-63D1-CA76-95907CC208CD}"/>
              </a:ext>
            </a:extLst>
          </p:cNvPr>
          <p:cNvSpPr>
            <a:spLocks noGrp="1"/>
          </p:cNvSpPr>
          <p:nvPr>
            <p:ph idx="13"/>
          </p:nvPr>
        </p:nvSpPr>
        <p:spPr/>
        <p:txBody>
          <a:bodyPr/>
          <a:lstStyle/>
          <a:p>
            <a:r>
              <a:rPr lang="en-US" dirty="0"/>
              <a:t>Check for fraud before paying</a:t>
            </a:r>
          </a:p>
          <a:p>
            <a:endParaRPr lang="en-US" dirty="0"/>
          </a:p>
        </p:txBody>
      </p:sp>
      <p:sp>
        <p:nvSpPr>
          <p:cNvPr id="7" name="TextBox 6">
            <a:extLst>
              <a:ext uri="{FF2B5EF4-FFF2-40B4-BE49-F238E27FC236}">
                <a16:creationId xmlns:a16="http://schemas.microsoft.com/office/drawing/2014/main" id="{7D667A90-8286-BE42-2652-30276A39A6C6}"/>
              </a:ext>
            </a:extLst>
          </p:cNvPr>
          <p:cNvSpPr txBox="1"/>
          <p:nvPr/>
        </p:nvSpPr>
        <p:spPr>
          <a:xfrm>
            <a:off x="9764942" y="2450123"/>
            <a:ext cx="2044983" cy="523220"/>
          </a:xfrm>
          <a:prstGeom prst="rect">
            <a:avLst/>
          </a:prstGeom>
          <a:noFill/>
        </p:spPr>
        <p:txBody>
          <a:bodyPr wrap="none" rtlCol="0">
            <a:spAutoFit/>
          </a:bodyPr>
          <a:lstStyle/>
          <a:p>
            <a:r>
              <a:rPr lang="en-US" sz="2800" b="1" i="1" dirty="0"/>
              <a:t>Detect fraud</a:t>
            </a:r>
          </a:p>
        </p:txBody>
      </p:sp>
    </p:spTree>
    <p:extLst>
      <p:ext uri="{BB962C8B-B14F-4D97-AF65-F5344CB8AC3E}">
        <p14:creationId xmlns:p14="http://schemas.microsoft.com/office/powerpoint/2010/main" val="377098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28C9-08F1-61B0-B68E-5DCD3D7986E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6AF7576-9759-FD20-0CA1-4DB213996FB7}"/>
              </a:ext>
            </a:extLst>
          </p:cNvPr>
          <p:cNvSpPr>
            <a:spLocks noGrp="1"/>
          </p:cNvSpPr>
          <p:nvPr>
            <p:ph idx="1"/>
          </p:nvPr>
        </p:nvSpPr>
        <p:spPr/>
        <p:txBody>
          <a:bodyPr>
            <a:normAutofit/>
          </a:bodyPr>
          <a:lstStyle/>
          <a:p>
            <a:r>
              <a:rPr lang="en-US" dirty="0"/>
              <a:t>Create an abstract class for the decorator that wraps the inner payment processor</a:t>
            </a:r>
          </a:p>
          <a:p>
            <a:r>
              <a:rPr lang="en-US" dirty="0"/>
              <a:t>Extend the abstract decorator as the </a:t>
            </a:r>
            <a:r>
              <a:rPr lang="en-US" dirty="0" err="1">
                <a:latin typeface="Consolas" panose="020B0609020204030204" pitchFamily="49" charset="0"/>
              </a:rPr>
              <a:t>FraudDetectionProcessor</a:t>
            </a:r>
            <a:endParaRPr lang="en-US" dirty="0">
              <a:latin typeface="Consolas" panose="020B0609020204030204" pitchFamily="49" charset="0"/>
            </a:endParaRPr>
          </a:p>
          <a:p>
            <a:r>
              <a:rPr lang="en-US" dirty="0">
                <a:latin typeface="Helvetica" panose="020B0604020202020204" pitchFamily="34" charset="0"/>
                <a:cs typeface="Helvetica" panose="020B0604020202020204" pitchFamily="34" charset="0"/>
              </a:rPr>
              <a:t>Wrap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objects in </a:t>
            </a:r>
            <a:r>
              <a:rPr lang="en-US" dirty="0" err="1">
                <a:latin typeface="Consolas" panose="020B0609020204030204" pitchFamily="49" charset="0"/>
                <a:cs typeface="Helvetica" panose="020B0604020202020204" pitchFamily="34" charset="0"/>
              </a:rPr>
              <a:t>FraudDetectionProcessor</a:t>
            </a:r>
            <a:r>
              <a:rPr lang="en-US" dirty="0">
                <a:latin typeface="Helvetica" panose="020B0604020202020204" pitchFamily="34" charset="0"/>
                <a:cs typeface="Helvetica" panose="020B0604020202020204" pitchFamily="34" charset="0"/>
              </a:rPr>
              <a:t> objects</a:t>
            </a:r>
          </a:p>
          <a:p>
            <a:r>
              <a:rPr lang="en-US" dirty="0">
                <a:latin typeface="Helvetica" panose="020B0604020202020204" pitchFamily="34" charset="0"/>
                <a:cs typeface="Helvetica" panose="020B0604020202020204" pitchFamily="34" charset="0"/>
              </a:rPr>
              <a:t>Use the </a:t>
            </a:r>
            <a:r>
              <a:rPr lang="en-US" dirty="0" err="1">
                <a:latin typeface="Consolas" panose="020B0609020204030204" pitchFamily="49" charset="0"/>
                <a:cs typeface="Helvetica" panose="020B0604020202020204" pitchFamily="34" charset="0"/>
              </a:rPr>
              <a:t>FraudDetectionProcessor</a:t>
            </a:r>
            <a:r>
              <a:rPr lang="en-US" dirty="0">
                <a:latin typeface="Helvetica" panose="020B0604020202020204" pitchFamily="34" charset="0"/>
                <a:cs typeface="Helvetica" panose="020B0604020202020204" pitchFamily="34" charset="0"/>
              </a:rPr>
              <a:t> objects in any place where a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is needed</a:t>
            </a:r>
          </a:p>
        </p:txBody>
      </p:sp>
      <p:sp>
        <p:nvSpPr>
          <p:cNvPr id="5" name="Title 4">
            <a:extLst>
              <a:ext uri="{FF2B5EF4-FFF2-40B4-BE49-F238E27FC236}">
                <a16:creationId xmlns:a16="http://schemas.microsoft.com/office/drawing/2014/main" id="{53E0CD13-3C23-74C7-8973-8C625B50A9D4}"/>
              </a:ext>
            </a:extLst>
          </p:cNvPr>
          <p:cNvSpPr>
            <a:spLocks noGrp="1"/>
          </p:cNvSpPr>
          <p:nvPr>
            <p:ph type="title"/>
          </p:nvPr>
        </p:nvSpPr>
        <p:spPr/>
        <p:txBody>
          <a:bodyPr/>
          <a:lstStyle/>
          <a:p>
            <a:r>
              <a:rPr lang="en-US" dirty="0"/>
              <a:t>Fraud detection decorator for payment processor</a:t>
            </a:r>
          </a:p>
        </p:txBody>
      </p:sp>
    </p:spTree>
    <p:extLst>
      <p:ext uri="{BB962C8B-B14F-4D97-AF65-F5344CB8AC3E}">
        <p14:creationId xmlns:p14="http://schemas.microsoft.com/office/powerpoint/2010/main" val="37096707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0C691-7082-0AB9-A617-2970A194EA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2674FB-DB87-A501-A6A9-F1AEEA375F3B}"/>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6C3AF032-0407-1616-E8A6-19C92ED05EBC}"/>
              </a:ext>
            </a:extLst>
          </p:cNvPr>
          <p:cNvGrpSpPr/>
          <p:nvPr/>
        </p:nvGrpSpPr>
        <p:grpSpPr>
          <a:xfrm>
            <a:off x="3649593" y="1457568"/>
            <a:ext cx="4892814" cy="3697333"/>
            <a:chOff x="6087997" y="1477107"/>
            <a:chExt cx="4892814" cy="3697333"/>
          </a:xfrm>
        </p:grpSpPr>
        <p:grpSp>
          <p:nvGrpSpPr>
            <p:cNvPr id="22" name="Group 21">
              <a:extLst>
                <a:ext uri="{FF2B5EF4-FFF2-40B4-BE49-F238E27FC236}">
                  <a16:creationId xmlns:a16="http://schemas.microsoft.com/office/drawing/2014/main" id="{BEE175AA-BED6-3CFF-D106-940699A90ED2}"/>
                </a:ext>
              </a:extLst>
            </p:cNvPr>
            <p:cNvGrpSpPr/>
            <p:nvPr/>
          </p:nvGrpSpPr>
          <p:grpSpPr>
            <a:xfrm>
              <a:off x="6087997" y="1477107"/>
              <a:ext cx="4892814" cy="3348422"/>
              <a:chOff x="6087997" y="1477107"/>
              <a:chExt cx="4892814" cy="3348422"/>
            </a:xfrm>
          </p:grpSpPr>
          <p:sp>
            <p:nvSpPr>
              <p:cNvPr id="25" name="Rectangle 24">
                <a:extLst>
                  <a:ext uri="{FF2B5EF4-FFF2-40B4-BE49-F238E27FC236}">
                    <a16:creationId xmlns:a16="http://schemas.microsoft.com/office/drawing/2014/main" id="{9DFE5C92-669C-BD35-CCD1-0C8692A3529B}"/>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4ECB297D-8BCD-C432-6155-7B64285DE3AE}"/>
                  </a:ext>
                </a:extLst>
              </p:cNvPr>
              <p:cNvSpPr/>
              <p:nvPr/>
            </p:nvSpPr>
            <p:spPr>
              <a:xfrm>
                <a:off x="6087997"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7F46D36-F320-B461-6D25-1B94175E38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C2DE84F-A62D-6D34-7726-6772F41534C1}"/>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56E6BB0F-4012-EAEC-C4B4-58632F891952}"/>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0A94A388-9833-0FD1-6D13-5B54A8D411AA}"/>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915E84B-AE83-7B0E-143A-62CFD9C93A2B}"/>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7E3E7FD9-2B6C-E53B-AF4E-772AD5436D2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3AC35E44-CA7C-5432-6EA3-9D3A0E4F3A3B}"/>
              </a:ext>
            </a:extLst>
          </p:cNvPr>
          <p:cNvGrpSpPr/>
          <p:nvPr/>
        </p:nvGrpSpPr>
        <p:grpSpPr>
          <a:xfrm>
            <a:off x="4894380" y="2020276"/>
            <a:ext cx="2403231" cy="1582615"/>
            <a:chOff x="7332784" y="2039815"/>
            <a:chExt cx="2403231" cy="1582615"/>
          </a:xfrm>
        </p:grpSpPr>
        <p:sp>
          <p:nvSpPr>
            <p:cNvPr id="38" name="Rectangle 37">
              <a:extLst>
                <a:ext uri="{FF2B5EF4-FFF2-40B4-BE49-F238E27FC236}">
                  <a16:creationId xmlns:a16="http://schemas.microsoft.com/office/drawing/2014/main" id="{950EB267-54DF-0295-D5AC-6BA292035D5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3B960BD3-ADDF-0F39-2EC0-AD401F48E2BE}"/>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B628E62-DBAD-3201-0B21-F15FA797C4A9}"/>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Tree>
    <p:extLst>
      <p:ext uri="{BB962C8B-B14F-4D97-AF65-F5344CB8AC3E}">
        <p14:creationId xmlns:p14="http://schemas.microsoft.com/office/powerpoint/2010/main" val="19492343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BD2B6-F5C2-23C8-5F3A-C7623D052FD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011AA97-034F-F353-8106-5E8B3269394A}"/>
              </a:ext>
            </a:extLst>
          </p:cNvPr>
          <p:cNvSpPr>
            <a:spLocks noGrp="1"/>
          </p:cNvSpPr>
          <p:nvPr>
            <p:ph idx="1"/>
          </p:nvPr>
        </p:nvSpPr>
        <p:spPr>
          <a:xfrm>
            <a:off x="6176512" y="785004"/>
            <a:ext cx="6015488" cy="5046453"/>
          </a:xfrm>
        </p:spPr>
        <p:txBody>
          <a:bodyPr>
            <a:normAutofit fontScale="92500" lnSpcReduction="10000"/>
          </a:bodyPr>
          <a:lstStyle/>
          <a:p>
            <a:r>
              <a:rPr lang="en-US" dirty="0"/>
              <a:t>interface </a:t>
            </a:r>
            <a:r>
              <a:rPr lang="en-US" dirty="0" err="1"/>
              <a:t>PaymentProcessor</a:t>
            </a:r>
            <a:r>
              <a:rPr lang="en-US" dirty="0"/>
              <a:t> </a:t>
            </a:r>
            <a:br>
              <a:rPr lang="en-US" dirty="0"/>
            </a:br>
            <a:r>
              <a:rPr lang="en-US" dirty="0"/>
              <a:t>{    </a:t>
            </a:r>
            <a:br>
              <a:rPr lang="en-US" dirty="0"/>
            </a:br>
            <a:r>
              <a:rPr lang="en-US" dirty="0"/>
              <a:t>	void </a:t>
            </a:r>
            <a:r>
              <a:rPr lang="en-US" dirty="0" err="1"/>
              <a:t>processPayment</a:t>
            </a:r>
            <a:r>
              <a:rPr lang="en-US" dirty="0"/>
              <a:t>(double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a:t>
            </a:r>
            <a:r>
              <a:rPr lang="en-US" dirty="0" err="1"/>
              <a:t>processPayment</a:t>
            </a:r>
            <a:r>
              <a:rPr lang="en-US" dirty="0"/>
              <a:t>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b="1" dirty="0"/>
              <a:t>abstract class </a:t>
            </a:r>
            <a:r>
              <a:rPr lang="en-US" b="1" dirty="0" err="1"/>
              <a:t>PaymentProcessorDecorator</a:t>
            </a:r>
            <a:r>
              <a:rPr lang="en-US" b="1" dirty="0"/>
              <a:t> </a:t>
            </a:r>
            <a:r>
              <a:rPr lang="en-US" dirty="0"/>
              <a:t>implements </a:t>
            </a:r>
            <a:r>
              <a:rPr lang="en-US" dirty="0" err="1"/>
              <a:t>PaymentProcessor</a:t>
            </a:r>
            <a:r>
              <a:rPr lang="en-US" dirty="0"/>
              <a:t> {</a:t>
            </a:r>
          </a:p>
          <a:p>
            <a:r>
              <a:rPr lang="en-US" dirty="0"/>
              <a:t>	protected </a:t>
            </a:r>
            <a:r>
              <a:rPr lang="en-US" dirty="0" err="1"/>
              <a:t>PaymentProcessor</a:t>
            </a:r>
            <a:r>
              <a:rPr lang="en-US" dirty="0"/>
              <a:t> </a:t>
            </a:r>
            <a:r>
              <a:rPr lang="en-US" b="1"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a:t>
            </a:r>
            <a:r>
              <a:rPr lang="en-US" dirty="0" err="1"/>
              <a:t>processPayment</a:t>
            </a:r>
            <a:r>
              <a:rPr lang="en-US" dirty="0"/>
              <a:t>(double amount) { 			</a:t>
            </a:r>
            <a:r>
              <a:rPr lang="en-US" dirty="0" err="1"/>
              <a:t>wrappedProcessor.processPayment</a:t>
            </a:r>
            <a:r>
              <a:rPr lang="en-US" dirty="0"/>
              <a:t>(amount); </a:t>
            </a:r>
          </a:p>
          <a:p>
            <a:r>
              <a:rPr lang="en-US" dirty="0"/>
              <a:t>	} </a:t>
            </a:r>
          </a:p>
          <a:p>
            <a:r>
              <a:rPr lang="en-US" dirty="0"/>
              <a:t>}</a:t>
            </a:r>
          </a:p>
        </p:txBody>
      </p:sp>
      <p:sp>
        <p:nvSpPr>
          <p:cNvPr id="5" name="Title 4">
            <a:extLst>
              <a:ext uri="{FF2B5EF4-FFF2-40B4-BE49-F238E27FC236}">
                <a16:creationId xmlns:a16="http://schemas.microsoft.com/office/drawing/2014/main" id="{1E6D137E-ACA8-DFB4-8269-11FD04F6D5A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1AD89FA7-9CE6-B180-FA76-0E7AFE699ECF}"/>
              </a:ext>
            </a:extLst>
          </p:cNvPr>
          <p:cNvSpPr>
            <a:spLocks noGrp="1"/>
          </p:cNvSpPr>
          <p:nvPr>
            <p:ph idx="13"/>
          </p:nvPr>
        </p:nvSpPr>
        <p:spPr/>
        <p:txBody>
          <a:bodyPr/>
          <a:lstStyle/>
          <a:p>
            <a:r>
              <a:rPr lang="en-US" dirty="0"/>
              <a:t>Create an abstract class for the decorator that wraps the inner payment processor</a:t>
            </a:r>
          </a:p>
          <a:p>
            <a:endParaRPr lang="en-US" dirty="0"/>
          </a:p>
        </p:txBody>
      </p:sp>
      <p:sp>
        <p:nvSpPr>
          <p:cNvPr id="3" name="Rectangle 2">
            <a:extLst>
              <a:ext uri="{FF2B5EF4-FFF2-40B4-BE49-F238E27FC236}">
                <a16:creationId xmlns:a16="http://schemas.microsoft.com/office/drawing/2014/main" id="{1D668E65-32C9-9242-1C63-F0D056980595}"/>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90514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AAF1-E2E5-B48A-1813-7500C0D679F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C2A52B-C685-5CC8-8250-9DB8A28FE3E6}"/>
              </a:ext>
            </a:extLst>
          </p:cNvPr>
          <p:cNvSpPr>
            <a:spLocks noGrp="1"/>
          </p:cNvSpPr>
          <p:nvPr>
            <p:ph idx="1"/>
          </p:nvPr>
        </p:nvSpPr>
        <p:spPr>
          <a:xfrm>
            <a:off x="6176512" y="785004"/>
            <a:ext cx="6015488" cy="5046453"/>
          </a:xfrm>
        </p:spPr>
        <p:txBody>
          <a:bodyPr>
            <a:normAutofit fontScale="92500" lnSpcReduction="10000"/>
          </a:bodyPr>
          <a:lstStyle/>
          <a:p>
            <a:r>
              <a:rPr lang="en-US" dirty="0"/>
              <a:t>abstract class </a:t>
            </a:r>
            <a:r>
              <a:rPr lang="en-US" dirty="0" err="1"/>
              <a:t>PaymentProcessorDecorator</a:t>
            </a:r>
            <a:r>
              <a:rPr lang="en-US" dirty="0"/>
              <a:t> implements </a:t>
            </a:r>
            <a:r>
              <a:rPr lang="en-US" dirty="0" err="1"/>
              <a:t>PaymentProcessor</a:t>
            </a:r>
            <a:r>
              <a:rPr lang="en-US" dirty="0"/>
              <a:t> {</a:t>
            </a:r>
          </a:p>
          <a:p>
            <a:r>
              <a:rPr lang="en-US" dirty="0"/>
              <a:t>	protected </a:t>
            </a:r>
            <a:r>
              <a:rPr lang="en-US" dirty="0" err="1"/>
              <a:t>PaymentProcessor</a:t>
            </a:r>
            <a:r>
              <a:rPr lang="en-US" dirty="0"/>
              <a:t> </a:t>
            </a:r>
            <a:r>
              <a:rPr lang="en-US"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a:t>
            </a:r>
            <a:r>
              <a:rPr lang="en-US" dirty="0" err="1"/>
              <a:t>processPayment</a:t>
            </a:r>
            <a:r>
              <a:rPr lang="en-US" dirty="0"/>
              <a:t>(double amount) { 			</a:t>
            </a:r>
            <a:r>
              <a:rPr lang="en-US" dirty="0" err="1"/>
              <a:t>wrappedProcessor.processPayment</a:t>
            </a:r>
            <a:r>
              <a:rPr lang="en-US" dirty="0"/>
              <a:t>(amount); </a:t>
            </a:r>
          </a:p>
          <a:p>
            <a:r>
              <a:rPr lang="en-US" dirty="0"/>
              <a:t>	} </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@Override</a:t>
            </a:r>
          </a:p>
          <a:p>
            <a:r>
              <a:rPr lang="en-US" dirty="0"/>
              <a:t>	public void </a:t>
            </a:r>
            <a:r>
              <a:rPr lang="en-US" dirty="0" err="1"/>
              <a:t>processPayment</a:t>
            </a:r>
            <a:r>
              <a:rPr lang="en-US" dirty="0"/>
              <a:t>(double amount) {</a:t>
            </a:r>
          </a:p>
          <a:p>
            <a:r>
              <a:rPr lang="en-US" dirty="0"/>
              <a:t>		</a:t>
            </a:r>
            <a:r>
              <a:rPr lang="en-US" dirty="0" err="1"/>
              <a:t>detectFraud</a:t>
            </a:r>
            <a:r>
              <a:rPr lang="en-US" dirty="0"/>
              <a:t>();</a:t>
            </a:r>
          </a:p>
          <a:p>
            <a:r>
              <a:rPr lang="en-US" dirty="0"/>
              <a:t>		</a:t>
            </a:r>
            <a:r>
              <a:rPr lang="en-US" dirty="0" err="1"/>
              <a:t>wrappedProcessor.processPayment</a:t>
            </a:r>
            <a:r>
              <a:rPr lang="en-US" dirty="0"/>
              <a:t>(amount);</a:t>
            </a:r>
          </a:p>
          <a:p>
            <a:r>
              <a:rPr lang="en-US" dirty="0"/>
              <a:t>	}</a:t>
            </a:r>
            <a:br>
              <a:rPr lang="en-US" dirty="0"/>
            </a:br>
            <a:r>
              <a:rPr lang="en-US" dirty="0"/>
              <a:t>     private void </a:t>
            </a:r>
            <a:r>
              <a:rPr lang="en-US" dirty="0" err="1"/>
              <a:t>detectFraud</a:t>
            </a:r>
            <a:r>
              <a:rPr lang="en-US" dirty="0"/>
              <a:t>() { //… }</a:t>
            </a:r>
          </a:p>
          <a:p>
            <a:r>
              <a:rPr lang="en-US" dirty="0"/>
              <a:t>}</a:t>
            </a:r>
          </a:p>
          <a:p>
            <a:endParaRPr lang="en-US" dirty="0"/>
          </a:p>
          <a:p>
            <a:endParaRPr lang="en-US" dirty="0"/>
          </a:p>
        </p:txBody>
      </p:sp>
      <p:sp>
        <p:nvSpPr>
          <p:cNvPr id="5" name="Title 4">
            <a:extLst>
              <a:ext uri="{FF2B5EF4-FFF2-40B4-BE49-F238E27FC236}">
                <a16:creationId xmlns:a16="http://schemas.microsoft.com/office/drawing/2014/main" id="{DC8E2C77-90A8-373D-90E0-505E29A344CC}"/>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E3701656-9928-14CB-6AF7-E09DD27E8D23}"/>
              </a:ext>
            </a:extLst>
          </p:cNvPr>
          <p:cNvSpPr>
            <a:spLocks noGrp="1"/>
          </p:cNvSpPr>
          <p:nvPr>
            <p:ph idx="13"/>
          </p:nvPr>
        </p:nvSpPr>
        <p:spPr/>
        <p:txBody>
          <a:bodyPr/>
          <a:lstStyle/>
          <a:p>
            <a:r>
              <a:rPr lang="en-US" dirty="0"/>
              <a:t>Extend the abstract decorator as the </a:t>
            </a:r>
            <a:r>
              <a:rPr lang="en-US" dirty="0" err="1">
                <a:latin typeface="Consolas" panose="020B0609020204030204" pitchFamily="49" charset="0"/>
              </a:rPr>
              <a:t>FraudDetectionDecorator</a:t>
            </a:r>
            <a:endParaRPr lang="en-US" dirty="0">
              <a:latin typeface="Consolas" panose="020B0609020204030204" pitchFamily="49" charset="0"/>
            </a:endParaRPr>
          </a:p>
          <a:p>
            <a:endParaRPr lang="en-US" dirty="0"/>
          </a:p>
        </p:txBody>
      </p:sp>
      <p:sp>
        <p:nvSpPr>
          <p:cNvPr id="3" name="Rectangle 2">
            <a:extLst>
              <a:ext uri="{FF2B5EF4-FFF2-40B4-BE49-F238E27FC236}">
                <a16:creationId xmlns:a16="http://schemas.microsoft.com/office/drawing/2014/main" id="{6E99A3A9-AC42-C300-F5B9-C3D6DBC70A90}"/>
              </a:ext>
            </a:extLst>
          </p:cNvPr>
          <p:cNvSpPr/>
          <p:nvPr/>
        </p:nvSpPr>
        <p:spPr>
          <a:xfrm>
            <a:off x="6176512" y="3429000"/>
            <a:ext cx="5633412" cy="22918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70921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6EEF-054C-212E-EC1D-2D7E7A3BB8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E583C75-DC23-153F-058A-DA264EDA761D}"/>
              </a:ext>
            </a:extLst>
          </p:cNvPr>
          <p:cNvSpPr>
            <a:spLocks noGrp="1"/>
          </p:cNvSpPr>
          <p:nvPr>
            <p:ph idx="1"/>
          </p:nvPr>
        </p:nvSpPr>
        <p:spPr>
          <a:xfrm>
            <a:off x="6176512" y="785004"/>
            <a:ext cx="6015488" cy="5046453"/>
          </a:xfrm>
        </p:spPr>
        <p:txBody>
          <a:bodyPr>
            <a:normAutofit fontScale="85000" lnSpcReduction="20000"/>
          </a:bodyPr>
          <a:lstStyle/>
          <a:p>
            <a:r>
              <a:rPr lang="en-US" dirty="0"/>
              <a:t>abstract class </a:t>
            </a:r>
            <a:r>
              <a:rPr lang="en-US" dirty="0" err="1"/>
              <a:t>PaymentProcessorDecorator</a:t>
            </a:r>
            <a:r>
              <a:rPr lang="en-US" dirty="0"/>
              <a:t> implements </a:t>
            </a:r>
            <a:r>
              <a:rPr lang="en-US" dirty="0" err="1"/>
              <a:t>PaymentProcessor</a:t>
            </a:r>
            <a:r>
              <a:rPr lang="en-US" dirty="0"/>
              <a:t> {</a:t>
            </a:r>
          </a:p>
          <a:p>
            <a:r>
              <a:rPr lang="en-US" dirty="0"/>
              <a:t>	protected </a:t>
            </a:r>
            <a:r>
              <a:rPr lang="en-US" dirty="0" err="1"/>
              <a:t>PaymentProcessor</a:t>
            </a:r>
            <a:r>
              <a:rPr lang="en-US" dirty="0"/>
              <a:t> </a:t>
            </a:r>
            <a:r>
              <a:rPr lang="en-US" dirty="0" err="1"/>
              <a:t>wrappedProcessor</a:t>
            </a:r>
            <a:r>
              <a:rPr lang="en-US" dirty="0"/>
              <a:t>;</a:t>
            </a:r>
          </a:p>
          <a:p>
            <a:r>
              <a:rPr lang="en-US" dirty="0"/>
              <a:t>	public </a:t>
            </a:r>
            <a:r>
              <a:rPr lang="en-US" dirty="0" err="1"/>
              <a:t>PaymentProcessorDecorator</a:t>
            </a:r>
            <a:r>
              <a:rPr lang="en-US" dirty="0"/>
              <a:t>(</a:t>
            </a:r>
            <a:r>
              <a:rPr lang="en-US" dirty="0" err="1"/>
              <a:t>PaymentProcessor</a:t>
            </a:r>
            <a:r>
              <a:rPr lang="en-US" dirty="0"/>
              <a:t> processor) {</a:t>
            </a:r>
          </a:p>
          <a:p>
            <a:r>
              <a:rPr lang="en-US" dirty="0"/>
              <a:t>		</a:t>
            </a:r>
            <a:r>
              <a:rPr lang="en-US" dirty="0" err="1"/>
              <a:t>this.wrappedProcessor</a:t>
            </a:r>
            <a:r>
              <a:rPr lang="en-US" dirty="0"/>
              <a:t> = processor;</a:t>
            </a:r>
          </a:p>
          <a:p>
            <a:r>
              <a:rPr lang="en-US" dirty="0"/>
              <a:t>	}</a:t>
            </a:r>
          </a:p>
          <a:p>
            <a:r>
              <a:rPr lang="en-US" dirty="0"/>
              <a:t>	@Override </a:t>
            </a:r>
          </a:p>
          <a:p>
            <a:r>
              <a:rPr lang="en-US" dirty="0"/>
              <a:t>	public void </a:t>
            </a:r>
            <a:r>
              <a:rPr lang="en-US" dirty="0" err="1"/>
              <a:t>processPayment</a:t>
            </a:r>
            <a:r>
              <a:rPr lang="en-US" dirty="0"/>
              <a:t>(double amount) { 			</a:t>
            </a:r>
            <a:r>
              <a:rPr lang="en-US" dirty="0" err="1"/>
              <a:t>wrappedProcessor.processPayment</a:t>
            </a:r>
            <a:r>
              <a:rPr lang="en-US" dirty="0"/>
              <a:t>(amount); </a:t>
            </a:r>
          </a:p>
          <a:p>
            <a:r>
              <a:rPr lang="en-US" dirty="0"/>
              <a:t>	} </a:t>
            </a:r>
          </a:p>
          <a:p>
            <a:r>
              <a:rPr lang="en-US" dirty="0"/>
              <a:t>}</a:t>
            </a:r>
          </a:p>
          <a:p>
            <a:endParaRPr lang="en-US" dirty="0"/>
          </a:p>
          <a:p>
            <a:r>
              <a:rPr lang="en-US" dirty="0"/>
              <a:t>class </a:t>
            </a:r>
            <a:r>
              <a:rPr lang="en-US" dirty="0" err="1"/>
              <a:t>FraudDetectionDecorator</a:t>
            </a:r>
            <a:r>
              <a:rPr lang="en-US" dirty="0"/>
              <a:t> extends </a:t>
            </a:r>
            <a:r>
              <a:rPr lang="en-US" dirty="0" err="1"/>
              <a:t>PaymentProcessorDecorator</a:t>
            </a:r>
            <a:r>
              <a:rPr lang="en-US" dirty="0"/>
              <a:t> {</a:t>
            </a:r>
          </a:p>
          <a:p>
            <a:r>
              <a:rPr lang="en-US" dirty="0"/>
              <a:t>	@Override</a:t>
            </a:r>
          </a:p>
          <a:p>
            <a:r>
              <a:rPr lang="en-US" dirty="0"/>
              <a:t>	public void </a:t>
            </a:r>
            <a:r>
              <a:rPr lang="en-US" dirty="0" err="1"/>
              <a:t>processPayment</a:t>
            </a:r>
            <a:r>
              <a:rPr lang="en-US" dirty="0"/>
              <a:t>(double amount) {</a:t>
            </a:r>
          </a:p>
          <a:p>
            <a:r>
              <a:rPr lang="en-US" dirty="0"/>
              <a:t>		</a:t>
            </a:r>
            <a:r>
              <a:rPr lang="en-US" dirty="0" err="1"/>
              <a:t>detectFraud</a:t>
            </a:r>
            <a:r>
              <a:rPr lang="en-US" dirty="0"/>
              <a:t>();</a:t>
            </a:r>
          </a:p>
          <a:p>
            <a:r>
              <a:rPr lang="en-US" dirty="0"/>
              <a:t>		</a:t>
            </a:r>
            <a:r>
              <a:rPr lang="en-US" dirty="0" err="1"/>
              <a:t>wrappedProcessor.processPayment</a:t>
            </a:r>
            <a:r>
              <a:rPr lang="en-US" dirty="0"/>
              <a:t>(amount);</a:t>
            </a:r>
          </a:p>
          <a:p>
            <a:r>
              <a:rPr lang="en-US" dirty="0"/>
              <a:t>	}</a:t>
            </a:r>
            <a:br>
              <a:rPr lang="en-US" dirty="0"/>
            </a:br>
            <a:r>
              <a:rPr lang="en-US" dirty="0"/>
              <a:t>     private void </a:t>
            </a:r>
            <a:r>
              <a:rPr lang="en-US" dirty="0" err="1"/>
              <a:t>detectFraud</a:t>
            </a:r>
            <a:r>
              <a:rPr lang="en-US" dirty="0"/>
              <a:t>() { //… }</a:t>
            </a:r>
          </a:p>
          <a:p>
            <a:r>
              <a:rPr lang="en-US" dirty="0"/>
              <a:t>}</a:t>
            </a:r>
          </a:p>
          <a:p>
            <a:endParaRPr lang="en-US" dirty="0"/>
          </a:p>
          <a:p>
            <a:r>
              <a:rPr lang="en-US" dirty="0"/>
              <a:t>public static void main(String[] </a:t>
            </a:r>
            <a:r>
              <a:rPr lang="en-US" dirty="0" err="1"/>
              <a:t>args</a:t>
            </a:r>
            <a:r>
              <a:rPr lang="en-US" dirty="0"/>
              <a:t>) {</a:t>
            </a:r>
          </a:p>
          <a:p>
            <a:r>
              <a:rPr lang="en-US" dirty="0"/>
              <a:t>	</a:t>
            </a:r>
            <a:r>
              <a:rPr lang="en-US" dirty="0" err="1"/>
              <a:t>PaypalProcessor</a:t>
            </a:r>
            <a:r>
              <a:rPr lang="en-US" dirty="0"/>
              <a:t> </a:t>
            </a:r>
            <a:r>
              <a:rPr lang="en-US" dirty="0" err="1"/>
              <a:t>paypalProc</a:t>
            </a:r>
            <a:r>
              <a:rPr lang="en-US" dirty="0"/>
              <a:t> = new </a:t>
            </a:r>
            <a:r>
              <a:rPr lang="en-US" dirty="0" err="1"/>
              <a:t>PaypapProcessor</a:t>
            </a:r>
            <a:r>
              <a:rPr lang="en-US" dirty="0"/>
              <a:t>();</a:t>
            </a:r>
          </a:p>
          <a:p>
            <a:r>
              <a:rPr lang="en-US" dirty="0"/>
              <a:t>	</a:t>
            </a:r>
            <a:r>
              <a:rPr lang="en-US" dirty="0" err="1"/>
              <a:t>FraudDetectionDecorator</a:t>
            </a:r>
            <a:r>
              <a:rPr lang="en-US" dirty="0"/>
              <a:t> </a:t>
            </a:r>
            <a:r>
              <a:rPr lang="en-US" dirty="0" err="1"/>
              <a:t>fraudProc</a:t>
            </a:r>
            <a:r>
              <a:rPr lang="en-US" dirty="0"/>
              <a:t> = new </a:t>
            </a:r>
          </a:p>
          <a:p>
            <a:r>
              <a:rPr lang="en-US" dirty="0"/>
              <a:t>			 </a:t>
            </a:r>
            <a:r>
              <a:rPr lang="en-US" dirty="0" err="1"/>
              <a:t>FraudDetectionDecorator</a:t>
            </a:r>
            <a:r>
              <a:rPr lang="en-US" dirty="0"/>
              <a:t>(</a:t>
            </a:r>
            <a:r>
              <a:rPr lang="en-US" dirty="0" err="1"/>
              <a:t>paypalProc</a:t>
            </a:r>
            <a:r>
              <a:rPr lang="en-US" dirty="0"/>
              <a:t>);</a:t>
            </a:r>
          </a:p>
          <a:p>
            <a:r>
              <a:rPr lang="en-US" dirty="0"/>
              <a:t>	</a:t>
            </a:r>
            <a:r>
              <a:rPr lang="en-US" dirty="0" err="1"/>
              <a:t>fraudProc.processPayment</a:t>
            </a:r>
            <a:r>
              <a:rPr lang="en-US" dirty="0"/>
              <a:t>(200.0);</a:t>
            </a:r>
          </a:p>
          <a:p>
            <a:r>
              <a:rPr lang="en-US" dirty="0"/>
              <a:t>}</a:t>
            </a:r>
          </a:p>
          <a:p>
            <a:endParaRPr lang="en-US" dirty="0"/>
          </a:p>
          <a:p>
            <a:endParaRPr lang="en-US" dirty="0"/>
          </a:p>
        </p:txBody>
      </p:sp>
      <p:sp>
        <p:nvSpPr>
          <p:cNvPr id="5" name="Title 4">
            <a:extLst>
              <a:ext uri="{FF2B5EF4-FFF2-40B4-BE49-F238E27FC236}">
                <a16:creationId xmlns:a16="http://schemas.microsoft.com/office/drawing/2014/main" id="{545C3251-5A22-ED3F-A731-B4108DF4352F}"/>
              </a:ext>
            </a:extLst>
          </p:cNvPr>
          <p:cNvSpPr>
            <a:spLocks noGrp="1"/>
          </p:cNvSpPr>
          <p:nvPr>
            <p:ph type="title"/>
          </p:nvPr>
        </p:nvSpPr>
        <p:spPr/>
        <p:txBody>
          <a:bodyPr/>
          <a:lstStyle/>
          <a:p>
            <a:r>
              <a:rPr lang="en-US" dirty="0"/>
              <a:t>Fraud detection decorator for payment processor</a:t>
            </a:r>
          </a:p>
        </p:txBody>
      </p:sp>
      <p:sp>
        <p:nvSpPr>
          <p:cNvPr id="2" name="Content Placeholder 1">
            <a:extLst>
              <a:ext uri="{FF2B5EF4-FFF2-40B4-BE49-F238E27FC236}">
                <a16:creationId xmlns:a16="http://schemas.microsoft.com/office/drawing/2014/main" id="{3415D240-D7C5-EDEE-69D0-1DB55388F2E2}"/>
              </a:ext>
            </a:extLst>
          </p:cNvPr>
          <p:cNvSpPr>
            <a:spLocks noGrp="1"/>
          </p:cNvSpPr>
          <p:nvPr>
            <p:ph idx="13"/>
          </p:nvPr>
        </p:nvSpPr>
        <p:spPr/>
        <p:txBody>
          <a:bodyPr/>
          <a:lstStyle/>
          <a:p>
            <a:r>
              <a:rPr lang="en-US" dirty="0">
                <a:latin typeface="Helvetica" panose="020B0604020202020204" pitchFamily="34" charset="0"/>
                <a:cs typeface="Helvetica" panose="020B0604020202020204" pitchFamily="34" charset="0"/>
              </a:rPr>
              <a:t>Wrap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objects in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a:t>
            </a:r>
          </a:p>
          <a:p>
            <a:r>
              <a:rPr lang="en-US" dirty="0">
                <a:latin typeface="Helvetica" panose="020B0604020202020204" pitchFamily="34" charset="0"/>
                <a:cs typeface="Helvetica" panose="020B0604020202020204" pitchFamily="34" charset="0"/>
              </a:rPr>
              <a:t>Use the </a:t>
            </a:r>
            <a:r>
              <a:rPr lang="en-US" dirty="0" err="1">
                <a:latin typeface="Consolas" panose="020B0609020204030204" pitchFamily="49" charset="0"/>
                <a:cs typeface="Helvetica" panose="020B0604020202020204" pitchFamily="34" charset="0"/>
              </a:rPr>
              <a:t>FraudDetectionDecorator</a:t>
            </a:r>
            <a:r>
              <a:rPr lang="en-US" dirty="0">
                <a:latin typeface="Helvetica" panose="020B0604020202020204" pitchFamily="34" charset="0"/>
                <a:cs typeface="Helvetica" panose="020B0604020202020204" pitchFamily="34" charset="0"/>
              </a:rPr>
              <a:t> objects in any place where a </a:t>
            </a:r>
            <a:r>
              <a:rPr lang="en-US" dirty="0" err="1">
                <a:latin typeface="Consolas" panose="020B0609020204030204" pitchFamily="49" charset="0"/>
                <a:cs typeface="Helvetica" panose="020B0604020202020204" pitchFamily="34" charset="0"/>
              </a:rPr>
              <a:t>PaymentProcessor</a:t>
            </a:r>
            <a:r>
              <a:rPr lang="en-US" dirty="0">
                <a:latin typeface="Helvetica" panose="020B0604020202020204" pitchFamily="34" charset="0"/>
                <a:cs typeface="Helvetica" panose="020B0604020202020204" pitchFamily="34" charset="0"/>
              </a:rPr>
              <a:t> is needed</a:t>
            </a: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p>
        </p:txBody>
      </p:sp>
      <p:sp>
        <p:nvSpPr>
          <p:cNvPr id="3" name="Rectangle 2">
            <a:extLst>
              <a:ext uri="{FF2B5EF4-FFF2-40B4-BE49-F238E27FC236}">
                <a16:creationId xmlns:a16="http://schemas.microsoft.com/office/drawing/2014/main" id="{77FB3F6D-37A6-31A3-3434-4579B4E76491}"/>
              </a:ext>
            </a:extLst>
          </p:cNvPr>
          <p:cNvSpPr/>
          <p:nvPr/>
        </p:nvSpPr>
        <p:spPr>
          <a:xfrm>
            <a:off x="6176512" y="4617156"/>
            <a:ext cx="5633412" cy="110370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B3D1E1D3-8837-82A5-E449-A22A2F89431C}"/>
              </a:ext>
            </a:extLst>
          </p:cNvPr>
          <p:cNvSpPr/>
          <p:nvPr/>
        </p:nvSpPr>
        <p:spPr>
          <a:xfrm>
            <a:off x="6096000" y="3328339"/>
            <a:ext cx="5633412" cy="92757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0833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11D563-7BCA-DB0D-97A0-38520BB77823}"/>
              </a:ext>
            </a:extLst>
          </p:cNvPr>
          <p:cNvSpPr>
            <a:spLocks noGrp="1"/>
          </p:cNvSpPr>
          <p:nvPr>
            <p:ph type="title"/>
          </p:nvPr>
        </p:nvSpPr>
        <p:spPr/>
        <p:txBody>
          <a:bodyPr/>
          <a:lstStyle/>
          <a:p>
            <a:r>
              <a:rPr lang="en-US" dirty="0"/>
              <a:t>Decorators visually</a:t>
            </a:r>
          </a:p>
        </p:txBody>
      </p:sp>
      <p:grpSp>
        <p:nvGrpSpPr>
          <p:cNvPr id="21" name="Group 20">
            <a:extLst>
              <a:ext uri="{FF2B5EF4-FFF2-40B4-BE49-F238E27FC236}">
                <a16:creationId xmlns:a16="http://schemas.microsoft.com/office/drawing/2014/main" id="{CC15C328-70F0-6E48-927E-1970BF4B9D8D}"/>
              </a:ext>
            </a:extLst>
          </p:cNvPr>
          <p:cNvGrpSpPr/>
          <p:nvPr/>
        </p:nvGrpSpPr>
        <p:grpSpPr>
          <a:xfrm>
            <a:off x="906403" y="1254368"/>
            <a:ext cx="4892814" cy="3697333"/>
            <a:chOff x="6087997" y="1477107"/>
            <a:chExt cx="4892814" cy="3697333"/>
          </a:xfrm>
        </p:grpSpPr>
        <p:grpSp>
          <p:nvGrpSpPr>
            <p:cNvPr id="22" name="Group 21">
              <a:extLst>
                <a:ext uri="{FF2B5EF4-FFF2-40B4-BE49-F238E27FC236}">
                  <a16:creationId xmlns:a16="http://schemas.microsoft.com/office/drawing/2014/main" id="{960A364A-C4BF-1F03-EDA7-0EA2EAC18E87}"/>
                </a:ext>
              </a:extLst>
            </p:cNvPr>
            <p:cNvGrpSpPr/>
            <p:nvPr/>
          </p:nvGrpSpPr>
          <p:grpSpPr>
            <a:xfrm>
              <a:off x="6087997" y="1477107"/>
              <a:ext cx="4892814" cy="3348422"/>
              <a:chOff x="6087997" y="1477107"/>
              <a:chExt cx="4892814" cy="3348422"/>
            </a:xfrm>
          </p:grpSpPr>
          <p:sp>
            <p:nvSpPr>
              <p:cNvPr id="25" name="Rectangle 24">
                <a:extLst>
                  <a:ext uri="{FF2B5EF4-FFF2-40B4-BE49-F238E27FC236}">
                    <a16:creationId xmlns:a16="http://schemas.microsoft.com/office/drawing/2014/main" id="{9A242A35-C7A1-E9D5-C4E2-A22A9D3BF718}"/>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26" name="Rectangle 25">
                <a:extLst>
                  <a:ext uri="{FF2B5EF4-FFF2-40B4-BE49-F238E27FC236}">
                    <a16:creationId xmlns:a16="http://schemas.microsoft.com/office/drawing/2014/main" id="{1A1928EB-5F41-34F4-EC63-D32F088F9BAA}"/>
                  </a:ext>
                </a:extLst>
              </p:cNvPr>
              <p:cNvSpPr/>
              <p:nvPr/>
            </p:nvSpPr>
            <p:spPr>
              <a:xfrm>
                <a:off x="6087997"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7" name="Rectangle 26">
                <a:extLst>
                  <a:ext uri="{FF2B5EF4-FFF2-40B4-BE49-F238E27FC236}">
                    <a16:creationId xmlns:a16="http://schemas.microsoft.com/office/drawing/2014/main" id="{58BC54CA-C163-8354-2CBF-33DF2BFD3FD7}"/>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7871EB5-98FC-F329-F16A-96A7A0110F27}"/>
                  </a:ext>
                </a:extLst>
              </p:cNvPr>
              <p:cNvSpPr txBox="1"/>
              <p:nvPr/>
            </p:nvSpPr>
            <p:spPr>
              <a:xfrm>
                <a:off x="7079200" y="445619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31" name="TextBox 30">
                <a:extLst>
                  <a:ext uri="{FF2B5EF4-FFF2-40B4-BE49-F238E27FC236}">
                    <a16:creationId xmlns:a16="http://schemas.microsoft.com/office/drawing/2014/main" id="{8AAED6FF-9F4E-FFF3-E571-FBB808E565D1}"/>
                  </a:ext>
                </a:extLst>
              </p:cNvPr>
              <p:cNvSpPr txBox="1"/>
              <p:nvPr/>
            </p:nvSpPr>
            <p:spPr>
              <a:xfrm>
                <a:off x="7141629" y="3884085"/>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3" name="Straight Arrow Connector 32">
                <a:extLst>
                  <a:ext uri="{FF2B5EF4-FFF2-40B4-BE49-F238E27FC236}">
                    <a16:creationId xmlns:a16="http://schemas.microsoft.com/office/drawing/2014/main" id="{E3C2D4FD-0D81-FCB1-6FCB-27BC8C9B657D}"/>
                  </a:ext>
                </a:extLst>
              </p:cNvPr>
              <p:cNvCxnSpPr>
                <a:cxnSpLocks/>
                <a:stCxn id="27" idx="0"/>
                <a:endCxn id="31" idx="2"/>
              </p:cNvCxnSpPr>
              <p:nvPr/>
            </p:nvCxnSpPr>
            <p:spPr>
              <a:xfrm flipV="1">
                <a:off x="8000999" y="4253417"/>
                <a:ext cx="0" cy="37133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0EB31A0-5610-8BB6-08A8-0C8E384B0460}"/>
                  </a:ext>
                </a:extLst>
              </p:cNvPr>
              <p:cNvCxnSpPr>
                <a:cxnSpLocks/>
                <a:stCxn id="31" idx="0"/>
                <a:endCxn id="39" idx="2"/>
              </p:cNvCxnSpPr>
              <p:nvPr/>
            </p:nvCxnSpPr>
            <p:spPr>
              <a:xfrm flipV="1">
                <a:off x="8000999" y="3613637"/>
                <a:ext cx="0" cy="270448"/>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12855E80-332C-9BDA-D4ED-DB911BBE4707}"/>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EF73B435-B367-F89B-1EFB-AAF6B7447F61}"/>
              </a:ext>
            </a:extLst>
          </p:cNvPr>
          <p:cNvGrpSpPr/>
          <p:nvPr/>
        </p:nvGrpSpPr>
        <p:grpSpPr>
          <a:xfrm>
            <a:off x="2151190" y="1817076"/>
            <a:ext cx="2403231" cy="1582615"/>
            <a:chOff x="7332784" y="2039815"/>
            <a:chExt cx="2403231" cy="1582615"/>
          </a:xfrm>
        </p:grpSpPr>
        <p:sp>
          <p:nvSpPr>
            <p:cNvPr id="38" name="Rectangle 37">
              <a:extLst>
                <a:ext uri="{FF2B5EF4-FFF2-40B4-BE49-F238E27FC236}">
                  <a16:creationId xmlns:a16="http://schemas.microsoft.com/office/drawing/2014/main" id="{0C395E84-A032-6EDC-D8F3-A89C78A183F4}"/>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39" name="Rectangle 38">
              <a:extLst>
                <a:ext uri="{FF2B5EF4-FFF2-40B4-BE49-F238E27FC236}">
                  <a16:creationId xmlns:a16="http://schemas.microsoft.com/office/drawing/2014/main" id="{60CE12FC-B505-270E-1421-BFF65F6DFA95}"/>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B07F78B-5649-4E6A-D067-88151833CF11}"/>
                </a:ext>
              </a:extLst>
            </p:cNvPr>
            <p:cNvSpPr txBox="1"/>
            <p:nvPr/>
          </p:nvSpPr>
          <p:spPr>
            <a:xfrm>
              <a:off x="8229599" y="3244305"/>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72" name="Group 71">
            <a:extLst>
              <a:ext uri="{FF2B5EF4-FFF2-40B4-BE49-F238E27FC236}">
                <a16:creationId xmlns:a16="http://schemas.microsoft.com/office/drawing/2014/main" id="{6291057B-A478-6466-6C19-E79164DF62B1}"/>
              </a:ext>
            </a:extLst>
          </p:cNvPr>
          <p:cNvGrpSpPr/>
          <p:nvPr/>
        </p:nvGrpSpPr>
        <p:grpSpPr>
          <a:xfrm>
            <a:off x="5998796" y="687728"/>
            <a:ext cx="5562036" cy="5361380"/>
            <a:chOff x="5998796" y="687728"/>
            <a:chExt cx="5562036" cy="5361380"/>
          </a:xfrm>
        </p:grpSpPr>
        <p:sp>
          <p:nvSpPr>
            <p:cNvPr id="59" name="Rectangle 58">
              <a:extLst>
                <a:ext uri="{FF2B5EF4-FFF2-40B4-BE49-F238E27FC236}">
                  <a16:creationId xmlns:a16="http://schemas.microsoft.com/office/drawing/2014/main" id="{64BDEDD8-D3DD-986F-FC8B-08D9C1022430}"/>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EC380861-F541-B498-22B8-F5B17D4D186A}"/>
                </a:ext>
              </a:extLst>
            </p:cNvPr>
            <p:cNvGrpSpPr/>
            <p:nvPr/>
          </p:nvGrpSpPr>
          <p:grpSpPr>
            <a:xfrm>
              <a:off x="6392789" y="1254368"/>
              <a:ext cx="4892814" cy="3697333"/>
              <a:chOff x="6087995" y="1477107"/>
              <a:chExt cx="4892814" cy="3697333"/>
            </a:xfrm>
          </p:grpSpPr>
          <p:grpSp>
            <p:nvGrpSpPr>
              <p:cNvPr id="46" name="Group 45">
                <a:extLst>
                  <a:ext uri="{FF2B5EF4-FFF2-40B4-BE49-F238E27FC236}">
                    <a16:creationId xmlns:a16="http://schemas.microsoft.com/office/drawing/2014/main" id="{D29616D4-022A-28FB-87A0-4112B28020DC}"/>
                  </a:ext>
                </a:extLst>
              </p:cNvPr>
              <p:cNvGrpSpPr/>
              <p:nvPr/>
            </p:nvGrpSpPr>
            <p:grpSpPr>
              <a:xfrm>
                <a:off x="6087995" y="1477107"/>
                <a:ext cx="4892814" cy="3371772"/>
                <a:chOff x="6087995" y="1477107"/>
                <a:chExt cx="4892814" cy="3371772"/>
              </a:xfrm>
            </p:grpSpPr>
            <p:sp>
              <p:nvSpPr>
                <p:cNvPr id="48" name="Rectangle 47">
                  <a:extLst>
                    <a:ext uri="{FF2B5EF4-FFF2-40B4-BE49-F238E27FC236}">
                      <a16:creationId xmlns:a16="http://schemas.microsoft.com/office/drawing/2014/main" id="{FE736A53-E657-DBBE-72DA-D6FC4BB881C9}"/>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6589C8B0-6561-F471-4297-4B7C7CE342EF}"/>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64E27130-354E-4153-609F-65E97A8DBF53}"/>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834D90B-C34F-4837-20B8-B2531D228F2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0F5A4069-3434-8759-D6BF-94B2DAC22E7A}"/>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161AED36-6A52-3056-3301-7E9C687B0FEB}"/>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87C2251-8DD1-BAC4-B72D-0282DA38DDF4}"/>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682D8395-82B9-3EDA-B219-BF56249EA8DE}"/>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7F2E0AD6-A1D0-110B-3565-0B5EB0371609}"/>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6D8A3FA4-A40A-0858-2243-3978513241CD}"/>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57" name="Rectangle 56">
                <a:extLst>
                  <a:ext uri="{FF2B5EF4-FFF2-40B4-BE49-F238E27FC236}">
                    <a16:creationId xmlns:a16="http://schemas.microsoft.com/office/drawing/2014/main" id="{8F464D73-C018-F62C-208E-5AF69D92616A}"/>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8E54A58-8B1B-F851-0048-3F895F0BD43D}"/>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A05EA1C0-3E80-706F-4449-57C3F3693025}"/>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1B85524C-83B5-6616-9473-363B9F04DFB3}"/>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D8ED3660-7405-4833-7BAA-3BB861766AF2}"/>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2269361F-A0A9-3D3F-7CC6-D610AF4A191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A879A9E6-C2EE-06A6-CB5D-AAE790A446EE}"/>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3B3549E4-6F05-A0E8-2F00-5E48C1415302}"/>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Tree>
    <p:extLst>
      <p:ext uri="{BB962C8B-B14F-4D97-AF65-F5344CB8AC3E}">
        <p14:creationId xmlns:p14="http://schemas.microsoft.com/office/powerpoint/2010/main" val="402056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FDAA-9CDC-1DAE-B637-13C4802547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45F283-E558-D3D4-2EA9-40EBBFEEE250}"/>
              </a:ext>
            </a:extLst>
          </p:cNvPr>
          <p:cNvSpPr>
            <a:spLocks noGrp="1"/>
          </p:cNvSpPr>
          <p:nvPr>
            <p:ph type="title"/>
          </p:nvPr>
        </p:nvSpPr>
        <p:spPr/>
        <p:txBody>
          <a:bodyPr/>
          <a:lstStyle/>
          <a:p>
            <a:r>
              <a:rPr lang="en-US" dirty="0"/>
              <a:t>Combining adapter and decorator patters</a:t>
            </a:r>
          </a:p>
        </p:txBody>
      </p:sp>
      <p:grpSp>
        <p:nvGrpSpPr>
          <p:cNvPr id="72" name="Group 71">
            <a:extLst>
              <a:ext uri="{FF2B5EF4-FFF2-40B4-BE49-F238E27FC236}">
                <a16:creationId xmlns:a16="http://schemas.microsoft.com/office/drawing/2014/main" id="{1E5855FE-E0A7-75F5-56A9-02217E098C03}"/>
              </a:ext>
            </a:extLst>
          </p:cNvPr>
          <p:cNvGrpSpPr/>
          <p:nvPr/>
        </p:nvGrpSpPr>
        <p:grpSpPr>
          <a:xfrm>
            <a:off x="5998796" y="687728"/>
            <a:ext cx="5562036" cy="5361380"/>
            <a:chOff x="5998796" y="687728"/>
            <a:chExt cx="5562036" cy="5361380"/>
          </a:xfrm>
        </p:grpSpPr>
        <p:sp>
          <p:nvSpPr>
            <p:cNvPr id="59" name="Rectangle 58">
              <a:extLst>
                <a:ext uri="{FF2B5EF4-FFF2-40B4-BE49-F238E27FC236}">
                  <a16:creationId xmlns:a16="http://schemas.microsoft.com/office/drawing/2014/main" id="{BD7E5958-0E55-A741-1395-120407DB9041}"/>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45" name="Group 44">
              <a:extLst>
                <a:ext uri="{FF2B5EF4-FFF2-40B4-BE49-F238E27FC236}">
                  <a16:creationId xmlns:a16="http://schemas.microsoft.com/office/drawing/2014/main" id="{C0AD712C-0D3D-84EE-6B6B-0B13C6262018}"/>
                </a:ext>
              </a:extLst>
            </p:cNvPr>
            <p:cNvGrpSpPr/>
            <p:nvPr/>
          </p:nvGrpSpPr>
          <p:grpSpPr>
            <a:xfrm>
              <a:off x="6392789" y="1254368"/>
              <a:ext cx="4892814" cy="3697333"/>
              <a:chOff x="6087995" y="1477107"/>
              <a:chExt cx="4892814" cy="3697333"/>
            </a:xfrm>
          </p:grpSpPr>
          <p:grpSp>
            <p:nvGrpSpPr>
              <p:cNvPr id="46" name="Group 45">
                <a:extLst>
                  <a:ext uri="{FF2B5EF4-FFF2-40B4-BE49-F238E27FC236}">
                    <a16:creationId xmlns:a16="http://schemas.microsoft.com/office/drawing/2014/main" id="{C3DB3FAD-A1CD-AA21-0FDD-CC5734B48581}"/>
                  </a:ext>
                </a:extLst>
              </p:cNvPr>
              <p:cNvGrpSpPr/>
              <p:nvPr/>
            </p:nvGrpSpPr>
            <p:grpSpPr>
              <a:xfrm>
                <a:off x="6087995" y="1477107"/>
                <a:ext cx="4892814" cy="3371772"/>
                <a:chOff x="6087995" y="1477107"/>
                <a:chExt cx="4892814" cy="3371772"/>
              </a:xfrm>
            </p:grpSpPr>
            <p:sp>
              <p:nvSpPr>
                <p:cNvPr id="48" name="Rectangle 47">
                  <a:extLst>
                    <a:ext uri="{FF2B5EF4-FFF2-40B4-BE49-F238E27FC236}">
                      <a16:creationId xmlns:a16="http://schemas.microsoft.com/office/drawing/2014/main" id="{D7026919-283D-0A91-0A95-8FE998EC3CB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49" name="Rectangle 48">
                  <a:extLst>
                    <a:ext uri="{FF2B5EF4-FFF2-40B4-BE49-F238E27FC236}">
                      <a16:creationId xmlns:a16="http://schemas.microsoft.com/office/drawing/2014/main" id="{CBADFBEA-1DDB-D68D-3704-E87581C9CE8D}"/>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50" name="Rectangle 49">
                  <a:extLst>
                    <a:ext uri="{FF2B5EF4-FFF2-40B4-BE49-F238E27FC236}">
                      <a16:creationId xmlns:a16="http://schemas.microsoft.com/office/drawing/2014/main" id="{AB48F0AE-F8C1-22C1-7661-E2515A211D69}"/>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7A7A6ECC-AA5B-C4E5-8C14-611E7B562007}"/>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52" name="TextBox 51">
                  <a:extLst>
                    <a:ext uri="{FF2B5EF4-FFF2-40B4-BE49-F238E27FC236}">
                      <a16:creationId xmlns:a16="http://schemas.microsoft.com/office/drawing/2014/main" id="{5B0AD03F-614A-B779-6875-DD70A735E22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53" name="Straight Arrow Connector 52">
                  <a:extLst>
                    <a:ext uri="{FF2B5EF4-FFF2-40B4-BE49-F238E27FC236}">
                      <a16:creationId xmlns:a16="http://schemas.microsoft.com/office/drawing/2014/main" id="{4CD2557B-10E9-93E5-7BC9-B626866D0089}"/>
                    </a:ext>
                  </a:extLst>
                </p:cNvPr>
                <p:cNvCxnSpPr>
                  <a:cxnSpLocks/>
                  <a:stCxn id="50" idx="0"/>
                  <a:endCxn id="52"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D5652974-8F9A-C733-D598-FF7879077D91}"/>
                    </a:ext>
                  </a:extLst>
                </p:cNvPr>
                <p:cNvCxnSpPr>
                  <a:cxnSpLocks/>
                  <a:stCxn id="52" idx="0"/>
                  <a:endCxn id="57"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47" name="Straight Arrow Connector 46">
                <a:extLst>
                  <a:ext uri="{FF2B5EF4-FFF2-40B4-BE49-F238E27FC236}">
                    <a16:creationId xmlns:a16="http://schemas.microsoft.com/office/drawing/2014/main" id="{2359683B-804E-9D28-1DDC-2950FD71A520}"/>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55" name="Group 54">
              <a:extLst>
                <a:ext uri="{FF2B5EF4-FFF2-40B4-BE49-F238E27FC236}">
                  <a16:creationId xmlns:a16="http://schemas.microsoft.com/office/drawing/2014/main" id="{102DBEDA-B5AD-279C-3C40-77CFCB079EA8}"/>
                </a:ext>
              </a:extLst>
            </p:cNvPr>
            <p:cNvGrpSpPr/>
            <p:nvPr/>
          </p:nvGrpSpPr>
          <p:grpSpPr>
            <a:xfrm>
              <a:off x="7637578" y="1817076"/>
              <a:ext cx="2403231" cy="1590263"/>
              <a:chOff x="7332784" y="2039815"/>
              <a:chExt cx="2403231" cy="1590263"/>
            </a:xfrm>
          </p:grpSpPr>
          <p:sp>
            <p:nvSpPr>
              <p:cNvPr id="56" name="Rectangle 55">
                <a:extLst>
                  <a:ext uri="{FF2B5EF4-FFF2-40B4-BE49-F238E27FC236}">
                    <a16:creationId xmlns:a16="http://schemas.microsoft.com/office/drawing/2014/main" id="{E6555E7C-ED2A-C93D-BD17-CB3D9D369964}"/>
                  </a:ext>
                </a:extLst>
              </p:cNvPr>
              <p:cNvSpPr/>
              <p:nvPr/>
            </p:nvSpPr>
            <p:spPr>
              <a:xfrm>
                <a:off x="7332784" y="2039815"/>
                <a:ext cx="2403231" cy="1582615"/>
              </a:xfrm>
              <a:prstGeom prst="rect">
                <a:avLst/>
              </a:prstGeom>
              <a:solidFill>
                <a:schemeClr val="accent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57" name="Rectangle 56">
                <a:extLst>
                  <a:ext uri="{FF2B5EF4-FFF2-40B4-BE49-F238E27FC236}">
                    <a16:creationId xmlns:a16="http://schemas.microsoft.com/office/drawing/2014/main" id="{05FD0282-1D48-E8C5-D90F-985F0E4753BB}"/>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FBCE7B6-907C-1E80-CF5B-A16639AF3517}"/>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60" name="Rectangle 59">
              <a:extLst>
                <a:ext uri="{FF2B5EF4-FFF2-40B4-BE49-F238E27FC236}">
                  <a16:creationId xmlns:a16="http://schemas.microsoft.com/office/drawing/2014/main" id="{9E197CF0-57CE-B551-FEB1-9D95A5395BFB}"/>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63" name="TextBox 62">
              <a:extLst>
                <a:ext uri="{FF2B5EF4-FFF2-40B4-BE49-F238E27FC236}">
                  <a16:creationId xmlns:a16="http://schemas.microsoft.com/office/drawing/2014/main" id="{CD9B3979-497B-CE97-5399-63C6D3398C6F}"/>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64" name="Rectangle 63">
              <a:extLst>
                <a:ext uri="{FF2B5EF4-FFF2-40B4-BE49-F238E27FC236}">
                  <a16:creationId xmlns:a16="http://schemas.microsoft.com/office/drawing/2014/main" id="{4C2970A2-F1CB-F764-FBC8-296DDADEBF0A}"/>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DA77EBA2-47C2-F108-D405-33FAE7B712BC}"/>
                </a:ext>
              </a:extLst>
            </p:cNvPr>
            <p:cNvCxnSpPr>
              <a:cxnSpLocks/>
              <a:stCxn id="64" idx="0"/>
              <a:endCxn id="63"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102E5503-A93A-8D86-F9E1-C6317FEECF32}"/>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D7DAB48-909C-46C4-DFB8-80291EEB69C9}"/>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 name="Group 1">
            <a:extLst>
              <a:ext uri="{FF2B5EF4-FFF2-40B4-BE49-F238E27FC236}">
                <a16:creationId xmlns:a16="http://schemas.microsoft.com/office/drawing/2014/main" id="{24C98D14-4AE0-2649-5B39-F52145E0D6B5}"/>
              </a:ext>
            </a:extLst>
          </p:cNvPr>
          <p:cNvGrpSpPr/>
          <p:nvPr/>
        </p:nvGrpSpPr>
        <p:grpSpPr>
          <a:xfrm>
            <a:off x="46968" y="687728"/>
            <a:ext cx="5562036" cy="5361380"/>
            <a:chOff x="5998796" y="687728"/>
            <a:chExt cx="5562036" cy="5361380"/>
          </a:xfrm>
        </p:grpSpPr>
        <p:sp>
          <p:nvSpPr>
            <p:cNvPr id="4" name="Rectangle 3">
              <a:extLst>
                <a:ext uri="{FF2B5EF4-FFF2-40B4-BE49-F238E27FC236}">
                  <a16:creationId xmlns:a16="http://schemas.microsoft.com/office/drawing/2014/main" id="{4DF30FD8-CDAF-6908-2041-775CA06A8C0F}"/>
                </a:ext>
              </a:extLst>
            </p:cNvPr>
            <p:cNvSpPr/>
            <p:nvPr/>
          </p:nvSpPr>
          <p:spPr>
            <a:xfrm>
              <a:off x="6293743" y="696278"/>
              <a:ext cx="4972133" cy="5001138"/>
            </a:xfrm>
            <a:prstGeom prst="rect">
              <a:avLst/>
            </a:prstGeom>
            <a:solidFill>
              <a:srgbClr val="FFB3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grpSp>
          <p:nvGrpSpPr>
            <p:cNvPr id="5" name="Group 4">
              <a:extLst>
                <a:ext uri="{FF2B5EF4-FFF2-40B4-BE49-F238E27FC236}">
                  <a16:creationId xmlns:a16="http://schemas.microsoft.com/office/drawing/2014/main" id="{FF51ADBA-99E1-1757-9662-D750FE1E970E}"/>
                </a:ext>
              </a:extLst>
            </p:cNvPr>
            <p:cNvGrpSpPr/>
            <p:nvPr/>
          </p:nvGrpSpPr>
          <p:grpSpPr>
            <a:xfrm>
              <a:off x="6392789" y="1254368"/>
              <a:ext cx="4892814" cy="3697333"/>
              <a:chOff x="6087995" y="1477107"/>
              <a:chExt cx="4892814" cy="3697333"/>
            </a:xfrm>
          </p:grpSpPr>
          <p:grpSp>
            <p:nvGrpSpPr>
              <p:cNvPr id="16" name="Group 15">
                <a:extLst>
                  <a:ext uri="{FF2B5EF4-FFF2-40B4-BE49-F238E27FC236}">
                    <a16:creationId xmlns:a16="http://schemas.microsoft.com/office/drawing/2014/main" id="{7C6DCC4B-64DD-CA49-616A-EE952F386DFF}"/>
                  </a:ext>
                </a:extLst>
              </p:cNvPr>
              <p:cNvGrpSpPr/>
              <p:nvPr/>
            </p:nvGrpSpPr>
            <p:grpSpPr>
              <a:xfrm>
                <a:off x="6087995" y="1477107"/>
                <a:ext cx="4892814" cy="3371772"/>
                <a:chOff x="6087995" y="1477107"/>
                <a:chExt cx="4892814" cy="3371772"/>
              </a:xfrm>
            </p:grpSpPr>
            <p:sp>
              <p:nvSpPr>
                <p:cNvPr id="18" name="Rectangle 17">
                  <a:extLst>
                    <a:ext uri="{FF2B5EF4-FFF2-40B4-BE49-F238E27FC236}">
                      <a16:creationId xmlns:a16="http://schemas.microsoft.com/office/drawing/2014/main" id="{AD2EF6FB-066E-9021-2716-A126EA7D0C65}"/>
                    </a:ext>
                  </a:extLst>
                </p:cNvPr>
                <p:cNvSpPr/>
                <p:nvPr/>
              </p:nvSpPr>
              <p:spPr>
                <a:xfrm>
                  <a:off x="6553200" y="1477107"/>
                  <a:ext cx="3962400" cy="3341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Consolas" panose="020B0609020204030204" pitchFamily="49" charset="0"/>
                    </a:rPr>
                    <a:t>hget</a:t>
                  </a:r>
                  <a:endParaRPr lang="en-US" dirty="0"/>
                </a:p>
              </p:txBody>
            </p:sp>
            <p:sp>
              <p:nvSpPr>
                <p:cNvPr id="19" name="Rectangle 18">
                  <a:extLst>
                    <a:ext uri="{FF2B5EF4-FFF2-40B4-BE49-F238E27FC236}">
                      <a16:creationId xmlns:a16="http://schemas.microsoft.com/office/drawing/2014/main" id="{8B744518-2D70-3855-F7F2-C9E4678C997C}"/>
                    </a:ext>
                  </a:extLst>
                </p:cNvPr>
                <p:cNvSpPr/>
                <p:nvPr/>
              </p:nvSpPr>
              <p:spPr>
                <a:xfrm>
                  <a:off x="6087995" y="1507802"/>
                  <a:ext cx="4892814"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FraudDetectionDecorator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20" name="Rectangle 19">
                  <a:extLst>
                    <a:ext uri="{FF2B5EF4-FFF2-40B4-BE49-F238E27FC236}">
                      <a16:creationId xmlns:a16="http://schemas.microsoft.com/office/drawing/2014/main" id="{548E9523-3C76-ED37-BCBE-F4A7A306477B}"/>
                    </a:ext>
                  </a:extLst>
                </p:cNvPr>
                <p:cNvSpPr/>
                <p:nvPr/>
              </p:nvSpPr>
              <p:spPr>
                <a:xfrm>
                  <a:off x="7772399" y="4624754"/>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09A07CA-441A-0CA5-9761-4A08FCEAF359}"/>
                    </a:ext>
                  </a:extLst>
                </p:cNvPr>
                <p:cNvSpPr txBox="1"/>
                <p:nvPr/>
              </p:nvSpPr>
              <p:spPr>
                <a:xfrm>
                  <a:off x="7026778" y="4479547"/>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sp>
              <p:nvSpPr>
                <p:cNvPr id="28" name="TextBox 27">
                  <a:extLst>
                    <a:ext uri="{FF2B5EF4-FFF2-40B4-BE49-F238E27FC236}">
                      <a16:creationId xmlns:a16="http://schemas.microsoft.com/office/drawing/2014/main" id="{AA4CB576-8F70-1CB1-8E33-43A3D5C9D9D0}"/>
                    </a:ext>
                  </a:extLst>
                </p:cNvPr>
                <p:cNvSpPr txBox="1"/>
                <p:nvPr/>
              </p:nvSpPr>
              <p:spPr>
                <a:xfrm>
                  <a:off x="7141629" y="3932448"/>
                  <a:ext cx="1718740" cy="369332"/>
                </a:xfrm>
                <a:prstGeom prst="rect">
                  <a:avLst/>
                </a:prstGeom>
                <a:solidFill>
                  <a:schemeClr val="tx1">
                    <a:lumMod val="10000"/>
                    <a:lumOff val="90000"/>
                  </a:schemeClr>
                </a:solidFill>
              </p:spPr>
              <p:txBody>
                <a:bodyPr wrap="none" rtlCol="0">
                  <a:spAutoFit/>
                </a:bodyPr>
                <a:lstStyle/>
                <a:p>
                  <a:r>
                    <a:rPr lang="en-US" dirty="0" err="1">
                      <a:latin typeface="Consolas" panose="020B0609020204030204" pitchFamily="49" charset="0"/>
                    </a:rPr>
                    <a:t>detectFraud</a:t>
                  </a:r>
                  <a:r>
                    <a:rPr lang="en-US" dirty="0"/>
                    <a:t>()</a:t>
                  </a:r>
                </a:p>
              </p:txBody>
            </p:sp>
            <p:cxnSp>
              <p:nvCxnSpPr>
                <p:cNvPr id="30" name="Straight Arrow Connector 29">
                  <a:extLst>
                    <a:ext uri="{FF2B5EF4-FFF2-40B4-BE49-F238E27FC236}">
                      <a16:creationId xmlns:a16="http://schemas.microsoft.com/office/drawing/2014/main" id="{EEE94653-E984-66D2-2033-CFE6E8E31A65}"/>
                    </a:ext>
                  </a:extLst>
                </p:cNvPr>
                <p:cNvCxnSpPr>
                  <a:cxnSpLocks/>
                  <a:stCxn id="20" idx="0"/>
                  <a:endCxn id="28" idx="2"/>
                </p:cNvCxnSpPr>
                <p:nvPr/>
              </p:nvCxnSpPr>
              <p:spPr>
                <a:xfrm flipV="1">
                  <a:off x="8000999" y="4301780"/>
                  <a:ext cx="0" cy="32297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5845490D-470F-F265-55CB-F61705214046}"/>
                    </a:ext>
                  </a:extLst>
                </p:cNvPr>
                <p:cNvCxnSpPr>
                  <a:cxnSpLocks/>
                  <a:stCxn id="28" idx="0"/>
                  <a:endCxn id="14" idx="2"/>
                </p:cNvCxnSpPr>
                <p:nvPr/>
              </p:nvCxnSpPr>
              <p:spPr>
                <a:xfrm flipV="1">
                  <a:off x="8000999" y="3613637"/>
                  <a:ext cx="0" cy="318811"/>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cxnSp>
            <p:nvCxnSpPr>
              <p:cNvPr id="17" name="Straight Arrow Connector 16">
                <a:extLst>
                  <a:ext uri="{FF2B5EF4-FFF2-40B4-BE49-F238E27FC236}">
                    <a16:creationId xmlns:a16="http://schemas.microsoft.com/office/drawing/2014/main" id="{25748477-C562-05EC-B5D8-FB9059F0C6AB}"/>
                  </a:ext>
                </a:extLst>
              </p:cNvPr>
              <p:cNvCxnSpPr/>
              <p:nvPr/>
            </p:nvCxnSpPr>
            <p:spPr>
              <a:xfrm flipH="1" flipV="1">
                <a:off x="7993346" y="4818184"/>
                <a:ext cx="1" cy="356256"/>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6" name="Group 5">
              <a:extLst>
                <a:ext uri="{FF2B5EF4-FFF2-40B4-BE49-F238E27FC236}">
                  <a16:creationId xmlns:a16="http://schemas.microsoft.com/office/drawing/2014/main" id="{5A6ADFC6-E81E-4890-5D3D-984AF73F3506}"/>
                </a:ext>
              </a:extLst>
            </p:cNvPr>
            <p:cNvGrpSpPr/>
            <p:nvPr/>
          </p:nvGrpSpPr>
          <p:grpSpPr>
            <a:xfrm>
              <a:off x="7637578" y="1817076"/>
              <a:ext cx="2403231" cy="1590263"/>
              <a:chOff x="7332784" y="2039815"/>
              <a:chExt cx="2403231" cy="1590263"/>
            </a:xfrm>
          </p:grpSpPr>
          <p:sp>
            <p:nvSpPr>
              <p:cNvPr id="13" name="Rectangle 12">
                <a:extLst>
                  <a:ext uri="{FF2B5EF4-FFF2-40B4-BE49-F238E27FC236}">
                    <a16:creationId xmlns:a16="http://schemas.microsoft.com/office/drawing/2014/main" id="{D4050B22-46CC-425A-3E1B-3743DFD8803B}"/>
                  </a:ext>
                </a:extLst>
              </p:cNvPr>
              <p:cNvSpPr/>
              <p:nvPr/>
            </p:nvSpPr>
            <p:spPr>
              <a:xfrm>
                <a:off x="7332784" y="2039815"/>
                <a:ext cx="2403231"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err="1">
                    <a:ln w="0"/>
                    <a:solidFill>
                      <a:schemeClr val="tx1"/>
                    </a:solidFill>
                    <a:effectLst>
                      <a:outerShdw blurRad="38100" dist="19050" dir="2700000" algn="tl" rotWithShape="0">
                        <a:schemeClr val="dk1">
                          <a:alpha val="40000"/>
                        </a:schemeClr>
                      </a:outerShdw>
                    </a:effectLst>
                  </a:rPr>
                  <a:t>PaypalProcessor</a:t>
                </a:r>
                <a:r>
                  <a:rPr lang="en-US" sz="2400" dirty="0">
                    <a:ln w="0"/>
                    <a:solidFill>
                      <a:schemeClr val="tx1"/>
                    </a:solidFill>
                    <a:effectLst>
                      <a:outerShdw blurRad="38100" dist="19050" dir="2700000" algn="tl" rotWithShape="0">
                        <a:schemeClr val="dk1">
                          <a:alpha val="40000"/>
                        </a:schemeClr>
                      </a:outerShdw>
                    </a:effectLst>
                  </a:rPr>
                  <a:t> object</a:t>
                </a:r>
                <a:endParaRPr lang="en-US" sz="2400" dirty="0"/>
              </a:p>
            </p:txBody>
          </p:sp>
          <p:sp>
            <p:nvSpPr>
              <p:cNvPr id="14" name="Rectangle 13">
                <a:extLst>
                  <a:ext uri="{FF2B5EF4-FFF2-40B4-BE49-F238E27FC236}">
                    <a16:creationId xmlns:a16="http://schemas.microsoft.com/office/drawing/2014/main" id="{E78FA45B-8B25-0098-5899-4052B1A19853}"/>
                  </a:ext>
                </a:extLst>
              </p:cNvPr>
              <p:cNvSpPr/>
              <p:nvPr/>
            </p:nvSpPr>
            <p:spPr>
              <a:xfrm>
                <a:off x="7772399" y="3420207"/>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76E514E-3B7E-3E21-2CC6-4DD855FA8BCF}"/>
                  </a:ext>
                </a:extLst>
              </p:cNvPr>
              <p:cNvSpPr txBox="1"/>
              <p:nvPr/>
            </p:nvSpPr>
            <p:spPr>
              <a:xfrm>
                <a:off x="8285018" y="3260746"/>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sp>
          <p:nvSpPr>
            <p:cNvPr id="7" name="Rectangle 6">
              <a:extLst>
                <a:ext uri="{FF2B5EF4-FFF2-40B4-BE49-F238E27FC236}">
                  <a16:creationId xmlns:a16="http://schemas.microsoft.com/office/drawing/2014/main" id="{33644BE2-A66F-1EE1-C333-D30FA9F1DB18}"/>
                </a:ext>
              </a:extLst>
            </p:cNvPr>
            <p:cNvSpPr/>
            <p:nvPr/>
          </p:nvSpPr>
          <p:spPr>
            <a:xfrm>
              <a:off x="5998796" y="687728"/>
              <a:ext cx="5562036" cy="523220"/>
            </a:xfrm>
            <a:prstGeom prst="rect">
              <a:avLst/>
            </a:prstGeom>
            <a:noFill/>
          </p:spPr>
          <p:txBody>
            <a:bodyPr wrap="none" lIns="91440" tIns="45720" rIns="91440" bIns="45720">
              <a:spAutoFit/>
            </a:bodyPr>
            <a:lstStyle/>
            <a:p>
              <a:pPr algn="ctr"/>
              <a:r>
                <a:rPr lang="en-US" sz="2800" dirty="0" err="1">
                  <a:ln w="0"/>
                  <a:effectLst>
                    <a:outerShdw blurRad="38100" dist="19050" dir="2700000" algn="tl" rotWithShape="0">
                      <a:schemeClr val="dk1">
                        <a:alpha val="40000"/>
                      </a:schemeClr>
                    </a:outerShdw>
                  </a:effectLst>
                </a:rPr>
                <a:t>CurrencyConversionDecorator</a:t>
              </a:r>
              <a:r>
                <a:rPr lang="en-US" sz="2800" b="0" cap="none" spc="0" dirty="0">
                  <a:ln w="0"/>
                  <a:solidFill>
                    <a:schemeClr val="tx1"/>
                  </a:solidFill>
                  <a:effectLst>
                    <a:outerShdw blurRad="38100" dist="19050" dir="2700000" algn="tl" rotWithShape="0">
                      <a:schemeClr val="dk1">
                        <a:alpha val="40000"/>
                      </a:schemeClr>
                    </a:outerShdw>
                  </a:effectLst>
                </a:rPr>
                <a:t> object</a:t>
              </a:r>
            </a:p>
          </p:txBody>
        </p:sp>
        <p:sp>
          <p:nvSpPr>
            <p:cNvPr id="8" name="TextBox 7">
              <a:extLst>
                <a:ext uri="{FF2B5EF4-FFF2-40B4-BE49-F238E27FC236}">
                  <a16:creationId xmlns:a16="http://schemas.microsoft.com/office/drawing/2014/main" id="{5146DF49-14E6-887E-12D5-6C6F804ED0C7}"/>
                </a:ext>
              </a:extLst>
            </p:cNvPr>
            <p:cNvSpPr txBox="1"/>
            <p:nvPr/>
          </p:nvSpPr>
          <p:spPr>
            <a:xfrm>
              <a:off x="7699697" y="4950979"/>
              <a:ext cx="1212191" cy="369332"/>
            </a:xfrm>
            <a:prstGeom prst="rect">
              <a:avLst/>
            </a:prstGeom>
            <a:solidFill>
              <a:schemeClr val="tx1">
                <a:lumMod val="10000"/>
                <a:lumOff val="90000"/>
              </a:schemeClr>
            </a:solidFill>
          </p:spPr>
          <p:txBody>
            <a:bodyPr wrap="none" rtlCol="0">
              <a:spAutoFit/>
            </a:bodyPr>
            <a:lstStyle/>
            <a:p>
              <a:r>
                <a:rPr lang="en-US" dirty="0">
                  <a:latin typeface="Consolas" panose="020B0609020204030204" pitchFamily="49" charset="0"/>
                </a:rPr>
                <a:t>convert</a:t>
              </a:r>
              <a:r>
                <a:rPr lang="en-US" dirty="0"/>
                <a:t>()</a:t>
              </a:r>
            </a:p>
          </p:txBody>
        </p:sp>
        <p:sp>
          <p:nvSpPr>
            <p:cNvPr id="9" name="Rectangle 8">
              <a:extLst>
                <a:ext uri="{FF2B5EF4-FFF2-40B4-BE49-F238E27FC236}">
                  <a16:creationId xmlns:a16="http://schemas.microsoft.com/office/drawing/2014/main" id="{536419FC-B2B0-4045-A572-9E12A66ED703}"/>
                </a:ext>
              </a:extLst>
            </p:cNvPr>
            <p:cNvSpPr/>
            <p:nvPr/>
          </p:nvSpPr>
          <p:spPr>
            <a:xfrm>
              <a:off x="8084106" y="5503986"/>
              <a:ext cx="457200" cy="1934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BDA20AD-C1DB-CF2F-2175-AAE33FCCCFC0}"/>
                </a:ext>
              </a:extLst>
            </p:cNvPr>
            <p:cNvCxnSpPr>
              <a:cxnSpLocks/>
              <a:stCxn id="9" idx="0"/>
              <a:endCxn id="8" idx="2"/>
            </p:cNvCxnSpPr>
            <p:nvPr/>
          </p:nvCxnSpPr>
          <p:spPr>
            <a:xfrm flipH="1" flipV="1">
              <a:off x="8305793" y="5320311"/>
              <a:ext cx="6913" cy="183675"/>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F7AEFFEE-2CC3-C811-A9E3-6FD93616A198}"/>
                </a:ext>
              </a:extLst>
            </p:cNvPr>
            <p:cNvCxnSpPr>
              <a:cxnSpLocks/>
            </p:cNvCxnSpPr>
            <p:nvPr/>
          </p:nvCxnSpPr>
          <p:spPr>
            <a:xfrm flipV="1">
              <a:off x="8315718" y="5697416"/>
              <a:ext cx="0" cy="351692"/>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B77EA67-9D18-1018-7085-903596862A5B}"/>
                </a:ext>
              </a:extLst>
            </p:cNvPr>
            <p:cNvSpPr txBox="1"/>
            <p:nvPr/>
          </p:nvSpPr>
          <p:spPr>
            <a:xfrm>
              <a:off x="7337433" y="5371504"/>
              <a:ext cx="705642" cy="369332"/>
            </a:xfrm>
            <a:prstGeom prst="rect">
              <a:avLst/>
            </a:prstGeom>
            <a:noFill/>
          </p:spPr>
          <p:txBody>
            <a:bodyPr wrap="none" rtlCol="0">
              <a:spAutoFit/>
            </a:bodyPr>
            <a:lstStyle/>
            <a:p>
              <a:r>
                <a:rPr lang="en-US" dirty="0">
                  <a:latin typeface="Consolas" panose="020B0609020204030204" pitchFamily="49" charset="0"/>
                </a:rPr>
                <a:t>pay</a:t>
              </a:r>
              <a:r>
                <a:rPr lang="en-US" dirty="0"/>
                <a:t>()</a:t>
              </a:r>
            </a:p>
          </p:txBody>
        </p:sp>
      </p:grpSp>
      <p:grpSp>
        <p:nvGrpSpPr>
          <p:cNvPr id="21" name="Group 20">
            <a:extLst>
              <a:ext uri="{FF2B5EF4-FFF2-40B4-BE49-F238E27FC236}">
                <a16:creationId xmlns:a16="http://schemas.microsoft.com/office/drawing/2014/main" id="{5A92B337-9A51-7DDA-4FB7-8479F434A6F0}"/>
              </a:ext>
            </a:extLst>
          </p:cNvPr>
          <p:cNvGrpSpPr/>
          <p:nvPr/>
        </p:nvGrpSpPr>
        <p:grpSpPr>
          <a:xfrm>
            <a:off x="7767898" y="1897006"/>
            <a:ext cx="2483228" cy="1135138"/>
            <a:chOff x="7097010" y="2039815"/>
            <a:chExt cx="3688834" cy="1593279"/>
          </a:xfrm>
        </p:grpSpPr>
        <p:sp>
          <p:nvSpPr>
            <p:cNvPr id="22" name="Rectangle 21">
              <a:extLst>
                <a:ext uri="{FF2B5EF4-FFF2-40B4-BE49-F238E27FC236}">
                  <a16:creationId xmlns:a16="http://schemas.microsoft.com/office/drawing/2014/main" id="{30E13742-BF18-4621-6278-0F0FB7A56D13}"/>
                </a:ext>
              </a:extLst>
            </p:cNvPr>
            <p:cNvSpPr/>
            <p:nvPr/>
          </p:nvSpPr>
          <p:spPr>
            <a:xfrm>
              <a:off x="7097010" y="2039815"/>
              <a:ext cx="3182816" cy="158261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err="1">
                  <a:ln w="0"/>
                  <a:solidFill>
                    <a:schemeClr val="tx1"/>
                  </a:solidFill>
                  <a:effectLst>
                    <a:outerShdw blurRad="38100" dist="19050" dir="2700000" algn="tl" rotWithShape="0">
                      <a:schemeClr val="dk1">
                        <a:alpha val="40000"/>
                      </a:schemeClr>
                    </a:outerShdw>
                  </a:effectLst>
                </a:rPr>
                <a:t>StripeProcessor</a:t>
              </a:r>
              <a:r>
                <a:rPr lang="en-US" dirty="0">
                  <a:ln w="0"/>
                  <a:solidFill>
                    <a:schemeClr val="tx1"/>
                  </a:solidFill>
                  <a:effectLst>
                    <a:outerShdw blurRad="38100" dist="19050" dir="2700000" algn="tl" rotWithShape="0">
                      <a:schemeClr val="dk1">
                        <a:alpha val="40000"/>
                      </a:schemeClr>
                    </a:outerShdw>
                  </a:effectLst>
                </a:rPr>
                <a:t> object</a:t>
              </a:r>
              <a:endParaRPr lang="en-US" dirty="0"/>
            </a:p>
          </p:txBody>
        </p:sp>
        <p:sp>
          <p:nvSpPr>
            <p:cNvPr id="23" name="Rectangle 22">
              <a:extLst>
                <a:ext uri="{FF2B5EF4-FFF2-40B4-BE49-F238E27FC236}">
                  <a16:creationId xmlns:a16="http://schemas.microsoft.com/office/drawing/2014/main" id="{7F926F37-5E80-2E9B-41F3-6D84D4C98087}"/>
                </a:ext>
              </a:extLst>
            </p:cNvPr>
            <p:cNvSpPr/>
            <p:nvPr/>
          </p:nvSpPr>
          <p:spPr>
            <a:xfrm>
              <a:off x="7566738" y="3420205"/>
              <a:ext cx="662862" cy="20222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CD83F2D2-AD1A-94C5-4C95-75FE2AB4C13E}"/>
                </a:ext>
              </a:extLst>
            </p:cNvPr>
            <p:cNvSpPr txBox="1"/>
            <p:nvPr/>
          </p:nvSpPr>
          <p:spPr>
            <a:xfrm>
              <a:off x="8210738" y="3201098"/>
              <a:ext cx="2575106" cy="431996"/>
            </a:xfrm>
            <a:prstGeom prst="rect">
              <a:avLst/>
            </a:prstGeom>
            <a:noFill/>
          </p:spPr>
          <p:txBody>
            <a:bodyPr wrap="square" rtlCol="0">
              <a:spAutoFit/>
            </a:bodyPr>
            <a:lstStyle/>
            <a:p>
              <a:r>
                <a:rPr lang="en-US" sz="1400" dirty="0" err="1">
                  <a:latin typeface="Consolas" panose="020B0609020204030204" pitchFamily="49" charset="0"/>
                </a:rPr>
                <a:t>makePayment</a:t>
              </a:r>
              <a:r>
                <a:rPr lang="en-US" sz="1400" dirty="0"/>
                <a:t>()</a:t>
              </a:r>
            </a:p>
          </p:txBody>
        </p:sp>
      </p:grpSp>
      <p:cxnSp>
        <p:nvCxnSpPr>
          <p:cNvPr id="26" name="Straight Arrow Connector 25">
            <a:extLst>
              <a:ext uri="{FF2B5EF4-FFF2-40B4-BE49-F238E27FC236}">
                <a16:creationId xmlns:a16="http://schemas.microsoft.com/office/drawing/2014/main" id="{2C85EB03-115F-CAD0-1F4B-C6CCD35FA5CF}"/>
              </a:ext>
            </a:extLst>
          </p:cNvPr>
          <p:cNvCxnSpPr>
            <a:cxnSpLocks/>
            <a:stCxn id="57" idx="0"/>
            <a:endCxn id="23" idx="2"/>
          </p:cNvCxnSpPr>
          <p:nvPr/>
        </p:nvCxnSpPr>
        <p:spPr>
          <a:xfrm flipV="1">
            <a:off x="8305793" y="3024545"/>
            <a:ext cx="1425" cy="172923"/>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604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885BFFC-C24C-763C-BC32-77F308FEA5D3}"/>
              </a:ext>
            </a:extLst>
          </p:cNvPr>
          <p:cNvSpPr>
            <a:spLocks noGrp="1"/>
          </p:cNvSpPr>
          <p:nvPr>
            <p:ph idx="1"/>
          </p:nvPr>
        </p:nvSpPr>
        <p:spPr/>
        <p:txBody>
          <a:bodyPr>
            <a:normAutofit fontScale="92500" lnSpcReduction="10000"/>
          </a:bodyPr>
          <a:lstStyle/>
          <a:p>
            <a:r>
              <a:rPr lang="en-US" dirty="0"/>
              <a:t>Although decorators can have similar implementations as proxies, decorators have a different purpose. </a:t>
            </a:r>
            <a:r>
              <a:rPr lang="en-US" b="1" dirty="0"/>
              <a:t>A decorator adds one or more responsibilities to an object, whereas a proxy controls access to an object.</a:t>
            </a:r>
          </a:p>
          <a:p>
            <a:r>
              <a:rPr lang="en-US" b="1" dirty="0"/>
              <a:t>Proxies vary in the degree to which they are implemented like a decorator. </a:t>
            </a:r>
            <a:r>
              <a:rPr lang="en-US" dirty="0"/>
              <a:t>A protection proxy might be implemented exactly like a decorator. On the other hand</a:t>
            </a:r>
            <a:r>
              <a:rPr lang="en-US" b="1" dirty="0"/>
              <a:t>, a remote proxy will not contain a direct reference to its real subject but only an indirect reference</a:t>
            </a:r>
            <a:r>
              <a:rPr lang="en-US" dirty="0"/>
              <a:t>, such as "host ID and local address on host." A virtual proxy will start off with an indirect reference such as a file name but will eventually obtain and use a direct reference.</a:t>
            </a:r>
          </a:p>
          <a:p>
            <a:endParaRPr lang="en-US" dirty="0"/>
          </a:p>
        </p:txBody>
      </p:sp>
      <p:sp>
        <p:nvSpPr>
          <p:cNvPr id="5" name="Title 4">
            <a:extLst>
              <a:ext uri="{FF2B5EF4-FFF2-40B4-BE49-F238E27FC236}">
                <a16:creationId xmlns:a16="http://schemas.microsoft.com/office/drawing/2014/main" id="{CE8D3D94-723C-6CC7-1561-9DB18E95C6AA}"/>
              </a:ext>
            </a:extLst>
          </p:cNvPr>
          <p:cNvSpPr>
            <a:spLocks noGrp="1"/>
          </p:cNvSpPr>
          <p:nvPr>
            <p:ph type="title"/>
          </p:nvPr>
        </p:nvSpPr>
        <p:spPr/>
        <p:txBody>
          <a:bodyPr/>
          <a:lstStyle/>
          <a:p>
            <a:r>
              <a:rPr lang="en-US" dirty="0"/>
              <a:t>Isn’t this a proxy??</a:t>
            </a:r>
          </a:p>
        </p:txBody>
      </p:sp>
      <p:sp>
        <p:nvSpPr>
          <p:cNvPr id="9" name="TextBox 8">
            <a:extLst>
              <a:ext uri="{FF2B5EF4-FFF2-40B4-BE49-F238E27FC236}">
                <a16:creationId xmlns:a16="http://schemas.microsoft.com/office/drawing/2014/main" id="{B88EC6F6-F192-22A0-0549-CDB098D447E1}"/>
              </a:ext>
            </a:extLst>
          </p:cNvPr>
          <p:cNvSpPr txBox="1"/>
          <p:nvPr/>
        </p:nvSpPr>
        <p:spPr>
          <a:xfrm>
            <a:off x="7737230" y="621192"/>
            <a:ext cx="4360985" cy="307777"/>
          </a:xfrm>
          <a:prstGeom prst="rect">
            <a:avLst/>
          </a:prstGeom>
          <a:noFill/>
        </p:spPr>
        <p:txBody>
          <a:bodyPr wrap="square">
            <a:spAutoFit/>
          </a:bodyPr>
          <a:lstStyle/>
          <a:p>
            <a:r>
              <a:rPr lang="en-US" sz="1400" dirty="0"/>
              <a:t>https://www.cs.unc.edu/~stotts/GOF/hires/pat4gfso.htm</a:t>
            </a:r>
          </a:p>
        </p:txBody>
      </p:sp>
    </p:spTree>
    <p:extLst>
      <p:ext uri="{BB962C8B-B14F-4D97-AF65-F5344CB8AC3E}">
        <p14:creationId xmlns:p14="http://schemas.microsoft.com/office/powerpoint/2010/main" val="19244529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2D980-85D8-2D04-09AC-29A1D17EC52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2F66A9-E2C5-65CF-D512-B4FA60BD3CC0}"/>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A2A4ED14-2366-8495-3C46-EE77D22C98B5}"/>
              </a:ext>
            </a:extLst>
          </p:cNvPr>
          <p:cNvSpPr>
            <a:spLocks noGrp="1"/>
          </p:cNvSpPr>
          <p:nvPr>
            <p:ph type="title"/>
          </p:nvPr>
        </p:nvSpPr>
        <p:spPr/>
        <p:txBody>
          <a:bodyPr/>
          <a:lstStyle/>
          <a:p>
            <a:r>
              <a:rPr lang="en-US" dirty="0"/>
              <a:t>Non-ideal alternate implementations: subclass?</a:t>
            </a:r>
          </a:p>
        </p:txBody>
      </p:sp>
      <p:sp>
        <p:nvSpPr>
          <p:cNvPr id="6" name="Content Placeholder 5">
            <a:extLst>
              <a:ext uri="{FF2B5EF4-FFF2-40B4-BE49-F238E27FC236}">
                <a16:creationId xmlns:a16="http://schemas.microsoft.com/office/drawing/2014/main" id="{315E0546-B4FA-B20A-8599-A279C351B625}"/>
              </a:ext>
            </a:extLst>
          </p:cNvPr>
          <p:cNvSpPr>
            <a:spLocks noGrp="1"/>
          </p:cNvSpPr>
          <p:nvPr>
            <p:ph idx="13"/>
          </p:nvPr>
        </p:nvSpPr>
        <p:spPr/>
        <p:txBody>
          <a:bodyPr/>
          <a:lstStyle/>
          <a:p>
            <a:r>
              <a:rPr lang="en-US" dirty="0"/>
              <a:t>Create subclass that first detects fraud and then pays</a:t>
            </a:r>
          </a:p>
          <a:p>
            <a:r>
              <a:rPr lang="en-US" b="1" i="1" dirty="0"/>
              <a:t>Problems?</a:t>
            </a:r>
          </a:p>
          <a:p>
            <a:endParaRPr lang="en-US" dirty="0"/>
          </a:p>
        </p:txBody>
      </p:sp>
      <p:sp>
        <p:nvSpPr>
          <p:cNvPr id="2" name="Rectangle 1">
            <a:extLst>
              <a:ext uri="{FF2B5EF4-FFF2-40B4-BE49-F238E27FC236}">
                <a16:creationId xmlns:a16="http://schemas.microsoft.com/office/drawing/2014/main" id="{E211E946-F47F-2E3E-4186-3F719BEEF991}"/>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98339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DB17-DBDD-B941-AFE7-3E4BF3BF608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D59322A-680A-EC43-8EAE-0F689683CA51}"/>
              </a:ext>
            </a:extLst>
          </p:cNvPr>
          <p:cNvSpPr>
            <a:spLocks noGrp="1"/>
          </p:cNvSpPr>
          <p:nvPr>
            <p:ph idx="1"/>
          </p:nvPr>
        </p:nvSpPr>
        <p:spPr/>
        <p:txBody>
          <a:bodyPr/>
          <a:lstStyle/>
          <a:p>
            <a:r>
              <a:rPr lang="en-US" dirty="0"/>
              <a:t>interface </a:t>
            </a:r>
            <a:r>
              <a:rPr lang="en-US" dirty="0" err="1"/>
              <a:t>PaymentProcessor</a:t>
            </a:r>
            <a:r>
              <a:rPr lang="en-US" dirty="0"/>
              <a:t> </a:t>
            </a:r>
            <a:br>
              <a:rPr lang="en-US" dirty="0"/>
            </a:br>
            <a:r>
              <a:rPr lang="en-US" dirty="0"/>
              <a:t>{    </a:t>
            </a:r>
            <a:br>
              <a:rPr lang="en-US" dirty="0"/>
            </a:br>
            <a:r>
              <a:rPr lang="en-US" dirty="0"/>
              <a:t>	void pay(double amount);</a:t>
            </a:r>
            <a:br>
              <a:rPr lang="en-US" dirty="0"/>
            </a:br>
            <a:r>
              <a:rPr lang="en-US" dirty="0"/>
              <a:t>}</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r>
              <a:rPr lang="en-US" dirty="0"/>
              <a:t>	void pay (double amount) {</a:t>
            </a:r>
          </a:p>
          <a:p>
            <a:r>
              <a:rPr lang="en-US" dirty="0"/>
              <a:t>		// </a:t>
            </a:r>
            <a:r>
              <a:rPr lang="en-US" dirty="0" err="1"/>
              <a:t>paypal</a:t>
            </a:r>
            <a:r>
              <a:rPr lang="en-US" dirty="0"/>
              <a:t> functionality</a:t>
            </a:r>
          </a:p>
          <a:p>
            <a:r>
              <a:rPr lang="en-US" dirty="0"/>
              <a:t>	} </a:t>
            </a:r>
          </a:p>
          <a:p>
            <a:r>
              <a:rPr lang="en-US" dirty="0"/>
              <a:t>}</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r>
              <a:rPr lang="en-US" dirty="0"/>
              <a:t>	void </a:t>
            </a:r>
            <a:r>
              <a:rPr lang="en-US" dirty="0" err="1"/>
              <a:t>detectFraud</a:t>
            </a:r>
            <a:r>
              <a:rPr lang="en-US" dirty="0"/>
              <a:t>() { … }</a:t>
            </a:r>
          </a:p>
          <a:p>
            <a:r>
              <a:rPr lang="en-US" dirty="0"/>
              <a:t>	void pay (double amount) {</a:t>
            </a:r>
          </a:p>
          <a:p>
            <a:r>
              <a:rPr lang="en-US" dirty="0"/>
              <a:t>		</a:t>
            </a:r>
            <a:r>
              <a:rPr lang="en-US" dirty="0" err="1"/>
              <a:t>detectFraud</a:t>
            </a:r>
            <a:r>
              <a:rPr lang="en-US" dirty="0"/>
              <a:t>();</a:t>
            </a:r>
          </a:p>
          <a:p>
            <a:r>
              <a:rPr lang="en-US" dirty="0"/>
              <a:t>		</a:t>
            </a:r>
            <a:r>
              <a:rPr lang="en-US" dirty="0" err="1"/>
              <a:t>super.pay</a:t>
            </a:r>
            <a:r>
              <a:rPr lang="en-US" dirty="0"/>
              <a:t>(amount);</a:t>
            </a:r>
          </a:p>
          <a:p>
            <a:r>
              <a:rPr lang="en-US" dirty="0"/>
              <a:t>	}</a:t>
            </a:r>
          </a:p>
          <a:p>
            <a:r>
              <a:rPr lang="en-US" dirty="0"/>
              <a:t>}</a:t>
            </a:r>
          </a:p>
          <a:p>
            <a:endParaRPr lang="en-US" dirty="0"/>
          </a:p>
        </p:txBody>
      </p:sp>
      <p:sp>
        <p:nvSpPr>
          <p:cNvPr id="4" name="Title 3">
            <a:extLst>
              <a:ext uri="{FF2B5EF4-FFF2-40B4-BE49-F238E27FC236}">
                <a16:creationId xmlns:a16="http://schemas.microsoft.com/office/drawing/2014/main" id="{C9E12F88-A3BD-C9B1-B61D-DAF80104D366}"/>
              </a:ext>
            </a:extLst>
          </p:cNvPr>
          <p:cNvSpPr>
            <a:spLocks noGrp="1"/>
          </p:cNvSpPr>
          <p:nvPr>
            <p:ph type="title"/>
          </p:nvPr>
        </p:nvSpPr>
        <p:spPr/>
        <p:txBody>
          <a:bodyPr/>
          <a:lstStyle/>
          <a:p>
            <a:r>
              <a:rPr lang="en-US" dirty="0"/>
              <a:t>Problem 1: breaks SRP</a:t>
            </a:r>
          </a:p>
        </p:txBody>
      </p:sp>
      <p:sp>
        <p:nvSpPr>
          <p:cNvPr id="6" name="Content Placeholder 5">
            <a:extLst>
              <a:ext uri="{FF2B5EF4-FFF2-40B4-BE49-F238E27FC236}">
                <a16:creationId xmlns:a16="http://schemas.microsoft.com/office/drawing/2014/main" id="{629FE0F6-5371-CF55-12DC-2AB7BC4ADB45}"/>
              </a:ext>
            </a:extLst>
          </p:cNvPr>
          <p:cNvSpPr>
            <a:spLocks noGrp="1"/>
          </p:cNvSpPr>
          <p:nvPr>
            <p:ph idx="13"/>
          </p:nvPr>
        </p:nvSpPr>
        <p:spPr/>
        <p:txBody>
          <a:bodyPr/>
          <a:lstStyle/>
          <a:p>
            <a:r>
              <a:rPr lang="en-US" dirty="0"/>
              <a:t>Single Responsibility Principle – </a:t>
            </a:r>
            <a:r>
              <a:rPr lang="en-US" dirty="0" err="1"/>
              <a:t>FraudDetectingPaypalProcessor</a:t>
            </a:r>
            <a:r>
              <a:rPr lang="en-US" dirty="0"/>
              <a:t> does two things</a:t>
            </a:r>
          </a:p>
          <a:p>
            <a:pPr lvl="1"/>
            <a:r>
              <a:rPr lang="en-US" dirty="0"/>
              <a:t>Detects frauds</a:t>
            </a:r>
          </a:p>
          <a:p>
            <a:pPr lvl="1"/>
            <a:r>
              <a:rPr lang="en-US" dirty="0"/>
              <a:t>Does </a:t>
            </a:r>
            <a:r>
              <a:rPr lang="en-US" dirty="0" err="1"/>
              <a:t>Paypal</a:t>
            </a:r>
            <a:r>
              <a:rPr lang="en-US" dirty="0"/>
              <a:t> payments</a:t>
            </a:r>
          </a:p>
          <a:p>
            <a:endParaRPr lang="en-US" dirty="0"/>
          </a:p>
        </p:txBody>
      </p:sp>
      <p:sp>
        <p:nvSpPr>
          <p:cNvPr id="2" name="Rectangle 1">
            <a:extLst>
              <a:ext uri="{FF2B5EF4-FFF2-40B4-BE49-F238E27FC236}">
                <a16:creationId xmlns:a16="http://schemas.microsoft.com/office/drawing/2014/main" id="{EA0CBE79-E97F-E38C-EAFB-7C7689E8AA5C}"/>
              </a:ext>
            </a:extLst>
          </p:cNvPr>
          <p:cNvSpPr/>
          <p:nvPr/>
        </p:nvSpPr>
        <p:spPr>
          <a:xfrm>
            <a:off x="6096000" y="3563814"/>
            <a:ext cx="5633412" cy="23563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7815107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79BC3-129E-01B7-093F-6229386BA30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A7C02A-A164-243E-5E83-9579C35B0DF1}"/>
              </a:ext>
            </a:extLst>
          </p:cNvPr>
          <p:cNvSpPr>
            <a:spLocks noGrp="1"/>
          </p:cNvSpPr>
          <p:nvPr>
            <p:ph idx="1"/>
          </p:nvPr>
        </p:nvSpPr>
        <p:spPr/>
        <p:txBody>
          <a:bodyPr/>
          <a:lstStyle/>
          <a:p>
            <a:r>
              <a:rPr lang="en-US" dirty="0"/>
              <a:t>interface </a:t>
            </a:r>
            <a:r>
              <a:rPr lang="en-US" dirty="0" err="1"/>
              <a:t>PaymentProcessor</a:t>
            </a:r>
            <a:r>
              <a:rPr lang="en-US" dirty="0"/>
              <a:t> { }</a:t>
            </a:r>
            <a:br>
              <a:rPr lang="en-US" dirty="0"/>
            </a:br>
            <a:endParaRPr lang="en-US" dirty="0"/>
          </a:p>
          <a:p>
            <a:r>
              <a:rPr lang="en-US" dirty="0"/>
              <a:t>class </a:t>
            </a:r>
            <a:r>
              <a:rPr lang="en-US" dirty="0" err="1"/>
              <a:t>PaypalProcessor</a:t>
            </a:r>
            <a:r>
              <a:rPr lang="en-US" dirty="0"/>
              <a:t> implements </a:t>
            </a:r>
            <a:r>
              <a:rPr lang="en-US" dirty="0" err="1"/>
              <a:t>PaymentProcessor</a:t>
            </a:r>
            <a:r>
              <a:rPr lang="en-US" dirty="0"/>
              <a:t> {}</a:t>
            </a:r>
          </a:p>
          <a:p>
            <a:endParaRPr lang="en-US" dirty="0"/>
          </a:p>
          <a:p>
            <a:r>
              <a:rPr lang="en-US" dirty="0"/>
              <a:t>class </a:t>
            </a:r>
            <a:r>
              <a:rPr lang="en-US" dirty="0" err="1"/>
              <a:t>FraudDetectingPaypalProcessor</a:t>
            </a:r>
            <a:r>
              <a:rPr lang="en-US" dirty="0"/>
              <a:t> extends </a:t>
            </a:r>
            <a:r>
              <a:rPr lang="en-US" dirty="0" err="1"/>
              <a:t>PaypalProcessor</a:t>
            </a:r>
            <a:r>
              <a:rPr lang="en-US" dirty="0"/>
              <a:t> {}</a:t>
            </a:r>
          </a:p>
          <a:p>
            <a:endParaRPr lang="en-US" dirty="0"/>
          </a:p>
          <a:p>
            <a:r>
              <a:rPr lang="en-US" dirty="0"/>
              <a:t>class </a:t>
            </a:r>
            <a:r>
              <a:rPr lang="en-US" dirty="0" err="1"/>
              <a:t>BitcoinProcessor</a:t>
            </a:r>
            <a:r>
              <a:rPr lang="en-US" dirty="0"/>
              <a:t> implements </a:t>
            </a:r>
            <a:r>
              <a:rPr lang="en-US" dirty="0" err="1"/>
              <a:t>PaymentProcessor</a:t>
            </a:r>
            <a:r>
              <a:rPr lang="en-US" dirty="0"/>
              <a:t> {}</a:t>
            </a:r>
          </a:p>
          <a:p>
            <a:endParaRPr lang="en-US" dirty="0"/>
          </a:p>
          <a:p>
            <a:r>
              <a:rPr lang="en-US" dirty="0"/>
              <a:t>class </a:t>
            </a:r>
            <a:r>
              <a:rPr lang="en-US" dirty="0" err="1"/>
              <a:t>FraudDetectingBitcoinProcessor</a:t>
            </a:r>
            <a:r>
              <a:rPr lang="en-US" dirty="0"/>
              <a:t> extends </a:t>
            </a:r>
            <a:r>
              <a:rPr lang="en-US" dirty="0" err="1"/>
              <a:t>BitcoinProcessor</a:t>
            </a:r>
            <a:r>
              <a:rPr lang="en-US" dirty="0"/>
              <a:t> {}</a:t>
            </a:r>
          </a:p>
          <a:p>
            <a:endParaRPr lang="en-US" dirty="0"/>
          </a:p>
          <a:p>
            <a:r>
              <a:rPr lang="en-US" dirty="0"/>
              <a:t>class </a:t>
            </a:r>
            <a:r>
              <a:rPr lang="en-US" dirty="0" err="1"/>
              <a:t>AnotherProcessor</a:t>
            </a:r>
            <a:r>
              <a:rPr lang="en-US" dirty="0"/>
              <a:t> implements </a:t>
            </a:r>
            <a:r>
              <a:rPr lang="en-US" dirty="0" err="1"/>
              <a:t>PaymentProcessor</a:t>
            </a:r>
            <a:r>
              <a:rPr lang="en-US" dirty="0"/>
              <a:t>() {}</a:t>
            </a:r>
          </a:p>
          <a:p>
            <a:endParaRPr lang="en-US" dirty="0"/>
          </a:p>
          <a:p>
            <a:r>
              <a:rPr lang="en-US" dirty="0"/>
              <a:t>class </a:t>
            </a:r>
            <a:r>
              <a:rPr lang="en-US" dirty="0" err="1"/>
              <a:t>FraudDetectingAnotherProcessor</a:t>
            </a:r>
            <a:r>
              <a:rPr lang="en-US" dirty="0"/>
              <a:t> extends </a:t>
            </a:r>
            <a:r>
              <a:rPr lang="en-US" dirty="0" err="1"/>
              <a:t>AnotherProcessor</a:t>
            </a:r>
            <a:r>
              <a:rPr lang="en-US" dirty="0"/>
              <a:t> { }</a:t>
            </a:r>
          </a:p>
          <a:p>
            <a:endParaRPr lang="en-US" dirty="0"/>
          </a:p>
        </p:txBody>
      </p:sp>
      <p:sp>
        <p:nvSpPr>
          <p:cNvPr id="4" name="Title 3">
            <a:extLst>
              <a:ext uri="{FF2B5EF4-FFF2-40B4-BE49-F238E27FC236}">
                <a16:creationId xmlns:a16="http://schemas.microsoft.com/office/drawing/2014/main" id="{0620C0B1-845E-B4F1-A2B2-91F559B28D31}"/>
              </a:ext>
            </a:extLst>
          </p:cNvPr>
          <p:cNvSpPr>
            <a:spLocks noGrp="1"/>
          </p:cNvSpPr>
          <p:nvPr>
            <p:ph type="title"/>
          </p:nvPr>
        </p:nvSpPr>
        <p:spPr/>
        <p:txBody>
          <a:bodyPr/>
          <a:lstStyle/>
          <a:p>
            <a:r>
              <a:rPr lang="en-US" dirty="0"/>
              <a:t>Problem 2: class explosion</a:t>
            </a:r>
          </a:p>
        </p:txBody>
      </p:sp>
      <p:sp>
        <p:nvSpPr>
          <p:cNvPr id="6" name="Content Placeholder 5">
            <a:extLst>
              <a:ext uri="{FF2B5EF4-FFF2-40B4-BE49-F238E27FC236}">
                <a16:creationId xmlns:a16="http://schemas.microsoft.com/office/drawing/2014/main" id="{C58E9250-FF3A-FE28-193E-FA2D6A4C563C}"/>
              </a:ext>
            </a:extLst>
          </p:cNvPr>
          <p:cNvSpPr>
            <a:spLocks noGrp="1"/>
          </p:cNvSpPr>
          <p:nvPr>
            <p:ph idx="13"/>
          </p:nvPr>
        </p:nvSpPr>
        <p:spPr/>
        <p:txBody>
          <a:bodyPr>
            <a:normAutofit fontScale="92500" lnSpcReduction="20000"/>
          </a:bodyPr>
          <a:lstStyle/>
          <a:p>
            <a:r>
              <a:rPr lang="en-US" dirty="0"/>
              <a:t>What if we had </a:t>
            </a:r>
            <a:r>
              <a:rPr lang="en-US" dirty="0" err="1"/>
              <a:t>BitcoinPaymentProcessor</a:t>
            </a:r>
            <a:r>
              <a:rPr lang="en-US" dirty="0"/>
              <a:t>?</a:t>
            </a:r>
          </a:p>
          <a:p>
            <a:r>
              <a:rPr lang="en-US" dirty="0"/>
              <a:t>And then had </a:t>
            </a:r>
            <a:r>
              <a:rPr lang="en-US" dirty="0" err="1"/>
              <a:t>FraudDetectingBitcoinPaymentProcessor</a:t>
            </a:r>
            <a:endParaRPr lang="en-US" dirty="0"/>
          </a:p>
          <a:p>
            <a:r>
              <a:rPr lang="en-US" dirty="0"/>
              <a:t>For each payment processor needs one fraud detecting class</a:t>
            </a:r>
          </a:p>
          <a:p>
            <a:r>
              <a:rPr lang="en-US" dirty="0"/>
              <a:t>What if you want to add another functionality in addition to fraud detection?</a:t>
            </a:r>
          </a:p>
          <a:p>
            <a:endParaRPr lang="en-US" dirty="0"/>
          </a:p>
        </p:txBody>
      </p:sp>
      <p:sp>
        <p:nvSpPr>
          <p:cNvPr id="3" name="Rectangle 2">
            <a:extLst>
              <a:ext uri="{FF2B5EF4-FFF2-40B4-BE49-F238E27FC236}">
                <a16:creationId xmlns:a16="http://schemas.microsoft.com/office/drawing/2014/main" id="{CC02536B-4B77-5542-5A6A-1058990DA929}"/>
              </a:ext>
            </a:extLst>
          </p:cNvPr>
          <p:cNvSpPr/>
          <p:nvPr/>
        </p:nvSpPr>
        <p:spPr>
          <a:xfrm>
            <a:off x="6176512" y="2661138"/>
            <a:ext cx="5633412" cy="305972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15887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EA6CA-C502-B215-28D4-8E3A90D7E54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5431413-B358-7B96-2DA1-15D1735A4CAC}"/>
              </a:ext>
            </a:extLst>
          </p:cNvPr>
          <p:cNvSpPr>
            <a:spLocks noGrp="1"/>
          </p:cNvSpPr>
          <p:nvPr>
            <p:ph idx="1"/>
          </p:nvPr>
        </p:nvSpPr>
        <p:spPr/>
        <p:txBody>
          <a:bodyPr>
            <a:normAutofit/>
          </a:bodyPr>
          <a:lstStyle/>
          <a:p>
            <a:r>
              <a:rPr lang="en-US" dirty="0"/>
              <a:t>Decorators also make it easy to add a functionality twice</a:t>
            </a:r>
          </a:p>
          <a:p>
            <a:pPr lvl="1"/>
            <a:r>
              <a:rPr lang="en-US" dirty="0"/>
              <a:t>How would you perform fraud detection twice?</a:t>
            </a:r>
          </a:p>
          <a:p>
            <a:r>
              <a:rPr lang="en-US" dirty="0"/>
              <a:t>Avoids feature-laden classes high up in the hierarchy</a:t>
            </a:r>
          </a:p>
          <a:p>
            <a:r>
              <a:rPr lang="en-US" dirty="0"/>
              <a:t>Provides a pay-as-you-go approach</a:t>
            </a:r>
          </a:p>
          <a:p>
            <a:r>
              <a:rPr lang="en-US" dirty="0"/>
              <a:t>Disadvantage – can be hard to learn and debug a system which uses many decorators</a:t>
            </a:r>
          </a:p>
        </p:txBody>
      </p:sp>
      <p:sp>
        <p:nvSpPr>
          <p:cNvPr id="4" name="Title 3">
            <a:extLst>
              <a:ext uri="{FF2B5EF4-FFF2-40B4-BE49-F238E27FC236}">
                <a16:creationId xmlns:a16="http://schemas.microsoft.com/office/drawing/2014/main" id="{2AE9C358-89FE-591A-034F-50EC0800EC17}"/>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6313478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DA3A-B0AD-E945-E6C7-21BD55AC10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A33CFB-D03A-18A9-AAD9-B4B8AB00F2F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391074BB-E011-C240-C8D3-AEDADE8E7083}"/>
              </a:ext>
            </a:extLst>
          </p:cNvPr>
          <p:cNvSpPr>
            <a:spLocks noGrp="1"/>
          </p:cNvSpPr>
          <p:nvPr>
            <p:ph type="body" sz="quarter" idx="13"/>
          </p:nvPr>
        </p:nvSpPr>
        <p:spPr/>
        <p:txBody>
          <a:bodyPr/>
          <a:lstStyle/>
          <a:p>
            <a:r>
              <a:rPr lang="en-US" sz="3200" dirty="0"/>
              <a:t>Flyweight design pattern</a:t>
            </a:r>
          </a:p>
        </p:txBody>
      </p:sp>
    </p:spTree>
    <p:extLst>
      <p:ext uri="{BB962C8B-B14F-4D97-AF65-F5344CB8AC3E}">
        <p14:creationId xmlns:p14="http://schemas.microsoft.com/office/powerpoint/2010/main" val="12093511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99FA5E-984E-F7AB-8B14-99A822695BFD}"/>
              </a:ext>
            </a:extLst>
          </p:cNvPr>
          <p:cNvSpPr>
            <a:spLocks noGrp="1"/>
          </p:cNvSpPr>
          <p:nvPr>
            <p:ph idx="1"/>
          </p:nvPr>
        </p:nvSpPr>
        <p:spPr/>
        <p:txBody>
          <a:bodyPr>
            <a:normAutofit fontScale="92500" lnSpcReduction="20000"/>
          </a:bodyPr>
          <a:lstStyle/>
          <a:p>
            <a:r>
              <a:rPr lang="en-US" sz="1400" dirty="0"/>
              <a:t>class </a:t>
            </a:r>
            <a:r>
              <a:rPr lang="en-US" sz="1400" dirty="0" err="1"/>
              <a:t>TerrainTile</a:t>
            </a:r>
            <a:r>
              <a:rPr lang="en-US" sz="1400" dirty="0"/>
              <a:t> {</a:t>
            </a:r>
          </a:p>
          <a:p>
            <a:r>
              <a:rPr lang="en-US" sz="1400" dirty="0"/>
              <a:t>	private int </a:t>
            </a:r>
            <a:r>
              <a:rPr lang="en-US" sz="1400" dirty="0" err="1"/>
              <a:t>xLoc</a:t>
            </a:r>
            <a:r>
              <a:rPr lang="en-US" sz="1400" dirty="0"/>
              <a:t>;</a:t>
            </a:r>
          </a:p>
          <a:p>
            <a:r>
              <a:rPr lang="en-US" sz="1400" dirty="0"/>
              <a:t>	private int </a:t>
            </a:r>
            <a:r>
              <a:rPr lang="en-US" sz="1400" dirty="0" err="1"/>
              <a:t>yLoc</a:t>
            </a:r>
            <a:r>
              <a:rPr lang="en-US" sz="1400" dirty="0"/>
              <a:t>;</a:t>
            </a:r>
          </a:p>
          <a:p>
            <a:r>
              <a:rPr lang="en-US" sz="1400" dirty="0"/>
              <a:t>	private Sprite </a:t>
            </a:r>
            <a:r>
              <a:rPr lang="en-US" sz="1400" dirty="0" err="1"/>
              <a:t>terrainSprite</a:t>
            </a:r>
            <a:r>
              <a:rPr lang="en-US" sz="1400" dirty="0"/>
              <a:t>;</a:t>
            </a:r>
          </a:p>
          <a:p>
            <a:r>
              <a:rPr lang="en-US" sz="1400" dirty="0"/>
              <a:t>	public </a:t>
            </a:r>
            <a:r>
              <a:rPr lang="en-US" sz="1400" dirty="0" err="1"/>
              <a:t>TerrainTile</a:t>
            </a:r>
            <a:r>
              <a:rPr lang="en-US" sz="1400" dirty="0"/>
              <a:t>(String </a:t>
            </a:r>
            <a:r>
              <a:rPr lang="en-US" sz="1400" dirty="0" err="1"/>
              <a:t>spriteLocation</a:t>
            </a:r>
            <a:r>
              <a:rPr lang="en-US" sz="1400" dirty="0"/>
              <a:t>) {</a:t>
            </a:r>
          </a:p>
          <a:p>
            <a:r>
              <a:rPr lang="en-US" sz="1400" dirty="0"/>
              <a:t>		</a:t>
            </a:r>
            <a:r>
              <a:rPr lang="en-US" sz="1400" dirty="0" err="1"/>
              <a:t>this.terrainSprite</a:t>
            </a:r>
            <a:r>
              <a:rPr lang="en-US" sz="1400" dirty="0"/>
              <a:t> = </a:t>
            </a:r>
            <a:r>
              <a:rPr lang="en-US" sz="1400" dirty="0" err="1"/>
              <a:t>Sprite.loadSprite</a:t>
            </a:r>
            <a:r>
              <a:rPr lang="en-US" sz="1400" dirty="0"/>
              <a:t>(</a:t>
            </a:r>
            <a:r>
              <a:rPr lang="en-US" sz="1400" dirty="0" err="1"/>
              <a:t>spriteLocation</a:t>
            </a:r>
            <a:r>
              <a:rPr lang="en-US" sz="1400" dirty="0"/>
              <a:t>);</a:t>
            </a:r>
          </a:p>
          <a:p>
            <a:r>
              <a:rPr lang="en-US" sz="1400" dirty="0"/>
              <a:t>	}</a:t>
            </a:r>
          </a:p>
          <a:p>
            <a:r>
              <a:rPr lang="en-US" sz="1400" dirty="0"/>
              <a:t>}</a:t>
            </a:r>
          </a:p>
          <a:p>
            <a:endParaRPr lang="en-US" sz="1400" dirty="0"/>
          </a:p>
          <a:p>
            <a:r>
              <a:rPr lang="en-US" sz="1400" dirty="0"/>
              <a:t>class </a:t>
            </a:r>
            <a:r>
              <a:rPr lang="en-US" sz="1400" dirty="0" err="1"/>
              <a:t>IndoorTerrainTile</a:t>
            </a:r>
            <a:r>
              <a:rPr lang="en-US" sz="1400" dirty="0"/>
              <a:t> extends </a:t>
            </a:r>
            <a:r>
              <a:rPr lang="en-US" sz="1400" dirty="0" err="1"/>
              <a:t>TerrainTile</a:t>
            </a:r>
            <a:r>
              <a:rPr lang="en-US" sz="1400" dirty="0"/>
              <a:t> {</a:t>
            </a:r>
          </a:p>
          <a:p>
            <a:r>
              <a:rPr lang="en-US" sz="1400" dirty="0"/>
              <a:t>	public </a:t>
            </a:r>
            <a:r>
              <a:rPr lang="en-US" sz="1400" dirty="0" err="1"/>
              <a:t>IndoorTerrainTile</a:t>
            </a:r>
            <a:r>
              <a:rPr lang="en-US" sz="1400" dirty="0"/>
              <a:t>() {</a:t>
            </a:r>
          </a:p>
          <a:p>
            <a:r>
              <a:rPr lang="en-US" sz="1400" dirty="0"/>
              <a:t>		super(“sprites/indoor/”);</a:t>
            </a:r>
          </a:p>
          <a:p>
            <a:r>
              <a:rPr lang="en-US" sz="1400" dirty="0"/>
              <a:t>	}</a:t>
            </a:r>
          </a:p>
          <a:p>
            <a:r>
              <a:rPr lang="en-US" sz="1400" dirty="0"/>
              <a:t>}</a:t>
            </a:r>
          </a:p>
          <a:p>
            <a:endParaRPr lang="en-US" sz="1400" dirty="0"/>
          </a:p>
          <a:p>
            <a:r>
              <a:rPr lang="en-US" sz="1400" dirty="0"/>
              <a:t>class </a:t>
            </a:r>
            <a:r>
              <a:rPr lang="en-US" sz="1400" dirty="0" err="1"/>
              <a:t>OutdoorTerrainTile</a:t>
            </a:r>
            <a:r>
              <a:rPr lang="en-US" sz="1400" dirty="0"/>
              <a:t> extends </a:t>
            </a:r>
            <a:r>
              <a:rPr lang="en-US" sz="1400" dirty="0" err="1"/>
              <a:t>TerrainTile</a:t>
            </a:r>
            <a:r>
              <a:rPr lang="en-US" sz="1400" dirty="0"/>
              <a:t> {</a:t>
            </a:r>
          </a:p>
          <a:p>
            <a:r>
              <a:rPr lang="en-US" sz="1400" dirty="0"/>
              <a:t>	public </a:t>
            </a:r>
            <a:r>
              <a:rPr lang="en-US" sz="1400" dirty="0" err="1"/>
              <a:t>IndoorTerrainTile</a:t>
            </a:r>
            <a:r>
              <a:rPr lang="en-US" sz="1400" dirty="0"/>
              <a:t>() {</a:t>
            </a:r>
          </a:p>
          <a:p>
            <a:r>
              <a:rPr lang="en-US" sz="1400" dirty="0"/>
              <a:t>		super(“sprites/outdoor/”);</a:t>
            </a:r>
          </a:p>
          <a:p>
            <a:r>
              <a:rPr lang="en-US" sz="1400" dirty="0"/>
              <a:t>	}</a:t>
            </a:r>
          </a:p>
          <a:p>
            <a:r>
              <a:rPr lang="en-US" sz="1400" dirty="0"/>
              <a:t>}</a:t>
            </a:r>
            <a:br>
              <a:rPr lang="en-US" sz="1400" dirty="0"/>
            </a:br>
            <a:endParaRPr lang="en-US" sz="1400" dirty="0"/>
          </a:p>
          <a:p>
            <a:r>
              <a:rPr lang="en-US" sz="1400" dirty="0"/>
              <a:t>class Sprite {</a:t>
            </a:r>
          </a:p>
          <a:p>
            <a:r>
              <a:rPr lang="en-US" sz="1400" dirty="0"/>
              <a:t>	private Image </a:t>
            </a:r>
            <a:r>
              <a:rPr lang="en-US" sz="1400" dirty="0" err="1"/>
              <a:t>spriteImage</a:t>
            </a:r>
            <a:r>
              <a:rPr lang="en-US" sz="1400" dirty="0"/>
              <a:t>; // 4 KB</a:t>
            </a:r>
          </a:p>
          <a:p>
            <a:r>
              <a:rPr lang="en-US" sz="1400" dirty="0"/>
              <a:t>	private Image </a:t>
            </a:r>
            <a:r>
              <a:rPr lang="en-US" sz="1400" dirty="0" err="1"/>
              <a:t>closeUpSpriteImage</a:t>
            </a:r>
            <a:r>
              <a:rPr lang="en-US" sz="1400" dirty="0"/>
              <a:t>; // 4 KB</a:t>
            </a:r>
          </a:p>
          <a:p>
            <a:r>
              <a:rPr lang="en-US" sz="1400" dirty="0"/>
              <a:t>	// getters and setters</a:t>
            </a:r>
          </a:p>
          <a:p>
            <a:r>
              <a:rPr lang="en-US" sz="1400" dirty="0"/>
              <a:t>	static Sprite </a:t>
            </a:r>
            <a:r>
              <a:rPr lang="en-US" sz="1400" dirty="0" err="1"/>
              <a:t>loadSprite</a:t>
            </a:r>
            <a:r>
              <a:rPr lang="en-US" sz="1400" dirty="0"/>
              <a:t>(String path) {</a:t>
            </a:r>
          </a:p>
          <a:p>
            <a:r>
              <a:rPr lang="en-US" sz="1400" dirty="0"/>
              <a:t>		// Load both images</a:t>
            </a:r>
          </a:p>
          <a:p>
            <a:r>
              <a:rPr lang="en-US" sz="1400" dirty="0"/>
              <a:t>	}</a:t>
            </a:r>
          </a:p>
          <a:p>
            <a:r>
              <a:rPr lang="en-US" sz="1400" dirty="0"/>
              <a:t>}</a:t>
            </a:r>
          </a:p>
        </p:txBody>
      </p:sp>
      <p:sp>
        <p:nvSpPr>
          <p:cNvPr id="4" name="Title 3">
            <a:extLst>
              <a:ext uri="{FF2B5EF4-FFF2-40B4-BE49-F238E27FC236}">
                <a16:creationId xmlns:a16="http://schemas.microsoft.com/office/drawing/2014/main" id="{98BF1121-1CC2-524E-34D5-CC0DB24652A5}"/>
              </a:ext>
            </a:extLst>
          </p:cNvPr>
          <p:cNvSpPr>
            <a:spLocks noGrp="1"/>
          </p:cNvSpPr>
          <p:nvPr>
            <p:ph type="title"/>
          </p:nvPr>
        </p:nvSpPr>
        <p:spPr/>
        <p:txBody>
          <a:bodyPr/>
          <a:lstStyle/>
          <a:p>
            <a:r>
              <a:rPr lang="en-US" dirty="0"/>
              <a:t>Case study – game system</a:t>
            </a:r>
          </a:p>
        </p:txBody>
      </p:sp>
      <p:sp>
        <p:nvSpPr>
          <p:cNvPr id="7" name="Content Placeholder 6">
            <a:extLst>
              <a:ext uri="{FF2B5EF4-FFF2-40B4-BE49-F238E27FC236}">
                <a16:creationId xmlns:a16="http://schemas.microsoft.com/office/drawing/2014/main" id="{B2B20D66-7323-4B83-B8C4-9FFBB6005C3B}"/>
              </a:ext>
            </a:extLst>
          </p:cNvPr>
          <p:cNvSpPr>
            <a:spLocks noGrp="1"/>
          </p:cNvSpPr>
          <p:nvPr>
            <p:ph idx="13"/>
          </p:nvPr>
        </p:nvSpPr>
        <p:spPr/>
        <p:txBody>
          <a:bodyPr/>
          <a:lstStyle/>
          <a:p>
            <a:r>
              <a:rPr lang="en-US" dirty="0"/>
              <a:t>Two types of terrain tiles</a:t>
            </a:r>
          </a:p>
          <a:p>
            <a:r>
              <a:rPr lang="en-US" dirty="0"/>
              <a:t>Each tile contains a sprite</a:t>
            </a:r>
          </a:p>
          <a:p>
            <a:r>
              <a:rPr lang="en-US" dirty="0"/>
              <a:t>Each sprite consists of two images of 4 KB</a:t>
            </a:r>
          </a:p>
          <a:p>
            <a:r>
              <a:rPr lang="en-US" b="1" i="1" dirty="0"/>
              <a:t>What happens if there are thousands of tiles</a:t>
            </a:r>
          </a:p>
        </p:txBody>
      </p:sp>
      <p:sp>
        <p:nvSpPr>
          <p:cNvPr id="8" name="Rectangle 7">
            <a:extLst>
              <a:ext uri="{FF2B5EF4-FFF2-40B4-BE49-F238E27FC236}">
                <a16:creationId xmlns:a16="http://schemas.microsoft.com/office/drawing/2014/main" id="{7F45FF45-9ED4-D624-DA4F-6CB4A110145F}"/>
              </a:ext>
            </a:extLst>
          </p:cNvPr>
          <p:cNvSpPr/>
          <p:nvPr/>
        </p:nvSpPr>
        <p:spPr>
          <a:xfrm>
            <a:off x="6095999" y="689168"/>
            <a:ext cx="5633413" cy="163200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7589F1E9-9721-BEC5-186B-43FD9144E8E4}"/>
              </a:ext>
            </a:extLst>
          </p:cNvPr>
          <p:cNvSpPr/>
          <p:nvPr/>
        </p:nvSpPr>
        <p:spPr>
          <a:xfrm>
            <a:off x="6095998" y="2321169"/>
            <a:ext cx="5633413" cy="191086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0" name="Rectangle 9">
            <a:extLst>
              <a:ext uri="{FF2B5EF4-FFF2-40B4-BE49-F238E27FC236}">
                <a16:creationId xmlns:a16="http://schemas.microsoft.com/office/drawing/2014/main" id="{C15262CB-5B36-DFE1-DA0E-CA9B1F5C3614}"/>
              </a:ext>
            </a:extLst>
          </p:cNvPr>
          <p:cNvSpPr/>
          <p:nvPr/>
        </p:nvSpPr>
        <p:spPr>
          <a:xfrm>
            <a:off x="6095998" y="4257970"/>
            <a:ext cx="5633413" cy="15102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Rectangle 10">
            <a:extLst>
              <a:ext uri="{FF2B5EF4-FFF2-40B4-BE49-F238E27FC236}">
                <a16:creationId xmlns:a16="http://schemas.microsoft.com/office/drawing/2014/main" id="{A40C42BD-97B0-178A-9259-FD54A7F7BCB9}"/>
              </a:ext>
            </a:extLst>
          </p:cNvPr>
          <p:cNvSpPr/>
          <p:nvPr/>
        </p:nvSpPr>
        <p:spPr>
          <a:xfrm>
            <a:off x="6095998" y="1089804"/>
            <a:ext cx="5633413" cy="54182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251375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9B8E4D-23FA-35A9-4AED-55586DFB27BD}"/>
              </a:ext>
            </a:extLst>
          </p:cNvPr>
          <p:cNvSpPr>
            <a:spLocks noGrp="1"/>
          </p:cNvSpPr>
          <p:nvPr>
            <p:ph idx="1"/>
          </p:nvPr>
        </p:nvSpPr>
        <p:spPr/>
        <p:txBody>
          <a:bodyPr>
            <a:noAutofit/>
          </a:bodyPr>
          <a:lstStyle/>
          <a:p>
            <a:r>
              <a:rPr lang="en-US" sz="1400" b="1" i="1" dirty="0"/>
              <a:t>// Without flyweight design pattern -&gt; memory wastage</a:t>
            </a:r>
          </a:p>
          <a:p>
            <a:r>
              <a:rPr lang="en-US" sz="1400" dirty="0"/>
              <a:t>class </a:t>
            </a:r>
            <a:r>
              <a:rPr lang="en-US" sz="1400" dirty="0" err="1"/>
              <a:t>TerrainTile</a:t>
            </a:r>
            <a:r>
              <a:rPr lang="en-US" sz="1400" dirty="0"/>
              <a:t> {</a:t>
            </a:r>
          </a:p>
          <a:p>
            <a:r>
              <a:rPr lang="en-US" sz="1400" dirty="0"/>
              <a:t>	private int </a:t>
            </a:r>
            <a:r>
              <a:rPr lang="en-US" sz="1400" dirty="0" err="1"/>
              <a:t>xLoc</a:t>
            </a:r>
            <a:r>
              <a:rPr lang="en-US" sz="1400" dirty="0"/>
              <a:t>;</a:t>
            </a:r>
          </a:p>
          <a:p>
            <a:r>
              <a:rPr lang="en-US" sz="1400" dirty="0"/>
              <a:t>	private int </a:t>
            </a:r>
            <a:r>
              <a:rPr lang="en-US" sz="1400" dirty="0" err="1"/>
              <a:t>yLoc</a:t>
            </a:r>
            <a:r>
              <a:rPr lang="en-US" sz="1400" dirty="0"/>
              <a:t>;</a:t>
            </a:r>
          </a:p>
          <a:p>
            <a:r>
              <a:rPr lang="en-US" sz="1400" dirty="0"/>
              <a:t>	private Sprite </a:t>
            </a:r>
            <a:r>
              <a:rPr lang="en-US" sz="1400" dirty="0" err="1"/>
              <a:t>terrainSprite</a:t>
            </a:r>
            <a:r>
              <a:rPr lang="en-US" sz="1400" dirty="0"/>
              <a:t>;</a:t>
            </a:r>
          </a:p>
          <a:p>
            <a:r>
              <a:rPr lang="en-US" sz="1400" dirty="0"/>
              <a:t>	public </a:t>
            </a:r>
            <a:r>
              <a:rPr lang="en-US" sz="1400" dirty="0" err="1"/>
              <a:t>TerrainTile</a:t>
            </a:r>
            <a:r>
              <a:rPr lang="en-US" sz="1400" dirty="0"/>
              <a:t>(String </a:t>
            </a:r>
            <a:r>
              <a:rPr lang="en-US" sz="1400" dirty="0" err="1"/>
              <a:t>spriteLocation</a:t>
            </a:r>
            <a:r>
              <a:rPr lang="en-US" sz="1400" dirty="0"/>
              <a:t>) {</a:t>
            </a:r>
          </a:p>
          <a:p>
            <a:r>
              <a:rPr lang="en-US" sz="1400" dirty="0"/>
              <a:t>		</a:t>
            </a:r>
            <a:r>
              <a:rPr lang="en-US" sz="1400" dirty="0" err="1"/>
              <a:t>this.terrainSprite</a:t>
            </a:r>
            <a:r>
              <a:rPr lang="en-US" sz="1400" dirty="0"/>
              <a:t> = </a:t>
            </a:r>
            <a:r>
              <a:rPr lang="en-US" sz="1400" dirty="0" err="1"/>
              <a:t>Sprite.loadSprite</a:t>
            </a:r>
            <a:r>
              <a:rPr lang="en-US" sz="1400" dirty="0"/>
              <a:t>(</a:t>
            </a:r>
            <a:r>
              <a:rPr lang="en-US" sz="1400" dirty="0" err="1"/>
              <a:t>spriteLocation</a:t>
            </a:r>
            <a:r>
              <a:rPr lang="en-US" sz="1400" dirty="0"/>
              <a:t>);</a:t>
            </a:r>
          </a:p>
          <a:p>
            <a:r>
              <a:rPr lang="en-US" sz="1400" dirty="0"/>
              <a:t>	}</a:t>
            </a:r>
          </a:p>
          <a:p>
            <a:r>
              <a:rPr lang="en-US" sz="1400" dirty="0"/>
              <a:t>}</a:t>
            </a:r>
          </a:p>
          <a:p>
            <a:r>
              <a:rPr lang="en-US" sz="1400" dirty="0"/>
              <a:t>class </a:t>
            </a:r>
            <a:r>
              <a:rPr lang="en-US" sz="1400" dirty="0" err="1"/>
              <a:t>IndoorTerrainTile</a:t>
            </a:r>
            <a:r>
              <a:rPr lang="en-US" sz="1400" dirty="0"/>
              <a:t> extends Terrain {}</a:t>
            </a:r>
          </a:p>
          <a:p>
            <a:r>
              <a:rPr lang="en-US" sz="1400" dirty="0"/>
              <a:t>class </a:t>
            </a:r>
            <a:r>
              <a:rPr lang="en-US" sz="1400" dirty="0" err="1"/>
              <a:t>OutdoorTerrainTile</a:t>
            </a:r>
            <a:r>
              <a:rPr lang="en-US" sz="1400" dirty="0"/>
              <a:t> extends Terrain {}</a:t>
            </a:r>
          </a:p>
          <a:p>
            <a:endParaRPr lang="en-US" sz="1400" dirty="0"/>
          </a:p>
          <a:p>
            <a:endParaRPr lang="en-US" sz="1400" dirty="0"/>
          </a:p>
          <a:p>
            <a:r>
              <a:rPr lang="en-US" sz="1400" b="1" i="1" dirty="0"/>
              <a:t>// With flyweight design pattern</a:t>
            </a:r>
          </a:p>
          <a:p>
            <a:r>
              <a:rPr lang="en-US" sz="1400" dirty="0"/>
              <a:t>class Flyweight {</a:t>
            </a:r>
          </a:p>
          <a:p>
            <a:r>
              <a:rPr lang="en-US" sz="1400" dirty="0"/>
              <a:t>	private Sprite </a:t>
            </a:r>
            <a:r>
              <a:rPr lang="en-US" sz="1400" dirty="0" err="1"/>
              <a:t>terrainSprite</a:t>
            </a:r>
            <a:r>
              <a:rPr lang="en-US" sz="1400" dirty="0"/>
              <a:t>;</a:t>
            </a:r>
          </a:p>
          <a:p>
            <a:r>
              <a:rPr lang="en-US" sz="1400" dirty="0"/>
              <a:t>	public </a:t>
            </a:r>
            <a:r>
              <a:rPr lang="en-US" sz="1400" dirty="0" err="1"/>
              <a:t>FlyWeight</a:t>
            </a:r>
            <a:r>
              <a:rPr lang="en-US" sz="1400" dirty="0"/>
              <a:t>(String key) { </a:t>
            </a:r>
            <a:br>
              <a:rPr lang="en-US" sz="1400" dirty="0"/>
            </a:br>
            <a:r>
              <a:rPr lang="en-US" sz="1400" dirty="0"/>
              <a:t>	 if (key == “indoor”) {</a:t>
            </a:r>
          </a:p>
          <a:p>
            <a:r>
              <a:rPr lang="en-US" sz="1400" dirty="0"/>
              <a:t>		</a:t>
            </a:r>
            <a:r>
              <a:rPr lang="en-US" sz="1400" dirty="0" err="1"/>
              <a:t>terrainSprite</a:t>
            </a:r>
            <a:r>
              <a:rPr lang="en-US" sz="1400" dirty="0"/>
              <a:t> = </a:t>
            </a:r>
            <a:r>
              <a:rPr lang="en-US" sz="1400" dirty="0" err="1"/>
              <a:t>Sprite.load</a:t>
            </a:r>
            <a:r>
              <a:rPr lang="en-US" sz="1400" dirty="0"/>
              <a:t>(“sprites/indoor”);</a:t>
            </a:r>
          </a:p>
          <a:p>
            <a:r>
              <a:rPr lang="en-US" sz="1400" dirty="0"/>
              <a:t>	 } else { </a:t>
            </a:r>
            <a:r>
              <a:rPr lang="en-US" sz="1400" dirty="0" err="1"/>
              <a:t>terrainSprite</a:t>
            </a:r>
            <a:r>
              <a:rPr lang="en-US" sz="1400" dirty="0"/>
              <a:t> = </a:t>
            </a:r>
            <a:r>
              <a:rPr lang="en-US" sz="1400" dirty="0" err="1"/>
              <a:t>Sprite.load</a:t>
            </a:r>
            <a:r>
              <a:rPr lang="en-US" sz="1400" dirty="0"/>
              <a:t>(“sprites/outdoor”); }</a:t>
            </a:r>
            <a:br>
              <a:rPr lang="en-US" sz="1400" dirty="0"/>
            </a:br>
            <a:r>
              <a:rPr lang="en-US" sz="1400" dirty="0"/>
              <a:t>     public void render(</a:t>
            </a:r>
            <a:r>
              <a:rPr lang="en-US" sz="1400" dirty="0" err="1"/>
              <a:t>TerrainTile</a:t>
            </a:r>
            <a:r>
              <a:rPr lang="en-US" sz="1400" dirty="0"/>
              <a:t> tile) { ..}</a:t>
            </a:r>
          </a:p>
          <a:p>
            <a:r>
              <a:rPr lang="en-US" sz="1400" dirty="0"/>
              <a:t>	// getters and setters</a:t>
            </a:r>
          </a:p>
          <a:p>
            <a:r>
              <a:rPr lang="en-US" sz="1400" dirty="0"/>
              <a:t>}</a:t>
            </a:r>
          </a:p>
          <a:p>
            <a:endParaRPr lang="en-US" sz="1400" dirty="0"/>
          </a:p>
          <a:p>
            <a:r>
              <a:rPr lang="en-US" sz="1400" dirty="0"/>
              <a:t>class </a:t>
            </a:r>
            <a:r>
              <a:rPr lang="en-US" sz="1400" dirty="0" err="1"/>
              <a:t>TerrainTile</a:t>
            </a:r>
            <a:r>
              <a:rPr lang="en-US" sz="1400" dirty="0"/>
              <a:t> {</a:t>
            </a:r>
          </a:p>
          <a:p>
            <a:r>
              <a:rPr lang="en-US" sz="1400" dirty="0"/>
              <a:t>	private int </a:t>
            </a:r>
            <a:r>
              <a:rPr lang="en-US" sz="1400" dirty="0" err="1"/>
              <a:t>xLoc</a:t>
            </a:r>
            <a:r>
              <a:rPr lang="en-US" sz="1400" dirty="0"/>
              <a:t>;</a:t>
            </a:r>
          </a:p>
          <a:p>
            <a:r>
              <a:rPr lang="en-US" sz="1400" dirty="0"/>
              <a:t>	private int </a:t>
            </a:r>
            <a:r>
              <a:rPr lang="en-US" sz="1400" dirty="0" err="1"/>
              <a:t>yLoc</a:t>
            </a:r>
            <a:r>
              <a:rPr lang="en-US" sz="1400" dirty="0"/>
              <a:t>;</a:t>
            </a:r>
          </a:p>
          <a:p>
            <a:r>
              <a:rPr lang="en-US" sz="1400" dirty="0"/>
              <a:t>}</a:t>
            </a:r>
            <a:br>
              <a:rPr lang="en-US" sz="1400" dirty="0"/>
            </a:br>
            <a:r>
              <a:rPr lang="en-US" sz="1400" dirty="0"/>
              <a:t>class </a:t>
            </a:r>
            <a:r>
              <a:rPr lang="en-US" sz="1400" dirty="0" err="1"/>
              <a:t>IndoorTerrainTile</a:t>
            </a:r>
            <a:r>
              <a:rPr lang="en-US" sz="1400" dirty="0"/>
              <a:t> extends Terrain {}</a:t>
            </a:r>
          </a:p>
          <a:p>
            <a:r>
              <a:rPr lang="en-US" sz="1400" dirty="0"/>
              <a:t>class </a:t>
            </a:r>
            <a:r>
              <a:rPr lang="en-US" sz="1400" dirty="0" err="1"/>
              <a:t>OutdoorTerrainTile</a:t>
            </a:r>
            <a:r>
              <a:rPr lang="en-US" sz="1400" dirty="0"/>
              <a:t> extends Terrain {}</a:t>
            </a:r>
          </a:p>
        </p:txBody>
      </p:sp>
      <p:sp>
        <p:nvSpPr>
          <p:cNvPr id="3" name="Title 2">
            <a:extLst>
              <a:ext uri="{FF2B5EF4-FFF2-40B4-BE49-F238E27FC236}">
                <a16:creationId xmlns:a16="http://schemas.microsoft.com/office/drawing/2014/main" id="{BC24FFA3-DEDB-F272-4847-24BE40015085}"/>
              </a:ext>
            </a:extLst>
          </p:cNvPr>
          <p:cNvSpPr>
            <a:spLocks noGrp="1"/>
          </p:cNvSpPr>
          <p:nvPr>
            <p:ph type="title"/>
          </p:nvPr>
        </p:nvSpPr>
        <p:spPr/>
        <p:txBody>
          <a:bodyPr/>
          <a:lstStyle/>
          <a:p>
            <a:r>
              <a:rPr lang="en-US" dirty="0"/>
              <a:t>Flyweight design pattern</a:t>
            </a:r>
          </a:p>
        </p:txBody>
      </p:sp>
      <p:sp>
        <p:nvSpPr>
          <p:cNvPr id="4" name="Content Placeholder 3">
            <a:extLst>
              <a:ext uri="{FF2B5EF4-FFF2-40B4-BE49-F238E27FC236}">
                <a16:creationId xmlns:a16="http://schemas.microsoft.com/office/drawing/2014/main" id="{3D5EB2D2-3C93-B411-F678-9B9A949BC1E7}"/>
              </a:ext>
            </a:extLst>
          </p:cNvPr>
          <p:cNvSpPr>
            <a:spLocks noGrp="1"/>
          </p:cNvSpPr>
          <p:nvPr>
            <p:ph idx="13"/>
          </p:nvPr>
        </p:nvSpPr>
        <p:spPr/>
        <p:txBody>
          <a:bodyPr>
            <a:normAutofit lnSpcReduction="10000"/>
          </a:bodyPr>
          <a:lstStyle/>
          <a:p>
            <a:r>
              <a:rPr lang="en-US" dirty="0"/>
              <a:t>Aims to reduce memory consumption</a:t>
            </a:r>
          </a:p>
          <a:p>
            <a:r>
              <a:rPr lang="en-US" dirty="0"/>
              <a:t>Separate </a:t>
            </a:r>
            <a:r>
              <a:rPr lang="en-US" b="1" i="1" dirty="0"/>
              <a:t>shared </a:t>
            </a:r>
            <a:r>
              <a:rPr lang="en-US" dirty="0"/>
              <a:t>and </a:t>
            </a:r>
            <a:r>
              <a:rPr lang="en-US" b="1" i="1" dirty="0"/>
              <a:t>unique </a:t>
            </a:r>
            <a:r>
              <a:rPr lang="en-US" dirty="0"/>
              <a:t>state</a:t>
            </a:r>
          </a:p>
          <a:p>
            <a:r>
              <a:rPr lang="en-US" dirty="0"/>
              <a:t>Shared state goes into a Flyweight object and is shared by all objects of the same type</a:t>
            </a:r>
          </a:p>
          <a:p>
            <a:pPr lvl="1"/>
            <a:r>
              <a:rPr lang="en-US" dirty="0"/>
              <a:t>Constructor that creates the terrain sprites from the images</a:t>
            </a:r>
          </a:p>
        </p:txBody>
      </p:sp>
      <p:sp>
        <p:nvSpPr>
          <p:cNvPr id="5" name="Rectangle 4">
            <a:extLst>
              <a:ext uri="{FF2B5EF4-FFF2-40B4-BE49-F238E27FC236}">
                <a16:creationId xmlns:a16="http://schemas.microsoft.com/office/drawing/2014/main" id="{9149179F-EA94-9EC9-1C2D-9F1F73BA58A7}"/>
              </a:ext>
            </a:extLst>
          </p:cNvPr>
          <p:cNvSpPr/>
          <p:nvPr/>
        </p:nvSpPr>
        <p:spPr>
          <a:xfrm>
            <a:off x="6015487" y="2942492"/>
            <a:ext cx="5633413" cy="12598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13001CA0-7278-D54C-F80F-415448A5A4CA}"/>
              </a:ext>
            </a:extLst>
          </p:cNvPr>
          <p:cNvSpPr/>
          <p:nvPr/>
        </p:nvSpPr>
        <p:spPr>
          <a:xfrm>
            <a:off x="6015487" y="4202361"/>
            <a:ext cx="5633413" cy="183291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grpSp>
        <p:nvGrpSpPr>
          <p:cNvPr id="9" name="Group 8">
            <a:extLst>
              <a:ext uri="{FF2B5EF4-FFF2-40B4-BE49-F238E27FC236}">
                <a16:creationId xmlns:a16="http://schemas.microsoft.com/office/drawing/2014/main" id="{D09BDC5C-D55C-0FDE-3890-073276BE45C0}"/>
              </a:ext>
            </a:extLst>
          </p:cNvPr>
          <p:cNvGrpSpPr/>
          <p:nvPr/>
        </p:nvGrpSpPr>
        <p:grpSpPr>
          <a:xfrm>
            <a:off x="6188534" y="969301"/>
            <a:ext cx="5674613" cy="679744"/>
            <a:chOff x="6176512" y="1055272"/>
            <a:chExt cx="5674613" cy="679744"/>
          </a:xfrm>
        </p:grpSpPr>
        <p:sp>
          <p:nvSpPr>
            <p:cNvPr id="7" name="Rectangle 6">
              <a:extLst>
                <a:ext uri="{FF2B5EF4-FFF2-40B4-BE49-F238E27FC236}">
                  <a16:creationId xmlns:a16="http://schemas.microsoft.com/office/drawing/2014/main" id="{CD1DD0FD-4AD9-635E-0334-2DA766572D80}"/>
                </a:ext>
              </a:extLst>
            </p:cNvPr>
            <p:cNvSpPr/>
            <p:nvPr/>
          </p:nvSpPr>
          <p:spPr>
            <a:xfrm>
              <a:off x="6176512" y="1430940"/>
              <a:ext cx="5633413" cy="30407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TextBox 7">
              <a:extLst>
                <a:ext uri="{FF2B5EF4-FFF2-40B4-BE49-F238E27FC236}">
                  <a16:creationId xmlns:a16="http://schemas.microsoft.com/office/drawing/2014/main" id="{871CC412-2E5C-E286-C9F7-184603BA6230}"/>
                </a:ext>
              </a:extLst>
            </p:cNvPr>
            <p:cNvSpPr txBox="1"/>
            <p:nvPr/>
          </p:nvSpPr>
          <p:spPr>
            <a:xfrm>
              <a:off x="10070125" y="1055272"/>
              <a:ext cx="1781000" cy="461665"/>
            </a:xfrm>
            <a:prstGeom prst="rect">
              <a:avLst/>
            </a:prstGeom>
            <a:noFill/>
          </p:spPr>
          <p:txBody>
            <a:bodyPr wrap="none" rtlCol="0">
              <a:spAutoFit/>
            </a:bodyPr>
            <a:lstStyle/>
            <a:p>
              <a:r>
                <a:rPr lang="en-US" sz="2400" b="1" i="1" dirty="0"/>
                <a:t>Shared state</a:t>
              </a:r>
            </a:p>
          </p:txBody>
        </p:sp>
      </p:grpSp>
      <p:grpSp>
        <p:nvGrpSpPr>
          <p:cNvPr id="10" name="Group 9">
            <a:extLst>
              <a:ext uri="{FF2B5EF4-FFF2-40B4-BE49-F238E27FC236}">
                <a16:creationId xmlns:a16="http://schemas.microsoft.com/office/drawing/2014/main" id="{4EA65A2A-1C4D-B6B8-CB0B-3721ECB4FFC9}"/>
              </a:ext>
            </a:extLst>
          </p:cNvPr>
          <p:cNvGrpSpPr/>
          <p:nvPr/>
        </p:nvGrpSpPr>
        <p:grpSpPr>
          <a:xfrm>
            <a:off x="6209134" y="476203"/>
            <a:ext cx="5761816" cy="1019795"/>
            <a:chOff x="6209134" y="951850"/>
            <a:chExt cx="5761816" cy="708029"/>
          </a:xfrm>
        </p:grpSpPr>
        <p:sp>
          <p:nvSpPr>
            <p:cNvPr id="11" name="Rectangle 10">
              <a:extLst>
                <a:ext uri="{FF2B5EF4-FFF2-40B4-BE49-F238E27FC236}">
                  <a16:creationId xmlns:a16="http://schemas.microsoft.com/office/drawing/2014/main" id="{31F3A1E3-22AA-94A9-C7EA-6F5C024EAE9E}"/>
                </a:ext>
              </a:extLst>
            </p:cNvPr>
            <p:cNvSpPr/>
            <p:nvPr/>
          </p:nvSpPr>
          <p:spPr>
            <a:xfrm>
              <a:off x="6209134" y="1355803"/>
              <a:ext cx="5633413" cy="30407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2" name="TextBox 11">
              <a:extLst>
                <a:ext uri="{FF2B5EF4-FFF2-40B4-BE49-F238E27FC236}">
                  <a16:creationId xmlns:a16="http://schemas.microsoft.com/office/drawing/2014/main" id="{49F3E7C7-D762-3721-0AA4-F6ECB8B131F9}"/>
                </a:ext>
              </a:extLst>
            </p:cNvPr>
            <p:cNvSpPr txBox="1"/>
            <p:nvPr/>
          </p:nvSpPr>
          <p:spPr>
            <a:xfrm>
              <a:off x="10165904" y="951850"/>
              <a:ext cx="1805046" cy="461665"/>
            </a:xfrm>
            <a:prstGeom prst="rect">
              <a:avLst/>
            </a:prstGeom>
            <a:noFill/>
          </p:spPr>
          <p:txBody>
            <a:bodyPr wrap="none" rtlCol="0">
              <a:spAutoFit/>
            </a:bodyPr>
            <a:lstStyle/>
            <a:p>
              <a:r>
                <a:rPr lang="en-US" sz="2400" b="1" i="1" dirty="0"/>
                <a:t>Unique state</a:t>
              </a:r>
            </a:p>
          </p:txBody>
        </p:sp>
      </p:grpSp>
    </p:spTree>
    <p:extLst>
      <p:ext uri="{BB962C8B-B14F-4D97-AF65-F5344CB8AC3E}">
        <p14:creationId xmlns:p14="http://schemas.microsoft.com/office/powerpoint/2010/main" val="321326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20" end="2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22" end="2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xEl>
                                              <p:pRg st="23" end="2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xEl>
                                              <p:pRg st="24" end="2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
                                            <p:txEl>
                                              <p:pRg st="25" end="25"/>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
                                            <p:txEl>
                                              <p:pRg st="26" end="2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B7266-9BF3-4ACC-DC84-52D9F70AF8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0B07C2-968C-CD39-9215-099D3A6D9A74}"/>
              </a:ext>
            </a:extLst>
          </p:cNvPr>
          <p:cNvSpPr>
            <a:spLocks noGrp="1"/>
          </p:cNvSpPr>
          <p:nvPr>
            <p:ph idx="1"/>
          </p:nvPr>
        </p:nvSpPr>
        <p:spPr/>
        <p:txBody>
          <a:bodyPr>
            <a:normAutofit fontScale="92500" lnSpcReduction="20000"/>
          </a:bodyPr>
          <a:lstStyle/>
          <a:p>
            <a:r>
              <a:rPr lang="en-US" b="1" i="1" dirty="0"/>
              <a:t>// With flyweight design pattern</a:t>
            </a:r>
          </a:p>
          <a:p>
            <a:r>
              <a:rPr lang="en-US" dirty="0"/>
              <a:t>class Flyweight {</a:t>
            </a:r>
          </a:p>
          <a:p>
            <a:r>
              <a:rPr lang="en-US" dirty="0"/>
              <a:t>	private Sprite </a:t>
            </a:r>
            <a:r>
              <a:rPr lang="en-US" dirty="0" err="1"/>
              <a:t>terrainSprite</a:t>
            </a:r>
            <a:r>
              <a:rPr lang="en-US" dirty="0"/>
              <a:t>;</a:t>
            </a:r>
          </a:p>
          <a:p>
            <a:r>
              <a:rPr lang="en-US" dirty="0"/>
              <a:t>	public </a:t>
            </a:r>
            <a:r>
              <a:rPr lang="en-US" dirty="0" err="1"/>
              <a:t>FlyWeight</a:t>
            </a:r>
            <a:r>
              <a:rPr lang="en-US" dirty="0"/>
              <a:t>(String key) { // create sprite images}</a:t>
            </a:r>
          </a:p>
          <a:p>
            <a:r>
              <a:rPr lang="en-US" dirty="0"/>
              <a:t>    public void render(</a:t>
            </a:r>
            <a:r>
              <a:rPr lang="en-US" dirty="0" err="1"/>
              <a:t>TerrainTile</a:t>
            </a:r>
            <a:r>
              <a:rPr lang="en-US" dirty="0"/>
              <a:t> tile) { ..}	</a:t>
            </a:r>
          </a:p>
          <a:p>
            <a:r>
              <a:rPr lang="en-US" dirty="0"/>
              <a:t>}</a:t>
            </a:r>
          </a:p>
          <a:p>
            <a:endParaRPr lang="en-US" dirty="0"/>
          </a:p>
          <a:p>
            <a:r>
              <a:rPr lang="en-US" dirty="0"/>
              <a:t>class </a:t>
            </a:r>
            <a:r>
              <a:rPr lang="en-US" dirty="0" err="1"/>
              <a:t>TerrainTile</a:t>
            </a:r>
            <a:r>
              <a:rPr lang="en-US" dirty="0"/>
              <a:t> {</a:t>
            </a:r>
          </a:p>
          <a:p>
            <a:r>
              <a:rPr lang="en-US" dirty="0"/>
              <a:t>	private int </a:t>
            </a:r>
            <a:r>
              <a:rPr lang="en-US" dirty="0" err="1"/>
              <a:t>xLoc</a:t>
            </a:r>
            <a:r>
              <a:rPr lang="en-US" dirty="0"/>
              <a:t>;</a:t>
            </a:r>
          </a:p>
          <a:p>
            <a:r>
              <a:rPr lang="en-US" dirty="0"/>
              <a:t>	private int </a:t>
            </a:r>
            <a:r>
              <a:rPr lang="en-US" dirty="0" err="1"/>
              <a:t>yLoc</a:t>
            </a:r>
            <a:r>
              <a:rPr lang="en-US" dirty="0"/>
              <a:t>;</a:t>
            </a:r>
          </a:p>
          <a:p>
            <a:r>
              <a:rPr lang="en-US" dirty="0"/>
              <a:t>	// getters and setters</a:t>
            </a:r>
          </a:p>
          <a:p>
            <a:r>
              <a:rPr lang="en-US" dirty="0"/>
              <a:t>}</a:t>
            </a:r>
            <a:br>
              <a:rPr lang="en-US" dirty="0"/>
            </a:br>
            <a:br>
              <a:rPr lang="en-US" dirty="0"/>
            </a:br>
            <a:r>
              <a:rPr lang="en-US" dirty="0"/>
              <a:t>class </a:t>
            </a:r>
            <a:r>
              <a:rPr lang="en-US" dirty="0" err="1"/>
              <a:t>FlyweightFactory</a:t>
            </a:r>
            <a:r>
              <a:rPr lang="en-US" dirty="0"/>
              <a:t> { </a:t>
            </a:r>
          </a:p>
          <a:p>
            <a:r>
              <a:rPr lang="en-US" dirty="0"/>
              <a:t>	private static Map&lt;String, Flyweight&gt; flyweights = new HashMap&lt;&gt;(); </a:t>
            </a:r>
          </a:p>
          <a:p>
            <a:endParaRPr lang="en-US" dirty="0"/>
          </a:p>
          <a:p>
            <a:r>
              <a:rPr lang="en-US" dirty="0"/>
              <a:t>	public static Flyweight </a:t>
            </a:r>
            <a:r>
              <a:rPr lang="en-US" dirty="0" err="1"/>
              <a:t>getFlyweight</a:t>
            </a:r>
            <a:r>
              <a:rPr lang="en-US" dirty="0"/>
              <a:t>(String key) {</a:t>
            </a:r>
          </a:p>
          <a:p>
            <a:r>
              <a:rPr lang="en-US" dirty="0"/>
              <a:t>		if (!</a:t>
            </a:r>
            <a:r>
              <a:rPr lang="en-US" dirty="0" err="1"/>
              <a:t>flyweights.containsKey</a:t>
            </a:r>
            <a:r>
              <a:rPr lang="en-US" dirty="0"/>
              <a:t>(key)) {</a:t>
            </a:r>
          </a:p>
          <a:p>
            <a:r>
              <a:rPr lang="en-US" dirty="0"/>
              <a:t>		  </a:t>
            </a:r>
            <a:r>
              <a:rPr lang="en-US" dirty="0" err="1"/>
              <a:t>flyweights.put</a:t>
            </a:r>
            <a:r>
              <a:rPr lang="en-US" dirty="0"/>
              <a:t>(key, new Flyweight(key)); </a:t>
            </a:r>
          </a:p>
          <a:p>
            <a:r>
              <a:rPr lang="en-US" dirty="0"/>
              <a:t>		}</a:t>
            </a:r>
          </a:p>
          <a:p>
            <a:r>
              <a:rPr lang="en-US" dirty="0"/>
              <a:t>		return </a:t>
            </a:r>
            <a:r>
              <a:rPr lang="en-US" dirty="0" err="1"/>
              <a:t>flyweights.get</a:t>
            </a:r>
            <a:r>
              <a:rPr lang="en-US" dirty="0"/>
              <a:t>(key); </a:t>
            </a:r>
          </a:p>
          <a:p>
            <a:r>
              <a:rPr lang="en-US" dirty="0"/>
              <a:t>	} </a:t>
            </a:r>
          </a:p>
          <a:p>
            <a:r>
              <a:rPr lang="en-US" dirty="0"/>
              <a:t>}</a:t>
            </a:r>
          </a:p>
        </p:txBody>
      </p:sp>
      <p:sp>
        <p:nvSpPr>
          <p:cNvPr id="3" name="Title 2">
            <a:extLst>
              <a:ext uri="{FF2B5EF4-FFF2-40B4-BE49-F238E27FC236}">
                <a16:creationId xmlns:a16="http://schemas.microsoft.com/office/drawing/2014/main" id="{AE2F1DB4-4783-9391-71A4-10C02242827C}"/>
              </a:ext>
            </a:extLst>
          </p:cNvPr>
          <p:cNvSpPr>
            <a:spLocks noGrp="1"/>
          </p:cNvSpPr>
          <p:nvPr>
            <p:ph type="title"/>
          </p:nvPr>
        </p:nvSpPr>
        <p:spPr/>
        <p:txBody>
          <a:bodyPr/>
          <a:lstStyle/>
          <a:p>
            <a:r>
              <a:rPr lang="en-US" dirty="0"/>
              <a:t>Flyweight design pattern</a:t>
            </a:r>
          </a:p>
        </p:txBody>
      </p:sp>
      <p:sp>
        <p:nvSpPr>
          <p:cNvPr id="4" name="Content Placeholder 3">
            <a:extLst>
              <a:ext uri="{FF2B5EF4-FFF2-40B4-BE49-F238E27FC236}">
                <a16:creationId xmlns:a16="http://schemas.microsoft.com/office/drawing/2014/main" id="{CAE14E91-063B-D823-2F07-45C33124F52C}"/>
              </a:ext>
            </a:extLst>
          </p:cNvPr>
          <p:cNvSpPr>
            <a:spLocks noGrp="1"/>
          </p:cNvSpPr>
          <p:nvPr>
            <p:ph idx="13"/>
          </p:nvPr>
        </p:nvSpPr>
        <p:spPr/>
        <p:txBody>
          <a:bodyPr/>
          <a:lstStyle/>
          <a:p>
            <a:r>
              <a:rPr lang="en-US" dirty="0"/>
              <a:t>How does the original object access the shared state?</a:t>
            </a:r>
          </a:p>
          <a:p>
            <a:r>
              <a:rPr lang="en-US" dirty="0" err="1">
                <a:latin typeface="Consolas" panose="020B0609020204030204" pitchFamily="49" charset="0"/>
              </a:rPr>
              <a:t>FlyweightFactory</a:t>
            </a:r>
            <a:r>
              <a:rPr lang="en-US" dirty="0"/>
              <a:t> class creates flyweight objects only if it already isn’t created</a:t>
            </a:r>
          </a:p>
          <a:p>
            <a:r>
              <a:rPr lang="en-US" dirty="0"/>
              <a:t>Maintains a map of terrain type vs. flyweight object</a:t>
            </a:r>
          </a:p>
        </p:txBody>
      </p:sp>
      <p:sp>
        <p:nvSpPr>
          <p:cNvPr id="5" name="Rectangle 4">
            <a:extLst>
              <a:ext uri="{FF2B5EF4-FFF2-40B4-BE49-F238E27FC236}">
                <a16:creationId xmlns:a16="http://schemas.microsoft.com/office/drawing/2014/main" id="{53F1842F-46BB-8E36-C79D-FB8B5F2D0A66}"/>
              </a:ext>
            </a:extLst>
          </p:cNvPr>
          <p:cNvSpPr/>
          <p:nvPr/>
        </p:nvSpPr>
        <p:spPr>
          <a:xfrm>
            <a:off x="6176511" y="3552092"/>
            <a:ext cx="5633413" cy="51581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2120DB85-6D52-B31F-B852-346A3E874BD7}"/>
              </a:ext>
            </a:extLst>
          </p:cNvPr>
          <p:cNvSpPr/>
          <p:nvPr/>
        </p:nvSpPr>
        <p:spPr>
          <a:xfrm>
            <a:off x="6176510" y="4103076"/>
            <a:ext cx="5633413" cy="127781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235332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97FDB-BD36-EA2A-C2F7-294E1ECB31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5643E3-B07D-DC0A-75AD-9CBD3F5BE0BB}"/>
              </a:ext>
            </a:extLst>
          </p:cNvPr>
          <p:cNvSpPr>
            <a:spLocks noGrp="1"/>
          </p:cNvSpPr>
          <p:nvPr>
            <p:ph idx="1"/>
          </p:nvPr>
        </p:nvSpPr>
        <p:spPr/>
        <p:txBody>
          <a:bodyPr>
            <a:normAutofit/>
          </a:bodyPr>
          <a:lstStyle/>
          <a:p>
            <a:r>
              <a:rPr lang="en-US" dirty="0"/>
              <a:t>int main(void) {</a:t>
            </a:r>
          </a:p>
          <a:p>
            <a:r>
              <a:rPr lang="en-US" dirty="0"/>
              <a:t>	// Place an indoor tile</a:t>
            </a:r>
          </a:p>
          <a:p>
            <a:r>
              <a:rPr lang="en-US" dirty="0"/>
              <a:t>	</a:t>
            </a:r>
            <a:r>
              <a:rPr lang="en-US" dirty="0" err="1"/>
              <a:t>IndoorTerrainTile</a:t>
            </a:r>
            <a:r>
              <a:rPr lang="en-US" dirty="0"/>
              <a:t> </a:t>
            </a:r>
            <a:r>
              <a:rPr lang="en-US" dirty="0" err="1"/>
              <a:t>indoorTile</a:t>
            </a:r>
            <a:r>
              <a:rPr lang="en-US" dirty="0"/>
              <a:t> = new </a:t>
            </a:r>
            <a:r>
              <a:rPr lang="en-US" dirty="0" err="1"/>
              <a:t>IndoorTerrainTile</a:t>
            </a:r>
            <a:r>
              <a:rPr lang="en-US" dirty="0"/>
              <a:t>();</a:t>
            </a:r>
          </a:p>
          <a:p>
            <a:r>
              <a:rPr lang="en-US" dirty="0"/>
              <a:t>	</a:t>
            </a:r>
            <a:r>
              <a:rPr lang="en-US" dirty="0" err="1"/>
              <a:t>indoorTile.setX</a:t>
            </a:r>
            <a:r>
              <a:rPr lang="en-US" dirty="0"/>
              <a:t>(10);</a:t>
            </a:r>
          </a:p>
          <a:p>
            <a:r>
              <a:rPr lang="en-US" dirty="0"/>
              <a:t>	</a:t>
            </a:r>
            <a:r>
              <a:rPr lang="en-US" dirty="0" err="1"/>
              <a:t>indoorTile.setY</a:t>
            </a:r>
            <a:r>
              <a:rPr lang="en-US" dirty="0"/>
              <a:t>(10);</a:t>
            </a:r>
          </a:p>
          <a:p>
            <a:r>
              <a:rPr lang="en-US" dirty="0"/>
              <a:t>	</a:t>
            </a:r>
          </a:p>
          <a:p>
            <a:r>
              <a:rPr lang="en-US" dirty="0"/>
              <a:t>	Flyweight </a:t>
            </a:r>
            <a:r>
              <a:rPr lang="en-US" dirty="0" err="1"/>
              <a:t>indoorTileIcon</a:t>
            </a:r>
            <a:r>
              <a:rPr lang="en-US" dirty="0"/>
              <a:t> = </a:t>
            </a:r>
            <a:r>
              <a:rPr lang="en-US" dirty="0" err="1"/>
              <a:t>FlyweightFactory.getFlyweight</a:t>
            </a:r>
            <a:r>
              <a:rPr lang="en-US" dirty="0"/>
              <a:t>(“indoor”);</a:t>
            </a:r>
          </a:p>
          <a:p>
            <a:r>
              <a:rPr lang="en-US" dirty="0"/>
              <a:t>	</a:t>
            </a:r>
          </a:p>
          <a:p>
            <a:r>
              <a:rPr lang="en-US" dirty="0"/>
              <a:t>	</a:t>
            </a:r>
            <a:r>
              <a:rPr lang="en-US" dirty="0" err="1"/>
              <a:t>indoorTileIcon.render</a:t>
            </a:r>
            <a:r>
              <a:rPr lang="en-US" dirty="0"/>
              <a:t>();</a:t>
            </a:r>
          </a:p>
          <a:p>
            <a:endParaRPr lang="en-US" dirty="0"/>
          </a:p>
          <a:p>
            <a:r>
              <a:rPr lang="en-US" dirty="0"/>
              <a:t>	// Place outdoor tile</a:t>
            </a:r>
          </a:p>
          <a:p>
            <a:r>
              <a:rPr lang="en-US" dirty="0"/>
              <a:t>	</a:t>
            </a:r>
            <a:r>
              <a:rPr lang="en-US" dirty="0" err="1"/>
              <a:t>OutdoorTerrainTile</a:t>
            </a:r>
            <a:r>
              <a:rPr lang="en-US" dirty="0"/>
              <a:t> </a:t>
            </a:r>
            <a:r>
              <a:rPr lang="en-US" dirty="0" err="1"/>
              <a:t>outdoorTile</a:t>
            </a:r>
            <a:r>
              <a:rPr lang="en-US" dirty="0"/>
              <a:t> = new </a:t>
            </a:r>
            <a:r>
              <a:rPr lang="en-US" dirty="0" err="1"/>
              <a:t>OutdoorTerrainTile</a:t>
            </a:r>
            <a:r>
              <a:rPr lang="en-US" dirty="0"/>
              <a:t>();</a:t>
            </a:r>
          </a:p>
          <a:p>
            <a:r>
              <a:rPr lang="en-US" dirty="0"/>
              <a:t>	// set X and Y</a:t>
            </a:r>
          </a:p>
          <a:p>
            <a:r>
              <a:rPr lang="en-US" dirty="0"/>
              <a:t>	Flyweight </a:t>
            </a:r>
            <a:r>
              <a:rPr lang="en-US" dirty="0" err="1"/>
              <a:t>outdoorTileIcon</a:t>
            </a:r>
            <a:r>
              <a:rPr lang="en-US" dirty="0"/>
              <a:t> = </a:t>
            </a:r>
            <a:r>
              <a:rPr lang="en-US" dirty="0" err="1"/>
              <a:t>FlyweightFactory.getFlyweight</a:t>
            </a:r>
            <a:r>
              <a:rPr lang="en-US" dirty="0"/>
              <a:t>(“outdoor”);</a:t>
            </a:r>
          </a:p>
          <a:p>
            <a:r>
              <a:rPr lang="en-US" dirty="0"/>
              <a:t>	 </a:t>
            </a:r>
            <a:r>
              <a:rPr lang="en-US" dirty="0" err="1"/>
              <a:t>outdoorTileIcon.render</a:t>
            </a:r>
            <a:r>
              <a:rPr lang="en-US" dirty="0"/>
              <a:t>(</a:t>
            </a:r>
            <a:r>
              <a:rPr lang="en-US" dirty="0" err="1"/>
              <a:t>outdoorTile</a:t>
            </a:r>
            <a:r>
              <a:rPr lang="en-US" dirty="0"/>
              <a:t>);</a:t>
            </a:r>
          </a:p>
          <a:p>
            <a:r>
              <a:rPr lang="en-US" dirty="0"/>
              <a:t>}</a:t>
            </a:r>
          </a:p>
        </p:txBody>
      </p:sp>
      <p:sp>
        <p:nvSpPr>
          <p:cNvPr id="3" name="Title 2">
            <a:extLst>
              <a:ext uri="{FF2B5EF4-FFF2-40B4-BE49-F238E27FC236}">
                <a16:creationId xmlns:a16="http://schemas.microsoft.com/office/drawing/2014/main" id="{B0659663-C8D9-76B4-33C6-99AE051FB388}"/>
              </a:ext>
            </a:extLst>
          </p:cNvPr>
          <p:cNvSpPr>
            <a:spLocks noGrp="1"/>
          </p:cNvSpPr>
          <p:nvPr>
            <p:ph type="title"/>
          </p:nvPr>
        </p:nvSpPr>
        <p:spPr/>
        <p:txBody>
          <a:bodyPr/>
          <a:lstStyle/>
          <a:p>
            <a:r>
              <a:rPr lang="en-US" dirty="0"/>
              <a:t>Putting it all together</a:t>
            </a:r>
          </a:p>
        </p:txBody>
      </p:sp>
      <p:sp>
        <p:nvSpPr>
          <p:cNvPr id="7" name="Content Placeholder 1">
            <a:extLst>
              <a:ext uri="{FF2B5EF4-FFF2-40B4-BE49-F238E27FC236}">
                <a16:creationId xmlns:a16="http://schemas.microsoft.com/office/drawing/2014/main" id="{678F99A1-7B29-820E-866F-CCFA2C3D4978}"/>
              </a:ext>
            </a:extLst>
          </p:cNvPr>
          <p:cNvSpPr txBox="1">
            <a:spLocks/>
          </p:cNvSpPr>
          <p:nvPr/>
        </p:nvSpPr>
        <p:spPr bwMode="auto">
          <a:xfrm>
            <a:off x="382075" y="785004"/>
            <a:ext cx="5633413" cy="504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class Flyweight {</a:t>
            </a:r>
          </a:p>
          <a:p>
            <a:r>
              <a:rPr lang="en-US" dirty="0"/>
              <a:t>	private Sprite </a:t>
            </a:r>
            <a:r>
              <a:rPr lang="en-US" dirty="0" err="1"/>
              <a:t>terrainSprite</a:t>
            </a:r>
            <a:r>
              <a:rPr lang="en-US" dirty="0"/>
              <a:t>;</a:t>
            </a:r>
          </a:p>
          <a:p>
            <a:r>
              <a:rPr lang="en-US" dirty="0"/>
              <a:t>	public </a:t>
            </a:r>
            <a:r>
              <a:rPr lang="en-US" dirty="0" err="1"/>
              <a:t>FlyWeight</a:t>
            </a:r>
            <a:r>
              <a:rPr lang="en-US" dirty="0"/>
              <a:t>(String key) { // create sprite images</a:t>
            </a:r>
          </a:p>
          <a:p>
            <a:r>
              <a:rPr lang="en-US" dirty="0"/>
              <a:t>	// getters and setters</a:t>
            </a:r>
          </a:p>
          <a:p>
            <a:r>
              <a:rPr lang="en-US" dirty="0"/>
              <a:t>}</a:t>
            </a:r>
          </a:p>
          <a:p>
            <a:endParaRPr lang="en-US" dirty="0"/>
          </a:p>
          <a:p>
            <a:r>
              <a:rPr lang="en-US" dirty="0"/>
              <a:t>class </a:t>
            </a:r>
            <a:r>
              <a:rPr lang="en-US" dirty="0" err="1"/>
              <a:t>TerrainTile</a:t>
            </a:r>
            <a:r>
              <a:rPr lang="en-US" dirty="0"/>
              <a:t> {</a:t>
            </a:r>
          </a:p>
          <a:p>
            <a:r>
              <a:rPr lang="en-US" dirty="0"/>
              <a:t>	private int </a:t>
            </a:r>
            <a:r>
              <a:rPr lang="en-US" dirty="0" err="1"/>
              <a:t>xLoc</a:t>
            </a:r>
            <a:r>
              <a:rPr lang="en-US" dirty="0"/>
              <a:t>;</a:t>
            </a:r>
          </a:p>
          <a:p>
            <a:r>
              <a:rPr lang="en-US" dirty="0"/>
              <a:t>	private int </a:t>
            </a:r>
            <a:r>
              <a:rPr lang="en-US" dirty="0" err="1"/>
              <a:t>yLoc</a:t>
            </a:r>
            <a:r>
              <a:rPr lang="en-US" dirty="0"/>
              <a:t>;</a:t>
            </a:r>
          </a:p>
          <a:p>
            <a:r>
              <a:rPr lang="en-US" dirty="0"/>
              <a:t>	// getters and setters</a:t>
            </a:r>
          </a:p>
          <a:p>
            <a:r>
              <a:rPr lang="en-US" dirty="0"/>
              <a:t>}</a:t>
            </a:r>
            <a:br>
              <a:rPr lang="en-US" dirty="0"/>
            </a:br>
            <a:r>
              <a:rPr lang="en-US" dirty="0"/>
              <a:t>class </a:t>
            </a:r>
            <a:r>
              <a:rPr lang="en-US" dirty="0" err="1"/>
              <a:t>IndoorTerrainTile</a:t>
            </a:r>
            <a:r>
              <a:rPr lang="en-US" dirty="0"/>
              <a:t> extends Terrain {}</a:t>
            </a:r>
          </a:p>
          <a:p>
            <a:r>
              <a:rPr lang="en-US" dirty="0"/>
              <a:t>class </a:t>
            </a:r>
            <a:r>
              <a:rPr lang="en-US" dirty="0" err="1"/>
              <a:t>OutdoorTerrainTile</a:t>
            </a:r>
            <a:r>
              <a:rPr lang="en-US" dirty="0"/>
              <a:t> extends Terrain {}</a:t>
            </a:r>
          </a:p>
          <a:p>
            <a:br>
              <a:rPr lang="en-US" dirty="0"/>
            </a:br>
            <a:r>
              <a:rPr lang="en-US" dirty="0"/>
              <a:t>class </a:t>
            </a:r>
            <a:r>
              <a:rPr lang="en-US" dirty="0" err="1"/>
              <a:t>FlyweightFactory</a:t>
            </a:r>
            <a:r>
              <a:rPr lang="en-US" dirty="0"/>
              <a:t> { </a:t>
            </a:r>
          </a:p>
          <a:p>
            <a:r>
              <a:rPr lang="en-US" dirty="0"/>
              <a:t>	private static Map&lt;String, Flyweight&gt; flyweights = new HashMap&lt;&gt;(); </a:t>
            </a:r>
          </a:p>
          <a:p>
            <a:endParaRPr lang="en-US" dirty="0"/>
          </a:p>
          <a:p>
            <a:r>
              <a:rPr lang="en-US" dirty="0"/>
              <a:t>	public static Flyweight </a:t>
            </a:r>
            <a:r>
              <a:rPr lang="en-US" dirty="0" err="1"/>
              <a:t>getFlyweight</a:t>
            </a:r>
            <a:r>
              <a:rPr lang="en-US" dirty="0"/>
              <a:t>(String key) {</a:t>
            </a:r>
          </a:p>
          <a:p>
            <a:r>
              <a:rPr lang="en-US" dirty="0"/>
              <a:t>		if (!</a:t>
            </a:r>
            <a:r>
              <a:rPr lang="en-US" dirty="0" err="1"/>
              <a:t>flyweights.containsKey</a:t>
            </a:r>
            <a:r>
              <a:rPr lang="en-US" dirty="0"/>
              <a:t>(key)) {</a:t>
            </a:r>
          </a:p>
          <a:p>
            <a:r>
              <a:rPr lang="en-US" dirty="0"/>
              <a:t>		  </a:t>
            </a:r>
            <a:r>
              <a:rPr lang="en-US" dirty="0" err="1"/>
              <a:t>flyweights.put</a:t>
            </a:r>
            <a:r>
              <a:rPr lang="en-US" dirty="0"/>
              <a:t>(key, new Flyweight(key)); </a:t>
            </a:r>
          </a:p>
          <a:p>
            <a:r>
              <a:rPr lang="en-US" dirty="0"/>
              <a:t>		}</a:t>
            </a:r>
          </a:p>
          <a:p>
            <a:r>
              <a:rPr lang="en-US" dirty="0"/>
              <a:t>		return </a:t>
            </a:r>
            <a:r>
              <a:rPr lang="en-US" dirty="0" err="1"/>
              <a:t>flyweights.get</a:t>
            </a:r>
            <a:r>
              <a:rPr lang="en-US" dirty="0"/>
              <a:t>(key); </a:t>
            </a:r>
          </a:p>
          <a:p>
            <a:r>
              <a:rPr lang="en-US" dirty="0"/>
              <a:t>	} </a:t>
            </a:r>
          </a:p>
          <a:p>
            <a:r>
              <a:rPr lang="en-US" dirty="0"/>
              <a:t>}</a:t>
            </a:r>
          </a:p>
        </p:txBody>
      </p:sp>
      <p:sp>
        <p:nvSpPr>
          <p:cNvPr id="8" name="Rectangle 7">
            <a:extLst>
              <a:ext uri="{FF2B5EF4-FFF2-40B4-BE49-F238E27FC236}">
                <a16:creationId xmlns:a16="http://schemas.microsoft.com/office/drawing/2014/main" id="{9E3894DA-F926-4D04-51A8-9846F07A3C8F}"/>
              </a:ext>
            </a:extLst>
          </p:cNvPr>
          <p:cNvSpPr/>
          <p:nvPr/>
        </p:nvSpPr>
        <p:spPr>
          <a:xfrm>
            <a:off x="6096000" y="1254368"/>
            <a:ext cx="5633413" cy="23211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35D44A16-3A92-6279-AC28-4878F2F0ADC9}"/>
              </a:ext>
            </a:extLst>
          </p:cNvPr>
          <p:cNvSpPr/>
          <p:nvPr/>
        </p:nvSpPr>
        <p:spPr>
          <a:xfrm>
            <a:off x="6096000" y="3566358"/>
            <a:ext cx="5633413" cy="232116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61553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7C1026-EBE1-6030-41A8-6F591A484399}"/>
              </a:ext>
            </a:extLst>
          </p:cNvPr>
          <p:cNvSpPr>
            <a:spLocks noGrp="1"/>
          </p:cNvSpPr>
          <p:nvPr>
            <p:ph idx="1"/>
          </p:nvPr>
        </p:nvSpPr>
        <p:spPr/>
        <p:txBody>
          <a:bodyPr/>
          <a:lstStyle/>
          <a:p>
            <a:r>
              <a:rPr lang="en-US" dirty="0"/>
              <a:t>Prevent duplication of state</a:t>
            </a:r>
          </a:p>
          <a:p>
            <a:r>
              <a:rPr lang="en-US" dirty="0"/>
              <a:t>Shared state </a:t>
            </a:r>
            <a:r>
              <a:rPr lang="en-US" b="1" i="1" dirty="0"/>
              <a:t>must </a:t>
            </a:r>
            <a:r>
              <a:rPr lang="en-US" dirty="0"/>
              <a:t>be immutable</a:t>
            </a:r>
          </a:p>
          <a:p>
            <a:r>
              <a:rPr lang="en-US" dirty="0"/>
              <a:t>May introduce runtime costs from indirection</a:t>
            </a:r>
          </a:p>
        </p:txBody>
      </p:sp>
      <p:sp>
        <p:nvSpPr>
          <p:cNvPr id="5" name="Title 4">
            <a:extLst>
              <a:ext uri="{FF2B5EF4-FFF2-40B4-BE49-F238E27FC236}">
                <a16:creationId xmlns:a16="http://schemas.microsoft.com/office/drawing/2014/main" id="{CD48D845-54E3-1EEA-43ED-9FB3AEBFFCB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20389407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6C239DE-6777-AB94-F069-61E774C9A7E7}"/>
              </a:ext>
            </a:extLst>
          </p:cNvPr>
          <p:cNvSpPr>
            <a:spLocks noGrp="1"/>
          </p:cNvSpPr>
          <p:nvPr>
            <p:ph idx="1"/>
          </p:nvPr>
        </p:nvSpPr>
        <p:spPr>
          <a:xfrm>
            <a:off x="360607" y="785004"/>
            <a:ext cx="11449319" cy="5218981"/>
          </a:xfrm>
        </p:spPr>
        <p:txBody>
          <a:bodyPr>
            <a:normAutofit lnSpcReduction="10000"/>
          </a:bodyPr>
          <a:lstStyle/>
          <a:p>
            <a:r>
              <a:rPr lang="en-US" dirty="0"/>
              <a:t>You are designing an email system for your company. The email system automatically must insert the company header and footer images to each email that is being sent. The company header and footer images are 16 KB each. You expect the email system to store tens of thousands of emails. Moreover, some users can enable optional features such as spell-check annotations and keyword highlighting that stores additional metadata with the email and influences how the email is rendered on the email screen (spell-check feature highlights misspelled words in red, for example). You want future developers to be able to easily add new optional features as well. How would you design this system?</a:t>
            </a:r>
          </a:p>
        </p:txBody>
      </p:sp>
      <p:sp>
        <p:nvSpPr>
          <p:cNvPr id="4" name="Title 3">
            <a:extLst>
              <a:ext uri="{FF2B5EF4-FFF2-40B4-BE49-F238E27FC236}">
                <a16:creationId xmlns:a16="http://schemas.microsoft.com/office/drawing/2014/main" id="{805E4ED4-98AC-D27F-EC34-65DEB19C2AE9}"/>
              </a:ext>
            </a:extLst>
          </p:cNvPr>
          <p:cNvSpPr>
            <a:spLocks noGrp="1"/>
          </p:cNvSpPr>
          <p:nvPr>
            <p:ph type="title"/>
          </p:nvPr>
        </p:nvSpPr>
        <p:spPr>
          <a:xfrm>
            <a:off x="0" y="0"/>
            <a:ext cx="12192000" cy="696277"/>
          </a:xfrm>
        </p:spPr>
        <p:txBody>
          <a:bodyPr/>
          <a:lstStyle/>
          <a:p>
            <a:r>
              <a:rPr lang="en-US" dirty="0"/>
              <a:t>Sample design pattern question</a:t>
            </a:r>
          </a:p>
        </p:txBody>
      </p:sp>
    </p:spTree>
    <p:extLst>
      <p:ext uri="{BB962C8B-B14F-4D97-AF65-F5344CB8AC3E}">
        <p14:creationId xmlns:p14="http://schemas.microsoft.com/office/powerpoint/2010/main" val="3248730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E132-E183-4AB1-3851-8B1C35E2975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D87160A-AB66-9D2F-7B9B-47D908FB5DB7}"/>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FCC28DC0-B66C-4BFC-19E2-FA826BF3F934}"/>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69B69905-0BA9-C9BB-395C-E3C9D78CA726}"/>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Decorator, Bridge, Façade, Flyweight</a:t>
            </a:r>
          </a:p>
          <a:p>
            <a:pPr lvl="1"/>
            <a:endParaRPr lang="en-US" dirty="0"/>
          </a:p>
        </p:txBody>
      </p:sp>
      <p:sp>
        <p:nvSpPr>
          <p:cNvPr id="6" name="Content Placeholder 4">
            <a:extLst>
              <a:ext uri="{FF2B5EF4-FFF2-40B4-BE49-F238E27FC236}">
                <a16:creationId xmlns:a16="http://schemas.microsoft.com/office/drawing/2014/main" id="{7D7EAD14-EFBA-9791-C658-3DFA7924114D}"/>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Template method, State, Observer, Visitor</a:t>
            </a:r>
          </a:p>
          <a:p>
            <a:pPr lvl="1"/>
            <a:endParaRPr lang="en-US" dirty="0"/>
          </a:p>
        </p:txBody>
      </p:sp>
      <p:sp>
        <p:nvSpPr>
          <p:cNvPr id="2" name="Rectangle 1">
            <a:extLst>
              <a:ext uri="{FF2B5EF4-FFF2-40B4-BE49-F238E27FC236}">
                <a16:creationId xmlns:a16="http://schemas.microsoft.com/office/drawing/2014/main" id="{8A416977-C904-048B-7C50-996F3A318ED6}"/>
              </a:ext>
            </a:extLst>
          </p:cNvPr>
          <p:cNvSpPr/>
          <p:nvPr/>
        </p:nvSpPr>
        <p:spPr>
          <a:xfrm>
            <a:off x="8106332" y="696277"/>
            <a:ext cx="3980160"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461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C239C65-2941-B8D2-BD48-877222838574}"/>
              </a:ext>
            </a:extLst>
          </p:cNvPr>
          <p:cNvSpPr>
            <a:spLocks noGrp="1"/>
          </p:cNvSpPr>
          <p:nvPr>
            <p:ph idx="1"/>
          </p:nvPr>
        </p:nvSpPr>
        <p:spPr/>
        <p:txBody>
          <a:bodyPr/>
          <a:lstStyle/>
          <a:p>
            <a:r>
              <a:rPr lang="en-US" dirty="0"/>
              <a:t>Concerned with algorithms and the assignment of responsibilities between objects</a:t>
            </a:r>
          </a:p>
          <a:p>
            <a:r>
              <a:rPr lang="en-US" dirty="0"/>
              <a:t>Behavioral class patterns use inheritance to distribute behavior between classes</a:t>
            </a:r>
          </a:p>
          <a:p>
            <a:r>
              <a:rPr lang="en-US" dirty="0"/>
              <a:t>Behavioral object patterns use object composition </a:t>
            </a:r>
          </a:p>
          <a:p>
            <a:endParaRPr lang="en-US" dirty="0"/>
          </a:p>
          <a:p>
            <a:endParaRPr lang="en-US" dirty="0"/>
          </a:p>
        </p:txBody>
      </p:sp>
      <p:sp>
        <p:nvSpPr>
          <p:cNvPr id="4" name="Title 3">
            <a:extLst>
              <a:ext uri="{FF2B5EF4-FFF2-40B4-BE49-F238E27FC236}">
                <a16:creationId xmlns:a16="http://schemas.microsoft.com/office/drawing/2014/main" id="{41A89E7B-F8FC-0326-3DAE-8BB419BCE39E}"/>
              </a:ext>
            </a:extLst>
          </p:cNvPr>
          <p:cNvSpPr>
            <a:spLocks noGrp="1"/>
          </p:cNvSpPr>
          <p:nvPr>
            <p:ph type="title"/>
          </p:nvPr>
        </p:nvSpPr>
        <p:spPr/>
        <p:txBody>
          <a:bodyPr/>
          <a:lstStyle/>
          <a:p>
            <a:r>
              <a:rPr lang="en-US" dirty="0"/>
              <a:t>Behavioral pattern</a:t>
            </a:r>
          </a:p>
        </p:txBody>
      </p:sp>
    </p:spTree>
    <p:extLst>
      <p:ext uri="{BB962C8B-B14F-4D97-AF65-F5344CB8AC3E}">
        <p14:creationId xmlns:p14="http://schemas.microsoft.com/office/powerpoint/2010/main" val="18943900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744A-16D5-5A3A-736B-7006174353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926B48-BFCD-68B2-9524-63434C84F53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5328BAB0-E2CD-3F35-E7D7-CA9D40CC15FD}"/>
              </a:ext>
            </a:extLst>
          </p:cNvPr>
          <p:cNvSpPr>
            <a:spLocks noGrp="1"/>
          </p:cNvSpPr>
          <p:nvPr>
            <p:ph type="body" sz="quarter" idx="13"/>
          </p:nvPr>
        </p:nvSpPr>
        <p:spPr/>
        <p:txBody>
          <a:bodyPr/>
          <a:lstStyle/>
          <a:p>
            <a:r>
              <a:rPr lang="en-US" sz="3200" dirty="0"/>
              <a:t>Observer design pattern</a:t>
            </a:r>
          </a:p>
        </p:txBody>
      </p:sp>
    </p:spTree>
    <p:extLst>
      <p:ext uri="{BB962C8B-B14F-4D97-AF65-F5344CB8AC3E}">
        <p14:creationId xmlns:p14="http://schemas.microsoft.com/office/powerpoint/2010/main" val="9194771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7FEA-B21C-DFBC-6E64-80C5FB7622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7FB3C7-B75B-1478-C6C4-7B34DB1D70BB}"/>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B2C326E5-BBB5-8E40-4437-C3A9851EFC94}"/>
              </a:ext>
            </a:extLst>
          </p:cNvPr>
          <p:cNvSpPr>
            <a:spLocks noGrp="1"/>
          </p:cNvSpPr>
          <p:nvPr>
            <p:ph type="title"/>
          </p:nvPr>
        </p:nvSpPr>
        <p:spPr/>
        <p:txBody>
          <a:bodyPr/>
          <a:lstStyle/>
          <a:p>
            <a:r>
              <a:rPr lang="en-US" dirty="0"/>
              <a:t>Case study - Graphical views for application data</a:t>
            </a:r>
          </a:p>
        </p:txBody>
      </p:sp>
      <p:sp>
        <p:nvSpPr>
          <p:cNvPr id="2" name="Oval 1">
            <a:extLst>
              <a:ext uri="{FF2B5EF4-FFF2-40B4-BE49-F238E27FC236}">
                <a16:creationId xmlns:a16="http://schemas.microsoft.com/office/drawing/2014/main" id="{FD6D1900-4D67-C9CE-EB13-644F4556880E}"/>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EA390D8-461E-DB31-944F-6344011CF78E}"/>
              </a:ext>
            </a:extLst>
          </p:cNvPr>
          <p:cNvGraphicFramePr/>
          <p:nvPr>
            <p:extLst>
              <p:ext uri="{D42A27DB-BD31-4B8C-83A1-F6EECF244321}">
                <p14:modId xmlns:p14="http://schemas.microsoft.com/office/powerpoint/2010/main" val="2448319009"/>
              </p:ext>
            </p:extLst>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A0B3C4E-AD96-7DE5-03B6-456F7BA7072F}"/>
              </a:ext>
            </a:extLst>
          </p:cNvPr>
          <p:cNvGraphicFramePr/>
          <p:nvPr>
            <p:extLst>
              <p:ext uri="{D42A27DB-BD31-4B8C-83A1-F6EECF244321}">
                <p14:modId xmlns:p14="http://schemas.microsoft.com/office/powerpoint/2010/main" val="3638613115"/>
              </p:ext>
            </p:extLst>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EC4CA9A3-C510-013D-B4EB-B1A5C28F6CEB}"/>
                  </a:ext>
                </a:extLst>
              </p:cNvPr>
              <p:cNvGraphicFramePr/>
              <p:nvPr>
                <p:extLst>
                  <p:ext uri="{D42A27DB-BD31-4B8C-83A1-F6EECF244321}">
                    <p14:modId xmlns:p14="http://schemas.microsoft.com/office/powerpoint/2010/main" val="645109336"/>
                  </p:ext>
                </p:extLst>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EBFFF775-B81D-D332-1656-C6DA5740C622}"/>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44B8FC-1A0A-24A2-5672-35CFC1E556E3}"/>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D1837B-90E0-5932-E7DD-CFA82664A721}"/>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A80CF4-2D8C-C913-E3D2-68270DDC91F9}"/>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3B5957-C764-3D1D-745C-56FB48CAD2C6}"/>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FA4469B-5C1E-400A-9C66-9B070E0179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8C0D48-1758-C56B-A02F-C6FCADEEEA34}"/>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1EE4A2E-E251-892E-CD0D-DDD2F2B0DCB4}"/>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3A8B1BD-1757-7B12-9E3A-02FFDA8F7854}"/>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6F9D7E48-5F89-FC91-D3B4-4B59D9E7EA67}"/>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TextBox 2">
            <a:extLst>
              <a:ext uri="{FF2B5EF4-FFF2-40B4-BE49-F238E27FC236}">
                <a16:creationId xmlns:a16="http://schemas.microsoft.com/office/drawing/2014/main" id="{53D0823E-ACD0-B5DE-883A-F7793E24FFD3}"/>
              </a:ext>
            </a:extLst>
          </p:cNvPr>
          <p:cNvSpPr txBox="1"/>
          <p:nvPr/>
        </p:nvSpPr>
        <p:spPr>
          <a:xfrm>
            <a:off x="54685" y="4805131"/>
            <a:ext cx="4876784" cy="830997"/>
          </a:xfrm>
          <a:prstGeom prst="rect">
            <a:avLst/>
          </a:prstGeom>
          <a:noFill/>
        </p:spPr>
        <p:txBody>
          <a:bodyPr wrap="none" rtlCol="0">
            <a:spAutoFit/>
          </a:bodyPr>
          <a:lstStyle/>
          <a:p>
            <a:r>
              <a:rPr lang="en-US" sz="2400" b="1" i="1" dirty="0"/>
              <a:t>Every time the data in the model </a:t>
            </a:r>
          </a:p>
          <a:p>
            <a:r>
              <a:rPr lang="en-US" sz="2400" b="1" i="1" dirty="0"/>
              <a:t>changes, the charts must be updated</a:t>
            </a:r>
          </a:p>
        </p:txBody>
      </p:sp>
      <p:sp>
        <p:nvSpPr>
          <p:cNvPr id="6" name="TextBox 5">
            <a:extLst>
              <a:ext uri="{FF2B5EF4-FFF2-40B4-BE49-F238E27FC236}">
                <a16:creationId xmlns:a16="http://schemas.microsoft.com/office/drawing/2014/main" id="{D090E2A4-A9F3-0B0B-4C56-31F572157DED}"/>
              </a:ext>
            </a:extLst>
          </p:cNvPr>
          <p:cNvSpPr txBox="1"/>
          <p:nvPr/>
        </p:nvSpPr>
        <p:spPr>
          <a:xfrm>
            <a:off x="7256585" y="4327159"/>
            <a:ext cx="1003801" cy="461665"/>
          </a:xfrm>
          <a:prstGeom prst="rect">
            <a:avLst/>
          </a:prstGeom>
          <a:noFill/>
        </p:spPr>
        <p:txBody>
          <a:bodyPr wrap="none" rtlCol="0">
            <a:spAutoFit/>
          </a:bodyPr>
          <a:lstStyle/>
          <a:p>
            <a:r>
              <a:rPr lang="en-US" sz="2400" b="1" i="1" dirty="0"/>
              <a:t>Model</a:t>
            </a:r>
            <a:endParaRPr lang="en-US" b="1" i="1" dirty="0"/>
          </a:p>
        </p:txBody>
      </p:sp>
    </p:spTree>
    <p:extLst>
      <p:ext uri="{BB962C8B-B14F-4D97-AF65-F5344CB8AC3E}">
        <p14:creationId xmlns:p14="http://schemas.microsoft.com/office/powerpoint/2010/main" val="391940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3F76-2BA2-D730-916E-343EC051B1F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748E5E-5F2F-0E8D-880C-54BF54433586}"/>
              </a:ext>
            </a:extLst>
          </p:cNvPr>
          <p:cNvSpPr>
            <a:spLocks noGrp="1"/>
          </p:cNvSpPr>
          <p:nvPr>
            <p:ph idx="1"/>
          </p:nvPr>
        </p:nvSpPr>
        <p:spPr/>
        <p:txBody>
          <a:bodyPr/>
          <a:lstStyle/>
          <a:p>
            <a:r>
              <a:rPr lang="en-US" dirty="0"/>
              <a:t>Define a one-to-many dependency between objects so that when one object changes state, all its dependents are notified and updated automatically</a:t>
            </a:r>
          </a:p>
          <a:p>
            <a:r>
              <a:rPr lang="en-US" dirty="0"/>
              <a:t>The object being observed is called “subject”</a:t>
            </a:r>
          </a:p>
          <a:p>
            <a:r>
              <a:rPr lang="en-US" dirty="0"/>
              <a:t>The object doing the observing is called “observer”</a:t>
            </a:r>
          </a:p>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97326D26-0B72-F3F1-82ED-4E5F3FC1254C}"/>
              </a:ext>
            </a:extLst>
          </p:cNvPr>
          <p:cNvSpPr>
            <a:spLocks noGrp="1"/>
          </p:cNvSpPr>
          <p:nvPr>
            <p:ph type="title"/>
          </p:nvPr>
        </p:nvSpPr>
        <p:spPr/>
        <p:txBody>
          <a:bodyPr/>
          <a:lstStyle/>
          <a:p>
            <a:r>
              <a:rPr lang="en-US" dirty="0"/>
              <a:t>Observer designer pattern</a:t>
            </a:r>
          </a:p>
        </p:txBody>
      </p:sp>
    </p:spTree>
    <p:extLst>
      <p:ext uri="{BB962C8B-B14F-4D97-AF65-F5344CB8AC3E}">
        <p14:creationId xmlns:p14="http://schemas.microsoft.com/office/powerpoint/2010/main" val="41442474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E862-1DFE-FB82-5615-4A1A621E444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CCEDB0F-DCB8-F493-A222-159EC7F883A8}"/>
              </a:ext>
            </a:extLst>
          </p:cNvPr>
          <p:cNvSpPr>
            <a:spLocks noGrp="1"/>
          </p:cNvSpPr>
          <p:nvPr>
            <p:ph idx="1"/>
          </p:nvPr>
        </p:nvSpPr>
        <p:spPr/>
        <p:txBody>
          <a:bodyPr/>
          <a:lstStyle/>
          <a:p>
            <a:pPr marL="0" indent="0">
              <a:buNone/>
            </a:pPr>
            <a:endParaRPr lang="en-US" dirty="0"/>
          </a:p>
          <a:p>
            <a:endParaRPr lang="en-US" dirty="0"/>
          </a:p>
          <a:p>
            <a:endParaRPr lang="en-US" dirty="0"/>
          </a:p>
        </p:txBody>
      </p:sp>
      <p:sp>
        <p:nvSpPr>
          <p:cNvPr id="4" name="Title 3">
            <a:extLst>
              <a:ext uri="{FF2B5EF4-FFF2-40B4-BE49-F238E27FC236}">
                <a16:creationId xmlns:a16="http://schemas.microsoft.com/office/drawing/2014/main" id="{787C3177-DFEF-979D-5673-2E455CD7E4A7}"/>
              </a:ext>
            </a:extLst>
          </p:cNvPr>
          <p:cNvSpPr>
            <a:spLocks noGrp="1"/>
          </p:cNvSpPr>
          <p:nvPr>
            <p:ph type="title"/>
          </p:nvPr>
        </p:nvSpPr>
        <p:spPr/>
        <p:txBody>
          <a:bodyPr/>
          <a:lstStyle/>
          <a:p>
            <a:r>
              <a:rPr lang="en-US" dirty="0"/>
              <a:t>Observer design pattern</a:t>
            </a:r>
          </a:p>
        </p:txBody>
      </p:sp>
      <p:sp>
        <p:nvSpPr>
          <p:cNvPr id="2" name="Oval 1">
            <a:extLst>
              <a:ext uri="{FF2B5EF4-FFF2-40B4-BE49-F238E27FC236}">
                <a16:creationId xmlns:a16="http://schemas.microsoft.com/office/drawing/2014/main" id="{149C1FBF-A0B3-5B6E-D6E6-763864AF0846}"/>
              </a:ext>
            </a:extLst>
          </p:cNvPr>
          <p:cNvSpPr/>
          <p:nvPr/>
        </p:nvSpPr>
        <p:spPr>
          <a:xfrm>
            <a:off x="4747846" y="4045346"/>
            <a:ext cx="2508739" cy="15122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 = 10</a:t>
            </a:r>
          </a:p>
          <a:p>
            <a:pPr algn="ctr"/>
            <a:r>
              <a:rPr lang="en-US" sz="2800" dirty="0">
                <a:ln w="0"/>
                <a:solidFill>
                  <a:schemeClr val="tx1"/>
                </a:solidFill>
                <a:effectLst>
                  <a:outerShdw blurRad="38100" dist="19050" dir="2700000" algn="tl" rotWithShape="0">
                    <a:schemeClr val="dk1">
                      <a:alpha val="40000"/>
                    </a:schemeClr>
                  </a:outerShdw>
                </a:effectLst>
              </a:rPr>
              <a:t>b = 20</a:t>
            </a:r>
          </a:p>
          <a:p>
            <a:pPr algn="ctr"/>
            <a:r>
              <a:rPr lang="en-US" sz="2800" dirty="0">
                <a:ln w="0"/>
                <a:solidFill>
                  <a:schemeClr val="tx1"/>
                </a:solidFill>
                <a:effectLst>
                  <a:outerShdw blurRad="38100" dist="19050" dir="2700000" algn="tl" rotWithShape="0">
                    <a:schemeClr val="dk1">
                      <a:alpha val="40000"/>
                    </a:schemeClr>
                  </a:outerShdw>
                </a:effectLst>
              </a:rPr>
              <a:t>c = 30 </a:t>
            </a:r>
          </a:p>
        </p:txBody>
      </p:sp>
      <p:graphicFrame>
        <p:nvGraphicFramePr>
          <p:cNvPr id="7" name="Chart 6">
            <a:extLst>
              <a:ext uri="{FF2B5EF4-FFF2-40B4-BE49-F238E27FC236}">
                <a16:creationId xmlns:a16="http://schemas.microsoft.com/office/drawing/2014/main" id="{76BC1A50-7310-C4C2-0F1E-8F105967D265}"/>
              </a:ext>
            </a:extLst>
          </p:cNvPr>
          <p:cNvGraphicFramePr/>
          <p:nvPr/>
        </p:nvGraphicFramePr>
        <p:xfrm>
          <a:off x="1246555" y="1258926"/>
          <a:ext cx="2282092" cy="17656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4A3421F8-67F8-BC7C-7434-87AAE58AA0F2}"/>
              </a:ext>
            </a:extLst>
          </p:cNvPr>
          <p:cNvGraphicFramePr/>
          <p:nvPr/>
        </p:nvGraphicFramePr>
        <p:xfrm>
          <a:off x="4861169" y="1258926"/>
          <a:ext cx="2282092" cy="1765627"/>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36026164-CB4A-49D0-9266-095075C9353E}"/>
                  </a:ext>
                </a:extLst>
              </p:cNvPr>
              <p:cNvGraphicFramePr/>
              <p:nvPr/>
            </p:nvGraphicFramePr>
            <p:xfrm>
              <a:off x="8178800" y="1325903"/>
              <a:ext cx="2282092" cy="176562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0" name="Chart 9">
                <a:extLst>
                  <a:ext uri="{FF2B5EF4-FFF2-40B4-BE49-F238E27FC236}">
                    <a16:creationId xmlns:a16="http://schemas.microsoft.com/office/drawing/2014/main" id="{EC4CA9A3-C510-013D-B4EB-B1A5C28F6CEB}"/>
                  </a:ext>
                </a:extLst>
              </p:cNvPr>
              <p:cNvPicPr>
                <a:picLocks noGrp="1" noRot="1" noChangeAspect="1" noMove="1" noResize="1" noEditPoints="1" noAdjustHandles="1" noChangeArrowheads="1" noChangeShapeType="1"/>
              </p:cNvPicPr>
              <p:nvPr/>
            </p:nvPicPr>
            <p:blipFill>
              <a:blip r:embed="rId6"/>
              <a:stretch>
                <a:fillRect/>
              </a:stretch>
            </p:blipFill>
            <p:spPr>
              <a:xfrm>
                <a:off x="8178800" y="1325903"/>
                <a:ext cx="2282092" cy="1765627"/>
              </a:xfrm>
              <a:prstGeom prst="rect">
                <a:avLst/>
              </a:prstGeom>
            </p:spPr>
          </p:pic>
        </mc:Fallback>
      </mc:AlternateContent>
      <p:cxnSp>
        <p:nvCxnSpPr>
          <p:cNvPr id="12" name="Straight Arrow Connector 11">
            <a:extLst>
              <a:ext uri="{FF2B5EF4-FFF2-40B4-BE49-F238E27FC236}">
                <a16:creationId xmlns:a16="http://schemas.microsoft.com/office/drawing/2014/main" id="{50CADCC8-9EBE-837D-4FF2-479205A14365}"/>
              </a:ext>
            </a:extLst>
          </p:cNvPr>
          <p:cNvCxnSpPr>
            <a:cxnSpLocks/>
            <a:endCxn id="2" idx="1"/>
          </p:cNvCxnSpPr>
          <p:nvPr/>
        </p:nvCxnSpPr>
        <p:spPr>
          <a:xfrm>
            <a:off x="3083169" y="2947308"/>
            <a:ext cx="2032073" cy="1319506"/>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A146A33-94FB-CFCE-905E-8A2372A0214E}"/>
              </a:ext>
            </a:extLst>
          </p:cNvPr>
          <p:cNvCxnSpPr>
            <a:cxnSpLocks/>
            <a:stCxn id="9" idx="2"/>
            <a:endCxn id="2" idx="0"/>
          </p:cNvCxnSpPr>
          <p:nvPr/>
        </p:nvCxnSpPr>
        <p:spPr>
          <a:xfrm>
            <a:off x="6002215" y="3024553"/>
            <a:ext cx="1" cy="1020793"/>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BBB97C-B33D-FA27-F3BD-CB733EB3F915}"/>
              </a:ext>
            </a:extLst>
          </p:cNvPr>
          <p:cNvCxnSpPr>
            <a:cxnSpLocks/>
            <a:stCxn id="10" idx="2"/>
            <a:endCxn id="2" idx="7"/>
          </p:cNvCxnSpPr>
          <p:nvPr/>
        </p:nvCxnSpPr>
        <p:spPr>
          <a:xfrm flipH="1">
            <a:off x="6889189" y="3091530"/>
            <a:ext cx="2430657" cy="1175284"/>
          </a:xfrm>
          <a:prstGeom prst="straightConnector1">
            <a:avLst/>
          </a:prstGeom>
          <a:ln w="2222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978FB3-11FA-9ECD-A2D3-E4E85DE46D18}"/>
              </a:ext>
            </a:extLst>
          </p:cNvPr>
          <p:cNvCxnSpPr>
            <a:cxnSpLocks/>
            <a:stCxn id="2" idx="2"/>
          </p:cNvCxnSpPr>
          <p:nvPr/>
        </p:nvCxnSpPr>
        <p:spPr>
          <a:xfrm flipH="1" flipV="1">
            <a:off x="2074985" y="3024553"/>
            <a:ext cx="2672861" cy="177693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71CE0F2-4C6F-5278-A91A-BB75F35C463F}"/>
              </a:ext>
            </a:extLst>
          </p:cNvPr>
          <p:cNvCxnSpPr>
            <a:cxnSpLocks/>
          </p:cNvCxnSpPr>
          <p:nvPr/>
        </p:nvCxnSpPr>
        <p:spPr>
          <a:xfrm flipV="1">
            <a:off x="5576276" y="2947308"/>
            <a:ext cx="0" cy="1175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73E9C95-B9DD-F419-A3D3-BB56AFF34A77}"/>
              </a:ext>
            </a:extLst>
          </p:cNvPr>
          <p:cNvCxnSpPr>
            <a:cxnSpLocks/>
          </p:cNvCxnSpPr>
          <p:nvPr/>
        </p:nvCxnSpPr>
        <p:spPr>
          <a:xfrm flipV="1">
            <a:off x="6262040" y="2778369"/>
            <a:ext cx="2541991" cy="126697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FF6CDF1-04CE-8125-69D5-3FE580EA3DD6}"/>
              </a:ext>
            </a:extLst>
          </p:cNvPr>
          <p:cNvCxnSpPr>
            <a:cxnSpLocks/>
          </p:cNvCxnSpPr>
          <p:nvPr/>
        </p:nvCxnSpPr>
        <p:spPr>
          <a:xfrm>
            <a:off x="8763927" y="4496242"/>
            <a:ext cx="555919"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9549850-FA2E-69E3-43A6-DF96036AF29A}"/>
              </a:ext>
            </a:extLst>
          </p:cNvPr>
          <p:cNvCxnSpPr>
            <a:cxnSpLocks/>
          </p:cNvCxnSpPr>
          <p:nvPr/>
        </p:nvCxnSpPr>
        <p:spPr>
          <a:xfrm>
            <a:off x="8763927" y="5042249"/>
            <a:ext cx="555919"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6FC495B-90DF-5D6E-5F3B-C7F3C7FB3AF9}"/>
              </a:ext>
            </a:extLst>
          </p:cNvPr>
          <p:cNvSpPr txBox="1"/>
          <p:nvPr/>
        </p:nvSpPr>
        <p:spPr>
          <a:xfrm>
            <a:off x="9546398" y="4311576"/>
            <a:ext cx="2044599" cy="369332"/>
          </a:xfrm>
          <a:prstGeom prst="rect">
            <a:avLst/>
          </a:prstGeom>
          <a:noFill/>
        </p:spPr>
        <p:txBody>
          <a:bodyPr wrap="none" rtlCol="0">
            <a:spAutoFit/>
          </a:bodyPr>
          <a:lstStyle/>
          <a:p>
            <a:r>
              <a:rPr lang="en-US" b="1" i="1" dirty="0"/>
              <a:t>Change notification</a:t>
            </a:r>
          </a:p>
        </p:txBody>
      </p:sp>
      <p:sp>
        <p:nvSpPr>
          <p:cNvPr id="37" name="TextBox 36">
            <a:extLst>
              <a:ext uri="{FF2B5EF4-FFF2-40B4-BE49-F238E27FC236}">
                <a16:creationId xmlns:a16="http://schemas.microsoft.com/office/drawing/2014/main" id="{F8451870-693F-FC96-A044-9A5799752F6E}"/>
              </a:ext>
            </a:extLst>
          </p:cNvPr>
          <p:cNvSpPr txBox="1"/>
          <p:nvPr/>
        </p:nvSpPr>
        <p:spPr>
          <a:xfrm>
            <a:off x="9546398" y="4857583"/>
            <a:ext cx="1042593" cy="369332"/>
          </a:xfrm>
          <a:prstGeom prst="rect">
            <a:avLst/>
          </a:prstGeom>
          <a:noFill/>
        </p:spPr>
        <p:txBody>
          <a:bodyPr wrap="none" rtlCol="0">
            <a:spAutoFit/>
          </a:bodyPr>
          <a:lstStyle/>
          <a:p>
            <a:r>
              <a:rPr lang="en-US" b="1" i="1" dirty="0"/>
              <a:t>Requests</a:t>
            </a:r>
          </a:p>
        </p:txBody>
      </p:sp>
      <p:sp>
        <p:nvSpPr>
          <p:cNvPr id="3" name="Rectangle 2">
            <a:extLst>
              <a:ext uri="{FF2B5EF4-FFF2-40B4-BE49-F238E27FC236}">
                <a16:creationId xmlns:a16="http://schemas.microsoft.com/office/drawing/2014/main" id="{479AD453-E68A-4538-5CC3-176251C65B72}"/>
              </a:ext>
            </a:extLst>
          </p:cNvPr>
          <p:cNvSpPr/>
          <p:nvPr/>
        </p:nvSpPr>
        <p:spPr>
          <a:xfrm>
            <a:off x="4147622" y="3751634"/>
            <a:ext cx="3855128"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TextBox 5">
            <a:extLst>
              <a:ext uri="{FF2B5EF4-FFF2-40B4-BE49-F238E27FC236}">
                <a16:creationId xmlns:a16="http://schemas.microsoft.com/office/drawing/2014/main" id="{F9DFD95F-C076-6512-C87E-6DCF8072E396}"/>
              </a:ext>
            </a:extLst>
          </p:cNvPr>
          <p:cNvSpPr txBox="1"/>
          <p:nvPr/>
        </p:nvSpPr>
        <p:spPr>
          <a:xfrm>
            <a:off x="2729722" y="4824155"/>
            <a:ext cx="1269899" cy="523220"/>
          </a:xfrm>
          <a:prstGeom prst="rect">
            <a:avLst/>
          </a:prstGeom>
          <a:noFill/>
        </p:spPr>
        <p:txBody>
          <a:bodyPr wrap="none" rtlCol="0">
            <a:spAutoFit/>
          </a:bodyPr>
          <a:lstStyle/>
          <a:p>
            <a:r>
              <a:rPr lang="en-US" sz="2800" b="1" i="1" dirty="0"/>
              <a:t>Subject</a:t>
            </a:r>
          </a:p>
        </p:txBody>
      </p:sp>
      <p:sp>
        <p:nvSpPr>
          <p:cNvPr id="8" name="Rectangle 7">
            <a:extLst>
              <a:ext uri="{FF2B5EF4-FFF2-40B4-BE49-F238E27FC236}">
                <a16:creationId xmlns:a16="http://schemas.microsoft.com/office/drawing/2014/main" id="{A7157B90-75E0-64F6-35A9-F7B0959C1BEF}"/>
              </a:ext>
            </a:extLst>
          </p:cNvPr>
          <p:cNvSpPr/>
          <p:nvPr/>
        </p:nvSpPr>
        <p:spPr>
          <a:xfrm>
            <a:off x="715592" y="839179"/>
            <a:ext cx="9809996" cy="2136584"/>
          </a:xfrm>
          <a:prstGeom prst="rect">
            <a:avLst/>
          </a:prstGeom>
          <a:noFill/>
          <a:ln w="412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11" name="TextBox 10">
            <a:extLst>
              <a:ext uri="{FF2B5EF4-FFF2-40B4-BE49-F238E27FC236}">
                <a16:creationId xmlns:a16="http://schemas.microsoft.com/office/drawing/2014/main" id="{B9C2FDB5-393F-E88D-2049-EF35002A78A6}"/>
              </a:ext>
            </a:extLst>
          </p:cNvPr>
          <p:cNvSpPr txBox="1"/>
          <p:nvPr/>
        </p:nvSpPr>
        <p:spPr>
          <a:xfrm>
            <a:off x="3712534" y="948527"/>
            <a:ext cx="1732873" cy="523220"/>
          </a:xfrm>
          <a:prstGeom prst="rect">
            <a:avLst/>
          </a:prstGeom>
          <a:noFill/>
        </p:spPr>
        <p:txBody>
          <a:bodyPr wrap="square" rtlCol="0">
            <a:spAutoFit/>
          </a:bodyPr>
          <a:lstStyle/>
          <a:p>
            <a:r>
              <a:rPr lang="en-US" sz="2800" b="1" i="1" dirty="0"/>
              <a:t>Observers</a:t>
            </a:r>
          </a:p>
        </p:txBody>
      </p:sp>
    </p:spTree>
    <p:extLst>
      <p:ext uri="{BB962C8B-B14F-4D97-AF65-F5344CB8AC3E}">
        <p14:creationId xmlns:p14="http://schemas.microsoft.com/office/powerpoint/2010/main" val="146972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8" grpId="0" animBg="1"/>
      <p:bldP spid="11"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75571FB0-F97C-FA99-0564-D4BD64824F42}"/>
              </a:ext>
            </a:extLst>
          </p:cNvPr>
          <p:cNvSpPr>
            <a:spLocks noGrp="1"/>
          </p:cNvSpPr>
          <p:nvPr>
            <p:ph idx="1"/>
          </p:nvPr>
        </p:nvSpPr>
        <p:spPr>
          <a:xfrm>
            <a:off x="6176512" y="785004"/>
            <a:ext cx="5839642" cy="5046453"/>
          </a:xfrm>
        </p:spPr>
        <p:txBody>
          <a:bodyPr>
            <a:normAutofit fontScale="85000" lnSpcReduction="20000"/>
          </a:bodyPr>
          <a:lstStyle/>
          <a:p>
            <a:r>
              <a:rPr lang="en-US" dirty="0"/>
              <a:t>class </a:t>
            </a:r>
            <a:r>
              <a:rPr lang="en-US" dirty="0" err="1"/>
              <a:t>DataModel</a:t>
            </a:r>
            <a:r>
              <a:rPr lang="en-US" dirty="0"/>
              <a:t> {</a:t>
            </a:r>
          </a:p>
          <a:p>
            <a:r>
              <a:rPr lang="en-US" dirty="0"/>
              <a:t>    private int a, b, c;</a:t>
            </a:r>
          </a:p>
          <a:p>
            <a:r>
              <a:rPr lang="en-US" dirty="0"/>
              <a:t>    private List&lt;Observer&gt; observers = new </a:t>
            </a:r>
            <a:r>
              <a:rPr lang="en-US" dirty="0" err="1"/>
              <a:t>ArrayList</a:t>
            </a:r>
            <a:r>
              <a:rPr lang="en-US" dirty="0"/>
              <a:t>&lt;&gt;();</a:t>
            </a:r>
          </a:p>
          <a:p>
            <a:endParaRPr lang="en-US" dirty="0"/>
          </a:p>
          <a:p>
            <a:r>
              <a:rPr lang="en-US" dirty="0"/>
              <a:t>    // Add observer</a:t>
            </a:r>
          </a:p>
          <a:p>
            <a:r>
              <a:rPr lang="en-US" dirty="0"/>
              <a:t>    public void </a:t>
            </a:r>
            <a:r>
              <a:rPr lang="en-US" dirty="0" err="1"/>
              <a:t>addObserver</a:t>
            </a:r>
            <a:r>
              <a:rPr lang="en-US" dirty="0"/>
              <a:t>(Observer observer) {</a:t>
            </a:r>
          </a:p>
          <a:p>
            <a:r>
              <a:rPr lang="en-US" dirty="0"/>
              <a:t>        </a:t>
            </a:r>
            <a:r>
              <a:rPr lang="en-US" dirty="0" err="1"/>
              <a:t>observers.add</a:t>
            </a:r>
            <a:r>
              <a:rPr lang="en-US" dirty="0"/>
              <a:t>(observer);</a:t>
            </a:r>
          </a:p>
          <a:p>
            <a:r>
              <a:rPr lang="en-US" dirty="0"/>
              <a:t>    }</a:t>
            </a:r>
          </a:p>
          <a:p>
            <a:endParaRPr lang="en-US" dirty="0"/>
          </a:p>
          <a:p>
            <a:r>
              <a:rPr lang="en-US" dirty="0"/>
              <a:t>    // Remove observer</a:t>
            </a:r>
          </a:p>
          <a:p>
            <a:r>
              <a:rPr lang="en-US" dirty="0"/>
              <a:t>    public void </a:t>
            </a:r>
            <a:r>
              <a:rPr lang="en-US" dirty="0" err="1"/>
              <a:t>removeObserver</a:t>
            </a:r>
            <a:r>
              <a:rPr lang="en-US" dirty="0"/>
              <a:t>(Observer observer) {</a:t>
            </a:r>
          </a:p>
          <a:p>
            <a:r>
              <a:rPr lang="en-US" dirty="0"/>
              <a:t>        </a:t>
            </a:r>
            <a:r>
              <a:rPr lang="en-US" dirty="0" err="1"/>
              <a:t>observers.remove</a:t>
            </a:r>
            <a:r>
              <a:rPr lang="en-US" dirty="0"/>
              <a:t>(observer);</a:t>
            </a:r>
          </a:p>
          <a:p>
            <a:r>
              <a:rPr lang="en-US" dirty="0"/>
              <a:t>    }</a:t>
            </a:r>
          </a:p>
          <a:p>
            <a:endParaRPr lang="en-US" dirty="0"/>
          </a:p>
          <a:p>
            <a:r>
              <a:rPr lang="en-US" dirty="0"/>
              <a:t> 	// Notify observers</a:t>
            </a:r>
          </a:p>
          <a:p>
            <a:r>
              <a:rPr lang="en-US" dirty="0"/>
              <a:t>    private void </a:t>
            </a:r>
            <a:r>
              <a:rPr lang="en-US" dirty="0" err="1"/>
              <a:t>notifyObservers</a:t>
            </a:r>
            <a:r>
              <a:rPr lang="en-US" dirty="0"/>
              <a:t>() {</a:t>
            </a:r>
          </a:p>
          <a:p>
            <a:r>
              <a:rPr lang="en-US" dirty="0"/>
              <a:t>        for (Observer </a:t>
            </a:r>
            <a:r>
              <a:rPr lang="en-US" dirty="0" err="1"/>
              <a:t>observer</a:t>
            </a:r>
            <a:r>
              <a:rPr lang="en-US" dirty="0"/>
              <a:t> : observers) {</a:t>
            </a:r>
          </a:p>
          <a:p>
            <a:r>
              <a:rPr lang="en-US" dirty="0"/>
              <a:t>            </a:t>
            </a:r>
            <a:r>
              <a:rPr lang="en-US" dirty="0" err="1"/>
              <a:t>observer.update</a:t>
            </a:r>
            <a:r>
              <a:rPr lang="en-US" dirty="0"/>
              <a:t>(a, b, c);</a:t>
            </a:r>
          </a:p>
          <a:p>
            <a:r>
              <a:rPr lang="en-US" dirty="0"/>
              <a:t>        }</a:t>
            </a:r>
          </a:p>
          <a:p>
            <a:r>
              <a:rPr lang="en-US" dirty="0"/>
              <a:t>    }</a:t>
            </a:r>
          </a:p>
          <a:p>
            <a:r>
              <a:rPr lang="en-US" dirty="0"/>
              <a:t>    // Set data and notify observers</a:t>
            </a:r>
          </a:p>
          <a:p>
            <a:r>
              <a:rPr lang="en-US" dirty="0"/>
              <a:t>    public void </a:t>
            </a:r>
            <a:r>
              <a:rPr lang="en-US" dirty="0" err="1"/>
              <a:t>setData</a:t>
            </a:r>
            <a:r>
              <a:rPr lang="en-US" dirty="0"/>
              <a:t>(int a, int b, int c) {</a:t>
            </a:r>
          </a:p>
          <a:p>
            <a:r>
              <a:rPr lang="en-US" dirty="0"/>
              <a:t>        </a:t>
            </a:r>
            <a:r>
              <a:rPr lang="en-US" dirty="0" err="1"/>
              <a:t>this.a</a:t>
            </a:r>
            <a:r>
              <a:rPr lang="en-US" dirty="0"/>
              <a:t> = a;</a:t>
            </a:r>
          </a:p>
          <a:p>
            <a:r>
              <a:rPr lang="en-US" dirty="0"/>
              <a:t>        </a:t>
            </a:r>
            <a:r>
              <a:rPr lang="en-US" dirty="0" err="1"/>
              <a:t>this.b</a:t>
            </a:r>
            <a:r>
              <a:rPr lang="en-US" dirty="0"/>
              <a:t> = b;</a:t>
            </a:r>
          </a:p>
          <a:p>
            <a:r>
              <a:rPr lang="en-US" dirty="0"/>
              <a:t>        </a:t>
            </a:r>
            <a:r>
              <a:rPr lang="en-US" dirty="0" err="1"/>
              <a:t>this.c</a:t>
            </a:r>
            <a:r>
              <a:rPr lang="en-US" dirty="0"/>
              <a:t> = c;</a:t>
            </a:r>
          </a:p>
          <a:p>
            <a:r>
              <a:rPr lang="en-US" dirty="0"/>
              <a:t>        </a:t>
            </a:r>
            <a:r>
              <a:rPr lang="en-US" dirty="0" err="1"/>
              <a:t>notifyObservers</a:t>
            </a:r>
            <a:r>
              <a:rPr lang="en-US" dirty="0"/>
              <a:t>();</a:t>
            </a:r>
          </a:p>
          <a:p>
            <a:r>
              <a:rPr lang="en-US" dirty="0"/>
              <a:t>    }</a:t>
            </a:r>
          </a:p>
          <a:p>
            <a:r>
              <a:rPr lang="en-US" dirty="0"/>
              <a:t>}</a:t>
            </a:r>
          </a:p>
        </p:txBody>
      </p:sp>
      <p:sp>
        <p:nvSpPr>
          <p:cNvPr id="12" name="Title 11">
            <a:extLst>
              <a:ext uri="{FF2B5EF4-FFF2-40B4-BE49-F238E27FC236}">
                <a16:creationId xmlns:a16="http://schemas.microsoft.com/office/drawing/2014/main" id="{410F0BC5-95F0-9D5B-2D06-30CECB937DBB}"/>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7AE3DB8D-9814-3979-7254-C02F9FE61C78}"/>
              </a:ext>
            </a:extLst>
          </p:cNvPr>
          <p:cNvSpPr>
            <a:spLocks noGrp="1"/>
          </p:cNvSpPr>
          <p:nvPr>
            <p:ph idx="13"/>
          </p:nvPr>
        </p:nvSpPr>
        <p:spPr/>
        <p:txBody>
          <a:bodyPr/>
          <a:lstStyle/>
          <a:p>
            <a:r>
              <a:rPr lang="en-US" dirty="0"/>
              <a:t>The subject contains a list of observers and provides an </a:t>
            </a:r>
            <a:r>
              <a:rPr lang="en-US" dirty="0">
                <a:latin typeface="Consolas" panose="020B0609020204030204" pitchFamily="49" charset="0"/>
              </a:rPr>
              <a:t>add()</a:t>
            </a:r>
            <a:r>
              <a:rPr lang="en-US" dirty="0"/>
              <a:t> and </a:t>
            </a:r>
            <a:r>
              <a:rPr lang="en-US" dirty="0">
                <a:latin typeface="Consolas" panose="020B0609020204030204" pitchFamily="49" charset="0"/>
              </a:rPr>
              <a:t>remove()</a:t>
            </a:r>
            <a:r>
              <a:rPr lang="en-US" dirty="0"/>
              <a:t> API for observers to register and deregister</a:t>
            </a:r>
          </a:p>
          <a:p>
            <a:r>
              <a:rPr lang="en-US" dirty="0"/>
              <a:t>Also provides a </a:t>
            </a:r>
            <a:r>
              <a:rPr lang="en-US" dirty="0">
                <a:latin typeface="Consolas" panose="020B0609020204030204" pitchFamily="49" charset="0"/>
              </a:rPr>
              <a:t>notify() </a:t>
            </a:r>
            <a:r>
              <a:rPr lang="en-US" dirty="0"/>
              <a:t>API to notify the observers</a:t>
            </a:r>
          </a:p>
          <a:p>
            <a:pPr lvl="1"/>
            <a:r>
              <a:rPr lang="en-US" dirty="0"/>
              <a:t>The </a:t>
            </a:r>
            <a:r>
              <a:rPr lang="en-US" dirty="0">
                <a:latin typeface="Consolas" panose="020B0609020204030204" pitchFamily="49" charset="0"/>
              </a:rPr>
              <a:t>notify()</a:t>
            </a:r>
            <a:r>
              <a:rPr lang="en-US" dirty="0"/>
              <a:t> API is invoked when the data is updated</a:t>
            </a:r>
          </a:p>
        </p:txBody>
      </p:sp>
      <p:sp>
        <p:nvSpPr>
          <p:cNvPr id="2" name="Rectangle 1">
            <a:extLst>
              <a:ext uri="{FF2B5EF4-FFF2-40B4-BE49-F238E27FC236}">
                <a16:creationId xmlns:a16="http://schemas.microsoft.com/office/drawing/2014/main" id="{CE274FDB-C260-AA92-202C-BDAFECC03CA9}"/>
              </a:ext>
            </a:extLst>
          </p:cNvPr>
          <p:cNvSpPr/>
          <p:nvPr/>
        </p:nvSpPr>
        <p:spPr>
          <a:xfrm>
            <a:off x="6453378" y="1474172"/>
            <a:ext cx="5356548" cy="2757859"/>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3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D9C9-3819-5982-16E4-7380B30D3DB3}"/>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2CC9C93D-5A01-4FAE-8A4C-D386BDABDB98}"/>
              </a:ext>
            </a:extLst>
          </p:cNvPr>
          <p:cNvSpPr>
            <a:spLocks noGrp="1"/>
          </p:cNvSpPr>
          <p:nvPr>
            <p:ph idx="1"/>
          </p:nvPr>
        </p:nvSpPr>
        <p:spPr/>
        <p:txBody>
          <a:bodyPr>
            <a:normAutofit/>
          </a:bodyPr>
          <a:lstStyle/>
          <a:p>
            <a:r>
              <a:rPr lang="en-US" dirty="0"/>
              <a:t>// Observer Interface</a:t>
            </a:r>
          </a:p>
          <a:p>
            <a:r>
              <a:rPr lang="en-US" dirty="0"/>
              <a:t>interface Observer {</a:t>
            </a:r>
          </a:p>
          <a:p>
            <a:r>
              <a:rPr lang="en-US" dirty="0"/>
              <a:t>    void update(int a, int b, int c);</a:t>
            </a:r>
          </a:p>
          <a:p>
            <a:r>
              <a:rPr lang="en-US" dirty="0"/>
              <a:t>}</a:t>
            </a:r>
          </a:p>
          <a:p>
            <a:endParaRPr lang="en-US" dirty="0"/>
          </a:p>
          <a:p>
            <a:r>
              <a:rPr lang="en-US" dirty="0"/>
              <a:t>// Concrete Observer</a:t>
            </a:r>
          </a:p>
          <a:p>
            <a:r>
              <a:rPr lang="en-US" dirty="0"/>
              <a:t>class </a:t>
            </a:r>
            <a:r>
              <a:rPr lang="en-US" dirty="0" err="1"/>
              <a:t>BarChart</a:t>
            </a:r>
            <a:r>
              <a:rPr lang="en-US" dirty="0"/>
              <a:t> implements Observer {</a:t>
            </a:r>
          </a:p>
          <a:p>
            <a:r>
              <a:rPr lang="en-US" dirty="0"/>
              <a:t>    @Override</a:t>
            </a:r>
          </a:p>
          <a:p>
            <a:r>
              <a:rPr lang="en-US" dirty="0"/>
              <a:t>    public void update(int a, int b, int c) {</a:t>
            </a:r>
          </a:p>
          <a:p>
            <a:r>
              <a:rPr lang="en-US" dirty="0"/>
              <a:t>		// Render the bar chart here</a:t>
            </a:r>
          </a:p>
          <a:p>
            <a:r>
              <a:rPr lang="en-US" dirty="0"/>
              <a:t>    }</a:t>
            </a:r>
          </a:p>
          <a:p>
            <a:r>
              <a:rPr lang="en-US" dirty="0"/>
              <a:t>}</a:t>
            </a:r>
          </a:p>
          <a:p>
            <a:endParaRPr lang="en-US" dirty="0"/>
          </a:p>
          <a:p>
            <a:r>
              <a:rPr lang="en-US" dirty="0"/>
              <a:t>class </a:t>
            </a:r>
            <a:r>
              <a:rPr lang="en-US" dirty="0" err="1"/>
              <a:t>PieChart</a:t>
            </a:r>
            <a:r>
              <a:rPr lang="en-US" dirty="0"/>
              <a:t> implements Observer {</a:t>
            </a:r>
          </a:p>
          <a:p>
            <a:r>
              <a:rPr lang="en-US" dirty="0"/>
              <a:t>    @Override</a:t>
            </a:r>
          </a:p>
          <a:p>
            <a:r>
              <a:rPr lang="en-US" dirty="0"/>
              <a:t>    public void update(int a, int b, int c) {</a:t>
            </a:r>
          </a:p>
          <a:p>
            <a:r>
              <a:rPr lang="en-US" dirty="0"/>
              <a:t>		// Render the pie chart here</a:t>
            </a:r>
          </a:p>
          <a:p>
            <a:r>
              <a:rPr lang="en-US" dirty="0"/>
              <a:t>    }</a:t>
            </a:r>
          </a:p>
          <a:p>
            <a:r>
              <a:rPr lang="en-US" dirty="0"/>
              <a:t>}</a:t>
            </a:r>
          </a:p>
        </p:txBody>
      </p:sp>
      <p:sp>
        <p:nvSpPr>
          <p:cNvPr id="12" name="Title 11">
            <a:extLst>
              <a:ext uri="{FF2B5EF4-FFF2-40B4-BE49-F238E27FC236}">
                <a16:creationId xmlns:a16="http://schemas.microsoft.com/office/drawing/2014/main" id="{B083A6C3-1565-2713-835E-979C8A581119}"/>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7544DA-F620-244B-1AE0-3AE4DCD350BC}"/>
              </a:ext>
            </a:extLst>
          </p:cNvPr>
          <p:cNvSpPr>
            <a:spLocks noGrp="1"/>
          </p:cNvSpPr>
          <p:nvPr>
            <p:ph idx="13"/>
          </p:nvPr>
        </p:nvSpPr>
        <p:spPr/>
        <p:txBody>
          <a:bodyPr/>
          <a:lstStyle/>
          <a:p>
            <a:r>
              <a:rPr lang="en-US" dirty="0"/>
              <a:t>Observers extend the </a:t>
            </a:r>
            <a:r>
              <a:rPr lang="en-US" dirty="0">
                <a:latin typeface="Consolas" panose="020B0609020204030204" pitchFamily="49" charset="0"/>
              </a:rPr>
              <a:t>Observer</a:t>
            </a:r>
            <a:r>
              <a:rPr lang="en-US" dirty="0"/>
              <a:t> interface</a:t>
            </a:r>
          </a:p>
        </p:txBody>
      </p:sp>
      <p:sp>
        <p:nvSpPr>
          <p:cNvPr id="2" name="Rectangle 1">
            <a:extLst>
              <a:ext uri="{FF2B5EF4-FFF2-40B4-BE49-F238E27FC236}">
                <a16:creationId xmlns:a16="http://schemas.microsoft.com/office/drawing/2014/main" id="{C66799B4-C051-61D0-1A05-07348E06708B}"/>
              </a:ext>
            </a:extLst>
          </p:cNvPr>
          <p:cNvSpPr/>
          <p:nvPr/>
        </p:nvSpPr>
        <p:spPr>
          <a:xfrm>
            <a:off x="6176511" y="740640"/>
            <a:ext cx="5194873" cy="121711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88133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7DE2-1567-99E8-6891-F76D26B7899B}"/>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FB91C304-D9BF-57A9-926A-D412EF2F0834}"/>
              </a:ext>
            </a:extLst>
          </p:cNvPr>
          <p:cNvSpPr>
            <a:spLocks noGrp="1"/>
          </p:cNvSpPr>
          <p:nvPr>
            <p:ph idx="1"/>
          </p:nvPr>
        </p:nvSpPr>
        <p:spPr/>
        <p:txBody>
          <a:bodyPr>
            <a:normAutofit/>
          </a:bodyPr>
          <a:lstStyle/>
          <a:p>
            <a:r>
              <a:rPr lang="en-US" dirty="0"/>
              <a:t>public class </a:t>
            </a:r>
            <a:r>
              <a:rPr lang="en-US" dirty="0" err="1"/>
              <a:t>ObserverPatternExample</a:t>
            </a:r>
            <a:r>
              <a:rPr lang="en-US" dirty="0"/>
              <a:t> {</a:t>
            </a:r>
          </a:p>
          <a:p>
            <a:r>
              <a:rPr lang="en-US" dirty="0"/>
              <a:t>    public static void main(String[] </a:t>
            </a:r>
            <a:r>
              <a:rPr lang="en-US" dirty="0" err="1"/>
              <a:t>args</a:t>
            </a:r>
            <a:r>
              <a:rPr lang="en-US" dirty="0"/>
              <a:t>) {</a:t>
            </a:r>
          </a:p>
          <a:p>
            <a:r>
              <a:rPr lang="en-US" dirty="0"/>
              <a:t>        // Create the subject</a:t>
            </a:r>
          </a:p>
          <a:p>
            <a:r>
              <a:rPr lang="en-US" dirty="0"/>
              <a:t>        </a:t>
            </a:r>
            <a:r>
              <a:rPr lang="en-US" dirty="0" err="1"/>
              <a:t>DataModel</a:t>
            </a:r>
            <a:r>
              <a:rPr lang="en-US" dirty="0"/>
              <a:t> </a:t>
            </a:r>
            <a:r>
              <a:rPr lang="en-US" dirty="0" err="1"/>
              <a:t>dataModel</a:t>
            </a:r>
            <a:r>
              <a:rPr lang="en-US" dirty="0"/>
              <a:t> = new </a:t>
            </a:r>
            <a:r>
              <a:rPr lang="en-US" dirty="0" err="1"/>
              <a:t>DataModel</a:t>
            </a:r>
            <a:r>
              <a:rPr lang="en-US" dirty="0"/>
              <a:t>();</a:t>
            </a:r>
          </a:p>
          <a:p>
            <a:endParaRPr lang="en-US" dirty="0"/>
          </a:p>
          <a:p>
            <a:r>
              <a:rPr lang="en-US" dirty="0"/>
              <a:t>        // Create observers</a:t>
            </a:r>
          </a:p>
          <a:p>
            <a:r>
              <a:rPr lang="en-US" dirty="0"/>
              <a:t>        </a:t>
            </a:r>
            <a:r>
              <a:rPr lang="en-US" dirty="0" err="1"/>
              <a:t>BarChart</a:t>
            </a:r>
            <a:r>
              <a:rPr lang="en-US" dirty="0"/>
              <a:t> </a:t>
            </a:r>
            <a:r>
              <a:rPr lang="en-US" dirty="0" err="1"/>
              <a:t>barChart</a:t>
            </a:r>
            <a:r>
              <a:rPr lang="en-US" dirty="0"/>
              <a:t> = new </a:t>
            </a:r>
            <a:r>
              <a:rPr lang="en-US" dirty="0" err="1"/>
              <a:t>BarChart</a:t>
            </a:r>
            <a:r>
              <a:rPr lang="en-US" dirty="0"/>
              <a:t>();</a:t>
            </a:r>
          </a:p>
          <a:p>
            <a:r>
              <a:rPr lang="en-US" dirty="0"/>
              <a:t>        </a:t>
            </a:r>
            <a:r>
              <a:rPr lang="en-US" dirty="0" err="1"/>
              <a:t>PieChart</a:t>
            </a:r>
            <a:r>
              <a:rPr lang="en-US" dirty="0"/>
              <a:t> </a:t>
            </a:r>
            <a:r>
              <a:rPr lang="en-US" dirty="0" err="1"/>
              <a:t>pieChart</a:t>
            </a:r>
            <a:r>
              <a:rPr lang="en-US" dirty="0"/>
              <a:t> = new </a:t>
            </a:r>
            <a:r>
              <a:rPr lang="en-US" dirty="0" err="1"/>
              <a:t>PieChart</a:t>
            </a:r>
            <a:r>
              <a:rPr lang="en-US" dirty="0"/>
              <a:t>();</a:t>
            </a:r>
          </a:p>
          <a:p>
            <a:endParaRPr lang="en-US" dirty="0"/>
          </a:p>
          <a:p>
            <a:r>
              <a:rPr lang="en-US" dirty="0"/>
              <a:t>        // Attach observers to the subject</a:t>
            </a:r>
          </a:p>
          <a:p>
            <a:r>
              <a:rPr lang="en-US" dirty="0"/>
              <a:t>        </a:t>
            </a:r>
            <a:r>
              <a:rPr lang="en-US" dirty="0" err="1"/>
              <a:t>dataModel.addObserver</a:t>
            </a:r>
            <a:r>
              <a:rPr lang="en-US" dirty="0"/>
              <a:t>(</a:t>
            </a:r>
            <a:r>
              <a:rPr lang="en-US" dirty="0" err="1"/>
              <a:t>barChart</a:t>
            </a:r>
            <a:r>
              <a:rPr lang="en-US" dirty="0"/>
              <a:t>);</a:t>
            </a:r>
          </a:p>
          <a:p>
            <a:r>
              <a:rPr lang="en-US" dirty="0"/>
              <a:t>        </a:t>
            </a:r>
            <a:r>
              <a:rPr lang="en-US" dirty="0" err="1"/>
              <a:t>dataModel.addObserver</a:t>
            </a:r>
            <a:r>
              <a:rPr lang="en-US" dirty="0"/>
              <a:t>(</a:t>
            </a:r>
            <a:r>
              <a:rPr lang="en-US" dirty="0" err="1"/>
              <a:t>pieChart</a:t>
            </a:r>
            <a:r>
              <a:rPr lang="en-US" dirty="0"/>
              <a:t>);</a:t>
            </a:r>
          </a:p>
          <a:p>
            <a:endParaRPr lang="en-US" dirty="0"/>
          </a:p>
          <a:p>
            <a:r>
              <a:rPr lang="en-US" dirty="0"/>
              <a:t>        // Update data</a:t>
            </a:r>
          </a:p>
          <a:p>
            <a:r>
              <a:rPr lang="en-US" dirty="0"/>
              <a:t>        </a:t>
            </a:r>
            <a:r>
              <a:rPr lang="en-US" dirty="0" err="1"/>
              <a:t>dataModel.setData</a:t>
            </a:r>
            <a:r>
              <a:rPr lang="en-US" dirty="0"/>
              <a:t>(10, 20, 30);</a:t>
            </a:r>
          </a:p>
          <a:p>
            <a:r>
              <a:rPr lang="en-US" dirty="0"/>
              <a:t>        </a:t>
            </a:r>
            <a:r>
              <a:rPr lang="en-US" dirty="0" err="1"/>
              <a:t>dataModel.setData</a:t>
            </a:r>
            <a:r>
              <a:rPr lang="en-US" dirty="0"/>
              <a:t>(15, 25, 35);</a:t>
            </a:r>
          </a:p>
          <a:p>
            <a:r>
              <a:rPr lang="en-US" dirty="0"/>
              <a:t>    }</a:t>
            </a:r>
          </a:p>
          <a:p>
            <a:r>
              <a:rPr lang="en-US" dirty="0"/>
              <a:t>}</a:t>
            </a:r>
          </a:p>
        </p:txBody>
      </p:sp>
      <p:sp>
        <p:nvSpPr>
          <p:cNvPr id="12" name="Title 11">
            <a:extLst>
              <a:ext uri="{FF2B5EF4-FFF2-40B4-BE49-F238E27FC236}">
                <a16:creationId xmlns:a16="http://schemas.microsoft.com/office/drawing/2014/main" id="{0AA74ABF-7228-B52A-75B1-A547A699E3E3}"/>
              </a:ext>
            </a:extLst>
          </p:cNvPr>
          <p:cNvSpPr>
            <a:spLocks noGrp="1"/>
          </p:cNvSpPr>
          <p:nvPr>
            <p:ph type="title"/>
          </p:nvPr>
        </p:nvSpPr>
        <p:spPr/>
        <p:txBody>
          <a:bodyPr/>
          <a:lstStyle/>
          <a:p>
            <a:r>
              <a:rPr lang="en-US" dirty="0"/>
              <a:t>Graphical views for application data</a:t>
            </a:r>
          </a:p>
        </p:txBody>
      </p:sp>
      <p:sp>
        <p:nvSpPr>
          <p:cNvPr id="16" name="Content Placeholder 15">
            <a:extLst>
              <a:ext uri="{FF2B5EF4-FFF2-40B4-BE49-F238E27FC236}">
                <a16:creationId xmlns:a16="http://schemas.microsoft.com/office/drawing/2014/main" id="{8FD1D916-D7CA-B1FA-C1A6-8D96A21D4395}"/>
              </a:ext>
            </a:extLst>
          </p:cNvPr>
          <p:cNvSpPr>
            <a:spLocks noGrp="1"/>
          </p:cNvSpPr>
          <p:nvPr>
            <p:ph idx="13"/>
          </p:nvPr>
        </p:nvSpPr>
        <p:spPr/>
        <p:txBody>
          <a:bodyPr/>
          <a:lstStyle/>
          <a:p>
            <a:r>
              <a:rPr lang="en-US" dirty="0"/>
              <a:t>The observers register with the subject</a:t>
            </a:r>
          </a:p>
          <a:p>
            <a:r>
              <a:rPr lang="en-US" dirty="0"/>
              <a:t>When the subject’s data changes, the observers are notified</a:t>
            </a:r>
          </a:p>
        </p:txBody>
      </p:sp>
      <p:sp>
        <p:nvSpPr>
          <p:cNvPr id="2" name="Rectangle 1">
            <a:extLst>
              <a:ext uri="{FF2B5EF4-FFF2-40B4-BE49-F238E27FC236}">
                <a16:creationId xmlns:a16="http://schemas.microsoft.com/office/drawing/2014/main" id="{1C0D6AA5-E2BE-DB13-934B-0E46BFBFC565}"/>
              </a:ext>
            </a:extLst>
          </p:cNvPr>
          <p:cNvSpPr/>
          <p:nvPr/>
        </p:nvSpPr>
        <p:spPr>
          <a:xfrm>
            <a:off x="6629223" y="1985815"/>
            <a:ext cx="4812499" cy="1859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4B9B9024-9616-5012-F0C9-A4D283E25300}"/>
              </a:ext>
            </a:extLst>
          </p:cNvPr>
          <p:cNvSpPr/>
          <p:nvPr/>
        </p:nvSpPr>
        <p:spPr>
          <a:xfrm>
            <a:off x="6629223" y="3861507"/>
            <a:ext cx="4812499" cy="105046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82168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FD23-F3FA-F75E-3B5D-87FD82337A84}"/>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8F33B1FC-18EA-AA20-9496-189C486FD4E1}"/>
              </a:ext>
            </a:extLst>
          </p:cNvPr>
          <p:cNvSpPr>
            <a:spLocks noGrp="1"/>
          </p:cNvSpPr>
          <p:nvPr>
            <p:ph idx="1"/>
          </p:nvPr>
        </p:nvSpPr>
        <p:spPr/>
        <p:txBody>
          <a:bodyPr/>
          <a:lstStyle/>
          <a:p>
            <a:r>
              <a:rPr lang="en-US" dirty="0"/>
              <a:t>Abstract coupling between the subject and observers</a:t>
            </a:r>
          </a:p>
          <a:p>
            <a:r>
              <a:rPr lang="en-US" dirty="0"/>
              <a:t>Support for broadcast communication</a:t>
            </a:r>
          </a:p>
          <a:p>
            <a:r>
              <a:rPr lang="en-US" dirty="0"/>
              <a:t>Possible disadvantage</a:t>
            </a:r>
          </a:p>
          <a:p>
            <a:pPr lvl="1"/>
            <a:r>
              <a:rPr lang="en-US" dirty="0"/>
              <a:t>Can cause cascading updates without the subject’s knowledge</a:t>
            </a:r>
          </a:p>
          <a:p>
            <a:pPr lvl="1"/>
            <a:r>
              <a:rPr lang="en-US" dirty="0"/>
              <a:t>Data model updates data can trigger many other observers to update</a:t>
            </a:r>
          </a:p>
        </p:txBody>
      </p:sp>
      <p:sp>
        <p:nvSpPr>
          <p:cNvPr id="12" name="Title 11">
            <a:extLst>
              <a:ext uri="{FF2B5EF4-FFF2-40B4-BE49-F238E27FC236}">
                <a16:creationId xmlns:a16="http://schemas.microsoft.com/office/drawing/2014/main" id="{40090385-5B8E-32B6-A554-CC8A842DA811}"/>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726283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1F57-2FC8-4D87-05B0-CCBA931753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78A716-1DFF-84A8-2ADA-B0D144D89748}"/>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B44EB15-E3E8-921B-0522-F18E0361A61E}"/>
              </a:ext>
            </a:extLst>
          </p:cNvPr>
          <p:cNvSpPr>
            <a:spLocks noGrp="1"/>
          </p:cNvSpPr>
          <p:nvPr>
            <p:ph type="body" sz="quarter" idx="13"/>
          </p:nvPr>
        </p:nvSpPr>
        <p:spPr/>
        <p:txBody>
          <a:bodyPr/>
          <a:lstStyle/>
          <a:p>
            <a:r>
              <a:rPr lang="en-US" sz="3200" dirty="0"/>
              <a:t>Design patterns</a:t>
            </a:r>
          </a:p>
        </p:txBody>
      </p:sp>
    </p:spTree>
    <p:extLst>
      <p:ext uri="{BB962C8B-B14F-4D97-AF65-F5344CB8AC3E}">
        <p14:creationId xmlns:p14="http://schemas.microsoft.com/office/powerpoint/2010/main" val="10842124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DF13D8-6296-2C5D-AF8F-DE236933CEBE}"/>
              </a:ext>
            </a:extLst>
          </p:cNvPr>
          <p:cNvSpPr>
            <a:spLocks noGrp="1"/>
          </p:cNvSpPr>
          <p:nvPr>
            <p:ph idx="1"/>
          </p:nvPr>
        </p:nvSpPr>
        <p:spPr/>
        <p:txBody>
          <a:bodyPr/>
          <a:lstStyle/>
          <a:p>
            <a:r>
              <a:rPr lang="en-US" dirty="0"/>
              <a:t>Design patterns quiz will close on Friday EOD</a:t>
            </a:r>
          </a:p>
          <a:p>
            <a:r>
              <a:rPr lang="en-US" dirty="0" err="1"/>
              <a:t>Xingming</a:t>
            </a:r>
            <a:r>
              <a:rPr lang="en-US" dirty="0"/>
              <a:t> will conduct the revision lecture</a:t>
            </a:r>
          </a:p>
          <a:p>
            <a:r>
              <a:rPr lang="en-US" dirty="0"/>
              <a:t>Final will have 2 design/security questions and 2-3 smaller questions</a:t>
            </a:r>
          </a:p>
        </p:txBody>
      </p:sp>
      <p:sp>
        <p:nvSpPr>
          <p:cNvPr id="4" name="Title 3">
            <a:extLst>
              <a:ext uri="{FF2B5EF4-FFF2-40B4-BE49-F238E27FC236}">
                <a16:creationId xmlns:a16="http://schemas.microsoft.com/office/drawing/2014/main" id="{920AC614-0F7C-CCB7-6164-975EDB65A778}"/>
              </a:ext>
            </a:extLst>
          </p:cNvPr>
          <p:cNvSpPr>
            <a:spLocks noGrp="1"/>
          </p:cNvSpPr>
          <p:nvPr>
            <p:ph type="title"/>
          </p:nvPr>
        </p:nvSpPr>
        <p:spPr/>
        <p:txBody>
          <a:bodyPr/>
          <a:lstStyle/>
          <a:p>
            <a:r>
              <a:rPr lang="en-US" dirty="0"/>
              <a:t>Announcements</a:t>
            </a:r>
          </a:p>
        </p:txBody>
      </p:sp>
    </p:spTree>
    <p:extLst>
      <p:ext uri="{BB962C8B-B14F-4D97-AF65-F5344CB8AC3E}">
        <p14:creationId xmlns:p14="http://schemas.microsoft.com/office/powerpoint/2010/main" val="27491915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4854-D128-1DEF-F6CF-53CB4A39A20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9035728-71A5-2A49-5D81-6C4A08E064EF}"/>
              </a:ext>
            </a:extLst>
          </p:cNvPr>
          <p:cNvSpPr>
            <a:spLocks noGrp="1"/>
          </p:cNvSpPr>
          <p:nvPr>
            <p:ph idx="1"/>
          </p:nvPr>
        </p:nvSpPr>
        <p:spPr>
          <a:xfrm>
            <a:off x="240570" y="785004"/>
            <a:ext cx="3896544" cy="5218981"/>
          </a:xfrm>
          <a:ln>
            <a:solidFill>
              <a:schemeClr val="tx1"/>
            </a:solidFill>
          </a:ln>
        </p:spPr>
        <p:txBody>
          <a:bodyPr>
            <a:normAutofit/>
          </a:bodyPr>
          <a:lstStyle/>
          <a:p>
            <a:pPr marL="0" indent="0" algn="ctr">
              <a:buNone/>
            </a:pPr>
            <a:r>
              <a:rPr lang="en-US" b="1" u="sng" dirty="0"/>
              <a:t>Creational patterns </a:t>
            </a:r>
          </a:p>
          <a:p>
            <a:r>
              <a:rPr lang="en-US" dirty="0"/>
              <a:t>Control how objects are created</a:t>
            </a:r>
          </a:p>
          <a:p>
            <a:r>
              <a:rPr lang="en-US" dirty="0" err="1"/>
              <a:t>E.g</a:t>
            </a:r>
            <a:r>
              <a:rPr lang="en-US" dirty="0"/>
              <a:t>, Factory, Singleton</a:t>
            </a:r>
          </a:p>
          <a:p>
            <a:pPr marL="230187" lvl="1" indent="0">
              <a:buNone/>
            </a:pPr>
            <a:endParaRPr lang="en-US" dirty="0"/>
          </a:p>
        </p:txBody>
      </p:sp>
      <p:sp>
        <p:nvSpPr>
          <p:cNvPr id="4" name="Title 3">
            <a:extLst>
              <a:ext uri="{FF2B5EF4-FFF2-40B4-BE49-F238E27FC236}">
                <a16:creationId xmlns:a16="http://schemas.microsoft.com/office/drawing/2014/main" id="{ABF77AF1-2C3A-65B2-61C4-2D553BB66161}"/>
              </a:ext>
            </a:extLst>
          </p:cNvPr>
          <p:cNvSpPr>
            <a:spLocks noGrp="1"/>
          </p:cNvSpPr>
          <p:nvPr>
            <p:ph type="title"/>
          </p:nvPr>
        </p:nvSpPr>
        <p:spPr/>
        <p:txBody>
          <a:bodyPr/>
          <a:lstStyle/>
          <a:p>
            <a:r>
              <a:rPr lang="en-US" dirty="0"/>
              <a:t>Design pattern classification</a:t>
            </a:r>
          </a:p>
        </p:txBody>
      </p:sp>
      <p:sp>
        <p:nvSpPr>
          <p:cNvPr id="3" name="Content Placeholder 4">
            <a:extLst>
              <a:ext uri="{FF2B5EF4-FFF2-40B4-BE49-F238E27FC236}">
                <a16:creationId xmlns:a16="http://schemas.microsoft.com/office/drawing/2014/main" id="{F68EDB2D-89FF-B3BD-B72C-E316579432D3}"/>
              </a:ext>
            </a:extLst>
          </p:cNvPr>
          <p:cNvSpPr txBox="1">
            <a:spLocks/>
          </p:cNvSpPr>
          <p:nvPr/>
        </p:nvSpPr>
        <p:spPr bwMode="auto">
          <a:xfrm>
            <a:off x="4244627" y="785003"/>
            <a:ext cx="3980160"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Structural patterns</a:t>
            </a:r>
          </a:p>
          <a:p>
            <a:r>
              <a:rPr lang="en-US" dirty="0"/>
              <a:t>Control how objects and classes are composed</a:t>
            </a:r>
          </a:p>
          <a:p>
            <a:r>
              <a:rPr lang="en-US" dirty="0"/>
              <a:t>Deal with object relationships</a:t>
            </a:r>
          </a:p>
          <a:p>
            <a:r>
              <a:rPr lang="en-US" dirty="0"/>
              <a:t>E.g., Adapter, Composite, Decorator, Bridge, Façade, Flyweight</a:t>
            </a:r>
          </a:p>
          <a:p>
            <a:pPr lvl="1"/>
            <a:endParaRPr lang="en-US" dirty="0"/>
          </a:p>
        </p:txBody>
      </p:sp>
      <p:sp>
        <p:nvSpPr>
          <p:cNvPr id="6" name="Content Placeholder 4">
            <a:extLst>
              <a:ext uri="{FF2B5EF4-FFF2-40B4-BE49-F238E27FC236}">
                <a16:creationId xmlns:a16="http://schemas.microsoft.com/office/drawing/2014/main" id="{DB3046BA-2D24-5C07-5F26-36B9663D31A3}"/>
              </a:ext>
            </a:extLst>
          </p:cNvPr>
          <p:cNvSpPr txBox="1">
            <a:spLocks/>
          </p:cNvSpPr>
          <p:nvPr/>
        </p:nvSpPr>
        <p:spPr bwMode="auto">
          <a:xfrm>
            <a:off x="8291022" y="785002"/>
            <a:ext cx="3660408" cy="52189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230188" indent="-230188"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454025" indent="-223838"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684213" indent="-222250"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914400" indent="-230188"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1198563" indent="-2841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Behavioral patterns</a:t>
            </a:r>
          </a:p>
          <a:p>
            <a:r>
              <a:rPr lang="en-US" dirty="0"/>
              <a:t>Control how objects distribute responsibilities</a:t>
            </a:r>
          </a:p>
          <a:p>
            <a:r>
              <a:rPr lang="en-US" dirty="0"/>
              <a:t>Observer, </a:t>
            </a:r>
            <a:r>
              <a:rPr lang="en-US" b="1" dirty="0"/>
              <a:t>Template method, State, Visitor</a:t>
            </a:r>
          </a:p>
          <a:p>
            <a:pPr lvl="1"/>
            <a:endParaRPr lang="en-US" dirty="0"/>
          </a:p>
        </p:txBody>
      </p:sp>
      <p:sp>
        <p:nvSpPr>
          <p:cNvPr id="2" name="Rectangle 1">
            <a:extLst>
              <a:ext uri="{FF2B5EF4-FFF2-40B4-BE49-F238E27FC236}">
                <a16:creationId xmlns:a16="http://schemas.microsoft.com/office/drawing/2014/main" id="{45929B6C-E17B-CF4E-A151-63D19CBE0DF3}"/>
              </a:ext>
            </a:extLst>
          </p:cNvPr>
          <p:cNvSpPr/>
          <p:nvPr/>
        </p:nvSpPr>
        <p:spPr>
          <a:xfrm>
            <a:off x="8106332" y="696277"/>
            <a:ext cx="3980160" cy="537672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22912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7817-F541-094D-15C6-132B758992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312DE-3AEC-3BDA-8ED7-13190CC95DEA}"/>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38C5899-434F-8263-3BA4-0D3FE6606989}"/>
              </a:ext>
            </a:extLst>
          </p:cNvPr>
          <p:cNvSpPr>
            <a:spLocks noGrp="1"/>
          </p:cNvSpPr>
          <p:nvPr>
            <p:ph type="body" sz="quarter" idx="13"/>
          </p:nvPr>
        </p:nvSpPr>
        <p:spPr/>
        <p:txBody>
          <a:bodyPr/>
          <a:lstStyle/>
          <a:p>
            <a:r>
              <a:rPr lang="en-US" sz="3200" dirty="0"/>
              <a:t>State design pattern</a:t>
            </a:r>
          </a:p>
        </p:txBody>
      </p:sp>
    </p:spTree>
    <p:extLst>
      <p:ext uri="{BB962C8B-B14F-4D97-AF65-F5344CB8AC3E}">
        <p14:creationId xmlns:p14="http://schemas.microsoft.com/office/powerpoint/2010/main" val="33831646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140594-18AE-1DB6-B639-CA473060AB0A}"/>
              </a:ext>
            </a:extLst>
          </p:cNvPr>
          <p:cNvSpPr>
            <a:spLocks noGrp="1"/>
          </p:cNvSpPr>
          <p:nvPr>
            <p:ph type="title"/>
          </p:nvPr>
        </p:nvSpPr>
        <p:spPr/>
        <p:txBody>
          <a:bodyPr/>
          <a:lstStyle/>
          <a:p>
            <a:r>
              <a:rPr lang="en-US" dirty="0"/>
              <a:t>Case study: media player state diagram</a:t>
            </a:r>
          </a:p>
        </p:txBody>
      </p:sp>
      <p:sp>
        <p:nvSpPr>
          <p:cNvPr id="6" name="Oval 5">
            <a:extLst>
              <a:ext uri="{FF2B5EF4-FFF2-40B4-BE49-F238E27FC236}">
                <a16:creationId xmlns:a16="http://schemas.microsoft.com/office/drawing/2014/main" id="{0E4BDF25-9DC2-70D0-9485-86B14E559A21}"/>
              </a:ext>
            </a:extLst>
          </p:cNvPr>
          <p:cNvSpPr/>
          <p:nvPr/>
        </p:nvSpPr>
        <p:spPr>
          <a:xfrm>
            <a:off x="20421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STOPPED</a:t>
            </a:r>
            <a:endParaRPr lang="en-US" dirty="0">
              <a:solidFill>
                <a:schemeClr val="tx1"/>
              </a:solidFill>
            </a:endParaRPr>
          </a:p>
        </p:txBody>
      </p:sp>
      <p:sp>
        <p:nvSpPr>
          <p:cNvPr id="7" name="Oval 6">
            <a:extLst>
              <a:ext uri="{FF2B5EF4-FFF2-40B4-BE49-F238E27FC236}">
                <a16:creationId xmlns:a16="http://schemas.microsoft.com/office/drawing/2014/main" id="{93909AC9-5032-2EA1-9848-06CA963FDB77}"/>
              </a:ext>
            </a:extLst>
          </p:cNvPr>
          <p:cNvSpPr/>
          <p:nvPr/>
        </p:nvSpPr>
        <p:spPr>
          <a:xfrm>
            <a:off x="516636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PLAYING</a:t>
            </a:r>
            <a:endParaRPr lang="en-US" dirty="0">
              <a:solidFill>
                <a:schemeClr val="tx1"/>
              </a:solidFill>
            </a:endParaRPr>
          </a:p>
        </p:txBody>
      </p:sp>
      <p:sp>
        <p:nvSpPr>
          <p:cNvPr id="8" name="Oval 7">
            <a:extLst>
              <a:ext uri="{FF2B5EF4-FFF2-40B4-BE49-F238E27FC236}">
                <a16:creationId xmlns:a16="http://schemas.microsoft.com/office/drawing/2014/main" id="{4257F97D-CE65-81FC-876D-B74BE2E3C0BA}"/>
              </a:ext>
            </a:extLst>
          </p:cNvPr>
          <p:cNvSpPr/>
          <p:nvPr/>
        </p:nvSpPr>
        <p:spPr>
          <a:xfrm>
            <a:off x="8488680" y="2209800"/>
            <a:ext cx="1676400" cy="12649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PAUSED</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65963CFB-2691-1F4E-AA33-B1552EA5EB2E}"/>
              </a:ext>
            </a:extLst>
          </p:cNvPr>
          <p:cNvCxnSpPr>
            <a:stCxn id="6" idx="6"/>
            <a:endCxn id="7" idx="2"/>
          </p:cNvCxnSpPr>
          <p:nvPr/>
        </p:nvCxnSpPr>
        <p:spPr>
          <a:xfrm>
            <a:off x="3718560" y="2842260"/>
            <a:ext cx="1447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DF77E0B-9BAC-E1FA-A0AE-5E799E179E29}"/>
              </a:ext>
            </a:extLst>
          </p:cNvPr>
          <p:cNvCxnSpPr>
            <a:cxnSpLocks/>
            <a:endCxn id="8" idx="2"/>
          </p:cNvCxnSpPr>
          <p:nvPr/>
        </p:nvCxnSpPr>
        <p:spPr>
          <a:xfrm>
            <a:off x="6842760" y="2842260"/>
            <a:ext cx="1645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568C909E-6BA5-EAFF-1505-9944B3F4E6CC}"/>
              </a:ext>
            </a:extLst>
          </p:cNvPr>
          <p:cNvCxnSpPr>
            <a:cxnSpLocks/>
            <a:stCxn id="7" idx="0"/>
            <a:endCxn id="6" idx="0"/>
          </p:cNvCxnSpPr>
          <p:nvPr/>
        </p:nvCxnSpPr>
        <p:spPr>
          <a:xfrm rot="16200000" flipV="1">
            <a:off x="4442460" y="647700"/>
            <a:ext cx="12700" cy="3124200"/>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4FC65BE6-F108-AD67-B0BD-0904D75F2B7A}"/>
              </a:ext>
            </a:extLst>
          </p:cNvPr>
          <p:cNvCxnSpPr>
            <a:cxnSpLocks/>
            <a:stCxn id="8" idx="3"/>
            <a:endCxn id="7" idx="4"/>
          </p:cNvCxnSpPr>
          <p:nvPr/>
        </p:nvCxnSpPr>
        <p:spPr>
          <a:xfrm rot="5400000">
            <a:off x="7276751" y="2017287"/>
            <a:ext cx="185243" cy="2729623"/>
          </a:xfrm>
          <a:prstGeom prst="curvedConnector3">
            <a:avLst>
              <a:gd name="adj1" fmla="val 2234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0021E542-EEEC-16E2-80A6-225FA24BA9DB}"/>
              </a:ext>
            </a:extLst>
          </p:cNvPr>
          <p:cNvCxnSpPr>
            <a:cxnSpLocks/>
            <a:stCxn id="8" idx="4"/>
            <a:endCxn id="6" idx="4"/>
          </p:cNvCxnSpPr>
          <p:nvPr/>
        </p:nvCxnSpPr>
        <p:spPr>
          <a:xfrm rot="5400000">
            <a:off x="6103620" y="251460"/>
            <a:ext cx="12700" cy="6446520"/>
          </a:xfrm>
          <a:prstGeom prst="curvedConnector3">
            <a:avLst>
              <a:gd name="adj1" fmla="val 1188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83B58A-B923-3CB7-34F9-18283A7D53EF}"/>
              </a:ext>
            </a:extLst>
          </p:cNvPr>
          <p:cNvSpPr txBox="1"/>
          <p:nvPr/>
        </p:nvSpPr>
        <p:spPr>
          <a:xfrm>
            <a:off x="3927804" y="2866410"/>
            <a:ext cx="819455" cy="523220"/>
          </a:xfrm>
          <a:prstGeom prst="rect">
            <a:avLst/>
          </a:prstGeom>
          <a:noFill/>
        </p:spPr>
        <p:txBody>
          <a:bodyPr wrap="none" rtlCol="0">
            <a:spAutoFit/>
          </a:bodyPr>
          <a:lstStyle/>
          <a:p>
            <a:r>
              <a:rPr lang="en-US" sz="2800" b="1" i="1" dirty="0"/>
              <a:t>play</a:t>
            </a:r>
            <a:endParaRPr lang="en-US" b="1" i="1" dirty="0"/>
          </a:p>
        </p:txBody>
      </p:sp>
      <p:sp>
        <p:nvSpPr>
          <p:cNvPr id="24" name="TextBox 23">
            <a:extLst>
              <a:ext uri="{FF2B5EF4-FFF2-40B4-BE49-F238E27FC236}">
                <a16:creationId xmlns:a16="http://schemas.microsoft.com/office/drawing/2014/main" id="{D4A4E675-EE04-27B3-96D9-195BEFB3D39F}"/>
              </a:ext>
            </a:extLst>
          </p:cNvPr>
          <p:cNvSpPr txBox="1"/>
          <p:nvPr/>
        </p:nvSpPr>
        <p:spPr>
          <a:xfrm>
            <a:off x="7166304" y="2884279"/>
            <a:ext cx="1069524" cy="523220"/>
          </a:xfrm>
          <a:prstGeom prst="rect">
            <a:avLst/>
          </a:prstGeom>
          <a:noFill/>
        </p:spPr>
        <p:txBody>
          <a:bodyPr wrap="none" rtlCol="0">
            <a:spAutoFit/>
          </a:bodyPr>
          <a:lstStyle/>
          <a:p>
            <a:r>
              <a:rPr lang="en-US" sz="2800" b="1" i="1" dirty="0"/>
              <a:t>pause</a:t>
            </a:r>
            <a:endParaRPr lang="en-US" b="1" i="1" dirty="0"/>
          </a:p>
        </p:txBody>
      </p:sp>
      <p:sp>
        <p:nvSpPr>
          <p:cNvPr id="25" name="TextBox 24">
            <a:extLst>
              <a:ext uri="{FF2B5EF4-FFF2-40B4-BE49-F238E27FC236}">
                <a16:creationId xmlns:a16="http://schemas.microsoft.com/office/drawing/2014/main" id="{82152A6C-1A8E-9B32-519D-BD2E6B4C22FA}"/>
              </a:ext>
            </a:extLst>
          </p:cNvPr>
          <p:cNvSpPr txBox="1"/>
          <p:nvPr/>
        </p:nvSpPr>
        <p:spPr>
          <a:xfrm>
            <a:off x="3802769" y="1352569"/>
            <a:ext cx="820994" cy="523220"/>
          </a:xfrm>
          <a:prstGeom prst="rect">
            <a:avLst/>
          </a:prstGeom>
          <a:noFill/>
        </p:spPr>
        <p:txBody>
          <a:bodyPr wrap="none" rtlCol="0">
            <a:spAutoFit/>
          </a:bodyPr>
          <a:lstStyle/>
          <a:p>
            <a:r>
              <a:rPr lang="en-US" sz="2800" b="1" i="1" dirty="0"/>
              <a:t>stop</a:t>
            </a:r>
            <a:endParaRPr lang="en-US" b="1" i="1" dirty="0"/>
          </a:p>
        </p:txBody>
      </p:sp>
      <p:sp>
        <p:nvSpPr>
          <p:cNvPr id="26" name="TextBox 25">
            <a:extLst>
              <a:ext uri="{FF2B5EF4-FFF2-40B4-BE49-F238E27FC236}">
                <a16:creationId xmlns:a16="http://schemas.microsoft.com/office/drawing/2014/main" id="{A657601A-279B-A98F-838E-775903AFA01B}"/>
              </a:ext>
            </a:extLst>
          </p:cNvPr>
          <p:cNvSpPr txBox="1"/>
          <p:nvPr/>
        </p:nvSpPr>
        <p:spPr>
          <a:xfrm>
            <a:off x="5699473" y="4463921"/>
            <a:ext cx="820994" cy="523220"/>
          </a:xfrm>
          <a:prstGeom prst="rect">
            <a:avLst/>
          </a:prstGeom>
          <a:noFill/>
        </p:spPr>
        <p:txBody>
          <a:bodyPr wrap="none" rtlCol="0">
            <a:spAutoFit/>
          </a:bodyPr>
          <a:lstStyle/>
          <a:p>
            <a:r>
              <a:rPr lang="en-US" sz="2800" b="1" i="1" dirty="0"/>
              <a:t>stop</a:t>
            </a:r>
            <a:endParaRPr lang="en-US" b="1" i="1" dirty="0"/>
          </a:p>
        </p:txBody>
      </p:sp>
      <p:sp>
        <p:nvSpPr>
          <p:cNvPr id="27" name="TextBox 26">
            <a:extLst>
              <a:ext uri="{FF2B5EF4-FFF2-40B4-BE49-F238E27FC236}">
                <a16:creationId xmlns:a16="http://schemas.microsoft.com/office/drawing/2014/main" id="{74787ACB-8144-0C63-783C-27D27D200654}"/>
              </a:ext>
            </a:extLst>
          </p:cNvPr>
          <p:cNvSpPr txBox="1"/>
          <p:nvPr/>
        </p:nvSpPr>
        <p:spPr>
          <a:xfrm>
            <a:off x="7166304" y="3678042"/>
            <a:ext cx="819455" cy="523220"/>
          </a:xfrm>
          <a:prstGeom prst="rect">
            <a:avLst/>
          </a:prstGeom>
          <a:noFill/>
        </p:spPr>
        <p:txBody>
          <a:bodyPr wrap="none" rtlCol="0">
            <a:spAutoFit/>
          </a:bodyPr>
          <a:lstStyle/>
          <a:p>
            <a:r>
              <a:rPr lang="en-US" sz="2800" b="1" i="1" dirty="0"/>
              <a:t>play</a:t>
            </a:r>
            <a:endParaRPr lang="en-US" b="1" i="1" dirty="0"/>
          </a:p>
        </p:txBody>
      </p:sp>
      <p:cxnSp>
        <p:nvCxnSpPr>
          <p:cNvPr id="2" name="Connector: Curved 1">
            <a:extLst>
              <a:ext uri="{FF2B5EF4-FFF2-40B4-BE49-F238E27FC236}">
                <a16:creationId xmlns:a16="http://schemas.microsoft.com/office/drawing/2014/main" id="{F0C6A11B-8012-04E4-A772-ED2CEE7CE14E}"/>
              </a:ext>
            </a:extLst>
          </p:cNvPr>
          <p:cNvCxnSpPr>
            <a:cxnSpLocks/>
            <a:stCxn id="7" idx="7"/>
            <a:endCxn id="7" idx="6"/>
          </p:cNvCxnSpPr>
          <p:nvPr/>
        </p:nvCxnSpPr>
        <p:spPr>
          <a:xfrm rot="16200000" flipH="1">
            <a:off x="6496399" y="2495900"/>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2455CCB-E1D5-0A5E-366B-257295DEDE73}"/>
              </a:ext>
            </a:extLst>
          </p:cNvPr>
          <p:cNvSpPr txBox="1"/>
          <p:nvPr/>
        </p:nvSpPr>
        <p:spPr>
          <a:xfrm>
            <a:off x="6842759" y="1483981"/>
            <a:ext cx="819455" cy="523220"/>
          </a:xfrm>
          <a:prstGeom prst="rect">
            <a:avLst/>
          </a:prstGeom>
          <a:noFill/>
        </p:spPr>
        <p:txBody>
          <a:bodyPr wrap="none" rtlCol="0">
            <a:spAutoFit/>
          </a:bodyPr>
          <a:lstStyle/>
          <a:p>
            <a:r>
              <a:rPr lang="en-US" sz="2800" b="1" i="1" dirty="0"/>
              <a:t>play</a:t>
            </a:r>
            <a:endParaRPr lang="en-US" b="1" i="1" dirty="0"/>
          </a:p>
        </p:txBody>
      </p:sp>
      <p:cxnSp>
        <p:nvCxnSpPr>
          <p:cNvPr id="12" name="Connector: Curved 11">
            <a:extLst>
              <a:ext uri="{FF2B5EF4-FFF2-40B4-BE49-F238E27FC236}">
                <a16:creationId xmlns:a16="http://schemas.microsoft.com/office/drawing/2014/main" id="{8BA9A7B5-9DCE-EAA7-4C02-2EC91F703673}"/>
              </a:ext>
            </a:extLst>
          </p:cNvPr>
          <p:cNvCxnSpPr>
            <a:cxnSpLocks/>
            <a:stCxn id="6" idx="1"/>
            <a:endCxn id="6" idx="2"/>
          </p:cNvCxnSpPr>
          <p:nvPr/>
        </p:nvCxnSpPr>
        <p:spPr>
          <a:xfrm rot="16200000" flipH="1" flipV="1">
            <a:off x="1941303" y="2495899"/>
            <a:ext cx="447217" cy="245503"/>
          </a:xfrm>
          <a:prstGeom prst="curvedConnector4">
            <a:avLst>
              <a:gd name="adj1" fmla="val -92537"/>
              <a:gd name="adj2" fmla="val 19311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896E342-2285-E37B-A97D-42A28ABE45ED}"/>
              </a:ext>
            </a:extLst>
          </p:cNvPr>
          <p:cNvSpPr txBox="1"/>
          <p:nvPr/>
        </p:nvSpPr>
        <p:spPr>
          <a:xfrm>
            <a:off x="667714" y="1440481"/>
            <a:ext cx="1961197" cy="523220"/>
          </a:xfrm>
          <a:prstGeom prst="rect">
            <a:avLst/>
          </a:prstGeom>
          <a:noFill/>
        </p:spPr>
        <p:txBody>
          <a:bodyPr wrap="square" rtlCol="0">
            <a:spAutoFit/>
          </a:bodyPr>
          <a:lstStyle/>
          <a:p>
            <a:r>
              <a:rPr lang="en-US" sz="2800" b="1" i="1" dirty="0"/>
              <a:t>pause/stop</a:t>
            </a:r>
            <a:endParaRPr lang="en-US" b="1" i="1" dirty="0"/>
          </a:p>
        </p:txBody>
      </p:sp>
      <p:cxnSp>
        <p:nvCxnSpPr>
          <p:cNvPr id="20" name="Connector: Curved 19">
            <a:extLst>
              <a:ext uri="{FF2B5EF4-FFF2-40B4-BE49-F238E27FC236}">
                <a16:creationId xmlns:a16="http://schemas.microsoft.com/office/drawing/2014/main" id="{47413ED1-97A8-DB5E-C907-14EE66DA266A}"/>
              </a:ext>
            </a:extLst>
          </p:cNvPr>
          <p:cNvCxnSpPr>
            <a:cxnSpLocks/>
            <a:stCxn id="8" idx="0"/>
            <a:endCxn id="8" idx="7"/>
          </p:cNvCxnSpPr>
          <p:nvPr/>
        </p:nvCxnSpPr>
        <p:spPr>
          <a:xfrm rot="16200000" flipH="1">
            <a:off x="9530606" y="2006073"/>
            <a:ext cx="185243" cy="592697"/>
          </a:xfrm>
          <a:prstGeom prst="curvedConnector3">
            <a:avLst>
              <a:gd name="adj1" fmla="val -22466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36E54A1-E31B-F4DC-DD8C-760E6673F861}"/>
              </a:ext>
            </a:extLst>
          </p:cNvPr>
          <p:cNvSpPr txBox="1"/>
          <p:nvPr/>
        </p:nvSpPr>
        <p:spPr>
          <a:xfrm>
            <a:off x="9847886" y="1483981"/>
            <a:ext cx="1676400" cy="523220"/>
          </a:xfrm>
          <a:prstGeom prst="rect">
            <a:avLst/>
          </a:prstGeom>
          <a:noFill/>
        </p:spPr>
        <p:txBody>
          <a:bodyPr wrap="square" rtlCol="0">
            <a:spAutoFit/>
          </a:bodyPr>
          <a:lstStyle/>
          <a:p>
            <a:r>
              <a:rPr lang="en-US" sz="2800" b="1" i="1" dirty="0"/>
              <a:t>pause</a:t>
            </a:r>
            <a:endParaRPr lang="en-US" b="1" i="1" dirty="0"/>
          </a:p>
        </p:txBody>
      </p:sp>
    </p:spTree>
    <p:extLst>
      <p:ext uri="{BB962C8B-B14F-4D97-AF65-F5344CB8AC3E}">
        <p14:creationId xmlns:p14="http://schemas.microsoft.com/office/powerpoint/2010/main" val="6372672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CDFE-9D46-8F57-A1A7-B7200F01EE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19E9BD-51D0-869F-6CB5-B5A4CC6E1441}"/>
              </a:ext>
            </a:extLst>
          </p:cNvPr>
          <p:cNvSpPr>
            <a:spLocks noGrp="1"/>
          </p:cNvSpPr>
          <p:nvPr>
            <p:ph idx="1"/>
          </p:nvPr>
        </p:nvSpPr>
        <p:spPr/>
        <p:txBody>
          <a:bodyPr>
            <a:normAutofit/>
          </a:bodyPr>
          <a:lstStyle/>
          <a:p>
            <a:r>
              <a:rPr lang="en-US" dirty="0"/>
              <a:t>A media player can be in three states</a:t>
            </a:r>
          </a:p>
          <a:p>
            <a:pPr lvl="1"/>
            <a:r>
              <a:rPr lang="en-US" dirty="0"/>
              <a:t>Playing</a:t>
            </a:r>
          </a:p>
          <a:p>
            <a:pPr lvl="1"/>
            <a:r>
              <a:rPr lang="en-US" dirty="0"/>
              <a:t>Paused</a:t>
            </a:r>
          </a:p>
          <a:p>
            <a:pPr lvl="1"/>
            <a:r>
              <a:rPr lang="en-US" dirty="0"/>
              <a:t>Stopped</a:t>
            </a:r>
          </a:p>
          <a:p>
            <a:r>
              <a:rPr lang="en-US" dirty="0"/>
              <a:t>Behavior of actions such as </a:t>
            </a:r>
            <a:r>
              <a:rPr lang="en-US" dirty="0">
                <a:latin typeface="Consolas" panose="020B0609020204030204" pitchFamily="49" charset="0"/>
              </a:rPr>
              <a:t>play()</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r>
              <a:rPr lang="en-US" dirty="0"/>
              <a:t> depends on the state</a:t>
            </a:r>
          </a:p>
          <a:p>
            <a:r>
              <a:rPr lang="en-US" dirty="0"/>
              <a:t>How would we design this without a design pattern?</a:t>
            </a:r>
          </a:p>
        </p:txBody>
      </p:sp>
      <p:sp>
        <p:nvSpPr>
          <p:cNvPr id="12" name="Title 11">
            <a:extLst>
              <a:ext uri="{FF2B5EF4-FFF2-40B4-BE49-F238E27FC236}">
                <a16:creationId xmlns:a16="http://schemas.microsoft.com/office/drawing/2014/main" id="{2E9E7360-B27F-8653-A434-65C1F5A14CDB}"/>
              </a:ext>
            </a:extLst>
          </p:cNvPr>
          <p:cNvSpPr>
            <a:spLocks noGrp="1"/>
          </p:cNvSpPr>
          <p:nvPr>
            <p:ph type="title"/>
          </p:nvPr>
        </p:nvSpPr>
        <p:spPr/>
        <p:txBody>
          <a:bodyPr/>
          <a:lstStyle/>
          <a:p>
            <a:r>
              <a:rPr lang="en-US" dirty="0"/>
              <a:t>Media player states</a:t>
            </a:r>
          </a:p>
        </p:txBody>
      </p:sp>
    </p:spTree>
    <p:extLst>
      <p:ext uri="{BB962C8B-B14F-4D97-AF65-F5344CB8AC3E}">
        <p14:creationId xmlns:p14="http://schemas.microsoft.com/office/powerpoint/2010/main" val="11280366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8E8D-8085-60FC-CD99-F6367C57CAF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7C850A9-C16A-9FB5-0B35-518C84572FE9}"/>
              </a:ext>
            </a:extLst>
          </p:cNvPr>
          <p:cNvSpPr>
            <a:spLocks noGrp="1"/>
          </p:cNvSpPr>
          <p:nvPr>
            <p:ph idx="1"/>
          </p:nvPr>
        </p:nvSpPr>
        <p:spPr/>
        <p:txBody>
          <a:bodyPr>
            <a:normAutofit fontScale="85000" lnSpcReduction="20000"/>
          </a:bodyPr>
          <a:lstStyle/>
          <a:p>
            <a:r>
              <a:rPr lang="en-US" dirty="0"/>
              <a:t>class </a:t>
            </a:r>
            <a:r>
              <a:rPr lang="en-US" dirty="0" err="1"/>
              <a:t>MediaPlayer</a:t>
            </a:r>
            <a:r>
              <a:rPr lang="en-US" dirty="0"/>
              <a:t> {</a:t>
            </a:r>
          </a:p>
          <a:p>
            <a:r>
              <a:rPr lang="en-US" dirty="0"/>
              <a:t>	private String state; // STOP, PLAY, PAUSE</a:t>
            </a:r>
          </a:p>
          <a:p>
            <a:endParaRPr lang="en-US" dirty="0"/>
          </a:p>
          <a:p>
            <a:r>
              <a:rPr lang="en-US" dirty="0"/>
              <a:t>	public </a:t>
            </a:r>
            <a:r>
              <a:rPr lang="en-US" dirty="0" err="1"/>
              <a:t>MediaPlayer</a:t>
            </a:r>
            <a:r>
              <a:rPr lang="en-US" dirty="0"/>
              <a:t>() { state = “STOP”; }</a:t>
            </a:r>
          </a:p>
          <a:p>
            <a:endParaRPr lang="en-US" dirty="0"/>
          </a:p>
          <a:p>
            <a:r>
              <a:rPr lang="en-US" dirty="0"/>
              <a:t>	public void start() {</a:t>
            </a:r>
          </a:p>
          <a:p>
            <a:r>
              <a:rPr lang="en-US" dirty="0"/>
              <a:t>		if (state == “STOP”) {</a:t>
            </a:r>
          </a:p>
          <a:p>
            <a:r>
              <a:rPr lang="en-US" dirty="0"/>
              <a:t>		   </a:t>
            </a:r>
            <a:r>
              <a:rPr lang="en-US" dirty="0" err="1"/>
              <a:t>System.out.println</a:t>
            </a:r>
            <a:r>
              <a:rPr lang="en-US" dirty="0"/>
              <a:t>(“Starting”);</a:t>
            </a:r>
          </a:p>
          <a:p>
            <a:r>
              <a:rPr lang="en-US" dirty="0"/>
              <a:t>		   state = “PLAY”;</a:t>
            </a:r>
          </a:p>
          <a:p>
            <a:r>
              <a:rPr lang="en-US" dirty="0"/>
              <a:t>		} else if (state == “PLAY”) {</a:t>
            </a:r>
          </a:p>
          <a:p>
            <a:r>
              <a:rPr lang="en-US" dirty="0"/>
              <a:t>		   </a:t>
            </a:r>
            <a:r>
              <a:rPr lang="en-US" dirty="0" err="1"/>
              <a:t>System.out.println</a:t>
            </a:r>
            <a:r>
              <a:rPr lang="en-US" dirty="0"/>
              <a:t>(“Already playing.”);</a:t>
            </a:r>
          </a:p>
          <a:p>
            <a:r>
              <a:rPr lang="en-US" dirty="0"/>
              <a:t>		} else if (state == “PAUSE”) {</a:t>
            </a:r>
          </a:p>
          <a:p>
            <a:r>
              <a:rPr lang="en-US" dirty="0"/>
              <a:t>		   </a:t>
            </a:r>
            <a:r>
              <a:rPr lang="en-US" dirty="0" err="1"/>
              <a:t>S.o.p</a:t>
            </a:r>
            <a:r>
              <a:rPr lang="en-US" dirty="0"/>
              <a:t>(“Resuming from pause.”);</a:t>
            </a:r>
          </a:p>
          <a:p>
            <a:r>
              <a:rPr lang="en-US" dirty="0"/>
              <a:t>		   state = “PLAY”;</a:t>
            </a:r>
          </a:p>
          <a:p>
            <a:r>
              <a:rPr lang="en-US" dirty="0"/>
              <a:t>		}</a:t>
            </a:r>
          </a:p>
          <a:p>
            <a:r>
              <a:rPr lang="en-US" dirty="0"/>
              <a:t>	}</a:t>
            </a:r>
          </a:p>
          <a:p>
            <a:endParaRPr lang="en-US" dirty="0"/>
          </a:p>
          <a:p>
            <a:r>
              <a:rPr lang="en-US" dirty="0"/>
              <a:t>	public void pause() {</a:t>
            </a:r>
          </a:p>
          <a:p>
            <a:r>
              <a:rPr lang="en-US" dirty="0"/>
              <a:t>		if (state == “STOP”) {</a:t>
            </a:r>
          </a:p>
          <a:p>
            <a:r>
              <a:rPr lang="en-US" dirty="0"/>
              <a:t>		   </a:t>
            </a:r>
            <a:r>
              <a:rPr lang="en-US" dirty="0" err="1"/>
              <a:t>S.o.p</a:t>
            </a:r>
            <a:r>
              <a:rPr lang="en-US" dirty="0"/>
              <a:t>(“Player stopped, can’t pause.”);</a:t>
            </a:r>
          </a:p>
          <a:p>
            <a:r>
              <a:rPr lang="en-US" dirty="0"/>
              <a:t>		} else if (state == “PLAY”) {</a:t>
            </a:r>
          </a:p>
          <a:p>
            <a:r>
              <a:rPr lang="en-US" dirty="0"/>
              <a:t>		   </a:t>
            </a:r>
            <a:r>
              <a:rPr lang="en-US" dirty="0" err="1"/>
              <a:t>S.o.p</a:t>
            </a:r>
            <a:r>
              <a:rPr lang="en-US" dirty="0"/>
              <a:t>(“Player paused”);</a:t>
            </a:r>
          </a:p>
          <a:p>
            <a:r>
              <a:rPr lang="en-US" dirty="0"/>
              <a:t>		   state = “PAUSE”;</a:t>
            </a:r>
          </a:p>
          <a:p>
            <a:r>
              <a:rPr lang="en-US" dirty="0"/>
              <a:t>		} else if (state == “PAUSE”) {</a:t>
            </a:r>
          </a:p>
          <a:p>
            <a:r>
              <a:rPr lang="en-US" dirty="0"/>
              <a:t>		   </a:t>
            </a:r>
            <a:r>
              <a:rPr lang="en-US" dirty="0" err="1"/>
              <a:t>S.o.p</a:t>
            </a:r>
            <a:r>
              <a:rPr lang="en-US" dirty="0"/>
              <a:t>(“Player already paused. Can’t pause again.”);</a:t>
            </a:r>
          </a:p>
          <a:p>
            <a:r>
              <a:rPr lang="en-US" dirty="0"/>
              <a:t>		}</a:t>
            </a:r>
          </a:p>
          <a:p>
            <a:r>
              <a:rPr lang="en-US" dirty="0"/>
              <a:t>	}</a:t>
            </a:r>
          </a:p>
          <a:p>
            <a:r>
              <a:rPr lang="en-US" dirty="0"/>
              <a:t>}</a:t>
            </a:r>
          </a:p>
        </p:txBody>
      </p:sp>
      <p:sp>
        <p:nvSpPr>
          <p:cNvPr id="12" name="Title 11">
            <a:extLst>
              <a:ext uri="{FF2B5EF4-FFF2-40B4-BE49-F238E27FC236}">
                <a16:creationId xmlns:a16="http://schemas.microsoft.com/office/drawing/2014/main" id="{E7046881-F43F-2B3B-2261-C5AFC583FA40}"/>
              </a:ext>
            </a:extLst>
          </p:cNvPr>
          <p:cNvSpPr>
            <a:spLocks noGrp="1"/>
          </p:cNvSpPr>
          <p:nvPr>
            <p:ph type="title"/>
          </p:nvPr>
        </p:nvSpPr>
        <p:spPr/>
        <p:txBody>
          <a:bodyPr/>
          <a:lstStyle/>
          <a:p>
            <a:r>
              <a:rPr lang="en-US" dirty="0"/>
              <a:t>Without design pattern</a:t>
            </a:r>
          </a:p>
        </p:txBody>
      </p:sp>
      <p:sp>
        <p:nvSpPr>
          <p:cNvPr id="8" name="Content Placeholder 7">
            <a:extLst>
              <a:ext uri="{FF2B5EF4-FFF2-40B4-BE49-F238E27FC236}">
                <a16:creationId xmlns:a16="http://schemas.microsoft.com/office/drawing/2014/main" id="{007B382A-0A60-D652-A82A-4AED608FC127}"/>
              </a:ext>
            </a:extLst>
          </p:cNvPr>
          <p:cNvSpPr>
            <a:spLocks noGrp="1"/>
          </p:cNvSpPr>
          <p:nvPr>
            <p:ph idx="13"/>
          </p:nvPr>
        </p:nvSpPr>
        <p:spPr/>
        <p:txBody>
          <a:bodyPr/>
          <a:lstStyle/>
          <a:p>
            <a:r>
              <a:rPr lang="en-US" dirty="0" err="1"/>
              <a:t>MediaPlayer</a:t>
            </a:r>
            <a:r>
              <a:rPr lang="en-US" dirty="0"/>
              <a:t> class</a:t>
            </a:r>
          </a:p>
          <a:p>
            <a:pPr lvl="1"/>
            <a:r>
              <a:rPr lang="en-US" dirty="0">
                <a:latin typeface="Consolas" panose="020B0609020204030204" pitchFamily="49" charset="0"/>
              </a:rPr>
              <a:t>state</a:t>
            </a:r>
            <a:r>
              <a:rPr lang="en-US" dirty="0"/>
              <a:t> field</a:t>
            </a:r>
          </a:p>
          <a:p>
            <a:pPr lvl="1"/>
            <a:r>
              <a:rPr lang="en-US" dirty="0"/>
              <a:t>Methods for </a:t>
            </a:r>
            <a:r>
              <a:rPr lang="en-US" dirty="0">
                <a:latin typeface="Consolas" panose="020B0609020204030204" pitchFamily="49" charset="0"/>
              </a:rPr>
              <a:t>start()</a:t>
            </a:r>
            <a:r>
              <a:rPr lang="en-US" dirty="0"/>
              <a:t>, </a:t>
            </a:r>
            <a:r>
              <a:rPr lang="en-US" dirty="0">
                <a:latin typeface="Consolas" panose="020B0609020204030204" pitchFamily="49" charset="0"/>
              </a:rPr>
              <a:t>stop()</a:t>
            </a:r>
            <a:r>
              <a:rPr lang="en-US" dirty="0"/>
              <a:t>, and </a:t>
            </a:r>
            <a:r>
              <a:rPr lang="en-US" dirty="0">
                <a:latin typeface="Consolas" panose="020B0609020204030204" pitchFamily="49" charset="0"/>
              </a:rPr>
              <a:t>pause()</a:t>
            </a:r>
          </a:p>
          <a:p>
            <a:pPr lvl="2"/>
            <a:r>
              <a:rPr lang="en-US" dirty="0"/>
              <a:t>Behavior depends on the state</a:t>
            </a:r>
          </a:p>
          <a:p>
            <a:pPr lvl="2"/>
            <a:r>
              <a:rPr lang="en-US" dirty="0"/>
              <a:t>Multiple </a:t>
            </a:r>
            <a:r>
              <a:rPr lang="en-US" dirty="0">
                <a:latin typeface="Consolas" panose="020B0609020204030204" pitchFamily="49" charset="0"/>
              </a:rPr>
              <a:t>if-else</a:t>
            </a:r>
            <a:r>
              <a:rPr lang="en-US" dirty="0"/>
              <a:t> branches</a:t>
            </a:r>
          </a:p>
        </p:txBody>
      </p:sp>
      <p:sp>
        <p:nvSpPr>
          <p:cNvPr id="2" name="Rectangle 1">
            <a:extLst>
              <a:ext uri="{FF2B5EF4-FFF2-40B4-BE49-F238E27FC236}">
                <a16:creationId xmlns:a16="http://schemas.microsoft.com/office/drawing/2014/main" id="{49702910-90C9-8796-51E5-12C790B5CF02}"/>
              </a:ext>
            </a:extLst>
          </p:cNvPr>
          <p:cNvSpPr/>
          <p:nvPr/>
        </p:nvSpPr>
        <p:spPr>
          <a:xfrm>
            <a:off x="6586968" y="1786523"/>
            <a:ext cx="4812499" cy="177729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7557BF89-6664-02FE-4D7C-259177A79965}"/>
              </a:ext>
            </a:extLst>
          </p:cNvPr>
          <p:cNvSpPr/>
          <p:nvPr/>
        </p:nvSpPr>
        <p:spPr>
          <a:xfrm>
            <a:off x="6586967" y="3692326"/>
            <a:ext cx="4812499" cy="194647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ED074C30-63C7-E4E4-3BC5-1942361A99A1}"/>
              </a:ext>
            </a:extLst>
          </p:cNvPr>
          <p:cNvSpPr txBox="1"/>
          <p:nvPr/>
        </p:nvSpPr>
        <p:spPr>
          <a:xfrm>
            <a:off x="2517715" y="4520489"/>
            <a:ext cx="3703001" cy="461665"/>
          </a:xfrm>
          <a:prstGeom prst="rect">
            <a:avLst/>
          </a:prstGeom>
          <a:noFill/>
        </p:spPr>
        <p:txBody>
          <a:bodyPr wrap="none" rtlCol="0">
            <a:spAutoFit/>
          </a:bodyPr>
          <a:lstStyle/>
          <a:p>
            <a:r>
              <a:rPr lang="en-US" sz="2400" b="1" i="1" dirty="0"/>
              <a:t>What if you miss one state?</a:t>
            </a:r>
          </a:p>
        </p:txBody>
      </p:sp>
    </p:spTree>
    <p:extLst>
      <p:ext uri="{BB962C8B-B14F-4D97-AF65-F5344CB8AC3E}">
        <p14:creationId xmlns:p14="http://schemas.microsoft.com/office/powerpoint/2010/main" val="39703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F267E-BD3C-B71D-ADB9-CF2138FB0E4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858ED01-6958-EDAC-FA2B-2324800012D5}"/>
              </a:ext>
            </a:extLst>
          </p:cNvPr>
          <p:cNvSpPr>
            <a:spLocks noGrp="1"/>
          </p:cNvSpPr>
          <p:nvPr>
            <p:ph idx="1"/>
          </p:nvPr>
        </p:nvSpPr>
        <p:spPr/>
        <p:txBody>
          <a:bodyPr>
            <a:normAutofit fontScale="92500" lnSpcReduction="20000"/>
          </a:bodyPr>
          <a:lstStyle/>
          <a:p>
            <a:r>
              <a:rPr lang="en-US" dirty="0"/>
              <a:t>interface </a:t>
            </a:r>
            <a:r>
              <a:rPr lang="en-US" dirty="0" err="1"/>
              <a:t>MediaPlayerState</a:t>
            </a:r>
            <a:r>
              <a:rPr lang="en-US" dirty="0"/>
              <a:t> {</a:t>
            </a:r>
          </a:p>
          <a:p>
            <a:r>
              <a:rPr lang="en-US" dirty="0"/>
              <a:t>    void play(</a:t>
            </a:r>
            <a:r>
              <a:rPr lang="en-US" dirty="0" err="1"/>
              <a:t>MediaPlayer</a:t>
            </a:r>
            <a:r>
              <a:rPr lang="en-US" dirty="0"/>
              <a:t> context);</a:t>
            </a:r>
          </a:p>
          <a:p>
            <a:r>
              <a:rPr lang="en-US" dirty="0"/>
              <a:t>    void pause(</a:t>
            </a:r>
            <a:r>
              <a:rPr lang="en-US" dirty="0" err="1"/>
              <a:t>MediaPlayer</a:t>
            </a:r>
            <a:r>
              <a:rPr lang="en-US" dirty="0"/>
              <a:t> context);</a:t>
            </a:r>
          </a:p>
          <a:p>
            <a:r>
              <a:rPr lang="en-US" dirty="0"/>
              <a:t>    void stop(</a:t>
            </a:r>
            <a:r>
              <a:rPr lang="en-US" dirty="0" err="1"/>
              <a:t>MediaPlayer</a:t>
            </a:r>
            <a:r>
              <a:rPr lang="en-US" dirty="0"/>
              <a:t> context);</a:t>
            </a:r>
          </a:p>
          <a:p>
            <a:r>
              <a:rPr lang="en-US" dirty="0"/>
              <a:t>}</a:t>
            </a:r>
          </a:p>
          <a:p>
            <a:endParaRPr lang="en-US" dirty="0"/>
          </a:p>
          <a:p>
            <a:r>
              <a:rPr lang="en-US" dirty="0"/>
              <a:t>class </a:t>
            </a:r>
            <a:r>
              <a:rPr lang="en-US" dirty="0" err="1"/>
              <a:t>PlayState</a:t>
            </a:r>
            <a:r>
              <a:rPr lang="en-US" dirty="0"/>
              <a:t> implements </a:t>
            </a:r>
            <a:r>
              <a:rPr lang="en-US" dirty="0" err="1"/>
              <a:t>MediaPlayerState</a:t>
            </a:r>
            <a:r>
              <a:rPr lang="en-US" dirty="0"/>
              <a:t> {</a:t>
            </a:r>
          </a:p>
          <a:p>
            <a:r>
              <a:rPr lang="en-US" dirty="0"/>
              <a:t>    @Override</a:t>
            </a:r>
          </a:p>
          <a:p>
            <a:r>
              <a:rPr lang="en-US" dirty="0"/>
              <a:t>    public void play(</a:t>
            </a:r>
            <a:r>
              <a:rPr lang="en-US" dirty="0" err="1"/>
              <a:t>MediaPlayer</a:t>
            </a:r>
            <a:r>
              <a:rPr lang="en-US" dirty="0"/>
              <a:t> context) {</a:t>
            </a:r>
          </a:p>
          <a:p>
            <a:r>
              <a:rPr lang="en-US" dirty="0"/>
              <a:t>        </a:t>
            </a:r>
            <a:r>
              <a:rPr lang="en-US" dirty="0" err="1"/>
              <a:t>System.out.println</a:t>
            </a:r>
            <a:r>
              <a:rPr lang="en-US" dirty="0"/>
              <a:t>("Media is already playing.");</a:t>
            </a:r>
          </a:p>
          <a:p>
            <a:r>
              <a:rPr lang="en-US" dirty="0"/>
              <a:t>    }</a:t>
            </a:r>
          </a:p>
          <a:p>
            <a:endParaRPr lang="en-US" dirty="0"/>
          </a:p>
          <a:p>
            <a:r>
              <a:rPr lang="en-US" dirty="0"/>
              <a:t>    @Override</a:t>
            </a:r>
          </a:p>
          <a:p>
            <a:r>
              <a:rPr lang="en-US" dirty="0"/>
              <a:t>    public void pause(</a:t>
            </a:r>
            <a:r>
              <a:rPr lang="en-US" dirty="0" err="1"/>
              <a:t>MediaPlayer</a:t>
            </a:r>
            <a:r>
              <a:rPr lang="en-US" dirty="0"/>
              <a:t> context) {</a:t>
            </a:r>
          </a:p>
          <a:p>
            <a:r>
              <a:rPr lang="en-US" dirty="0"/>
              <a:t>        </a:t>
            </a:r>
            <a:r>
              <a:rPr lang="en-US" dirty="0" err="1"/>
              <a:t>System.out.println</a:t>
            </a:r>
            <a:r>
              <a:rPr lang="en-US" dirty="0"/>
              <a:t>("Pausing media...");</a:t>
            </a:r>
          </a:p>
          <a:p>
            <a:r>
              <a:rPr lang="en-US" dirty="0"/>
              <a:t>        </a:t>
            </a:r>
            <a:r>
              <a:rPr lang="en-US" dirty="0" err="1"/>
              <a:t>context.setState</a:t>
            </a:r>
            <a:r>
              <a:rPr lang="en-US" dirty="0"/>
              <a:t>(new </a:t>
            </a:r>
            <a:r>
              <a:rPr lang="en-US" dirty="0" err="1"/>
              <a:t>PausedState</a:t>
            </a:r>
            <a:r>
              <a:rPr lang="en-US" dirty="0"/>
              <a:t>());</a:t>
            </a:r>
          </a:p>
          <a:p>
            <a:r>
              <a:rPr lang="en-US" dirty="0"/>
              <a:t>    }</a:t>
            </a:r>
          </a:p>
          <a:p>
            <a:endParaRPr lang="en-US" dirty="0"/>
          </a:p>
          <a:p>
            <a:r>
              <a:rPr lang="en-US" dirty="0"/>
              <a:t>    @Override</a:t>
            </a:r>
          </a:p>
          <a:p>
            <a:r>
              <a:rPr lang="en-US" dirty="0"/>
              <a:t>    public void stop(</a:t>
            </a:r>
            <a:r>
              <a:rPr lang="en-US" dirty="0" err="1"/>
              <a:t>MediaPlayer</a:t>
            </a:r>
            <a:r>
              <a:rPr lang="en-US" dirty="0"/>
              <a:t> context) {</a:t>
            </a:r>
          </a:p>
          <a:p>
            <a:r>
              <a:rPr lang="en-US" dirty="0"/>
              <a:t>        </a:t>
            </a:r>
            <a:r>
              <a:rPr lang="en-US" dirty="0" err="1"/>
              <a:t>System.out.println</a:t>
            </a:r>
            <a:r>
              <a:rPr lang="en-US" dirty="0"/>
              <a:t>("Stopping media...");</a:t>
            </a:r>
          </a:p>
          <a:p>
            <a:r>
              <a:rPr lang="en-US" dirty="0"/>
              <a:t>        </a:t>
            </a:r>
            <a:r>
              <a:rPr lang="en-US" dirty="0" err="1"/>
              <a:t>context.setState</a:t>
            </a:r>
            <a:r>
              <a:rPr lang="en-US" dirty="0"/>
              <a:t>(new </a:t>
            </a:r>
            <a:r>
              <a:rPr lang="en-US" dirty="0" err="1"/>
              <a:t>StoppedState</a:t>
            </a:r>
            <a:r>
              <a:rPr lang="en-US" dirty="0"/>
              <a:t>());</a:t>
            </a:r>
          </a:p>
          <a:p>
            <a:r>
              <a:rPr lang="en-US" dirty="0"/>
              <a:t>    }</a:t>
            </a:r>
          </a:p>
          <a:p>
            <a:r>
              <a:rPr lang="en-US" dirty="0"/>
              <a:t>}</a:t>
            </a:r>
          </a:p>
          <a:p>
            <a:r>
              <a:rPr lang="en-US" dirty="0"/>
              <a:t>// Similarly, for </a:t>
            </a:r>
            <a:r>
              <a:rPr lang="en-US" dirty="0" err="1"/>
              <a:t>PauseState</a:t>
            </a:r>
            <a:r>
              <a:rPr lang="en-US" dirty="0"/>
              <a:t> and </a:t>
            </a:r>
            <a:r>
              <a:rPr lang="en-US" dirty="0" err="1"/>
              <a:t>StopState</a:t>
            </a:r>
            <a:endParaRPr lang="en-US" dirty="0"/>
          </a:p>
        </p:txBody>
      </p:sp>
      <p:sp>
        <p:nvSpPr>
          <p:cNvPr id="12" name="Title 11">
            <a:extLst>
              <a:ext uri="{FF2B5EF4-FFF2-40B4-BE49-F238E27FC236}">
                <a16:creationId xmlns:a16="http://schemas.microsoft.com/office/drawing/2014/main" id="{D96CEEBF-7F09-E0D1-A491-8FE6F7788BF1}"/>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5142B23C-A950-A447-70A2-49E04CCDB025}"/>
              </a:ext>
            </a:extLst>
          </p:cNvPr>
          <p:cNvSpPr>
            <a:spLocks noGrp="1"/>
          </p:cNvSpPr>
          <p:nvPr>
            <p:ph idx="13"/>
          </p:nvPr>
        </p:nvSpPr>
        <p:spPr/>
        <p:txBody>
          <a:bodyPr/>
          <a:lstStyle/>
          <a:p>
            <a:r>
              <a:rPr lang="en-US" dirty="0"/>
              <a:t>Interface </a:t>
            </a:r>
            <a:r>
              <a:rPr lang="en-US" dirty="0" err="1">
                <a:latin typeface="Consolas" panose="020B0609020204030204" pitchFamily="49" charset="0"/>
              </a:rPr>
              <a:t>MediaPlayerState</a:t>
            </a:r>
            <a:endParaRPr lang="en-US" dirty="0">
              <a:latin typeface="Consolas" panose="020B0609020204030204" pitchFamily="49" charset="0"/>
            </a:endParaRPr>
          </a:p>
          <a:p>
            <a:pPr lvl="1"/>
            <a:r>
              <a:rPr lang="en-US" dirty="0"/>
              <a:t>Concrete subclasses for </a:t>
            </a:r>
            <a:r>
              <a:rPr lang="en-US" dirty="0" err="1">
                <a:latin typeface="Consolas" panose="020B0609020204030204" pitchFamily="49" charset="0"/>
              </a:rPr>
              <a:t>PlayState</a:t>
            </a:r>
            <a:r>
              <a:rPr lang="en-US" dirty="0"/>
              <a:t>, </a:t>
            </a:r>
            <a:r>
              <a:rPr lang="en-US" dirty="0" err="1">
                <a:latin typeface="Consolas" panose="020B0609020204030204" pitchFamily="49" charset="0"/>
              </a:rPr>
              <a:t>PauseState</a:t>
            </a:r>
            <a:r>
              <a:rPr lang="en-US" dirty="0"/>
              <a:t>, and </a:t>
            </a:r>
            <a:r>
              <a:rPr lang="en-US" dirty="0" err="1">
                <a:latin typeface="Consolas" panose="020B0609020204030204" pitchFamily="49" charset="0"/>
              </a:rPr>
              <a:t>StopState</a:t>
            </a:r>
            <a:endParaRPr lang="en-US" dirty="0">
              <a:latin typeface="Consolas" panose="020B0609020204030204" pitchFamily="49" charset="0"/>
            </a:endParaRPr>
          </a:p>
          <a:p>
            <a:endParaRPr lang="en-US" dirty="0">
              <a:latin typeface="Consolas" panose="020B0609020204030204" pitchFamily="49" charset="0"/>
            </a:endParaRPr>
          </a:p>
        </p:txBody>
      </p:sp>
      <p:sp>
        <p:nvSpPr>
          <p:cNvPr id="2" name="Rectangle 1">
            <a:extLst>
              <a:ext uri="{FF2B5EF4-FFF2-40B4-BE49-F238E27FC236}">
                <a16:creationId xmlns:a16="http://schemas.microsoft.com/office/drawing/2014/main" id="{D7CE0F6C-5223-CF2D-C038-89302D21B3A1}"/>
              </a:ext>
            </a:extLst>
          </p:cNvPr>
          <p:cNvSpPr/>
          <p:nvPr/>
        </p:nvSpPr>
        <p:spPr>
          <a:xfrm>
            <a:off x="6176512" y="696277"/>
            <a:ext cx="4812499" cy="109735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D8771A5C-B82E-6B3F-3B64-B792A1FAFEDE}"/>
              </a:ext>
            </a:extLst>
          </p:cNvPr>
          <p:cNvSpPr/>
          <p:nvPr/>
        </p:nvSpPr>
        <p:spPr>
          <a:xfrm>
            <a:off x="6176511" y="1882358"/>
            <a:ext cx="4812499" cy="372332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TextBox 3">
            <a:extLst>
              <a:ext uri="{FF2B5EF4-FFF2-40B4-BE49-F238E27FC236}">
                <a16:creationId xmlns:a16="http://schemas.microsoft.com/office/drawing/2014/main" id="{B8A7DD9A-87E0-1F6E-FD07-2F0DF5C4A784}"/>
              </a:ext>
            </a:extLst>
          </p:cNvPr>
          <p:cNvSpPr txBox="1"/>
          <p:nvPr/>
        </p:nvSpPr>
        <p:spPr>
          <a:xfrm>
            <a:off x="1746758" y="4060542"/>
            <a:ext cx="4314001" cy="461665"/>
          </a:xfrm>
          <a:prstGeom prst="rect">
            <a:avLst/>
          </a:prstGeom>
          <a:noFill/>
        </p:spPr>
        <p:txBody>
          <a:bodyPr wrap="none" rtlCol="0">
            <a:spAutoFit/>
          </a:bodyPr>
          <a:lstStyle/>
          <a:p>
            <a:r>
              <a:rPr lang="en-US" sz="2400" b="1" i="1" dirty="0"/>
              <a:t>Now what if you miss one state?</a:t>
            </a:r>
          </a:p>
        </p:txBody>
      </p:sp>
    </p:spTree>
    <p:extLst>
      <p:ext uri="{BB962C8B-B14F-4D97-AF65-F5344CB8AC3E}">
        <p14:creationId xmlns:p14="http://schemas.microsoft.com/office/powerpoint/2010/main" val="17741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142A5-1854-73E8-AED8-865F7824192F}"/>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842AD03-645F-EE4E-77E1-C4CDA8ED19AC}"/>
              </a:ext>
            </a:extLst>
          </p:cNvPr>
          <p:cNvSpPr>
            <a:spLocks noGrp="1"/>
          </p:cNvSpPr>
          <p:nvPr>
            <p:ph idx="1"/>
          </p:nvPr>
        </p:nvSpPr>
        <p:spPr/>
        <p:txBody>
          <a:bodyPr>
            <a:normAutofit fontScale="92500" lnSpcReduction="10000"/>
          </a:bodyPr>
          <a:lstStyle/>
          <a:p>
            <a:r>
              <a:rPr lang="en-US" dirty="0"/>
              <a:t>class </a:t>
            </a:r>
            <a:r>
              <a:rPr lang="en-US" dirty="0" err="1"/>
              <a:t>MediaPlayer</a:t>
            </a:r>
            <a:r>
              <a:rPr lang="en-US" dirty="0"/>
              <a:t> {</a:t>
            </a:r>
          </a:p>
          <a:p>
            <a:r>
              <a:rPr lang="en-US" dirty="0"/>
              <a:t>    private </a:t>
            </a:r>
            <a:r>
              <a:rPr lang="en-US" dirty="0" err="1"/>
              <a:t>MediaPlayerState</a:t>
            </a:r>
            <a:r>
              <a:rPr lang="en-US" dirty="0"/>
              <a:t> </a:t>
            </a:r>
            <a:r>
              <a:rPr lang="en-US" dirty="0" err="1"/>
              <a:t>currentState</a:t>
            </a:r>
            <a:r>
              <a:rPr lang="en-US" dirty="0"/>
              <a:t>;</a:t>
            </a:r>
          </a:p>
          <a:p>
            <a:endParaRPr lang="en-US" dirty="0"/>
          </a:p>
          <a:p>
            <a:r>
              <a:rPr lang="en-US" dirty="0"/>
              <a:t>    public </a:t>
            </a:r>
            <a:r>
              <a:rPr lang="en-US" dirty="0" err="1"/>
              <a:t>MediaPlayer</a:t>
            </a:r>
            <a:r>
              <a:rPr lang="en-US" dirty="0"/>
              <a:t>() {</a:t>
            </a:r>
          </a:p>
          <a:p>
            <a:r>
              <a:rPr lang="en-US" dirty="0"/>
              <a:t>        // Default state is "Stopped"</a:t>
            </a:r>
          </a:p>
          <a:p>
            <a:r>
              <a:rPr lang="en-US" dirty="0"/>
              <a:t>        </a:t>
            </a:r>
            <a:r>
              <a:rPr lang="en-US" dirty="0" err="1"/>
              <a:t>this.currentState</a:t>
            </a:r>
            <a:r>
              <a:rPr lang="en-US" dirty="0"/>
              <a:t> = new </a:t>
            </a:r>
            <a:r>
              <a:rPr lang="en-US" dirty="0" err="1"/>
              <a:t>StoppedState</a:t>
            </a:r>
            <a:r>
              <a:rPr lang="en-US" dirty="0"/>
              <a:t>();</a:t>
            </a:r>
          </a:p>
          <a:p>
            <a:r>
              <a:rPr lang="en-US" dirty="0"/>
              <a:t>    }</a:t>
            </a:r>
          </a:p>
          <a:p>
            <a:endParaRPr lang="en-US" dirty="0"/>
          </a:p>
          <a:p>
            <a:r>
              <a:rPr lang="en-US" dirty="0"/>
              <a:t>    public void </a:t>
            </a:r>
            <a:r>
              <a:rPr lang="en-US" dirty="0" err="1"/>
              <a:t>setState</a:t>
            </a:r>
            <a:r>
              <a:rPr lang="en-US" dirty="0"/>
              <a:t>(</a:t>
            </a:r>
            <a:r>
              <a:rPr lang="en-US" dirty="0" err="1"/>
              <a:t>MediaPlayerState</a:t>
            </a:r>
            <a:r>
              <a:rPr lang="en-US" dirty="0"/>
              <a:t> state) {</a:t>
            </a:r>
          </a:p>
          <a:p>
            <a:r>
              <a:rPr lang="en-US" dirty="0"/>
              <a:t>        </a:t>
            </a:r>
            <a:r>
              <a:rPr lang="en-US" dirty="0" err="1"/>
              <a:t>this.currentState</a:t>
            </a:r>
            <a:r>
              <a:rPr lang="en-US" dirty="0"/>
              <a:t> = state;</a:t>
            </a:r>
          </a:p>
          <a:p>
            <a:r>
              <a:rPr lang="en-US" dirty="0"/>
              <a:t>    }</a:t>
            </a:r>
          </a:p>
          <a:p>
            <a:endParaRPr lang="en-US" dirty="0"/>
          </a:p>
          <a:p>
            <a:r>
              <a:rPr lang="en-US" dirty="0"/>
              <a:t>    public void play() {</a:t>
            </a:r>
          </a:p>
          <a:p>
            <a:r>
              <a:rPr lang="en-US" dirty="0"/>
              <a:t>        </a:t>
            </a:r>
            <a:r>
              <a:rPr lang="en-US" dirty="0" err="1"/>
              <a:t>currentState.play</a:t>
            </a:r>
            <a:r>
              <a:rPr lang="en-US" dirty="0"/>
              <a:t>(this);</a:t>
            </a:r>
          </a:p>
          <a:p>
            <a:r>
              <a:rPr lang="en-US" dirty="0"/>
              <a:t>    }</a:t>
            </a:r>
          </a:p>
          <a:p>
            <a:endParaRPr lang="en-US" dirty="0"/>
          </a:p>
          <a:p>
            <a:r>
              <a:rPr lang="en-US" dirty="0"/>
              <a:t>    public void pause() {</a:t>
            </a:r>
          </a:p>
          <a:p>
            <a:r>
              <a:rPr lang="en-US" dirty="0"/>
              <a:t>        </a:t>
            </a:r>
            <a:r>
              <a:rPr lang="en-US" dirty="0" err="1"/>
              <a:t>currentState.pause</a:t>
            </a:r>
            <a:r>
              <a:rPr lang="en-US" dirty="0"/>
              <a:t>(this);</a:t>
            </a:r>
          </a:p>
          <a:p>
            <a:r>
              <a:rPr lang="en-US" dirty="0"/>
              <a:t>    }</a:t>
            </a:r>
          </a:p>
          <a:p>
            <a:endParaRPr lang="en-US" dirty="0"/>
          </a:p>
          <a:p>
            <a:r>
              <a:rPr lang="en-US" dirty="0"/>
              <a:t>    public void stop() {</a:t>
            </a:r>
          </a:p>
          <a:p>
            <a:r>
              <a:rPr lang="en-US" dirty="0"/>
              <a:t>        </a:t>
            </a:r>
            <a:r>
              <a:rPr lang="en-US" dirty="0" err="1"/>
              <a:t>currentState.stop</a:t>
            </a:r>
            <a:r>
              <a:rPr lang="en-US" dirty="0"/>
              <a:t>(this);</a:t>
            </a:r>
          </a:p>
          <a:p>
            <a:r>
              <a:rPr lang="en-US" dirty="0"/>
              <a:t>    }</a:t>
            </a:r>
          </a:p>
          <a:p>
            <a:r>
              <a:rPr lang="en-US" dirty="0"/>
              <a:t>}</a:t>
            </a:r>
          </a:p>
        </p:txBody>
      </p:sp>
      <p:sp>
        <p:nvSpPr>
          <p:cNvPr id="12" name="Title 11">
            <a:extLst>
              <a:ext uri="{FF2B5EF4-FFF2-40B4-BE49-F238E27FC236}">
                <a16:creationId xmlns:a16="http://schemas.microsoft.com/office/drawing/2014/main" id="{FE0C892A-1F41-16C0-3CA9-D56B64411432}"/>
              </a:ext>
            </a:extLst>
          </p:cNvPr>
          <p:cNvSpPr>
            <a:spLocks noGrp="1"/>
          </p:cNvSpPr>
          <p:nvPr>
            <p:ph type="title"/>
          </p:nvPr>
        </p:nvSpPr>
        <p:spPr/>
        <p:txBody>
          <a:bodyPr/>
          <a:lstStyle/>
          <a:p>
            <a:r>
              <a:rPr lang="en-US" dirty="0"/>
              <a:t>With state design pattern</a:t>
            </a:r>
          </a:p>
        </p:txBody>
      </p:sp>
      <p:sp>
        <p:nvSpPr>
          <p:cNvPr id="8" name="Content Placeholder 7">
            <a:extLst>
              <a:ext uri="{FF2B5EF4-FFF2-40B4-BE49-F238E27FC236}">
                <a16:creationId xmlns:a16="http://schemas.microsoft.com/office/drawing/2014/main" id="{0DB31E52-0088-F21A-E63D-70E74A42C081}"/>
              </a:ext>
            </a:extLst>
          </p:cNvPr>
          <p:cNvSpPr>
            <a:spLocks noGrp="1"/>
          </p:cNvSpPr>
          <p:nvPr>
            <p:ph idx="13"/>
          </p:nvPr>
        </p:nvSpPr>
        <p:spPr/>
        <p:txBody>
          <a:bodyPr/>
          <a:lstStyle/>
          <a:p>
            <a:r>
              <a:rPr lang="en-US" dirty="0" err="1">
                <a:latin typeface="Consolas" panose="020B0609020204030204" pitchFamily="49" charset="0"/>
              </a:rPr>
              <a:t>MediaPlayer</a:t>
            </a:r>
            <a:r>
              <a:rPr lang="en-US" dirty="0"/>
              <a:t> class maintains a reference to the current state </a:t>
            </a:r>
          </a:p>
          <a:p>
            <a:r>
              <a:rPr lang="en-US" dirty="0"/>
              <a:t>Delegates behavior to the current state</a:t>
            </a:r>
          </a:p>
          <a:p>
            <a:r>
              <a:rPr lang="en-US" dirty="0"/>
              <a:t>The state transition logic for each state is encapsulated in the state object</a:t>
            </a:r>
          </a:p>
          <a:p>
            <a:r>
              <a:rPr lang="en-US" dirty="0"/>
              <a:t>No messy </a:t>
            </a:r>
            <a:r>
              <a:rPr lang="en-US" dirty="0">
                <a:latin typeface="Consolas" panose="020B0609020204030204" pitchFamily="49" charset="0"/>
              </a:rPr>
              <a:t>if-else</a:t>
            </a:r>
            <a:r>
              <a:rPr lang="en-US" dirty="0"/>
              <a:t> statements</a:t>
            </a:r>
          </a:p>
        </p:txBody>
      </p:sp>
      <p:sp>
        <p:nvSpPr>
          <p:cNvPr id="2" name="Rectangle 1">
            <a:extLst>
              <a:ext uri="{FF2B5EF4-FFF2-40B4-BE49-F238E27FC236}">
                <a16:creationId xmlns:a16="http://schemas.microsoft.com/office/drawing/2014/main" id="{43905CB6-8620-683E-B54B-9602E2B3EA0D}"/>
              </a:ext>
            </a:extLst>
          </p:cNvPr>
          <p:cNvSpPr/>
          <p:nvPr/>
        </p:nvSpPr>
        <p:spPr>
          <a:xfrm>
            <a:off x="6176511" y="3184358"/>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0E60F7FF-AC4F-FDEC-78DC-96CA1AD19896}"/>
              </a:ext>
            </a:extLst>
          </p:cNvPr>
          <p:cNvSpPr/>
          <p:nvPr/>
        </p:nvSpPr>
        <p:spPr>
          <a:xfrm>
            <a:off x="6176511" y="3970421"/>
            <a:ext cx="5871110" cy="786063"/>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6EE54078-78CE-FA31-2472-7F35AE9112B9}"/>
              </a:ext>
            </a:extLst>
          </p:cNvPr>
          <p:cNvSpPr/>
          <p:nvPr/>
        </p:nvSpPr>
        <p:spPr>
          <a:xfrm>
            <a:off x="6176511" y="4756484"/>
            <a:ext cx="5871110" cy="87429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3048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839C4-E4EA-61E3-C2B6-C495B45BF517}"/>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4F27F92-91BC-5FED-575C-AC4CE55607CD}"/>
              </a:ext>
            </a:extLst>
          </p:cNvPr>
          <p:cNvSpPr>
            <a:spLocks noGrp="1"/>
          </p:cNvSpPr>
          <p:nvPr>
            <p:ph idx="1"/>
          </p:nvPr>
        </p:nvSpPr>
        <p:spPr/>
        <p:txBody>
          <a:bodyPr/>
          <a:lstStyle/>
          <a:p>
            <a:r>
              <a:rPr lang="en-US" dirty="0"/>
              <a:t>Allow an object to alter its behavior when its internal state changes</a:t>
            </a:r>
          </a:p>
          <a:p>
            <a:r>
              <a:rPr lang="en-US" dirty="0"/>
              <a:t>The object will </a:t>
            </a:r>
            <a:r>
              <a:rPr lang="en-US" i="1" dirty="0"/>
              <a:t>appear</a:t>
            </a:r>
            <a:r>
              <a:rPr lang="en-US" dirty="0"/>
              <a:t> to have changed its class</a:t>
            </a:r>
          </a:p>
        </p:txBody>
      </p:sp>
      <p:sp>
        <p:nvSpPr>
          <p:cNvPr id="12" name="Title 11">
            <a:extLst>
              <a:ext uri="{FF2B5EF4-FFF2-40B4-BE49-F238E27FC236}">
                <a16:creationId xmlns:a16="http://schemas.microsoft.com/office/drawing/2014/main" id="{2929BFDC-E3E7-EBD1-2F74-3570EE389521}"/>
              </a:ext>
            </a:extLst>
          </p:cNvPr>
          <p:cNvSpPr>
            <a:spLocks noGrp="1"/>
          </p:cNvSpPr>
          <p:nvPr>
            <p:ph type="title"/>
          </p:nvPr>
        </p:nvSpPr>
        <p:spPr/>
        <p:txBody>
          <a:bodyPr/>
          <a:lstStyle/>
          <a:p>
            <a:r>
              <a:rPr lang="en-US" dirty="0"/>
              <a:t>State design pattern</a:t>
            </a:r>
          </a:p>
        </p:txBody>
      </p:sp>
    </p:spTree>
    <p:extLst>
      <p:ext uri="{BB962C8B-B14F-4D97-AF65-F5344CB8AC3E}">
        <p14:creationId xmlns:p14="http://schemas.microsoft.com/office/powerpoint/2010/main" val="18603031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913F-FAD5-ACD0-D065-3A55CEF94E68}"/>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9533BCF-072E-C033-9FEF-1E7E9F4B59B3}"/>
              </a:ext>
            </a:extLst>
          </p:cNvPr>
          <p:cNvSpPr>
            <a:spLocks noGrp="1"/>
          </p:cNvSpPr>
          <p:nvPr>
            <p:ph idx="1"/>
          </p:nvPr>
        </p:nvSpPr>
        <p:spPr/>
        <p:txBody>
          <a:bodyPr/>
          <a:lstStyle/>
          <a:p>
            <a:r>
              <a:rPr lang="en-US" dirty="0"/>
              <a:t>Localizes state-specific behavior and partitions behavior for different states</a:t>
            </a:r>
          </a:p>
          <a:p>
            <a:r>
              <a:rPr lang="en-US" dirty="0"/>
              <a:t>Makes state transitions explicit</a:t>
            </a:r>
          </a:p>
          <a:p>
            <a:pPr lvl="1"/>
            <a:r>
              <a:rPr lang="en-US" dirty="0"/>
              <a:t>When state is represented by internal values, it’s state representation has no explicit representation</a:t>
            </a:r>
          </a:p>
          <a:p>
            <a:pPr lvl="1"/>
            <a:r>
              <a:rPr lang="en-US" dirty="0"/>
              <a:t>Introducing state objects makes the state explicit</a:t>
            </a:r>
          </a:p>
        </p:txBody>
      </p:sp>
      <p:sp>
        <p:nvSpPr>
          <p:cNvPr id="12" name="Title 11">
            <a:extLst>
              <a:ext uri="{FF2B5EF4-FFF2-40B4-BE49-F238E27FC236}">
                <a16:creationId xmlns:a16="http://schemas.microsoft.com/office/drawing/2014/main" id="{2358786D-4DA1-807E-93F9-F3C9AF5B55F3}"/>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39356367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C29FC-777A-6DC2-9C1A-3FC63E08E7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72D0B7-E0D0-5FB1-ACFE-BBE14BFDDEE6}"/>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5A02B8B-21C6-D620-38A3-EEF8D52BC0B6}"/>
              </a:ext>
            </a:extLst>
          </p:cNvPr>
          <p:cNvSpPr>
            <a:spLocks noGrp="1"/>
          </p:cNvSpPr>
          <p:nvPr>
            <p:ph type="body" sz="quarter" idx="13"/>
          </p:nvPr>
        </p:nvSpPr>
        <p:spPr/>
        <p:txBody>
          <a:bodyPr/>
          <a:lstStyle/>
          <a:p>
            <a:r>
              <a:rPr lang="en-US" sz="3200" dirty="0"/>
              <a:t>Template method design pattern</a:t>
            </a:r>
          </a:p>
        </p:txBody>
      </p:sp>
    </p:spTree>
    <p:extLst>
      <p:ext uri="{BB962C8B-B14F-4D97-AF65-F5344CB8AC3E}">
        <p14:creationId xmlns:p14="http://schemas.microsoft.com/office/powerpoint/2010/main" val="20051849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E68F-74E8-7A3A-1383-FA389C6F6B2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D1E3E7-2460-3C05-FC22-D1CF12EF4CCB}"/>
              </a:ext>
            </a:extLst>
          </p:cNvPr>
          <p:cNvSpPr>
            <a:spLocks noGrp="1"/>
          </p:cNvSpPr>
          <p:nvPr>
            <p:ph idx="1"/>
          </p:nvPr>
        </p:nvSpPr>
        <p:spPr/>
        <p:txBody>
          <a:bodyPr/>
          <a:lstStyle/>
          <a:p>
            <a:r>
              <a:rPr lang="en-US" dirty="0"/>
              <a:t>Given a graph represented as an adjacency list in a file, find all paths from a source node to a destination node, and print them</a:t>
            </a:r>
          </a:p>
          <a:p>
            <a:r>
              <a:rPr lang="en-US" dirty="0"/>
              <a:t>Solution structure</a:t>
            </a:r>
          </a:p>
          <a:p>
            <a:pPr lvl="1"/>
            <a:r>
              <a:rPr lang="en-US" dirty="0"/>
              <a:t>Initialize the graph</a:t>
            </a:r>
          </a:p>
          <a:p>
            <a:pPr lvl="1"/>
            <a:r>
              <a:rPr lang="en-US" dirty="0"/>
              <a:t>Traverse the graph using BFS or DFS</a:t>
            </a:r>
          </a:p>
          <a:p>
            <a:pPr lvl="1"/>
            <a:r>
              <a:rPr lang="en-US" dirty="0"/>
              <a:t>Print the results</a:t>
            </a:r>
          </a:p>
        </p:txBody>
      </p:sp>
      <p:sp>
        <p:nvSpPr>
          <p:cNvPr id="12" name="Title 11">
            <a:extLst>
              <a:ext uri="{FF2B5EF4-FFF2-40B4-BE49-F238E27FC236}">
                <a16:creationId xmlns:a16="http://schemas.microsoft.com/office/drawing/2014/main" id="{78F21495-EC54-B8F8-947D-6F76FCCD8904}"/>
              </a:ext>
            </a:extLst>
          </p:cNvPr>
          <p:cNvSpPr>
            <a:spLocks noGrp="1"/>
          </p:cNvSpPr>
          <p:nvPr>
            <p:ph type="title"/>
          </p:nvPr>
        </p:nvSpPr>
        <p:spPr/>
        <p:txBody>
          <a:bodyPr/>
          <a:lstStyle/>
          <a:p>
            <a:r>
              <a:rPr lang="en-US" dirty="0"/>
              <a:t>Case study: find all paths from source to destination</a:t>
            </a:r>
          </a:p>
        </p:txBody>
      </p:sp>
    </p:spTree>
    <p:extLst>
      <p:ext uri="{BB962C8B-B14F-4D97-AF65-F5344CB8AC3E}">
        <p14:creationId xmlns:p14="http://schemas.microsoft.com/office/powerpoint/2010/main" val="400715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C6A1-025B-5066-7833-B1E6FFABEBCC}"/>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7F2406D-0A47-4025-C260-3F0337B10C05}"/>
              </a:ext>
            </a:extLst>
          </p:cNvPr>
          <p:cNvSpPr>
            <a:spLocks noGrp="1"/>
          </p:cNvSpPr>
          <p:nvPr>
            <p:ph idx="1"/>
          </p:nvPr>
        </p:nvSpPr>
        <p:spPr>
          <a:xfrm>
            <a:off x="6176512" y="785004"/>
            <a:ext cx="6015488" cy="5135149"/>
          </a:xfrm>
        </p:spPr>
        <p:txBody>
          <a:bodyPr>
            <a:normAutofit fontScale="77500" lnSpcReduction="20000"/>
          </a:bodyPr>
          <a:lstStyle/>
          <a:p>
            <a:r>
              <a:rPr lang="en-US" dirty="0"/>
              <a:t>abstract class </a:t>
            </a:r>
            <a:r>
              <a:rPr lang="en-US" dirty="0" err="1"/>
              <a:t>GraphPathFinder</a:t>
            </a:r>
            <a:r>
              <a:rPr lang="en-US" dirty="0"/>
              <a:t> {</a:t>
            </a:r>
          </a:p>
          <a:p>
            <a:r>
              <a:rPr lang="en-US" dirty="0"/>
              <a:t>    protected Map&lt;Integer, List&lt;Integer&gt;&gt; graph = new HashMap&lt;&gt;();</a:t>
            </a:r>
          </a:p>
          <a:p>
            <a:r>
              <a:rPr lang="en-US" dirty="0"/>
              <a:t>    protected List&lt;List&lt;Integer&gt;&gt; </a:t>
            </a:r>
            <a:r>
              <a:rPr lang="en-US" dirty="0" err="1"/>
              <a:t>allPaths</a:t>
            </a:r>
            <a:r>
              <a:rPr lang="en-US" dirty="0"/>
              <a:t> = new </a:t>
            </a:r>
            <a:r>
              <a:rPr lang="en-US" dirty="0" err="1"/>
              <a:t>ArrayList</a:t>
            </a:r>
            <a:r>
              <a:rPr lang="en-US" dirty="0"/>
              <a:t>&lt;&gt;();</a:t>
            </a:r>
          </a:p>
          <a:p>
            <a:r>
              <a:rPr lang="en-US" dirty="0"/>
              <a:t>    protected int source, destination;</a:t>
            </a:r>
          </a:p>
          <a:p>
            <a:endParaRPr lang="en-US" dirty="0"/>
          </a:p>
          <a:p>
            <a:r>
              <a:rPr lang="en-US" dirty="0"/>
              <a:t>    // Template method</a:t>
            </a:r>
          </a:p>
          <a:p>
            <a:r>
              <a:rPr lang="en-US" dirty="0"/>
              <a:t>    public final void </a:t>
            </a:r>
            <a:r>
              <a:rPr lang="en-US" dirty="0" err="1"/>
              <a:t>findPaths</a:t>
            </a:r>
            <a:r>
              <a:rPr lang="en-US" dirty="0"/>
              <a:t>(int source, int destination) {</a:t>
            </a:r>
          </a:p>
          <a:p>
            <a:r>
              <a:rPr lang="en-US" dirty="0"/>
              <a:t>        </a:t>
            </a:r>
            <a:r>
              <a:rPr lang="en-US" dirty="0" err="1"/>
              <a:t>this.source</a:t>
            </a:r>
            <a:r>
              <a:rPr lang="en-US" dirty="0"/>
              <a:t> = source;</a:t>
            </a:r>
          </a:p>
          <a:p>
            <a:r>
              <a:rPr lang="en-US" dirty="0"/>
              <a:t>        </a:t>
            </a:r>
            <a:r>
              <a:rPr lang="en-US" dirty="0" err="1"/>
              <a:t>this.destination</a:t>
            </a:r>
            <a:r>
              <a:rPr lang="en-US" dirty="0"/>
              <a:t> = destination;</a:t>
            </a:r>
          </a:p>
          <a:p>
            <a:r>
              <a:rPr lang="en-US" dirty="0"/>
              <a:t>        initialize();</a:t>
            </a:r>
          </a:p>
          <a:p>
            <a:r>
              <a:rPr lang="en-US" dirty="0"/>
              <a:t>        </a:t>
            </a:r>
            <a:r>
              <a:rPr lang="en-US" dirty="0" err="1"/>
              <a:t>traverseGraph</a:t>
            </a:r>
            <a:r>
              <a:rPr lang="en-US" dirty="0"/>
              <a:t>();</a:t>
            </a:r>
          </a:p>
          <a:p>
            <a:r>
              <a:rPr lang="en-US" dirty="0"/>
              <a:t>        </a:t>
            </a:r>
            <a:r>
              <a:rPr lang="en-US" dirty="0" err="1"/>
              <a:t>collectResults</a:t>
            </a:r>
            <a:r>
              <a:rPr lang="en-US" dirty="0"/>
              <a:t>();</a:t>
            </a:r>
          </a:p>
          <a:p>
            <a:r>
              <a:rPr lang="en-US" dirty="0"/>
              <a:t>    }</a:t>
            </a:r>
          </a:p>
          <a:p>
            <a:endParaRPr lang="en-US" dirty="0"/>
          </a:p>
          <a:p>
            <a:r>
              <a:rPr lang="en-US" dirty="0"/>
              <a:t>    // Initialize the graph</a:t>
            </a:r>
          </a:p>
          <a:p>
            <a:r>
              <a:rPr lang="en-US" dirty="0"/>
              <a:t>    protected void initialize() {</a:t>
            </a:r>
          </a:p>
          <a:p>
            <a:r>
              <a:rPr lang="en-US" dirty="0"/>
              <a:t>        </a:t>
            </a:r>
            <a:r>
              <a:rPr lang="en-US" dirty="0" err="1"/>
              <a:t>System.out.println</a:t>
            </a:r>
            <a:r>
              <a:rPr lang="en-US" dirty="0"/>
              <a:t>("Initializing graph...");</a:t>
            </a:r>
          </a:p>
          <a:p>
            <a:r>
              <a:rPr lang="en-US" dirty="0"/>
              <a:t>	   graph = </a:t>
            </a:r>
            <a:r>
              <a:rPr lang="en-US" dirty="0" err="1"/>
              <a:t>readFile</a:t>
            </a:r>
            <a:r>
              <a:rPr lang="en-US" dirty="0"/>
              <a:t>();</a:t>
            </a:r>
          </a:p>
          <a:p>
            <a:r>
              <a:rPr lang="en-US" dirty="0"/>
              <a:t>	  // more initialization</a:t>
            </a:r>
          </a:p>
          <a:p>
            <a:r>
              <a:rPr lang="en-US" dirty="0"/>
              <a:t>       </a:t>
            </a:r>
          </a:p>
          <a:p>
            <a:r>
              <a:rPr lang="en-US" dirty="0"/>
              <a:t>    }</a:t>
            </a:r>
          </a:p>
          <a:p>
            <a:endParaRPr lang="en-US" dirty="0"/>
          </a:p>
          <a:p>
            <a:r>
              <a:rPr lang="en-US" dirty="0"/>
              <a:t>    // Abstract method for traversal (BFS or DFS)</a:t>
            </a:r>
          </a:p>
          <a:p>
            <a:r>
              <a:rPr lang="en-US" dirty="0"/>
              <a:t>    protected abstract void </a:t>
            </a:r>
            <a:r>
              <a:rPr lang="en-US" dirty="0" err="1"/>
              <a:t>traverseGraph</a:t>
            </a:r>
            <a:r>
              <a:rPr lang="en-US" dirty="0"/>
              <a:t>();</a:t>
            </a:r>
          </a:p>
          <a:p>
            <a:endParaRPr lang="en-US" dirty="0"/>
          </a:p>
          <a:p>
            <a:r>
              <a:rPr lang="en-US" dirty="0"/>
              <a:t>    // Collect and display the results</a:t>
            </a:r>
          </a:p>
          <a:p>
            <a:r>
              <a:rPr lang="en-US" dirty="0"/>
              <a:t>    protected void </a:t>
            </a:r>
            <a:r>
              <a:rPr lang="en-US" dirty="0" err="1"/>
              <a:t>collectResults</a:t>
            </a:r>
            <a:r>
              <a:rPr lang="en-US" dirty="0"/>
              <a:t>() {</a:t>
            </a:r>
          </a:p>
          <a:p>
            <a:r>
              <a:rPr lang="en-US" dirty="0"/>
              <a:t>	for (List&lt;Integer&gt; path : </a:t>
            </a:r>
            <a:r>
              <a:rPr lang="en-US" dirty="0" err="1"/>
              <a:t>allPaths</a:t>
            </a:r>
            <a:r>
              <a:rPr lang="en-US" dirty="0"/>
              <a:t>) {</a:t>
            </a:r>
          </a:p>
          <a:p>
            <a:r>
              <a:rPr lang="en-US" dirty="0"/>
              <a:t>            </a:t>
            </a:r>
            <a:r>
              <a:rPr lang="en-US" dirty="0" err="1"/>
              <a:t>System.out.println</a:t>
            </a:r>
            <a:r>
              <a:rPr lang="en-US" dirty="0"/>
              <a:t>(path);</a:t>
            </a:r>
          </a:p>
          <a:p>
            <a:r>
              <a:rPr lang="en-US" dirty="0"/>
              <a:t>        }</a:t>
            </a:r>
          </a:p>
          <a:p>
            <a:r>
              <a:rPr lang="en-US" dirty="0"/>
              <a:t>    }</a:t>
            </a:r>
          </a:p>
          <a:p>
            <a:r>
              <a:rPr lang="en-US" dirty="0"/>
              <a:t>}</a:t>
            </a:r>
          </a:p>
        </p:txBody>
      </p:sp>
      <p:sp>
        <p:nvSpPr>
          <p:cNvPr id="12" name="Title 11">
            <a:extLst>
              <a:ext uri="{FF2B5EF4-FFF2-40B4-BE49-F238E27FC236}">
                <a16:creationId xmlns:a16="http://schemas.microsoft.com/office/drawing/2014/main" id="{AF196AB8-83B9-F0F3-054C-DE5997F7AE99}"/>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A70228D-EEB7-3147-5E27-362C00E964A1}"/>
              </a:ext>
            </a:extLst>
          </p:cNvPr>
          <p:cNvSpPr>
            <a:spLocks noGrp="1"/>
          </p:cNvSpPr>
          <p:nvPr>
            <p:ph idx="13"/>
          </p:nvPr>
        </p:nvSpPr>
        <p:spPr/>
        <p:txBody>
          <a:bodyPr>
            <a:normAutofit/>
          </a:bodyPr>
          <a:lstStyle/>
          <a:p>
            <a:r>
              <a:rPr lang="en-US" dirty="0"/>
              <a:t>Abstract class </a:t>
            </a:r>
            <a:r>
              <a:rPr lang="en-US" dirty="0" err="1"/>
              <a:t>GraphPathFinder</a:t>
            </a:r>
            <a:endParaRPr lang="en-US" dirty="0"/>
          </a:p>
          <a:p>
            <a:pPr lvl="1"/>
            <a:r>
              <a:rPr lang="en-US" dirty="0"/>
              <a:t>Concrete method </a:t>
            </a:r>
            <a:r>
              <a:rPr lang="en-US" dirty="0" err="1">
                <a:latin typeface="Consolas" panose="020B0609020204030204" pitchFamily="49" charset="0"/>
              </a:rPr>
              <a:t>initializeGraph</a:t>
            </a:r>
            <a:r>
              <a:rPr lang="en-US" dirty="0">
                <a:latin typeface="Consolas" panose="020B0609020204030204" pitchFamily="49" charset="0"/>
              </a:rPr>
              <a:t>()</a:t>
            </a:r>
          </a:p>
          <a:p>
            <a:pPr lvl="1"/>
            <a:r>
              <a:rPr lang="en-US" dirty="0"/>
              <a:t>Concrete method </a:t>
            </a:r>
            <a:r>
              <a:rPr lang="en-US" dirty="0" err="1">
                <a:latin typeface="Consolas" panose="020B0609020204030204" pitchFamily="49" charset="0"/>
              </a:rPr>
              <a:t>collectResults</a:t>
            </a:r>
            <a:r>
              <a:rPr lang="en-US" dirty="0">
                <a:latin typeface="Consolas" panose="020B0609020204030204" pitchFamily="49" charset="0"/>
              </a:rPr>
              <a:t>()</a:t>
            </a:r>
          </a:p>
          <a:p>
            <a:pPr lvl="1"/>
            <a:r>
              <a:rPr lang="en-US" dirty="0"/>
              <a:t>Abstract method </a:t>
            </a:r>
            <a:r>
              <a:rPr lang="en-US" dirty="0">
                <a:latin typeface="Consolas" panose="020B0609020204030204" pitchFamily="49" charset="0"/>
              </a:rPr>
              <a:t>traverse()</a:t>
            </a:r>
          </a:p>
        </p:txBody>
      </p:sp>
      <p:sp>
        <p:nvSpPr>
          <p:cNvPr id="3" name="Rectangle 2">
            <a:extLst>
              <a:ext uri="{FF2B5EF4-FFF2-40B4-BE49-F238E27FC236}">
                <a16:creationId xmlns:a16="http://schemas.microsoft.com/office/drawing/2014/main" id="{C1DBFF6F-27EF-1C12-F023-E9C43298B525}"/>
              </a:ext>
            </a:extLst>
          </p:cNvPr>
          <p:cNvSpPr/>
          <p:nvPr/>
        </p:nvSpPr>
        <p:spPr>
          <a:xfrm>
            <a:off x="6176511" y="2087029"/>
            <a:ext cx="5871110" cy="55189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D1CA39A7-95EE-0579-9559-9324F7CA930C}"/>
              </a:ext>
            </a:extLst>
          </p:cNvPr>
          <p:cNvSpPr/>
          <p:nvPr/>
        </p:nvSpPr>
        <p:spPr>
          <a:xfrm>
            <a:off x="6176511" y="2800680"/>
            <a:ext cx="5871110" cy="114027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5" name="Rectangle 4">
            <a:extLst>
              <a:ext uri="{FF2B5EF4-FFF2-40B4-BE49-F238E27FC236}">
                <a16:creationId xmlns:a16="http://schemas.microsoft.com/office/drawing/2014/main" id="{860FC3D1-5A44-467E-86DF-5C27C1775255}"/>
              </a:ext>
            </a:extLst>
          </p:cNvPr>
          <p:cNvSpPr/>
          <p:nvPr/>
        </p:nvSpPr>
        <p:spPr>
          <a:xfrm>
            <a:off x="6176511" y="4360416"/>
            <a:ext cx="5871110" cy="1140272"/>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69844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827F-B87F-4D5D-C621-B8B570C653B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1890B3A-3FD1-2206-1FED-B1BAA32D2ABC}"/>
              </a:ext>
            </a:extLst>
          </p:cNvPr>
          <p:cNvSpPr>
            <a:spLocks noGrp="1"/>
          </p:cNvSpPr>
          <p:nvPr>
            <p:ph idx="1"/>
          </p:nvPr>
        </p:nvSpPr>
        <p:spPr>
          <a:xfrm>
            <a:off x="6176512" y="785004"/>
            <a:ext cx="6015488" cy="5135149"/>
          </a:xfrm>
        </p:spPr>
        <p:txBody>
          <a:bodyPr>
            <a:normAutofit fontScale="85000" lnSpcReduction="10000"/>
          </a:bodyPr>
          <a:lstStyle/>
          <a:p>
            <a:r>
              <a:rPr lang="en-US" dirty="0"/>
              <a:t>class </a:t>
            </a:r>
            <a:r>
              <a:rPr lang="en-US" dirty="0" err="1"/>
              <a:t>BFSPathFinder</a:t>
            </a:r>
            <a:r>
              <a:rPr lang="en-US" dirty="0"/>
              <a:t> extends </a:t>
            </a:r>
            <a:r>
              <a:rPr lang="en-US" dirty="0" err="1"/>
              <a:t>GraphPathFinder</a:t>
            </a:r>
            <a:r>
              <a:rPr lang="en-US" dirty="0"/>
              <a:t> {</a:t>
            </a:r>
          </a:p>
          <a:p>
            <a:r>
              <a:rPr lang="en-US" dirty="0"/>
              <a:t>    @Override</a:t>
            </a:r>
          </a:p>
          <a:p>
            <a:r>
              <a:rPr lang="en-US" dirty="0"/>
              <a:t>    protected void </a:t>
            </a:r>
            <a:r>
              <a:rPr lang="en-US" dirty="0" err="1"/>
              <a:t>traverseGraph</a:t>
            </a:r>
            <a:r>
              <a:rPr lang="en-US" dirty="0"/>
              <a:t>() {</a:t>
            </a:r>
          </a:p>
          <a:p>
            <a:r>
              <a:rPr lang="en-US" dirty="0"/>
              <a:t>        </a:t>
            </a:r>
            <a:r>
              <a:rPr lang="en-US" dirty="0" err="1"/>
              <a:t>System.out.println</a:t>
            </a:r>
            <a:r>
              <a:rPr lang="en-US" dirty="0"/>
              <a:t>("Using BFS for traversal...");</a:t>
            </a:r>
          </a:p>
          <a:p>
            <a:r>
              <a:rPr lang="en-US" dirty="0"/>
              <a:t>        Queue&lt;List&lt;Integer&gt;&gt; queue = new LinkedList&lt;&gt;();</a:t>
            </a:r>
          </a:p>
          <a:p>
            <a:r>
              <a:rPr lang="en-US" dirty="0"/>
              <a:t>        </a:t>
            </a:r>
            <a:r>
              <a:rPr lang="en-US" dirty="0" err="1"/>
              <a:t>queue.add</a:t>
            </a:r>
            <a:r>
              <a:rPr lang="en-US" dirty="0"/>
              <a:t>(</a:t>
            </a:r>
            <a:r>
              <a:rPr lang="en-US" dirty="0" err="1"/>
              <a:t>Arrays.asList</a:t>
            </a:r>
            <a:r>
              <a:rPr lang="en-US" dirty="0"/>
              <a:t>(source));</a:t>
            </a:r>
          </a:p>
          <a:p>
            <a:endParaRPr lang="en-US" dirty="0"/>
          </a:p>
          <a:p>
            <a:r>
              <a:rPr lang="en-US" dirty="0"/>
              <a:t>        while (!</a:t>
            </a:r>
            <a:r>
              <a:rPr lang="en-US" dirty="0" err="1"/>
              <a:t>queue.isEmpty</a:t>
            </a:r>
            <a:r>
              <a:rPr lang="en-US" dirty="0"/>
              <a:t>()) {</a:t>
            </a:r>
          </a:p>
          <a:p>
            <a:r>
              <a:rPr lang="en-US" dirty="0"/>
              <a:t>            List&lt;Integer&gt; path = </a:t>
            </a:r>
            <a:r>
              <a:rPr lang="en-US" dirty="0" err="1"/>
              <a:t>queue.poll</a:t>
            </a:r>
            <a:r>
              <a:rPr lang="en-US" dirty="0"/>
              <a:t>();</a:t>
            </a:r>
          </a:p>
          <a:p>
            <a:r>
              <a:rPr lang="en-US" dirty="0"/>
              <a:t>            int </a:t>
            </a:r>
            <a:r>
              <a:rPr lang="en-US" dirty="0" err="1"/>
              <a:t>currentNode</a:t>
            </a:r>
            <a:r>
              <a:rPr lang="en-US" dirty="0"/>
              <a:t> = </a:t>
            </a:r>
            <a:r>
              <a:rPr lang="en-US" dirty="0" err="1"/>
              <a:t>path.get</a:t>
            </a:r>
            <a:r>
              <a:rPr lang="en-US" dirty="0"/>
              <a:t>(</a:t>
            </a:r>
            <a:r>
              <a:rPr lang="en-US" dirty="0" err="1"/>
              <a:t>path.size</a:t>
            </a:r>
            <a:r>
              <a:rPr lang="en-US" dirty="0"/>
              <a:t>() - 1);</a:t>
            </a:r>
          </a:p>
          <a:p>
            <a:endParaRPr lang="en-US" dirty="0"/>
          </a:p>
          <a:p>
            <a:r>
              <a:rPr lang="en-US" dirty="0"/>
              <a:t>            if (</a:t>
            </a:r>
            <a:r>
              <a:rPr lang="en-US" dirty="0" err="1"/>
              <a:t>currentNode</a:t>
            </a:r>
            <a:r>
              <a:rPr lang="en-US" dirty="0"/>
              <a:t> == destination) {</a:t>
            </a:r>
          </a:p>
          <a:p>
            <a:r>
              <a:rPr lang="en-US" dirty="0"/>
              <a:t>                </a:t>
            </a:r>
            <a:r>
              <a:rPr lang="en-US" dirty="0" err="1"/>
              <a:t>allPaths.add</a:t>
            </a:r>
            <a:r>
              <a:rPr lang="en-US" dirty="0"/>
              <a:t>(new </a:t>
            </a:r>
            <a:r>
              <a:rPr lang="en-US" dirty="0" err="1"/>
              <a:t>ArrayList</a:t>
            </a:r>
            <a:r>
              <a:rPr lang="en-US" dirty="0"/>
              <a:t>&lt;&gt;(path));</a:t>
            </a:r>
          </a:p>
          <a:p>
            <a:r>
              <a:rPr lang="en-US" dirty="0"/>
              <a:t>            } else {</a:t>
            </a:r>
          </a:p>
          <a:p>
            <a:r>
              <a:rPr lang="en-US" dirty="0"/>
              <a:t>                for (int neighbor : </a:t>
            </a:r>
            <a:r>
              <a:rPr lang="en-US" dirty="0" err="1"/>
              <a:t>graph.getOrDefault</a:t>
            </a:r>
            <a:r>
              <a:rPr lang="en-US" dirty="0"/>
              <a:t>(</a:t>
            </a:r>
            <a:r>
              <a:rPr lang="en-US" dirty="0" err="1"/>
              <a:t>currentNode</a:t>
            </a:r>
            <a:r>
              <a:rPr lang="en-US" dirty="0"/>
              <a:t>, new </a:t>
            </a:r>
            <a:r>
              <a:rPr lang="en-US" dirty="0" err="1"/>
              <a:t>ArrayList</a:t>
            </a:r>
            <a:r>
              <a:rPr lang="en-US" dirty="0"/>
              <a:t>&lt;&gt;())) {</a:t>
            </a:r>
          </a:p>
          <a:p>
            <a:r>
              <a:rPr lang="en-US" dirty="0"/>
              <a:t>                    List&lt;Integer&gt; </a:t>
            </a:r>
            <a:r>
              <a:rPr lang="en-US" dirty="0" err="1"/>
              <a:t>newPath</a:t>
            </a:r>
            <a:r>
              <a:rPr lang="en-US" dirty="0"/>
              <a:t> = new </a:t>
            </a:r>
            <a:r>
              <a:rPr lang="en-US" dirty="0" err="1"/>
              <a:t>ArrayList</a:t>
            </a:r>
            <a:r>
              <a:rPr lang="en-US" dirty="0"/>
              <a:t>&lt;&gt;(path);</a:t>
            </a:r>
          </a:p>
          <a:p>
            <a:r>
              <a:rPr lang="en-US" dirty="0"/>
              <a:t>                    </a:t>
            </a:r>
            <a:r>
              <a:rPr lang="en-US" dirty="0" err="1"/>
              <a:t>newPath.add</a:t>
            </a:r>
            <a:r>
              <a:rPr lang="en-US" dirty="0"/>
              <a:t>(neighbor);</a:t>
            </a:r>
          </a:p>
          <a:p>
            <a:r>
              <a:rPr lang="en-US" dirty="0"/>
              <a:t>                    </a:t>
            </a:r>
            <a:r>
              <a:rPr lang="en-US" dirty="0" err="1"/>
              <a:t>queue.add</a:t>
            </a:r>
            <a:r>
              <a:rPr lang="en-US" dirty="0"/>
              <a:t>(</a:t>
            </a:r>
            <a:r>
              <a:rPr lang="en-US" dirty="0" err="1"/>
              <a:t>newPath</a:t>
            </a:r>
            <a:r>
              <a:rPr lang="en-US" dirty="0"/>
              <a:t>);</a:t>
            </a:r>
          </a:p>
          <a:p>
            <a:r>
              <a:rPr lang="en-US" dirty="0"/>
              <a:t>                }</a:t>
            </a:r>
          </a:p>
          <a:p>
            <a:r>
              <a:rPr lang="en-US" dirty="0"/>
              <a:t>            }</a:t>
            </a:r>
          </a:p>
          <a:p>
            <a:r>
              <a:rPr lang="en-US" dirty="0"/>
              <a:t>        }</a:t>
            </a:r>
          </a:p>
          <a:p>
            <a:r>
              <a:rPr lang="en-US" dirty="0"/>
              <a:t>    }</a:t>
            </a:r>
          </a:p>
          <a:p>
            <a:r>
              <a:rPr lang="en-US" dirty="0"/>
              <a:t>}</a:t>
            </a:r>
          </a:p>
          <a:p>
            <a:endParaRPr lang="en-US" dirty="0"/>
          </a:p>
          <a:p>
            <a:endParaRPr lang="en-US" dirty="0"/>
          </a:p>
        </p:txBody>
      </p:sp>
      <p:sp>
        <p:nvSpPr>
          <p:cNvPr id="12" name="Title 11">
            <a:extLst>
              <a:ext uri="{FF2B5EF4-FFF2-40B4-BE49-F238E27FC236}">
                <a16:creationId xmlns:a16="http://schemas.microsoft.com/office/drawing/2014/main" id="{4264E65D-00D8-CD83-1787-89A4C857A137}"/>
              </a:ext>
            </a:extLst>
          </p:cNvPr>
          <p:cNvSpPr>
            <a:spLocks noGrp="1"/>
          </p:cNvSpPr>
          <p:nvPr>
            <p:ph type="title"/>
          </p:nvPr>
        </p:nvSpPr>
        <p:spPr/>
        <p:txBody>
          <a:bodyPr/>
          <a:lstStyle/>
          <a:p>
            <a:r>
              <a:rPr lang="en-US" dirty="0"/>
              <a:t>Case study: find all paths from source to destination</a:t>
            </a:r>
          </a:p>
        </p:txBody>
      </p:sp>
      <p:sp>
        <p:nvSpPr>
          <p:cNvPr id="2" name="Content Placeholder 1">
            <a:extLst>
              <a:ext uri="{FF2B5EF4-FFF2-40B4-BE49-F238E27FC236}">
                <a16:creationId xmlns:a16="http://schemas.microsoft.com/office/drawing/2014/main" id="{13D0F8CB-C0A5-6E6B-EE7F-586EBFB2CAB2}"/>
              </a:ext>
            </a:extLst>
          </p:cNvPr>
          <p:cNvSpPr>
            <a:spLocks noGrp="1"/>
          </p:cNvSpPr>
          <p:nvPr>
            <p:ph idx="13"/>
          </p:nvPr>
        </p:nvSpPr>
        <p:spPr/>
        <p:txBody>
          <a:bodyPr>
            <a:normAutofit/>
          </a:bodyPr>
          <a:lstStyle/>
          <a:p>
            <a:r>
              <a:rPr lang="en-US" dirty="0"/>
              <a:t>Concrete class </a:t>
            </a:r>
            <a:r>
              <a:rPr lang="en-US" dirty="0" err="1">
                <a:latin typeface="Consolas" panose="020B0609020204030204" pitchFamily="49" charset="0"/>
              </a:rPr>
              <a:t>BFSPathFinder</a:t>
            </a:r>
            <a:r>
              <a:rPr lang="en-US" dirty="0"/>
              <a:t> and </a:t>
            </a:r>
            <a:r>
              <a:rPr lang="en-US" dirty="0" err="1">
                <a:latin typeface="Consolas" panose="020B0609020204030204" pitchFamily="49" charset="0"/>
              </a:rPr>
              <a:t>DFSPathFinder</a:t>
            </a:r>
            <a:r>
              <a:rPr lang="en-US" dirty="0"/>
              <a:t> implement </a:t>
            </a:r>
            <a:r>
              <a:rPr lang="en-US" dirty="0" err="1">
                <a:latin typeface="Consolas" panose="020B0609020204030204" pitchFamily="49" charset="0"/>
              </a:rPr>
              <a:t>traverseGraph</a:t>
            </a:r>
            <a:r>
              <a:rPr lang="en-US" dirty="0">
                <a:latin typeface="Consolas" panose="020B0609020204030204" pitchFamily="49" charset="0"/>
              </a:rPr>
              <a:t>()</a:t>
            </a:r>
          </a:p>
        </p:txBody>
      </p:sp>
      <p:sp>
        <p:nvSpPr>
          <p:cNvPr id="3" name="Rectangle 2">
            <a:extLst>
              <a:ext uri="{FF2B5EF4-FFF2-40B4-BE49-F238E27FC236}">
                <a16:creationId xmlns:a16="http://schemas.microsoft.com/office/drawing/2014/main" id="{10821BFF-9669-6DB9-918B-8DD5C31AE8B3}"/>
              </a:ext>
            </a:extLst>
          </p:cNvPr>
          <p:cNvSpPr/>
          <p:nvPr/>
        </p:nvSpPr>
        <p:spPr>
          <a:xfrm>
            <a:off x="6176511" y="1203158"/>
            <a:ext cx="5871110" cy="426720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35960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3A0A-D44A-C3E6-AD5B-314E89311552}"/>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2FFB13D-5442-7F69-A732-7E21785880E3}"/>
              </a:ext>
            </a:extLst>
          </p:cNvPr>
          <p:cNvSpPr>
            <a:spLocks noGrp="1"/>
          </p:cNvSpPr>
          <p:nvPr>
            <p:ph idx="1"/>
          </p:nvPr>
        </p:nvSpPr>
        <p:spPr/>
        <p:txBody>
          <a:bodyPr/>
          <a:lstStyle/>
          <a:p>
            <a:r>
              <a:rPr lang="en-US" dirty="0"/>
              <a:t>Define the skeleton of an algorithm in an operation, deferring some steps to subclasses</a:t>
            </a:r>
          </a:p>
          <a:p>
            <a:r>
              <a:rPr lang="en-US" dirty="0"/>
              <a:t>Allows subclasses to redefine certain steps of an algorithm without changing the algorithm's structure</a:t>
            </a:r>
          </a:p>
          <a:p>
            <a:r>
              <a:rPr lang="en-US" dirty="0"/>
              <a:t>Typically used to design variants of the same algorithm</a:t>
            </a:r>
          </a:p>
        </p:txBody>
      </p:sp>
      <p:sp>
        <p:nvSpPr>
          <p:cNvPr id="12" name="Title 11">
            <a:extLst>
              <a:ext uri="{FF2B5EF4-FFF2-40B4-BE49-F238E27FC236}">
                <a16:creationId xmlns:a16="http://schemas.microsoft.com/office/drawing/2014/main" id="{23F78799-F068-6FE8-50BD-33BAF6D62B68}"/>
              </a:ext>
            </a:extLst>
          </p:cNvPr>
          <p:cNvSpPr>
            <a:spLocks noGrp="1"/>
          </p:cNvSpPr>
          <p:nvPr>
            <p:ph type="title"/>
          </p:nvPr>
        </p:nvSpPr>
        <p:spPr/>
        <p:txBody>
          <a:bodyPr/>
          <a:lstStyle/>
          <a:p>
            <a:r>
              <a:rPr lang="en-US" dirty="0"/>
              <a:t>Template method design pattern</a:t>
            </a:r>
          </a:p>
        </p:txBody>
      </p:sp>
    </p:spTree>
    <p:extLst>
      <p:ext uri="{BB962C8B-B14F-4D97-AF65-F5344CB8AC3E}">
        <p14:creationId xmlns:p14="http://schemas.microsoft.com/office/powerpoint/2010/main" val="25440978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C540202-F019-725A-8D2F-3837BFB7CA8E}"/>
              </a:ext>
            </a:extLst>
          </p:cNvPr>
          <p:cNvSpPr>
            <a:spLocks noGrp="1"/>
          </p:cNvSpPr>
          <p:nvPr>
            <p:ph idx="1"/>
          </p:nvPr>
        </p:nvSpPr>
        <p:spPr/>
        <p:txBody>
          <a:bodyPr>
            <a:normAutofit fontScale="92500" lnSpcReduction="10000"/>
          </a:bodyPr>
          <a:lstStyle/>
          <a:p>
            <a:r>
              <a:rPr lang="en-US" dirty="0"/>
              <a:t>Fundamental technique for code reuse</a:t>
            </a:r>
          </a:p>
          <a:p>
            <a:r>
              <a:rPr lang="en-US" dirty="0"/>
              <a:t>Leads to an “inverted” control structure</a:t>
            </a:r>
          </a:p>
          <a:p>
            <a:pPr lvl="1"/>
            <a:r>
              <a:rPr lang="en-US" dirty="0"/>
              <a:t>Parent class calls the operations of the child class and not the other way around</a:t>
            </a:r>
          </a:p>
          <a:p>
            <a:r>
              <a:rPr lang="en-US" dirty="0"/>
              <a:t>Template methods can be</a:t>
            </a:r>
          </a:p>
          <a:p>
            <a:pPr lvl="1"/>
            <a:r>
              <a:rPr lang="en-US" i="1" dirty="0"/>
              <a:t>Hooks: </a:t>
            </a:r>
            <a:r>
              <a:rPr lang="en-US" dirty="0"/>
              <a:t>the base class provides empty implementation and subclasses can </a:t>
            </a:r>
            <a:r>
              <a:rPr lang="en-US" b="1" i="1" dirty="0"/>
              <a:t>optionally</a:t>
            </a:r>
            <a:r>
              <a:rPr lang="en-US" dirty="0"/>
              <a:t> implement them</a:t>
            </a:r>
          </a:p>
          <a:p>
            <a:pPr lvl="1"/>
            <a:r>
              <a:rPr lang="en-US" i="1" dirty="0"/>
              <a:t>Abstract operations: </a:t>
            </a:r>
            <a:r>
              <a:rPr lang="en-US" dirty="0"/>
              <a:t>the base class provides abstract methods and the subclasses </a:t>
            </a:r>
            <a:r>
              <a:rPr lang="en-US" b="1" i="1" dirty="0"/>
              <a:t>must</a:t>
            </a:r>
            <a:r>
              <a:rPr lang="en-US" dirty="0"/>
              <a:t> implement them </a:t>
            </a:r>
          </a:p>
          <a:p>
            <a:r>
              <a:rPr lang="en-US" dirty="0"/>
              <a:t>Commonly used for implementing algorithms that share a lot of same steps and differ only in a few steps</a:t>
            </a:r>
          </a:p>
        </p:txBody>
      </p:sp>
      <p:sp>
        <p:nvSpPr>
          <p:cNvPr id="5" name="Title 4">
            <a:extLst>
              <a:ext uri="{FF2B5EF4-FFF2-40B4-BE49-F238E27FC236}">
                <a16:creationId xmlns:a16="http://schemas.microsoft.com/office/drawing/2014/main" id="{6C46A89E-9F71-C127-7946-7AE78FA6A9F8}"/>
              </a:ext>
            </a:extLst>
          </p:cNvPr>
          <p:cNvSpPr>
            <a:spLocks noGrp="1"/>
          </p:cNvSpPr>
          <p:nvPr>
            <p:ph type="title"/>
          </p:nvPr>
        </p:nvSpPr>
        <p:spPr/>
        <p:txBody>
          <a:bodyPr/>
          <a:lstStyle/>
          <a:p>
            <a:r>
              <a:rPr lang="en-US" dirty="0"/>
              <a:t>Characteristics</a:t>
            </a:r>
          </a:p>
        </p:txBody>
      </p:sp>
    </p:spTree>
    <p:extLst>
      <p:ext uri="{BB962C8B-B14F-4D97-AF65-F5344CB8AC3E}">
        <p14:creationId xmlns:p14="http://schemas.microsoft.com/office/powerpoint/2010/main" val="10392426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8696-B55B-7F89-5D58-EC98107FE7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C117E0-D09F-7FF7-77B0-9D8F2248D460}"/>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CFE73D23-1F59-EA8E-89FA-A6C684A30F57}"/>
              </a:ext>
            </a:extLst>
          </p:cNvPr>
          <p:cNvSpPr>
            <a:spLocks noGrp="1"/>
          </p:cNvSpPr>
          <p:nvPr>
            <p:ph type="body" sz="quarter" idx="13"/>
          </p:nvPr>
        </p:nvSpPr>
        <p:spPr/>
        <p:txBody>
          <a:bodyPr/>
          <a:lstStyle/>
          <a:p>
            <a:r>
              <a:rPr lang="en-US" sz="3200" dirty="0"/>
              <a:t>Visitor design pattern</a:t>
            </a:r>
          </a:p>
        </p:txBody>
      </p:sp>
    </p:spTree>
    <p:extLst>
      <p:ext uri="{BB962C8B-B14F-4D97-AF65-F5344CB8AC3E}">
        <p14:creationId xmlns:p14="http://schemas.microsoft.com/office/powerpoint/2010/main" val="125858808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1EADD-B992-98F9-A9F8-8476459E31EB}"/>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A41966AF-B949-14DD-7EC0-A6DF526642FE}"/>
              </a:ext>
            </a:extLst>
          </p:cNvPr>
          <p:cNvSpPr>
            <a:spLocks noGrp="1"/>
          </p:cNvSpPr>
          <p:nvPr>
            <p:ph idx="13"/>
          </p:nvPr>
        </p:nvSpPr>
        <p:spPr/>
        <p:txBody>
          <a:bodyPr/>
          <a:lstStyle/>
          <a:p>
            <a:r>
              <a:rPr lang="en-US" dirty="0"/>
              <a:t>A shape can be </a:t>
            </a:r>
          </a:p>
          <a:p>
            <a:pPr lvl="1"/>
            <a:r>
              <a:rPr lang="en-US" dirty="0" err="1">
                <a:latin typeface="Consolas" panose="020B0609020204030204" pitchFamily="49" charset="0"/>
              </a:rPr>
              <a:t>CompoundShape</a:t>
            </a:r>
            <a:endParaRPr lang="en-US" dirty="0">
              <a:latin typeface="Consolas" panose="020B0609020204030204" pitchFamily="49" charset="0"/>
            </a:endParaRPr>
          </a:p>
          <a:p>
            <a:pPr lvl="1"/>
            <a:r>
              <a:rPr lang="en-US" dirty="0">
                <a:latin typeface="Consolas" panose="020B0609020204030204" pitchFamily="49" charset="0"/>
              </a:rPr>
              <a:t>Rectangle</a:t>
            </a:r>
          </a:p>
          <a:p>
            <a:pPr lvl="1"/>
            <a:r>
              <a:rPr lang="en-US" dirty="0">
                <a:latin typeface="Consolas" panose="020B0609020204030204" pitchFamily="49" charset="0"/>
              </a:rPr>
              <a:t>Triangle</a:t>
            </a:r>
          </a:p>
          <a:p>
            <a:pPr lvl="1"/>
            <a:r>
              <a:rPr lang="en-US" dirty="0">
                <a:latin typeface="Consolas" panose="020B0609020204030204" pitchFamily="49" charset="0"/>
              </a:rPr>
              <a:t>Circle</a:t>
            </a:r>
          </a:p>
        </p:txBody>
      </p:sp>
      <p:sp>
        <p:nvSpPr>
          <p:cNvPr id="8" name="Rectangle 7">
            <a:extLst>
              <a:ext uri="{FF2B5EF4-FFF2-40B4-BE49-F238E27FC236}">
                <a16:creationId xmlns:a16="http://schemas.microsoft.com/office/drawing/2014/main" id="{EE2BE145-540A-883E-8664-F621E2F92EE5}"/>
              </a:ext>
            </a:extLst>
          </p:cNvPr>
          <p:cNvSpPr/>
          <p:nvPr/>
        </p:nvSpPr>
        <p:spPr>
          <a:xfrm>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49CB8D-B047-550A-A20D-73661DAD8631}"/>
              </a:ext>
            </a:extLst>
          </p:cNvPr>
          <p:cNvSpPr/>
          <p:nvPr/>
        </p:nvSpPr>
        <p:spPr>
          <a:xfrm>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5C74F3-8A7C-1D80-B56F-143CBFC0FBD1}"/>
              </a:ext>
            </a:extLst>
          </p:cNvPr>
          <p:cNvSpPr/>
          <p:nvPr/>
        </p:nvSpPr>
        <p:spPr>
          <a:xfrm>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0417E96-A5A5-5A46-563E-D2E26F6A370E}"/>
              </a:ext>
            </a:extLst>
          </p:cNvPr>
          <p:cNvSpPr/>
          <p:nvPr/>
        </p:nvSpPr>
        <p:spPr>
          <a:xfrm>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546E2797-E828-B8F4-4896-F6DAB696C99F}"/>
              </a:ext>
            </a:extLst>
          </p:cNvPr>
          <p:cNvSpPr/>
          <p:nvPr/>
        </p:nvSpPr>
        <p:spPr>
          <a:xfrm>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238F8542-CD7C-9A5A-70FB-C289D3E59402}"/>
              </a:ext>
            </a:extLst>
          </p:cNvPr>
          <p:cNvSpPr/>
          <p:nvPr/>
        </p:nvSpPr>
        <p:spPr>
          <a:xfrm>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01A673F5-797A-20BE-90E4-8DF0175E3BA2}"/>
              </a:ext>
            </a:extLst>
          </p:cNvPr>
          <p:cNvSpPr/>
          <p:nvPr/>
        </p:nvSpPr>
        <p:spPr>
          <a:xfrm>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71C933CE-7A9A-B2AF-86F9-EA79D1D8FEEC}"/>
              </a:ext>
            </a:extLst>
          </p:cNvPr>
          <p:cNvSpPr/>
          <p:nvPr/>
        </p:nvSpPr>
        <p:spPr>
          <a:xfrm>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5F3E136-614B-CA47-DDD3-2CBC0B25AEB0}"/>
              </a:ext>
            </a:extLst>
          </p:cNvPr>
          <p:cNvSpPr/>
          <p:nvPr/>
        </p:nvSpPr>
        <p:spPr>
          <a:xfrm>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4018B00-33FD-04EF-605E-5CBA2FF4D131}"/>
              </a:ext>
            </a:extLst>
          </p:cNvPr>
          <p:cNvSpPr/>
          <p:nvPr/>
        </p:nvSpPr>
        <p:spPr>
          <a:xfrm>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4952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2F30-D9B6-AC52-3075-B36A957352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B98FFC-0F84-9183-DA43-9CC200186678}"/>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37B2EBE0-40E6-308B-6262-7A14CBEA5A49}"/>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Rotate</a:t>
            </a:r>
          </a:p>
        </p:txBody>
      </p:sp>
      <p:sp>
        <p:nvSpPr>
          <p:cNvPr id="25" name="Rectangle 24">
            <a:extLst>
              <a:ext uri="{FF2B5EF4-FFF2-40B4-BE49-F238E27FC236}">
                <a16:creationId xmlns:a16="http://schemas.microsoft.com/office/drawing/2014/main" id="{9DEAA351-527B-A976-BE86-7FD846832D26}"/>
              </a:ext>
            </a:extLst>
          </p:cNvPr>
          <p:cNvSpPr/>
          <p:nvPr/>
        </p:nvSpPr>
        <p:spPr>
          <a:xfrm rot="20661128">
            <a:off x="7318902" y="1477108"/>
            <a:ext cx="3181598" cy="3481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0053A8-801D-0E48-B680-507B05CE3B22}"/>
              </a:ext>
            </a:extLst>
          </p:cNvPr>
          <p:cNvSpPr/>
          <p:nvPr/>
        </p:nvSpPr>
        <p:spPr>
          <a:xfrm rot="20661128">
            <a:off x="7476738" y="1785424"/>
            <a:ext cx="1449959" cy="123524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39AB7C1-700C-FE57-2436-5880CC4A8B83}"/>
              </a:ext>
            </a:extLst>
          </p:cNvPr>
          <p:cNvSpPr/>
          <p:nvPr/>
        </p:nvSpPr>
        <p:spPr>
          <a:xfrm rot="20661128">
            <a:off x="7623601" y="3211949"/>
            <a:ext cx="1155032" cy="143576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6E2DA36-801E-FE9B-0D9F-A8B452019C16}"/>
              </a:ext>
            </a:extLst>
          </p:cNvPr>
          <p:cNvSpPr/>
          <p:nvPr/>
        </p:nvSpPr>
        <p:spPr>
          <a:xfrm rot="20661128">
            <a:off x="9084533" y="1938627"/>
            <a:ext cx="1251284" cy="123524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0AA573E-E97B-E920-CAFC-6FD9231EB549}"/>
              </a:ext>
            </a:extLst>
          </p:cNvPr>
          <p:cNvSpPr/>
          <p:nvPr/>
        </p:nvSpPr>
        <p:spPr>
          <a:xfrm rot="20661128">
            <a:off x="8877392" y="3284138"/>
            <a:ext cx="1362975" cy="1363579"/>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E0B07B5-5094-500E-4E5C-9CB05E4FC06C}"/>
              </a:ext>
            </a:extLst>
          </p:cNvPr>
          <p:cNvSpPr/>
          <p:nvPr/>
        </p:nvSpPr>
        <p:spPr>
          <a:xfrm rot="20661128">
            <a:off x="7623601" y="1945231"/>
            <a:ext cx="505628" cy="385162"/>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D8F19AF1-9B9D-8430-73A7-D1C8E7C007EB}"/>
              </a:ext>
            </a:extLst>
          </p:cNvPr>
          <p:cNvSpPr/>
          <p:nvPr/>
        </p:nvSpPr>
        <p:spPr>
          <a:xfrm rot="20661128">
            <a:off x="8084310" y="2254658"/>
            <a:ext cx="739967" cy="68981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F0734998-012E-8CB0-5121-21E8211C0B30}"/>
              </a:ext>
            </a:extLst>
          </p:cNvPr>
          <p:cNvSpPr/>
          <p:nvPr/>
        </p:nvSpPr>
        <p:spPr>
          <a:xfrm rot="20661128">
            <a:off x="9134669" y="3797486"/>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7AE23600-72AA-6DBE-2AEE-BE4BF1915ADA}"/>
              </a:ext>
            </a:extLst>
          </p:cNvPr>
          <p:cNvSpPr/>
          <p:nvPr/>
        </p:nvSpPr>
        <p:spPr>
          <a:xfrm rot="20661128">
            <a:off x="9246507" y="2095039"/>
            <a:ext cx="700936" cy="489284"/>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75B2647-56B9-8A9F-5450-2DB0825B0EE4}"/>
              </a:ext>
            </a:extLst>
          </p:cNvPr>
          <p:cNvSpPr/>
          <p:nvPr/>
        </p:nvSpPr>
        <p:spPr>
          <a:xfrm rot="20661128">
            <a:off x="9504305" y="2616408"/>
            <a:ext cx="443138" cy="48126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2752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C0C8-ECD1-4BFF-9D8F-30A22721D7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F39A04-C732-F3A4-8424-A4446DED5934}"/>
              </a:ext>
            </a:extLst>
          </p:cNvPr>
          <p:cNvSpPr>
            <a:spLocks noGrp="1"/>
          </p:cNvSpPr>
          <p:nvPr>
            <p:ph type="title"/>
          </p:nvPr>
        </p:nvSpPr>
        <p:spPr/>
        <p:txBody>
          <a:bodyPr/>
          <a:lstStyle/>
          <a:p>
            <a:r>
              <a:rPr lang="en-US" dirty="0"/>
              <a:t>Case study – transform nested shapes</a:t>
            </a:r>
          </a:p>
        </p:txBody>
      </p:sp>
      <p:sp>
        <p:nvSpPr>
          <p:cNvPr id="7" name="Content Placeholder 6">
            <a:extLst>
              <a:ext uri="{FF2B5EF4-FFF2-40B4-BE49-F238E27FC236}">
                <a16:creationId xmlns:a16="http://schemas.microsoft.com/office/drawing/2014/main" id="{17F60F36-8D75-DD3C-7CE0-3823C8D94DDC}"/>
              </a:ext>
            </a:extLst>
          </p:cNvPr>
          <p:cNvSpPr>
            <a:spLocks noGrp="1"/>
          </p:cNvSpPr>
          <p:nvPr>
            <p:ph idx="13"/>
          </p:nvPr>
        </p:nvSpPr>
        <p:spPr/>
        <p:txBody>
          <a:bodyPr/>
          <a:lstStyle/>
          <a:p>
            <a:r>
              <a:rPr lang="en-US" dirty="0"/>
              <a:t>Shape operations</a:t>
            </a:r>
          </a:p>
          <a:p>
            <a:pPr lvl="1"/>
            <a:r>
              <a:rPr lang="en-US" dirty="0">
                <a:latin typeface="Consolas" panose="020B0609020204030204" pitchFamily="49" charset="0"/>
              </a:rPr>
              <a:t>Scale</a:t>
            </a:r>
          </a:p>
          <a:p>
            <a:pPr lvl="1"/>
            <a:r>
              <a:rPr lang="en-US" b="1" i="1" dirty="0">
                <a:latin typeface="Helvetica" panose="020B0604020202020204"/>
                <a:cs typeface="Helvetica" panose="020B0604020202020204"/>
              </a:rPr>
              <a:t>Translate</a:t>
            </a:r>
          </a:p>
          <a:p>
            <a:pPr lvl="1"/>
            <a:r>
              <a:rPr lang="en-US" b="1" i="1" dirty="0">
                <a:latin typeface="Helvetica" panose="020B0604020202020204"/>
                <a:cs typeface="Helvetica" panose="020B0604020202020204"/>
              </a:rPr>
              <a:t>… any other operation</a:t>
            </a:r>
          </a:p>
        </p:txBody>
      </p:sp>
      <p:sp>
        <p:nvSpPr>
          <p:cNvPr id="2" name="Rectangle 1">
            <a:extLst>
              <a:ext uri="{FF2B5EF4-FFF2-40B4-BE49-F238E27FC236}">
                <a16:creationId xmlns:a16="http://schemas.microsoft.com/office/drawing/2014/main" id="{F7856D1D-9D5E-1076-1DE6-710A1B6AB0FD}"/>
              </a:ext>
            </a:extLst>
          </p:cNvPr>
          <p:cNvSpPr/>
          <p:nvPr/>
        </p:nvSpPr>
        <p:spPr>
          <a:xfrm>
            <a:off x="7318901" y="867508"/>
            <a:ext cx="4204883" cy="40913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97DC186-1F95-01B3-027D-34B979431070}"/>
              </a:ext>
            </a:extLst>
          </p:cNvPr>
          <p:cNvSpPr/>
          <p:nvPr/>
        </p:nvSpPr>
        <p:spPr>
          <a:xfrm>
            <a:off x="7476738" y="1569153"/>
            <a:ext cx="1916304" cy="14515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94CD410-E97A-4430-5CF3-93C57A8BB08E}"/>
              </a:ext>
            </a:extLst>
          </p:cNvPr>
          <p:cNvSpPr/>
          <p:nvPr/>
        </p:nvSpPr>
        <p:spPr>
          <a:xfrm>
            <a:off x="7623601" y="2960569"/>
            <a:ext cx="1526520" cy="168714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B14417F-F852-99EF-79C7-CDE8C7B8ED77}"/>
              </a:ext>
            </a:extLst>
          </p:cNvPr>
          <p:cNvSpPr/>
          <p:nvPr/>
        </p:nvSpPr>
        <p:spPr>
          <a:xfrm>
            <a:off x="9084533" y="1722356"/>
            <a:ext cx="1653730" cy="145151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8B3522DD-E4B8-5F3F-95BB-F2710CAFBF0C}"/>
              </a:ext>
            </a:extLst>
          </p:cNvPr>
          <p:cNvSpPr/>
          <p:nvPr/>
        </p:nvSpPr>
        <p:spPr>
          <a:xfrm>
            <a:off x="8877392" y="3045398"/>
            <a:ext cx="1801343" cy="1602320"/>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EEDCD401-6291-AF95-71C9-A140B3458036}"/>
              </a:ext>
            </a:extLst>
          </p:cNvPr>
          <p:cNvSpPr/>
          <p:nvPr/>
        </p:nvSpPr>
        <p:spPr>
          <a:xfrm>
            <a:off x="7623600" y="1877795"/>
            <a:ext cx="668251" cy="452598"/>
          </a:xfrm>
          <a:prstGeom prs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4CE25BDE-1CE2-58E6-DFD3-173A755A0341}"/>
              </a:ext>
            </a:extLst>
          </p:cNvPr>
          <p:cNvSpPr/>
          <p:nvPr/>
        </p:nvSpPr>
        <p:spPr>
          <a:xfrm>
            <a:off x="8084310" y="2133883"/>
            <a:ext cx="977960" cy="81058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67A77122-0377-19DD-5149-9A43C664B630}"/>
              </a:ext>
            </a:extLst>
          </p:cNvPr>
          <p:cNvSpPr/>
          <p:nvPr/>
        </p:nvSpPr>
        <p:spPr>
          <a:xfrm>
            <a:off x="9134668" y="3711820"/>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6136A693-8563-5728-8537-23CEDC2815EC}"/>
              </a:ext>
            </a:extLst>
          </p:cNvPr>
          <p:cNvSpPr/>
          <p:nvPr/>
        </p:nvSpPr>
        <p:spPr>
          <a:xfrm>
            <a:off x="9246506" y="2009373"/>
            <a:ext cx="926375" cy="57495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140003D-1A8F-301B-21B6-C5120C602D58}"/>
              </a:ext>
            </a:extLst>
          </p:cNvPr>
          <p:cNvSpPr/>
          <p:nvPr/>
        </p:nvSpPr>
        <p:spPr>
          <a:xfrm>
            <a:off x="9504304" y="2532146"/>
            <a:ext cx="585663" cy="5655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2826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EE97DE-475C-1638-C178-EACF13EAAF68}"/>
              </a:ext>
            </a:extLst>
          </p:cNvPr>
          <p:cNvSpPr>
            <a:spLocks noGrp="1"/>
          </p:cNvSpPr>
          <p:nvPr>
            <p:ph idx="1"/>
          </p:nvPr>
        </p:nvSpPr>
        <p:spPr/>
        <p:txBody>
          <a:bodyPr>
            <a:normAutofit fontScale="92500" lnSpcReduction="10000"/>
          </a:bodyPr>
          <a:lstStyle/>
          <a:p>
            <a:r>
              <a:rPr lang="en-US" dirty="0"/>
              <a:t>class Point {private int x; private int y; }</a:t>
            </a:r>
            <a:br>
              <a:rPr lang="en-US" dirty="0"/>
            </a:br>
            <a:endParaRPr lang="en-US" dirty="0"/>
          </a:p>
          <a:p>
            <a:r>
              <a:rPr lang="en-US" dirty="0"/>
              <a:t>abstract class Shape {}</a:t>
            </a:r>
          </a:p>
          <a:p>
            <a:endParaRPr lang="en-US" dirty="0"/>
          </a:p>
          <a:p>
            <a:r>
              <a:rPr lang="en-US" dirty="0"/>
              <a:t>class Triangle extends Shape {</a:t>
            </a:r>
          </a:p>
          <a:p>
            <a:r>
              <a:rPr lang="en-US" dirty="0"/>
              <a:t>	private Point p1; </a:t>
            </a:r>
          </a:p>
          <a:p>
            <a:r>
              <a:rPr lang="en-US" dirty="0"/>
              <a:t>	private Point p2;</a:t>
            </a:r>
          </a:p>
          <a:p>
            <a:r>
              <a:rPr lang="en-US" dirty="0"/>
              <a:t>	private Point p3;</a:t>
            </a:r>
          </a:p>
          <a:p>
            <a:r>
              <a:rPr lang="en-US" dirty="0"/>
              <a:t>	</a:t>
            </a:r>
          </a:p>
          <a:p>
            <a:r>
              <a:rPr lang="en-US" dirty="0"/>
              <a:t>	public void translate(int x, int y) {</a:t>
            </a:r>
          </a:p>
          <a:p>
            <a:r>
              <a:rPr lang="en-US" dirty="0"/>
              <a:t>		p1.setX(p1.getX() + x, p1.getY() + y);</a:t>
            </a:r>
          </a:p>
          <a:p>
            <a:r>
              <a:rPr lang="en-US" dirty="0"/>
              <a:t>		// for p2 and p3</a:t>
            </a:r>
          </a:p>
          <a:p>
            <a:r>
              <a:rPr lang="en-US" dirty="0"/>
              <a:t>	}</a:t>
            </a:r>
          </a:p>
          <a:p>
            <a:r>
              <a:rPr lang="en-US" dirty="0"/>
              <a:t>}</a:t>
            </a:r>
          </a:p>
          <a:p>
            <a:r>
              <a:rPr lang="en-US" dirty="0"/>
              <a:t>class </a:t>
            </a:r>
            <a:r>
              <a:rPr lang="en-US" dirty="0" err="1"/>
              <a:t>CompoundShape</a:t>
            </a:r>
            <a:r>
              <a:rPr lang="en-US" dirty="0"/>
              <a:t> extends Shape {</a:t>
            </a:r>
          </a:p>
          <a:p>
            <a:r>
              <a:rPr lang="en-US" dirty="0"/>
              <a:t>	private List </a:t>
            </a:r>
            <a:r>
              <a:rPr lang="en-US" dirty="0" err="1"/>
              <a:t>shapeList</a:t>
            </a:r>
            <a:r>
              <a:rPr lang="en-US" dirty="0"/>
              <a:t>; // getters, setters	public void translate(int x, int y) {</a:t>
            </a:r>
          </a:p>
          <a:p>
            <a:r>
              <a:rPr lang="en-US" dirty="0"/>
              <a:t>		for (Shape </a:t>
            </a:r>
            <a:r>
              <a:rPr lang="en-US" dirty="0" err="1"/>
              <a:t>shape</a:t>
            </a:r>
            <a:r>
              <a:rPr lang="en-US" dirty="0"/>
              <a:t>: </a:t>
            </a:r>
            <a:r>
              <a:rPr lang="en-US" dirty="0" err="1"/>
              <a:t>shapeList</a:t>
            </a:r>
            <a:r>
              <a:rPr lang="en-US" dirty="0"/>
              <a:t>) {</a:t>
            </a:r>
          </a:p>
          <a:p>
            <a:r>
              <a:rPr lang="en-US" dirty="0"/>
              <a:t>			</a:t>
            </a:r>
            <a:r>
              <a:rPr lang="en-US" dirty="0" err="1"/>
              <a:t>shape.translate</a:t>
            </a:r>
            <a:r>
              <a:rPr lang="en-US" dirty="0"/>
              <a:t>(x, y);</a:t>
            </a:r>
          </a:p>
          <a:p>
            <a:r>
              <a:rPr lang="en-US" dirty="0"/>
              <a:t>		}</a:t>
            </a:r>
          </a:p>
          <a:p>
            <a:r>
              <a:rPr lang="en-US" dirty="0"/>
              <a:t>	}</a:t>
            </a:r>
          </a:p>
          <a:p>
            <a:r>
              <a:rPr lang="en-US" dirty="0"/>
              <a:t>}</a:t>
            </a:r>
          </a:p>
          <a:p>
            <a:r>
              <a:rPr lang="en-US" dirty="0"/>
              <a:t>Shape </a:t>
            </a:r>
            <a:r>
              <a:rPr lang="en-US" dirty="0" err="1"/>
              <a:t>someShape</a:t>
            </a:r>
            <a:r>
              <a:rPr lang="en-US" dirty="0"/>
              <a:t> = …//</a:t>
            </a:r>
          </a:p>
          <a:p>
            <a:r>
              <a:rPr lang="en-US" dirty="0" err="1"/>
              <a:t>someShape.translate</a:t>
            </a:r>
            <a:r>
              <a:rPr lang="en-US" dirty="0"/>
              <a:t>(10, 10);</a:t>
            </a:r>
          </a:p>
          <a:p>
            <a:endParaRPr lang="en-US" dirty="0"/>
          </a:p>
          <a:p>
            <a:endParaRPr lang="en-US" dirty="0"/>
          </a:p>
        </p:txBody>
      </p:sp>
      <p:sp>
        <p:nvSpPr>
          <p:cNvPr id="3" name="Title 2">
            <a:extLst>
              <a:ext uri="{FF2B5EF4-FFF2-40B4-BE49-F238E27FC236}">
                <a16:creationId xmlns:a16="http://schemas.microsoft.com/office/drawing/2014/main" id="{75484F31-8BAD-ECB0-3B0B-7615BA75EA09}"/>
              </a:ext>
            </a:extLst>
          </p:cNvPr>
          <p:cNvSpPr>
            <a:spLocks noGrp="1"/>
          </p:cNvSpPr>
          <p:nvPr>
            <p:ph type="title"/>
          </p:nvPr>
        </p:nvSpPr>
        <p:spPr/>
        <p:txBody>
          <a:bodyPr/>
          <a:lstStyle/>
          <a:p>
            <a:r>
              <a:rPr lang="en-US" dirty="0"/>
              <a:t>Design option 1</a:t>
            </a:r>
          </a:p>
        </p:txBody>
      </p:sp>
      <p:sp>
        <p:nvSpPr>
          <p:cNvPr id="4" name="Content Placeholder 3">
            <a:extLst>
              <a:ext uri="{FF2B5EF4-FFF2-40B4-BE49-F238E27FC236}">
                <a16:creationId xmlns:a16="http://schemas.microsoft.com/office/drawing/2014/main" id="{DB184649-BBDD-68AA-5373-4E57F6FD6EC1}"/>
              </a:ext>
            </a:extLst>
          </p:cNvPr>
          <p:cNvSpPr>
            <a:spLocks noGrp="1"/>
          </p:cNvSpPr>
          <p:nvPr>
            <p:ph idx="13"/>
          </p:nvPr>
        </p:nvSpPr>
        <p:spPr/>
        <p:txBody>
          <a:bodyPr/>
          <a:lstStyle/>
          <a:p>
            <a:r>
              <a:rPr lang="en-US" dirty="0"/>
              <a:t>Each shape has a </a:t>
            </a:r>
            <a:r>
              <a:rPr lang="en-US" dirty="0">
                <a:latin typeface="Consolas" panose="020B0609020204030204" pitchFamily="49" charset="0"/>
              </a:rPr>
              <a:t>translate</a:t>
            </a:r>
            <a:r>
              <a:rPr lang="en-US" dirty="0"/>
              <a:t> method</a:t>
            </a:r>
          </a:p>
        </p:txBody>
      </p:sp>
      <p:sp>
        <p:nvSpPr>
          <p:cNvPr id="5" name="Rectangle 4">
            <a:extLst>
              <a:ext uri="{FF2B5EF4-FFF2-40B4-BE49-F238E27FC236}">
                <a16:creationId xmlns:a16="http://schemas.microsoft.com/office/drawing/2014/main" id="{CDFE716A-5F5A-455B-CFB5-E4022765B3B0}"/>
              </a:ext>
            </a:extLst>
          </p:cNvPr>
          <p:cNvSpPr/>
          <p:nvPr/>
        </p:nvSpPr>
        <p:spPr>
          <a:xfrm>
            <a:off x="6176511" y="2590800"/>
            <a:ext cx="5871110" cy="9625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E36A4498-50AE-EC3C-D655-EDD5F5B4B809}"/>
              </a:ext>
            </a:extLst>
          </p:cNvPr>
          <p:cNvSpPr/>
          <p:nvPr/>
        </p:nvSpPr>
        <p:spPr>
          <a:xfrm>
            <a:off x="6320890" y="4066673"/>
            <a:ext cx="5871110" cy="115503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7" name="Rectangle 6">
            <a:extLst>
              <a:ext uri="{FF2B5EF4-FFF2-40B4-BE49-F238E27FC236}">
                <a16:creationId xmlns:a16="http://schemas.microsoft.com/office/drawing/2014/main" id="{E6C2A3FA-B72C-48F0-EA12-5AE987A5FCBC}"/>
              </a:ext>
            </a:extLst>
          </p:cNvPr>
          <p:cNvSpPr/>
          <p:nvPr/>
        </p:nvSpPr>
        <p:spPr>
          <a:xfrm>
            <a:off x="6128385" y="5221705"/>
            <a:ext cx="5871110" cy="696278"/>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98739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BA51-33C0-C6C0-A56D-A505ADDB3D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AFD3F-7191-4AA3-FAAA-203D5007211F}"/>
              </a:ext>
            </a:extLst>
          </p:cNvPr>
          <p:cNvSpPr>
            <a:spLocks noGrp="1"/>
          </p:cNvSpPr>
          <p:nvPr>
            <p:ph idx="1"/>
          </p:nvPr>
        </p:nvSpPr>
        <p:spPr/>
        <p:txBody>
          <a:bodyPr>
            <a:normAutofit fontScale="92500" lnSpcReduction="20000"/>
          </a:bodyPr>
          <a:lstStyle/>
          <a:p>
            <a:r>
              <a:rPr lang="en-US" dirty="0"/>
              <a:t>class Point {private int x; private int y; }</a:t>
            </a:r>
            <a:br>
              <a:rPr lang="en-US" dirty="0"/>
            </a:br>
            <a:endParaRPr lang="en-US" dirty="0"/>
          </a:p>
          <a:p>
            <a:r>
              <a:rPr lang="en-US" dirty="0"/>
              <a:t>abstract class Shape {}</a:t>
            </a:r>
          </a:p>
          <a:p>
            <a:endParaRPr lang="en-US" dirty="0"/>
          </a:p>
          <a:p>
            <a:r>
              <a:rPr lang="en-US" dirty="0"/>
              <a:t>class Triangle extends Shape {</a:t>
            </a:r>
          </a:p>
          <a:p>
            <a:r>
              <a:rPr lang="en-US" dirty="0"/>
              <a:t>	// …	</a:t>
            </a:r>
          </a:p>
          <a:p>
            <a:r>
              <a:rPr lang="en-US" dirty="0"/>
              <a:t>	public void translate(int x, int y) { // …}</a:t>
            </a:r>
          </a:p>
          <a:p>
            <a:r>
              <a:rPr lang="en-US" dirty="0"/>
              <a:t>	public void scale(int x, int y) { //… }</a:t>
            </a:r>
          </a:p>
          <a:p>
            <a:r>
              <a:rPr lang="en-US" dirty="0"/>
              <a:t>}</a:t>
            </a:r>
            <a:br>
              <a:rPr lang="en-US" dirty="0"/>
            </a:br>
            <a:endParaRPr lang="en-US" dirty="0"/>
          </a:p>
          <a:p>
            <a:r>
              <a:rPr lang="en-US" dirty="0"/>
              <a:t>class </a:t>
            </a:r>
            <a:r>
              <a:rPr lang="en-US" dirty="0" err="1"/>
              <a:t>CompoundShape</a:t>
            </a:r>
            <a:r>
              <a:rPr lang="en-US" dirty="0"/>
              <a:t> extends Shape {</a:t>
            </a:r>
          </a:p>
          <a:p>
            <a:r>
              <a:rPr lang="en-US" dirty="0"/>
              <a:t>	private List </a:t>
            </a:r>
            <a:r>
              <a:rPr lang="en-US" dirty="0" err="1"/>
              <a:t>shapeList</a:t>
            </a:r>
            <a:r>
              <a:rPr lang="en-US" dirty="0"/>
              <a:t>; // getters, setters	public void translate(int x, int y) {</a:t>
            </a:r>
          </a:p>
          <a:p>
            <a:r>
              <a:rPr lang="en-US" dirty="0"/>
              <a:t>		for (Shape </a:t>
            </a:r>
            <a:r>
              <a:rPr lang="en-US" dirty="0" err="1"/>
              <a:t>shape</a:t>
            </a:r>
            <a:r>
              <a:rPr lang="en-US" dirty="0"/>
              <a:t>: </a:t>
            </a:r>
            <a:r>
              <a:rPr lang="en-US" dirty="0" err="1"/>
              <a:t>shapeList</a:t>
            </a:r>
            <a:r>
              <a:rPr lang="en-US" dirty="0"/>
              <a:t>) {</a:t>
            </a:r>
          </a:p>
          <a:p>
            <a:r>
              <a:rPr lang="en-US" dirty="0"/>
              <a:t>			</a:t>
            </a:r>
            <a:r>
              <a:rPr lang="en-US" dirty="0" err="1"/>
              <a:t>shape.translate</a:t>
            </a:r>
            <a:r>
              <a:rPr lang="en-US" dirty="0"/>
              <a:t>(x, y);</a:t>
            </a:r>
          </a:p>
          <a:p>
            <a:r>
              <a:rPr lang="en-US" dirty="0"/>
              <a:t>		}</a:t>
            </a:r>
          </a:p>
          <a:p>
            <a:r>
              <a:rPr lang="en-US" dirty="0"/>
              <a:t>	}</a:t>
            </a:r>
          </a:p>
          <a:p>
            <a:r>
              <a:rPr lang="en-US" dirty="0"/>
              <a:t>	public void scale(int x, int y) {</a:t>
            </a:r>
          </a:p>
          <a:p>
            <a:r>
              <a:rPr lang="en-US" dirty="0"/>
              <a:t>		for (Shape </a:t>
            </a:r>
            <a:r>
              <a:rPr lang="en-US" dirty="0" err="1"/>
              <a:t>shape</a:t>
            </a:r>
            <a:r>
              <a:rPr lang="en-US" dirty="0"/>
              <a:t>: </a:t>
            </a:r>
            <a:r>
              <a:rPr lang="en-US" dirty="0" err="1"/>
              <a:t>shapeList</a:t>
            </a:r>
            <a:r>
              <a:rPr lang="en-US" dirty="0"/>
              <a:t>) {</a:t>
            </a:r>
          </a:p>
          <a:p>
            <a:r>
              <a:rPr lang="en-US" dirty="0"/>
              <a:t>			</a:t>
            </a:r>
            <a:r>
              <a:rPr lang="en-US" dirty="0" err="1"/>
              <a:t>shape.scale</a:t>
            </a:r>
            <a:r>
              <a:rPr lang="en-US" dirty="0"/>
              <a:t>(x, y);</a:t>
            </a:r>
          </a:p>
          <a:p>
            <a:r>
              <a:rPr lang="en-US" dirty="0"/>
              <a:t>		}</a:t>
            </a:r>
          </a:p>
          <a:p>
            <a:r>
              <a:rPr lang="en-US" dirty="0"/>
              <a:t>	}</a:t>
            </a:r>
          </a:p>
          <a:p>
            <a:r>
              <a:rPr lang="en-US" dirty="0"/>
              <a:t>}</a:t>
            </a:r>
          </a:p>
          <a:p>
            <a:r>
              <a:rPr lang="en-US" dirty="0"/>
              <a:t>Shape </a:t>
            </a:r>
            <a:r>
              <a:rPr lang="en-US" dirty="0" err="1"/>
              <a:t>someShape</a:t>
            </a:r>
            <a:r>
              <a:rPr lang="en-US" dirty="0"/>
              <a:t> = …//</a:t>
            </a:r>
          </a:p>
          <a:p>
            <a:r>
              <a:rPr lang="en-US" dirty="0" err="1"/>
              <a:t>someShape.translate</a:t>
            </a:r>
            <a:r>
              <a:rPr lang="en-US" dirty="0"/>
              <a:t>(10, 10);</a:t>
            </a:r>
          </a:p>
          <a:p>
            <a:r>
              <a:rPr lang="en-US" dirty="0" err="1"/>
              <a:t>someShape.scale</a:t>
            </a:r>
            <a:r>
              <a:rPr lang="en-US" dirty="0"/>
              <a:t>(2, 2);</a:t>
            </a:r>
          </a:p>
          <a:p>
            <a:endParaRPr lang="en-US" dirty="0"/>
          </a:p>
          <a:p>
            <a:endParaRPr lang="en-US" dirty="0"/>
          </a:p>
        </p:txBody>
      </p:sp>
      <p:sp>
        <p:nvSpPr>
          <p:cNvPr id="3" name="Title 2">
            <a:extLst>
              <a:ext uri="{FF2B5EF4-FFF2-40B4-BE49-F238E27FC236}">
                <a16:creationId xmlns:a16="http://schemas.microsoft.com/office/drawing/2014/main" id="{B93E82D0-E6F2-1E67-0521-54B8BD0E599B}"/>
              </a:ext>
            </a:extLst>
          </p:cNvPr>
          <p:cNvSpPr>
            <a:spLocks noGrp="1"/>
          </p:cNvSpPr>
          <p:nvPr>
            <p:ph type="title"/>
          </p:nvPr>
        </p:nvSpPr>
        <p:spPr/>
        <p:txBody>
          <a:bodyPr/>
          <a:lstStyle/>
          <a:p>
            <a:r>
              <a:rPr lang="en-US" dirty="0"/>
              <a:t>Design option 1</a:t>
            </a:r>
          </a:p>
        </p:txBody>
      </p:sp>
      <p:sp>
        <p:nvSpPr>
          <p:cNvPr id="4" name="Content Placeholder 3">
            <a:extLst>
              <a:ext uri="{FF2B5EF4-FFF2-40B4-BE49-F238E27FC236}">
                <a16:creationId xmlns:a16="http://schemas.microsoft.com/office/drawing/2014/main" id="{BCDA289D-C0D7-ABF8-8DCF-DA9F5F78B21E}"/>
              </a:ext>
            </a:extLst>
          </p:cNvPr>
          <p:cNvSpPr>
            <a:spLocks noGrp="1"/>
          </p:cNvSpPr>
          <p:nvPr>
            <p:ph idx="13"/>
          </p:nvPr>
        </p:nvSpPr>
        <p:spPr/>
        <p:txBody>
          <a:bodyPr/>
          <a:lstStyle/>
          <a:p>
            <a:r>
              <a:rPr lang="en-US" dirty="0"/>
              <a:t>Each shape has a </a:t>
            </a:r>
            <a:r>
              <a:rPr lang="en-US" dirty="0">
                <a:latin typeface="Consolas" panose="020B0609020204030204" pitchFamily="49" charset="0"/>
              </a:rPr>
              <a:t>scale</a:t>
            </a:r>
            <a:r>
              <a:rPr lang="en-US" dirty="0"/>
              <a:t> method</a:t>
            </a:r>
          </a:p>
        </p:txBody>
      </p:sp>
      <p:sp>
        <p:nvSpPr>
          <p:cNvPr id="6" name="Rectangle 5">
            <a:extLst>
              <a:ext uri="{FF2B5EF4-FFF2-40B4-BE49-F238E27FC236}">
                <a16:creationId xmlns:a16="http://schemas.microsoft.com/office/drawing/2014/main" id="{4208F959-5612-C1B9-6296-FD033BA9B642}"/>
              </a:ext>
            </a:extLst>
          </p:cNvPr>
          <p:cNvSpPr/>
          <p:nvPr/>
        </p:nvSpPr>
        <p:spPr>
          <a:xfrm>
            <a:off x="6176512" y="2110801"/>
            <a:ext cx="5871110" cy="328864"/>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7" name="Rectangle 6">
            <a:extLst>
              <a:ext uri="{FF2B5EF4-FFF2-40B4-BE49-F238E27FC236}">
                <a16:creationId xmlns:a16="http://schemas.microsoft.com/office/drawing/2014/main" id="{254A924D-5D26-A2FA-7E19-46C4A2857C54}"/>
              </a:ext>
            </a:extLst>
          </p:cNvPr>
          <p:cNvSpPr/>
          <p:nvPr/>
        </p:nvSpPr>
        <p:spPr>
          <a:xfrm>
            <a:off x="6320890" y="3854190"/>
            <a:ext cx="5871110" cy="107073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D9497827-B2A7-611B-EB8E-D301F71017D2}"/>
              </a:ext>
            </a:extLst>
          </p:cNvPr>
          <p:cNvSpPr/>
          <p:nvPr/>
        </p:nvSpPr>
        <p:spPr>
          <a:xfrm>
            <a:off x="6176512" y="5358063"/>
            <a:ext cx="5871110" cy="23951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179953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7B5495A-7200-BF15-549F-748B6BA4C672}"/>
              </a:ext>
            </a:extLst>
          </p:cNvPr>
          <p:cNvSpPr>
            <a:spLocks noGrp="1"/>
          </p:cNvSpPr>
          <p:nvPr>
            <p:ph idx="1"/>
          </p:nvPr>
        </p:nvSpPr>
        <p:spPr/>
        <p:txBody>
          <a:bodyPr/>
          <a:lstStyle/>
          <a:p>
            <a:r>
              <a:rPr lang="en-US" dirty="0"/>
              <a:t>The logic for the </a:t>
            </a:r>
            <a:r>
              <a:rPr lang="en-US" dirty="0">
                <a:latin typeface="Consolas" panose="020B0609020204030204" pitchFamily="49" charset="0"/>
              </a:rPr>
              <a:t>translate</a:t>
            </a:r>
            <a:r>
              <a:rPr lang="en-US" dirty="0"/>
              <a:t>, </a:t>
            </a:r>
            <a:r>
              <a:rPr lang="en-US" dirty="0">
                <a:latin typeface="Consolas" panose="020B0609020204030204" pitchFamily="49" charset="0"/>
              </a:rPr>
              <a:t>scale</a:t>
            </a:r>
            <a:r>
              <a:rPr lang="en-US" dirty="0"/>
              <a:t>, and any other operations are spread across many shape classes</a:t>
            </a:r>
          </a:p>
          <a:p>
            <a:r>
              <a:rPr lang="en-US" dirty="0"/>
              <a:t>Changing how translation works needs to update </a:t>
            </a:r>
            <a:r>
              <a:rPr lang="en-US" b="1" i="1" dirty="0"/>
              <a:t>all </a:t>
            </a:r>
            <a:r>
              <a:rPr lang="en-US" dirty="0"/>
              <a:t>shape classes</a:t>
            </a:r>
          </a:p>
          <a:p>
            <a:r>
              <a:rPr lang="en-US" dirty="0"/>
              <a:t>What if you want to add a new operation but can’t modify the </a:t>
            </a:r>
            <a:r>
              <a:rPr lang="en-US" dirty="0">
                <a:latin typeface="Consolas" panose="020B0609020204030204" pitchFamily="49" charset="0"/>
              </a:rPr>
              <a:t>Shape</a:t>
            </a:r>
            <a:r>
              <a:rPr lang="en-US" dirty="0"/>
              <a:t> class?</a:t>
            </a:r>
          </a:p>
          <a:p>
            <a:pPr lvl="1"/>
            <a:r>
              <a:rPr lang="en-US" dirty="0">
                <a:latin typeface="Consolas" panose="020B0609020204030204" pitchFamily="49" charset="0"/>
              </a:rPr>
              <a:t>Shape</a:t>
            </a:r>
            <a:r>
              <a:rPr lang="en-US" dirty="0"/>
              <a:t> class must envision all possible operations when being designed</a:t>
            </a:r>
          </a:p>
        </p:txBody>
      </p:sp>
      <p:sp>
        <p:nvSpPr>
          <p:cNvPr id="3" name="Title 2">
            <a:extLst>
              <a:ext uri="{FF2B5EF4-FFF2-40B4-BE49-F238E27FC236}">
                <a16:creationId xmlns:a16="http://schemas.microsoft.com/office/drawing/2014/main" id="{175587BC-7BE2-BAC3-3CF2-6E2167FDDC2D}"/>
              </a:ext>
            </a:extLst>
          </p:cNvPr>
          <p:cNvSpPr>
            <a:spLocks noGrp="1"/>
          </p:cNvSpPr>
          <p:nvPr>
            <p:ph type="title"/>
          </p:nvPr>
        </p:nvSpPr>
        <p:spPr/>
        <p:txBody>
          <a:bodyPr/>
          <a:lstStyle/>
          <a:p>
            <a:r>
              <a:rPr lang="en-US" dirty="0"/>
              <a:t>Disadvantages</a:t>
            </a:r>
          </a:p>
        </p:txBody>
      </p:sp>
    </p:spTree>
    <p:extLst>
      <p:ext uri="{BB962C8B-B14F-4D97-AF65-F5344CB8AC3E}">
        <p14:creationId xmlns:p14="http://schemas.microsoft.com/office/powerpoint/2010/main" val="78148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3B342-E5CC-0ED5-1A9E-D7B6E787BEF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E6B621-26A9-37AB-BC8A-518299188860}"/>
              </a:ext>
            </a:extLst>
          </p:cNvPr>
          <p:cNvSpPr>
            <a:spLocks noGrp="1"/>
          </p:cNvSpPr>
          <p:nvPr>
            <p:ph idx="1"/>
          </p:nvPr>
        </p:nvSpPr>
        <p:spPr/>
        <p:txBody>
          <a:bodyPr/>
          <a:lstStyle/>
          <a:p>
            <a:r>
              <a:rPr lang="en-US" dirty="0"/>
              <a:t>abstract class </a:t>
            </a:r>
            <a:r>
              <a:rPr lang="en-US" dirty="0" err="1"/>
              <a:t>ShapeVisitor</a:t>
            </a:r>
            <a:r>
              <a:rPr lang="en-US" dirty="0"/>
              <a:t> {</a:t>
            </a:r>
          </a:p>
          <a:p>
            <a:r>
              <a:rPr lang="en-US" dirty="0"/>
              <a:t>    void visit(Circle circle) {}</a:t>
            </a:r>
          </a:p>
          <a:p>
            <a:r>
              <a:rPr lang="en-US" dirty="0"/>
              <a:t>    void visit(Rectangle rectangle) {}</a:t>
            </a:r>
          </a:p>
          <a:p>
            <a:endParaRPr lang="en-US" dirty="0"/>
          </a:p>
          <a:p>
            <a:r>
              <a:rPr lang="en-US" dirty="0"/>
              <a:t>    void visit(</a:t>
            </a:r>
            <a:r>
              <a:rPr lang="en-US" dirty="0" err="1"/>
              <a:t>CompoundShape</a:t>
            </a:r>
            <a:r>
              <a:rPr lang="en-US" dirty="0"/>
              <a:t> c) {</a:t>
            </a:r>
          </a:p>
          <a:p>
            <a:r>
              <a:rPr lang="en-US" dirty="0"/>
              <a:t>		for (Shape </a:t>
            </a:r>
            <a:r>
              <a:rPr lang="en-US" dirty="0" err="1"/>
              <a:t>shape</a:t>
            </a:r>
            <a:r>
              <a:rPr lang="en-US" dirty="0"/>
              <a:t>: </a:t>
            </a:r>
            <a:r>
              <a:rPr lang="en-US" dirty="0" err="1"/>
              <a:t>c.getShapeList</a:t>
            </a:r>
            <a:r>
              <a:rPr lang="en-US" dirty="0"/>
              <a:t>()) {</a:t>
            </a:r>
          </a:p>
          <a:p>
            <a:r>
              <a:rPr lang="en-US" dirty="0"/>
              <a:t>			</a:t>
            </a:r>
            <a:r>
              <a:rPr lang="en-US" dirty="0" err="1"/>
              <a:t>shape.</a:t>
            </a:r>
            <a:r>
              <a:rPr lang="en-US" b="1" dirty="0" err="1"/>
              <a:t>accept</a:t>
            </a:r>
            <a:r>
              <a:rPr lang="en-US" dirty="0"/>
              <a:t>(this);</a:t>
            </a:r>
          </a:p>
          <a:p>
            <a:r>
              <a:rPr lang="en-US" dirty="0"/>
              <a:t>		}</a:t>
            </a:r>
          </a:p>
          <a:p>
            <a:r>
              <a:rPr lang="en-US" dirty="0"/>
              <a:t>	}</a:t>
            </a:r>
          </a:p>
          <a:p>
            <a:endParaRPr lang="en-US" dirty="0"/>
          </a:p>
          <a:p>
            <a:r>
              <a:rPr lang="en-US" dirty="0"/>
              <a:t>}</a:t>
            </a:r>
          </a:p>
        </p:txBody>
      </p:sp>
      <p:sp>
        <p:nvSpPr>
          <p:cNvPr id="4" name="Title 3">
            <a:extLst>
              <a:ext uri="{FF2B5EF4-FFF2-40B4-BE49-F238E27FC236}">
                <a16:creationId xmlns:a16="http://schemas.microsoft.com/office/drawing/2014/main" id="{2B6A9B61-F123-2B1C-15FF-536C6EAC4F69}"/>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3621BF1-9DD5-B205-6CF4-90E1F1ACB3D9}"/>
              </a:ext>
            </a:extLst>
          </p:cNvPr>
          <p:cNvSpPr>
            <a:spLocks noGrp="1"/>
          </p:cNvSpPr>
          <p:nvPr>
            <p:ph idx="13"/>
          </p:nvPr>
        </p:nvSpPr>
        <p:spPr/>
        <p:txBody>
          <a:bodyPr>
            <a:normAutofit fontScale="92500"/>
          </a:bodyPr>
          <a:lstStyle/>
          <a:p>
            <a:r>
              <a:rPr lang="en-US" dirty="0"/>
              <a:t>Encapsulate the operational logic in a “Visitor” class</a:t>
            </a:r>
          </a:p>
          <a:p>
            <a:r>
              <a:rPr lang="en-US" dirty="0"/>
              <a:t>Abstract visitor class provides concrete implementation for the </a:t>
            </a:r>
            <a:r>
              <a:rPr lang="en-US" dirty="0">
                <a:latin typeface="Consolas" panose="020B0609020204030204" pitchFamily="49" charset="0"/>
              </a:rPr>
              <a:t>visit</a:t>
            </a:r>
            <a:r>
              <a:rPr lang="en-US" dirty="0"/>
              <a:t> method for </a:t>
            </a:r>
            <a:r>
              <a:rPr lang="en-US" dirty="0" err="1"/>
              <a:t>CompoundShape</a:t>
            </a:r>
            <a:endParaRPr lang="en-US" dirty="0"/>
          </a:p>
          <a:p>
            <a:r>
              <a:rPr lang="en-US" dirty="0">
                <a:latin typeface="Consolas" panose="020B0609020204030204" pitchFamily="49" charset="0"/>
              </a:rPr>
              <a:t>accept</a:t>
            </a:r>
            <a:r>
              <a:rPr lang="en-US" dirty="0"/>
              <a:t> method is the “glue” that holds this design pattern together</a:t>
            </a:r>
          </a:p>
          <a:p>
            <a:pPr lvl="1"/>
            <a:r>
              <a:rPr lang="en-US" dirty="0"/>
              <a:t>Ensures the </a:t>
            </a:r>
            <a:r>
              <a:rPr lang="en-US" dirty="0">
                <a:latin typeface="Consolas" panose="020B0609020204030204" pitchFamily="49" charset="0"/>
              </a:rPr>
              <a:t>Visitor</a:t>
            </a:r>
            <a:r>
              <a:rPr lang="en-US" dirty="0"/>
              <a:t> object visits each </a:t>
            </a:r>
            <a:r>
              <a:rPr lang="en-US" dirty="0">
                <a:latin typeface="Consolas" panose="020B0609020204030204" pitchFamily="49" charset="0"/>
              </a:rPr>
              <a:t>Shape</a:t>
            </a:r>
            <a:r>
              <a:rPr lang="en-US" dirty="0"/>
              <a:t> object</a:t>
            </a:r>
          </a:p>
          <a:p>
            <a:pPr marL="0" indent="0">
              <a:buNone/>
            </a:pPr>
            <a:endParaRPr lang="en-US" dirty="0"/>
          </a:p>
        </p:txBody>
      </p:sp>
      <p:sp>
        <p:nvSpPr>
          <p:cNvPr id="2" name="Rectangle 1">
            <a:extLst>
              <a:ext uri="{FF2B5EF4-FFF2-40B4-BE49-F238E27FC236}">
                <a16:creationId xmlns:a16="http://schemas.microsoft.com/office/drawing/2014/main" id="{10EE4D3A-73AF-37AB-3C4F-4A7600490C7C}"/>
              </a:ext>
            </a:extLst>
          </p:cNvPr>
          <p:cNvSpPr/>
          <p:nvPr/>
        </p:nvSpPr>
        <p:spPr>
          <a:xfrm>
            <a:off x="7823199" y="2291644"/>
            <a:ext cx="2596445" cy="349957"/>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8868C43-1913-2D58-B60C-5B106934A1A2}"/>
              </a:ext>
            </a:extLst>
          </p:cNvPr>
          <p:cNvSpPr txBox="1"/>
          <p:nvPr/>
        </p:nvSpPr>
        <p:spPr>
          <a:xfrm>
            <a:off x="7620000" y="2730328"/>
            <a:ext cx="3934410" cy="369332"/>
          </a:xfrm>
          <a:prstGeom prst="rect">
            <a:avLst/>
          </a:prstGeom>
          <a:noFill/>
        </p:spPr>
        <p:txBody>
          <a:bodyPr wrap="none" rtlCol="0">
            <a:spAutoFit/>
          </a:bodyPr>
          <a:lstStyle/>
          <a:p>
            <a:r>
              <a:rPr lang="en-US" b="1" i="1" dirty="0"/>
              <a:t>We will discuss this in a couple of slides</a:t>
            </a:r>
          </a:p>
        </p:txBody>
      </p:sp>
    </p:spTree>
    <p:extLst>
      <p:ext uri="{BB962C8B-B14F-4D97-AF65-F5344CB8AC3E}">
        <p14:creationId xmlns:p14="http://schemas.microsoft.com/office/powerpoint/2010/main" val="42118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F391-9105-71A2-85E9-70999727D33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F6E47FA-FD4B-2B3A-F901-306DAA3F3AC3}"/>
              </a:ext>
            </a:extLst>
          </p:cNvPr>
          <p:cNvSpPr>
            <a:spLocks noGrp="1"/>
          </p:cNvSpPr>
          <p:nvPr>
            <p:ph idx="1"/>
          </p:nvPr>
        </p:nvSpPr>
        <p:spPr/>
        <p:txBody>
          <a:bodyPr/>
          <a:lstStyle/>
          <a:p>
            <a:r>
              <a:rPr lang="en-US" dirty="0"/>
              <a:t>class </a:t>
            </a:r>
            <a:r>
              <a:rPr lang="en-US" dirty="0" err="1"/>
              <a:t>TranslationVisitor</a:t>
            </a:r>
            <a:r>
              <a:rPr lang="en-US" dirty="0"/>
              <a:t> extends </a:t>
            </a:r>
            <a:r>
              <a:rPr lang="en-US" dirty="0" err="1"/>
              <a:t>ShapeVisitor</a:t>
            </a:r>
            <a:r>
              <a:rPr lang="en-US" dirty="0"/>
              <a:t> {</a:t>
            </a:r>
          </a:p>
          <a:p>
            <a:r>
              <a:rPr lang="en-US" dirty="0"/>
              <a:t>    </a:t>
            </a:r>
            <a:br>
              <a:rPr lang="en-US" dirty="0"/>
            </a:br>
            <a:r>
              <a:rPr lang="en-US" dirty="0"/>
              <a:t>    	int </a:t>
            </a:r>
            <a:r>
              <a:rPr lang="en-US" dirty="0" err="1"/>
              <a:t>x_off</a:t>
            </a:r>
            <a:r>
              <a:rPr lang="en-US" dirty="0"/>
              <a:t>; int </a:t>
            </a:r>
            <a:r>
              <a:rPr lang="en-US" dirty="0" err="1"/>
              <a:t>y_off</a:t>
            </a:r>
            <a:r>
              <a:rPr lang="en-US" dirty="0"/>
              <a:t>;</a:t>
            </a:r>
            <a:br>
              <a:rPr lang="en-US" dirty="0"/>
            </a:br>
            <a:r>
              <a:rPr lang="en-US" dirty="0"/>
              <a:t>	</a:t>
            </a:r>
            <a:r>
              <a:rPr lang="en-US" dirty="0" err="1"/>
              <a:t>TranslationVisitor</a:t>
            </a:r>
            <a:r>
              <a:rPr lang="en-US" dirty="0"/>
              <a:t>(int x, int y) {</a:t>
            </a:r>
          </a:p>
          <a:p>
            <a:r>
              <a:rPr lang="en-US" dirty="0"/>
              <a:t>		</a:t>
            </a:r>
            <a:r>
              <a:rPr lang="en-US" dirty="0" err="1"/>
              <a:t>this.x_off</a:t>
            </a:r>
            <a:r>
              <a:rPr lang="en-US" dirty="0"/>
              <a:t> = x; </a:t>
            </a:r>
            <a:r>
              <a:rPr lang="en-US" dirty="0" err="1"/>
              <a:t>this.y_off</a:t>
            </a:r>
            <a:r>
              <a:rPr lang="en-US" dirty="0"/>
              <a:t> = y;</a:t>
            </a:r>
          </a:p>
          <a:p>
            <a:r>
              <a:rPr lang="en-US" dirty="0"/>
              <a:t>	}</a:t>
            </a:r>
          </a:p>
          <a:p>
            <a:r>
              <a:rPr lang="en-US" dirty="0"/>
              <a:t>    	@Override</a:t>
            </a:r>
          </a:p>
          <a:p>
            <a:r>
              <a:rPr lang="en-US" dirty="0"/>
              <a:t>    	public void visit(Triangle t) {</a:t>
            </a:r>
          </a:p>
          <a:p>
            <a:r>
              <a:rPr lang="en-US" dirty="0"/>
              <a:t>        </a:t>
            </a:r>
            <a:r>
              <a:rPr lang="en-US" b="1" dirty="0"/>
              <a:t>	/// translate 3 points</a:t>
            </a:r>
            <a:r>
              <a:rPr lang="en-US" dirty="0"/>
              <a:t>		</a:t>
            </a:r>
          </a:p>
          <a:p>
            <a:r>
              <a:rPr lang="en-US" dirty="0"/>
              <a:t>    	}</a:t>
            </a:r>
          </a:p>
          <a:p>
            <a:endParaRPr lang="en-US" dirty="0"/>
          </a:p>
          <a:p>
            <a:r>
              <a:rPr lang="en-US" dirty="0"/>
              <a:t>    	@Override</a:t>
            </a:r>
          </a:p>
          <a:p>
            <a:r>
              <a:rPr lang="en-US" dirty="0"/>
              <a:t>    	public void visit(Rectangle rectangle) {</a:t>
            </a:r>
          </a:p>
          <a:p>
            <a:r>
              <a:rPr lang="en-US" dirty="0"/>
              <a:t>		</a:t>
            </a:r>
            <a:r>
              <a:rPr lang="en-US" b="1" dirty="0"/>
              <a:t>// translate 4 points</a:t>
            </a:r>
          </a:p>
          <a:p>
            <a:r>
              <a:rPr lang="en-US" dirty="0"/>
              <a:t>    	}</a:t>
            </a:r>
          </a:p>
          <a:p>
            <a:endParaRPr lang="en-US" dirty="0"/>
          </a:p>
          <a:p>
            <a:r>
              <a:rPr lang="en-US" dirty="0"/>
              <a:t>    	// No need to override visit for </a:t>
            </a:r>
            <a:r>
              <a:rPr lang="en-US" dirty="0" err="1"/>
              <a:t>CompoundShape</a:t>
            </a:r>
            <a:endParaRPr lang="en-US" dirty="0"/>
          </a:p>
          <a:p>
            <a:r>
              <a:rPr lang="en-US" dirty="0"/>
              <a:t>}</a:t>
            </a:r>
          </a:p>
        </p:txBody>
      </p:sp>
      <p:sp>
        <p:nvSpPr>
          <p:cNvPr id="4" name="Title 3">
            <a:extLst>
              <a:ext uri="{FF2B5EF4-FFF2-40B4-BE49-F238E27FC236}">
                <a16:creationId xmlns:a16="http://schemas.microsoft.com/office/drawing/2014/main" id="{910A8D81-258B-7564-5EB0-B89AD67595C0}"/>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E3A3FF57-75AB-0F0A-4522-D3E3F94106D4}"/>
              </a:ext>
            </a:extLst>
          </p:cNvPr>
          <p:cNvSpPr>
            <a:spLocks noGrp="1"/>
          </p:cNvSpPr>
          <p:nvPr>
            <p:ph idx="13"/>
          </p:nvPr>
        </p:nvSpPr>
        <p:spPr/>
        <p:txBody>
          <a:bodyPr/>
          <a:lstStyle/>
          <a:p>
            <a:r>
              <a:rPr lang="en-US" dirty="0"/>
              <a:t>Concrete visitor subclasses implement the particular visitor logic</a:t>
            </a:r>
          </a:p>
          <a:p>
            <a:r>
              <a:rPr lang="en-US" dirty="0"/>
              <a:t>The visitor logic is encapsulated in its own visitor class</a:t>
            </a:r>
          </a:p>
          <a:p>
            <a:r>
              <a:rPr lang="en-US" dirty="0"/>
              <a:t>Now, all we have to do is ensure the </a:t>
            </a:r>
            <a:r>
              <a:rPr lang="en-US" dirty="0">
                <a:latin typeface="Consolas" panose="020B0609020204030204" pitchFamily="49" charset="0"/>
              </a:rPr>
              <a:t>Shape</a:t>
            </a:r>
            <a:r>
              <a:rPr lang="en-US" dirty="0"/>
              <a:t> objects “accept” a </a:t>
            </a:r>
            <a:r>
              <a:rPr lang="en-US" dirty="0">
                <a:latin typeface="Consolas" panose="020B0609020204030204" pitchFamily="49" charset="0"/>
              </a:rPr>
              <a:t>Visitor</a:t>
            </a:r>
            <a:r>
              <a:rPr lang="en-US" dirty="0"/>
              <a:t> object</a:t>
            </a:r>
          </a:p>
          <a:p>
            <a:endParaRPr lang="en-US" dirty="0"/>
          </a:p>
          <a:p>
            <a:pPr marL="0" indent="0">
              <a:buNone/>
            </a:pPr>
            <a:endParaRPr lang="en-US" b="1" i="1" dirty="0"/>
          </a:p>
          <a:p>
            <a:pPr marL="0" indent="0">
              <a:buNone/>
            </a:pPr>
            <a:endParaRPr lang="en-US" dirty="0"/>
          </a:p>
        </p:txBody>
      </p:sp>
    </p:spTree>
    <p:extLst>
      <p:ext uri="{BB962C8B-B14F-4D97-AF65-F5344CB8AC3E}">
        <p14:creationId xmlns:p14="http://schemas.microsoft.com/office/powerpoint/2010/main" val="371740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748D68B-519D-ECB9-8307-CB4702203C8C}"/>
              </a:ext>
            </a:extLst>
          </p:cNvPr>
          <p:cNvSpPr>
            <a:spLocks noGrp="1"/>
          </p:cNvSpPr>
          <p:nvPr>
            <p:ph idx="1"/>
          </p:nvPr>
        </p:nvSpPr>
        <p:spPr/>
        <p:txBody>
          <a:bodyPr/>
          <a:lstStyle/>
          <a:p>
            <a:r>
              <a:rPr lang="en-US" dirty="0"/>
              <a:t>abstract class Shape {</a:t>
            </a:r>
          </a:p>
          <a:p>
            <a:r>
              <a:rPr lang="en-US" dirty="0"/>
              <a:t>	void accept(</a:t>
            </a:r>
            <a:r>
              <a:rPr lang="en-US" dirty="0" err="1"/>
              <a:t>ShapeVisitor</a:t>
            </a:r>
            <a:r>
              <a:rPr lang="en-US" dirty="0"/>
              <a:t> visitor);</a:t>
            </a:r>
          </a:p>
          <a:p>
            <a:r>
              <a:rPr lang="en-US" dirty="0"/>
              <a:t>}</a:t>
            </a:r>
            <a:br>
              <a:rPr lang="en-US" dirty="0"/>
            </a:br>
            <a:br>
              <a:rPr lang="en-US" dirty="0"/>
            </a:br>
            <a:r>
              <a:rPr lang="en-US" dirty="0"/>
              <a:t>class Circle extends Shape {</a:t>
            </a:r>
          </a:p>
          <a:p>
            <a:r>
              <a:rPr lang="en-US" dirty="0"/>
              <a:t>	/// … fields and getters/setters</a:t>
            </a:r>
          </a:p>
          <a:p>
            <a:r>
              <a:rPr lang="en-US" dirty="0"/>
              <a:t>	void accept(</a:t>
            </a:r>
            <a:r>
              <a:rPr lang="en-US" dirty="0" err="1"/>
              <a:t>ShapeVisitor</a:t>
            </a:r>
            <a:r>
              <a:rPr lang="en-US" dirty="0"/>
              <a:t> visitor) {</a:t>
            </a:r>
          </a:p>
          <a:p>
            <a:r>
              <a:rPr lang="en-US" dirty="0"/>
              <a:t>		</a:t>
            </a:r>
            <a:r>
              <a:rPr lang="en-US" dirty="0" err="1"/>
              <a:t>visitor.visit</a:t>
            </a:r>
            <a:r>
              <a:rPr lang="en-US" dirty="0"/>
              <a:t>(this);</a:t>
            </a:r>
          </a:p>
          <a:p>
            <a:r>
              <a:rPr lang="en-US" dirty="0"/>
              <a:t>	}</a:t>
            </a:r>
          </a:p>
          <a:p>
            <a:r>
              <a:rPr lang="en-US" dirty="0"/>
              <a:t>}</a:t>
            </a:r>
          </a:p>
          <a:p>
            <a:endParaRPr lang="en-US" dirty="0"/>
          </a:p>
          <a:p>
            <a:r>
              <a:rPr lang="en-US" dirty="0"/>
              <a:t>class Rectangle extends Shape {</a:t>
            </a:r>
          </a:p>
          <a:p>
            <a:r>
              <a:rPr lang="en-US" dirty="0"/>
              <a:t>	/// … </a:t>
            </a:r>
          </a:p>
          <a:p>
            <a:r>
              <a:rPr lang="en-US" dirty="0"/>
              <a:t>	void accept(</a:t>
            </a:r>
            <a:r>
              <a:rPr lang="en-US" dirty="0" err="1"/>
              <a:t>ShapeVisitor</a:t>
            </a:r>
            <a:r>
              <a:rPr lang="en-US" dirty="0"/>
              <a:t> visitor) {</a:t>
            </a:r>
          </a:p>
          <a:p>
            <a:r>
              <a:rPr lang="en-US" dirty="0"/>
              <a:t>		</a:t>
            </a:r>
            <a:r>
              <a:rPr lang="en-US" dirty="0" err="1"/>
              <a:t>visitor.visit</a:t>
            </a:r>
            <a:r>
              <a:rPr lang="en-US" dirty="0"/>
              <a:t>(this);</a:t>
            </a:r>
          </a:p>
          <a:p>
            <a:r>
              <a:rPr lang="en-US" dirty="0"/>
              <a:t>	}</a:t>
            </a:r>
          </a:p>
          <a:p>
            <a:r>
              <a:rPr lang="en-US" dirty="0"/>
              <a:t>}</a:t>
            </a:r>
          </a:p>
        </p:txBody>
      </p:sp>
      <p:sp>
        <p:nvSpPr>
          <p:cNvPr id="4" name="Title 3">
            <a:extLst>
              <a:ext uri="{FF2B5EF4-FFF2-40B4-BE49-F238E27FC236}">
                <a16:creationId xmlns:a16="http://schemas.microsoft.com/office/drawing/2014/main" id="{C63ECD28-7076-12F4-F5C0-AA1AB1A94B35}"/>
              </a:ext>
            </a:extLst>
          </p:cNvPr>
          <p:cNvSpPr>
            <a:spLocks noGrp="1"/>
          </p:cNvSpPr>
          <p:nvPr>
            <p:ph type="title"/>
          </p:nvPr>
        </p:nvSpPr>
        <p:spPr/>
        <p:txBody>
          <a:bodyPr/>
          <a:lstStyle/>
          <a:p>
            <a:r>
              <a:rPr lang="en-US" dirty="0"/>
              <a:t>Visitor design pattern</a:t>
            </a:r>
          </a:p>
        </p:txBody>
      </p:sp>
      <p:sp>
        <p:nvSpPr>
          <p:cNvPr id="6" name="Content Placeholder 5">
            <a:extLst>
              <a:ext uri="{FF2B5EF4-FFF2-40B4-BE49-F238E27FC236}">
                <a16:creationId xmlns:a16="http://schemas.microsoft.com/office/drawing/2014/main" id="{554E8AD2-22BB-0899-733D-4BEC8DFEBEAC}"/>
              </a:ext>
            </a:extLst>
          </p:cNvPr>
          <p:cNvSpPr>
            <a:spLocks noGrp="1"/>
          </p:cNvSpPr>
          <p:nvPr>
            <p:ph idx="13"/>
          </p:nvPr>
        </p:nvSpPr>
        <p:spPr/>
        <p:txBody>
          <a:bodyPr>
            <a:normAutofit fontScale="92500" lnSpcReduction="10000"/>
          </a:bodyPr>
          <a:lstStyle/>
          <a:p>
            <a:r>
              <a:rPr lang="en-US" dirty="0"/>
              <a:t>Allow the parent class for all nodes to </a:t>
            </a:r>
            <a:r>
              <a:rPr lang="en-US" b="1" i="1" dirty="0"/>
              <a:t>accept</a:t>
            </a:r>
            <a:r>
              <a:rPr lang="en-US" dirty="0"/>
              <a:t> a Visitor</a:t>
            </a:r>
          </a:p>
          <a:p>
            <a:r>
              <a:rPr lang="en-US" dirty="0"/>
              <a:t>Provide concrete implementations of the </a:t>
            </a:r>
            <a:r>
              <a:rPr lang="en-US" dirty="0">
                <a:latin typeface="Consolas" panose="020B0609020204030204" pitchFamily="49" charset="0"/>
              </a:rPr>
              <a:t>accept</a:t>
            </a:r>
            <a:r>
              <a:rPr lang="en-US" dirty="0"/>
              <a:t> method for each type</a:t>
            </a:r>
          </a:p>
          <a:p>
            <a:pPr lvl="1"/>
            <a:r>
              <a:rPr lang="en-US" dirty="0"/>
              <a:t>Just invokes </a:t>
            </a:r>
            <a:r>
              <a:rPr lang="en-US" dirty="0">
                <a:latin typeface="Consolas" panose="020B0609020204030204" pitchFamily="49" charset="0"/>
              </a:rPr>
              <a:t>visit</a:t>
            </a:r>
            <a:r>
              <a:rPr lang="en-US" dirty="0"/>
              <a:t> on the Visitor</a:t>
            </a:r>
          </a:p>
          <a:p>
            <a:r>
              <a:rPr lang="en-US" dirty="0"/>
              <a:t>The </a:t>
            </a:r>
            <a:r>
              <a:rPr lang="en-US" dirty="0">
                <a:latin typeface="Consolas" panose="020B0609020204030204" pitchFamily="49" charset="0"/>
              </a:rPr>
              <a:t>accept</a:t>
            </a:r>
            <a:r>
              <a:rPr lang="en-US" dirty="0"/>
              <a:t> method invokes the visitor on the shape object</a:t>
            </a:r>
          </a:p>
          <a:p>
            <a:r>
              <a:rPr lang="en-US" dirty="0"/>
              <a:t>Note: it accepts an abstract </a:t>
            </a:r>
            <a:r>
              <a:rPr lang="en-US" dirty="0">
                <a:latin typeface="Consolas" panose="020B0609020204030204" pitchFamily="49" charset="0"/>
              </a:rPr>
              <a:t>Visitor</a:t>
            </a:r>
            <a:r>
              <a:rPr lang="en-US" dirty="0"/>
              <a:t> type object</a:t>
            </a:r>
          </a:p>
          <a:p>
            <a:endParaRPr lang="en-US" dirty="0"/>
          </a:p>
        </p:txBody>
      </p:sp>
      <p:sp>
        <p:nvSpPr>
          <p:cNvPr id="7" name="Rectangle 6">
            <a:extLst>
              <a:ext uri="{FF2B5EF4-FFF2-40B4-BE49-F238E27FC236}">
                <a16:creationId xmlns:a16="http://schemas.microsoft.com/office/drawing/2014/main" id="{12641047-92A1-784A-16F9-BC0E643D96F7}"/>
              </a:ext>
            </a:extLst>
          </p:cNvPr>
          <p:cNvSpPr/>
          <p:nvPr/>
        </p:nvSpPr>
        <p:spPr>
          <a:xfrm>
            <a:off x="6096000" y="742195"/>
            <a:ext cx="5871110" cy="9625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6B3B14F-27B8-730F-BFF3-0750A65414EE}"/>
              </a:ext>
            </a:extLst>
          </p:cNvPr>
          <p:cNvSpPr/>
          <p:nvPr/>
        </p:nvSpPr>
        <p:spPr>
          <a:xfrm>
            <a:off x="6096000" y="1780921"/>
            <a:ext cx="5871110" cy="329615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421313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4F9CCCC-B0C8-5F3C-0D38-43979E03F48A}"/>
              </a:ext>
            </a:extLst>
          </p:cNvPr>
          <p:cNvSpPr>
            <a:spLocks noGrp="1"/>
          </p:cNvSpPr>
          <p:nvPr>
            <p:ph idx="1"/>
          </p:nvPr>
        </p:nvSpPr>
        <p:spPr/>
        <p:txBody>
          <a:bodyPr>
            <a:normAutofit/>
          </a:bodyPr>
          <a:lstStyle/>
          <a:p>
            <a:r>
              <a:rPr lang="en-US" sz="1400" dirty="0"/>
              <a:t>abstract class Shape {</a:t>
            </a:r>
          </a:p>
          <a:p>
            <a:r>
              <a:rPr lang="en-US" sz="1400" dirty="0"/>
              <a:t>	void </a:t>
            </a:r>
            <a:r>
              <a:rPr lang="en-US" sz="1400" b="1" dirty="0"/>
              <a:t>accept</a:t>
            </a:r>
            <a:r>
              <a:rPr lang="en-US" sz="1400" dirty="0"/>
              <a:t>(</a:t>
            </a:r>
            <a:r>
              <a:rPr lang="en-US" sz="1400" b="1" dirty="0" err="1"/>
              <a:t>ShapeVisitor</a:t>
            </a:r>
            <a:r>
              <a:rPr lang="en-US" sz="1400" dirty="0"/>
              <a:t> visitor);</a:t>
            </a:r>
          </a:p>
          <a:p>
            <a:r>
              <a:rPr lang="en-US" sz="1400" dirty="0"/>
              <a:t>}</a:t>
            </a:r>
            <a:br>
              <a:rPr lang="en-US" sz="1400" dirty="0"/>
            </a:br>
            <a:br>
              <a:rPr lang="en-US" sz="1400" dirty="0"/>
            </a:br>
            <a:r>
              <a:rPr lang="en-US" sz="1400" dirty="0"/>
              <a:t>class Circle extends Shape {</a:t>
            </a:r>
          </a:p>
          <a:p>
            <a:r>
              <a:rPr lang="en-US" sz="1400" dirty="0"/>
              <a:t>	/// … fields and getters/setters</a:t>
            </a:r>
          </a:p>
          <a:p>
            <a:r>
              <a:rPr lang="en-US" sz="1400" dirty="0"/>
              <a:t>	void </a:t>
            </a:r>
            <a:r>
              <a:rPr lang="en-US" sz="1400" b="1" dirty="0"/>
              <a:t>accept</a:t>
            </a:r>
            <a:r>
              <a:rPr lang="en-US" sz="1400" dirty="0"/>
              <a:t>(</a:t>
            </a:r>
            <a:r>
              <a:rPr lang="en-US" sz="1400" b="1" dirty="0" err="1"/>
              <a:t>ShapeVisitor</a:t>
            </a:r>
            <a:r>
              <a:rPr lang="en-US" sz="1400" dirty="0"/>
              <a:t> visitor) {</a:t>
            </a:r>
          </a:p>
          <a:p>
            <a:r>
              <a:rPr lang="en-US" sz="1400" dirty="0"/>
              <a:t>		</a:t>
            </a:r>
            <a:r>
              <a:rPr lang="en-US" sz="1400" dirty="0" err="1"/>
              <a:t>visitor.visit</a:t>
            </a:r>
            <a:r>
              <a:rPr lang="en-US" sz="1400" dirty="0"/>
              <a:t>(this);</a:t>
            </a:r>
          </a:p>
          <a:p>
            <a:r>
              <a:rPr lang="en-US" sz="1400" dirty="0"/>
              <a:t>	}</a:t>
            </a:r>
          </a:p>
          <a:p>
            <a:r>
              <a:rPr lang="en-US" sz="1400" dirty="0"/>
              <a:t>}</a:t>
            </a:r>
          </a:p>
          <a:p>
            <a:endParaRPr lang="en-US" sz="1400" dirty="0"/>
          </a:p>
          <a:p>
            <a:r>
              <a:rPr lang="en-US" sz="1400" dirty="0"/>
              <a:t>class Rectangle extends Shape {</a:t>
            </a:r>
          </a:p>
          <a:p>
            <a:r>
              <a:rPr lang="en-US" sz="1400" dirty="0"/>
              <a:t>	/// … </a:t>
            </a:r>
          </a:p>
          <a:p>
            <a:r>
              <a:rPr lang="en-US" sz="1400" dirty="0"/>
              <a:t>	void </a:t>
            </a:r>
            <a:r>
              <a:rPr lang="en-US" sz="1400" b="1" dirty="0"/>
              <a:t>accept</a:t>
            </a:r>
            <a:r>
              <a:rPr lang="en-US" sz="1400" dirty="0"/>
              <a:t>(</a:t>
            </a:r>
            <a:r>
              <a:rPr lang="en-US" sz="1400" b="1" dirty="0" err="1"/>
              <a:t>ShapeVisitor</a:t>
            </a:r>
            <a:r>
              <a:rPr lang="en-US" sz="1400" dirty="0"/>
              <a:t> visitor) {</a:t>
            </a:r>
          </a:p>
          <a:p>
            <a:r>
              <a:rPr lang="en-US" sz="1400" dirty="0"/>
              <a:t>		</a:t>
            </a:r>
            <a:r>
              <a:rPr lang="en-US" sz="1400" dirty="0" err="1"/>
              <a:t>visitor.visit</a:t>
            </a:r>
            <a:r>
              <a:rPr lang="en-US" sz="1400" dirty="0"/>
              <a:t>(this);</a:t>
            </a:r>
          </a:p>
          <a:p>
            <a:r>
              <a:rPr lang="en-US" sz="1400" dirty="0"/>
              <a:t>	}</a:t>
            </a:r>
          </a:p>
          <a:p>
            <a:r>
              <a:rPr lang="en-US" sz="1400" dirty="0"/>
              <a:t>}</a:t>
            </a:r>
          </a:p>
        </p:txBody>
      </p:sp>
      <p:sp>
        <p:nvSpPr>
          <p:cNvPr id="5" name="Title 4">
            <a:extLst>
              <a:ext uri="{FF2B5EF4-FFF2-40B4-BE49-F238E27FC236}">
                <a16:creationId xmlns:a16="http://schemas.microsoft.com/office/drawing/2014/main" id="{F509E971-9715-6F98-7EA0-B82F694EE417}"/>
              </a:ext>
            </a:extLst>
          </p:cNvPr>
          <p:cNvSpPr>
            <a:spLocks noGrp="1"/>
          </p:cNvSpPr>
          <p:nvPr>
            <p:ph type="title"/>
          </p:nvPr>
        </p:nvSpPr>
        <p:spPr/>
        <p:txBody>
          <a:bodyPr/>
          <a:lstStyle/>
          <a:p>
            <a:r>
              <a:rPr lang="en-US" dirty="0"/>
              <a:t>Visitor design pattern – putting it all together</a:t>
            </a:r>
          </a:p>
        </p:txBody>
      </p:sp>
      <p:sp>
        <p:nvSpPr>
          <p:cNvPr id="7" name="Content Placeholder 6">
            <a:extLst>
              <a:ext uri="{FF2B5EF4-FFF2-40B4-BE49-F238E27FC236}">
                <a16:creationId xmlns:a16="http://schemas.microsoft.com/office/drawing/2014/main" id="{209F2420-A4E4-7E64-B021-1EB356D2BB24}"/>
              </a:ext>
            </a:extLst>
          </p:cNvPr>
          <p:cNvSpPr>
            <a:spLocks noGrp="1"/>
          </p:cNvSpPr>
          <p:nvPr>
            <p:ph idx="13"/>
          </p:nvPr>
        </p:nvSpPr>
        <p:spPr/>
        <p:txBody>
          <a:bodyPr>
            <a:noAutofit/>
          </a:bodyPr>
          <a:lstStyle/>
          <a:p>
            <a:pPr marL="0" indent="0">
              <a:spcBef>
                <a:spcPts val="0"/>
              </a:spcBef>
              <a:spcAft>
                <a:spcPts val="0"/>
              </a:spcAft>
              <a:buNone/>
              <a:tabLst>
                <a:tab pos="461963" algn="l"/>
              </a:tabLst>
            </a:pPr>
            <a:r>
              <a:rPr lang="en-US" sz="1400" dirty="0">
                <a:latin typeface="Consolas" panose="020B0609020204030204" pitchFamily="49" charset="0"/>
              </a:rPr>
              <a:t>abstract class </a:t>
            </a:r>
            <a:r>
              <a:rPr lang="en-US" sz="1400" dirty="0" err="1">
                <a:latin typeface="Consolas" panose="020B0609020204030204" pitchFamily="49" charset="0"/>
              </a:rPr>
              <a:t>ShapeVisitor</a:t>
            </a: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void visit(Circle circle) {}</a:t>
            </a:r>
          </a:p>
          <a:p>
            <a:pPr marL="0" indent="0">
              <a:spcBef>
                <a:spcPts val="0"/>
              </a:spcBef>
              <a:spcAft>
                <a:spcPts val="0"/>
              </a:spcAft>
              <a:buNone/>
              <a:tabLst>
                <a:tab pos="461963" algn="l"/>
              </a:tabLst>
            </a:pPr>
            <a:r>
              <a:rPr lang="en-US" sz="1400" dirty="0">
                <a:latin typeface="Consolas" panose="020B0609020204030204" pitchFamily="49" charset="0"/>
              </a:rPr>
              <a:t>    void visit(Rectangle rectangle) {}</a:t>
            </a:r>
          </a:p>
          <a:p>
            <a:pPr marL="0" indent="0">
              <a:spcBef>
                <a:spcPts val="0"/>
              </a:spcBef>
              <a:spcAft>
                <a:spcPts val="0"/>
              </a:spcAft>
              <a:buNone/>
              <a:tabLst>
                <a:tab pos="461963" algn="l"/>
              </a:tabLst>
            </a:pPr>
            <a:r>
              <a:rPr lang="en-US" sz="1400" dirty="0">
                <a:latin typeface="Consolas" panose="020B0609020204030204" pitchFamily="49" charset="0"/>
              </a:rPr>
              <a:t>    void visit(</a:t>
            </a:r>
            <a:r>
              <a:rPr lang="en-US" sz="1400" dirty="0" err="1">
                <a:latin typeface="Consolas" panose="020B0609020204030204" pitchFamily="49" charset="0"/>
              </a:rPr>
              <a:t>CompoundShape</a:t>
            </a:r>
            <a:r>
              <a:rPr lang="en-US" sz="1400" dirty="0">
                <a:latin typeface="Consolas" panose="020B0609020204030204" pitchFamily="49" charset="0"/>
              </a:rPr>
              <a:t> c) {</a:t>
            </a:r>
          </a:p>
          <a:p>
            <a:pPr marL="0" indent="0">
              <a:spcBef>
                <a:spcPts val="0"/>
              </a:spcBef>
              <a:spcAft>
                <a:spcPts val="0"/>
              </a:spcAft>
              <a:buNone/>
              <a:tabLst>
                <a:tab pos="461963" algn="l"/>
              </a:tabLst>
            </a:pPr>
            <a:r>
              <a:rPr lang="en-US" sz="1400" dirty="0">
                <a:latin typeface="Consolas" panose="020B0609020204030204" pitchFamily="49" charset="0"/>
              </a:rPr>
              <a:t>		for (Shape </a:t>
            </a:r>
            <a:r>
              <a:rPr lang="en-US" sz="1400" dirty="0" err="1">
                <a:latin typeface="Consolas" panose="020B0609020204030204" pitchFamily="49" charset="0"/>
              </a:rPr>
              <a:t>shape</a:t>
            </a:r>
            <a:r>
              <a:rPr lang="en-US" sz="1400" dirty="0">
                <a:latin typeface="Consolas" panose="020B0609020204030204" pitchFamily="49" charset="0"/>
              </a:rPr>
              <a:t>: </a:t>
            </a:r>
            <a:r>
              <a:rPr lang="en-US" sz="1400" dirty="0" err="1">
                <a:latin typeface="Consolas" panose="020B0609020204030204" pitchFamily="49" charset="0"/>
              </a:rPr>
              <a:t>c.getShapeList</a:t>
            </a: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a:t>
            </a:r>
            <a:r>
              <a:rPr lang="en-US" sz="1400" dirty="0" err="1">
                <a:latin typeface="Consolas" panose="020B0609020204030204" pitchFamily="49" charset="0"/>
              </a:rPr>
              <a:t>shape.</a:t>
            </a:r>
            <a:r>
              <a:rPr lang="en-US" sz="1400" b="1" dirty="0" err="1">
                <a:latin typeface="Consolas" panose="020B0609020204030204" pitchFamily="49" charset="0"/>
              </a:rPr>
              <a:t>accept</a:t>
            </a:r>
            <a:r>
              <a:rPr lang="en-US" sz="1400" dirty="0">
                <a:latin typeface="Consolas" panose="020B0609020204030204" pitchFamily="49" charset="0"/>
              </a:rPr>
              <a:t>(this);</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a:t>
            </a:r>
          </a:p>
          <a:p>
            <a:pPr marL="0" indent="0">
              <a:spcBef>
                <a:spcPts val="0"/>
              </a:spcBef>
              <a:spcAft>
                <a:spcPts val="0"/>
              </a:spcAft>
              <a:buNone/>
              <a:tabLst>
                <a:tab pos="461963" algn="l"/>
              </a:tabLst>
            </a:pPr>
            <a:endParaRPr lang="en-US" sz="1400" dirty="0">
              <a:latin typeface="Consolas" panose="020B0609020204030204" pitchFamily="49" charset="0"/>
            </a:endParaRPr>
          </a:p>
          <a:p>
            <a:pPr marL="0" indent="0">
              <a:spcBef>
                <a:spcPts val="0"/>
              </a:spcBef>
              <a:spcAft>
                <a:spcPts val="0"/>
              </a:spcAft>
              <a:buNone/>
              <a:tabLst>
                <a:tab pos="461963" algn="l"/>
              </a:tabLst>
            </a:pPr>
            <a:r>
              <a:rPr lang="en-US" sz="1400" dirty="0">
                <a:latin typeface="Consolas" panose="020B0609020204030204" pitchFamily="49" charset="0"/>
              </a:rPr>
              <a:t>class </a:t>
            </a:r>
            <a:r>
              <a:rPr lang="en-US" sz="1400" dirty="0" err="1">
                <a:latin typeface="Consolas" panose="020B0609020204030204" pitchFamily="49" charset="0"/>
              </a:rPr>
              <a:t>TranslationVisitor</a:t>
            </a:r>
            <a:r>
              <a:rPr lang="en-US" sz="1400" dirty="0">
                <a:latin typeface="Consolas" panose="020B0609020204030204" pitchFamily="49" charset="0"/>
              </a:rPr>
              <a:t> extends </a:t>
            </a:r>
            <a:r>
              <a:rPr lang="en-US" sz="1400" dirty="0" err="1">
                <a:latin typeface="Consolas" panose="020B0609020204030204" pitchFamily="49" charset="0"/>
              </a:rPr>
              <a:t>ShapeVisitor</a:t>
            </a:r>
            <a:r>
              <a:rPr lang="en-US" sz="1400" dirty="0">
                <a:latin typeface="Consolas" panose="020B0609020204030204" pitchFamily="49" charset="0"/>
              </a:rPr>
              <a:t> {</a:t>
            </a:r>
            <a:br>
              <a:rPr lang="en-US" sz="1400" dirty="0">
                <a:latin typeface="Consolas" panose="020B0609020204030204" pitchFamily="49" charset="0"/>
              </a:rPr>
            </a:br>
            <a:r>
              <a:rPr lang="en-US" sz="1400" dirty="0">
                <a:latin typeface="Consolas" panose="020B0609020204030204" pitchFamily="49" charset="0"/>
              </a:rPr>
              <a:t>	</a:t>
            </a:r>
            <a:r>
              <a:rPr lang="en-US" sz="1400" dirty="0" err="1">
                <a:latin typeface="Consolas" panose="020B0609020204030204" pitchFamily="49" charset="0"/>
              </a:rPr>
              <a:t>TranslationVisitor</a:t>
            </a:r>
            <a:r>
              <a:rPr lang="en-US" sz="1400" dirty="0">
                <a:latin typeface="Consolas" panose="020B0609020204030204" pitchFamily="49" charset="0"/>
              </a:rPr>
              <a:t>(int x, int y) { //.. }</a:t>
            </a:r>
          </a:p>
          <a:p>
            <a:pPr marL="0" indent="0">
              <a:spcBef>
                <a:spcPts val="0"/>
              </a:spcBef>
              <a:spcAft>
                <a:spcPts val="0"/>
              </a:spcAft>
              <a:buNone/>
              <a:tabLst>
                <a:tab pos="461963" algn="l"/>
              </a:tabLst>
            </a:pPr>
            <a:r>
              <a:rPr lang="en-US" sz="1400" dirty="0">
                <a:latin typeface="Consolas" panose="020B0609020204030204" pitchFamily="49" charset="0"/>
              </a:rPr>
              <a:t>    	public void visit(Triangle t) {</a:t>
            </a:r>
          </a:p>
          <a:p>
            <a:pPr marL="0" indent="0">
              <a:spcBef>
                <a:spcPts val="0"/>
              </a:spcBef>
              <a:spcAft>
                <a:spcPts val="0"/>
              </a:spcAft>
              <a:buNone/>
              <a:tabLst>
                <a:tab pos="461963" algn="l"/>
              </a:tabLst>
            </a:pPr>
            <a:r>
              <a:rPr lang="en-US" sz="1400" dirty="0">
                <a:latin typeface="Consolas" panose="020B0609020204030204" pitchFamily="49" charset="0"/>
              </a:rPr>
              <a:t>        	/// translate 3 points		</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public void visit(Rectangle rectangle) {</a:t>
            </a:r>
          </a:p>
          <a:p>
            <a:pPr marL="0" indent="0">
              <a:spcBef>
                <a:spcPts val="0"/>
              </a:spcBef>
              <a:spcAft>
                <a:spcPts val="0"/>
              </a:spcAft>
              <a:buNone/>
              <a:tabLst>
                <a:tab pos="461963" algn="l"/>
              </a:tabLst>
            </a:pPr>
            <a:r>
              <a:rPr lang="en-US" sz="1400" dirty="0">
                <a:latin typeface="Consolas" panose="020B0609020204030204" pitchFamily="49" charset="0"/>
              </a:rPr>
              <a:t>		// translate 4 points</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a:t>
            </a:r>
          </a:p>
          <a:p>
            <a:pPr marL="0" indent="0">
              <a:buNone/>
            </a:pPr>
            <a:endParaRPr lang="en-US" sz="200" dirty="0"/>
          </a:p>
        </p:txBody>
      </p:sp>
      <p:sp>
        <p:nvSpPr>
          <p:cNvPr id="8" name="TextBox 7">
            <a:extLst>
              <a:ext uri="{FF2B5EF4-FFF2-40B4-BE49-F238E27FC236}">
                <a16:creationId xmlns:a16="http://schemas.microsoft.com/office/drawing/2014/main" id="{60800C92-B66D-6DAD-1C90-89C6C8A5243A}"/>
              </a:ext>
            </a:extLst>
          </p:cNvPr>
          <p:cNvSpPr txBox="1"/>
          <p:nvPr/>
        </p:nvSpPr>
        <p:spPr>
          <a:xfrm>
            <a:off x="894768" y="2908120"/>
            <a:ext cx="5201232" cy="400110"/>
          </a:xfrm>
          <a:prstGeom prst="rect">
            <a:avLst/>
          </a:prstGeom>
          <a:noFill/>
        </p:spPr>
        <p:txBody>
          <a:bodyPr wrap="square" rtlCol="0">
            <a:spAutoFit/>
          </a:bodyPr>
          <a:lstStyle/>
          <a:p>
            <a:r>
              <a:rPr lang="en-US" sz="2000" b="1" i="1" u="sng" dirty="0"/>
              <a:t>Visitors encapsulate the operation logic</a:t>
            </a:r>
          </a:p>
        </p:txBody>
      </p:sp>
      <p:sp>
        <p:nvSpPr>
          <p:cNvPr id="9" name="TextBox 8">
            <a:extLst>
              <a:ext uri="{FF2B5EF4-FFF2-40B4-BE49-F238E27FC236}">
                <a16:creationId xmlns:a16="http://schemas.microsoft.com/office/drawing/2014/main" id="{5F4A4D6B-8C6B-7423-4516-20BCFF84DA6A}"/>
              </a:ext>
            </a:extLst>
          </p:cNvPr>
          <p:cNvSpPr txBox="1"/>
          <p:nvPr/>
        </p:nvSpPr>
        <p:spPr>
          <a:xfrm>
            <a:off x="6392602" y="4663542"/>
            <a:ext cx="5201232" cy="707886"/>
          </a:xfrm>
          <a:prstGeom prst="rect">
            <a:avLst/>
          </a:prstGeom>
          <a:noFill/>
        </p:spPr>
        <p:txBody>
          <a:bodyPr wrap="square" rtlCol="0">
            <a:spAutoFit/>
          </a:bodyPr>
          <a:lstStyle/>
          <a:p>
            <a:r>
              <a:rPr lang="en-US" sz="2000" b="1" i="1" u="sng" dirty="0"/>
              <a:t>Shapes provide an accept method to accept a visitor and invoke it</a:t>
            </a:r>
          </a:p>
        </p:txBody>
      </p:sp>
    </p:spTree>
    <p:extLst>
      <p:ext uri="{BB962C8B-B14F-4D97-AF65-F5344CB8AC3E}">
        <p14:creationId xmlns:p14="http://schemas.microsoft.com/office/powerpoint/2010/main" val="186643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p:bldP spid="9" grpId="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E1247-DFFA-4A9D-8C3C-3A5E2694554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BEE49D9-96D8-ED49-3C17-9C44B279E0DE}"/>
              </a:ext>
            </a:extLst>
          </p:cNvPr>
          <p:cNvSpPr>
            <a:spLocks noGrp="1"/>
          </p:cNvSpPr>
          <p:nvPr>
            <p:ph idx="1"/>
          </p:nvPr>
        </p:nvSpPr>
        <p:spPr/>
        <p:txBody>
          <a:bodyPr>
            <a:normAutofit fontScale="92500" lnSpcReduction="10000"/>
          </a:bodyPr>
          <a:lstStyle/>
          <a:p>
            <a:r>
              <a:rPr lang="en-US" sz="1400" dirty="0"/>
              <a:t>abstract class Shape {</a:t>
            </a:r>
          </a:p>
          <a:p>
            <a:r>
              <a:rPr lang="en-US" sz="1400" dirty="0"/>
              <a:t>	void </a:t>
            </a:r>
            <a:r>
              <a:rPr lang="en-US" sz="1400" b="1" dirty="0"/>
              <a:t>accept</a:t>
            </a:r>
            <a:r>
              <a:rPr lang="en-US" sz="1400" dirty="0"/>
              <a:t>(</a:t>
            </a:r>
            <a:r>
              <a:rPr lang="en-US" sz="1400" b="1" dirty="0" err="1"/>
              <a:t>ShapeVisitor</a:t>
            </a:r>
            <a:r>
              <a:rPr lang="en-US" sz="1400" dirty="0"/>
              <a:t> visitor);</a:t>
            </a:r>
          </a:p>
          <a:p>
            <a:r>
              <a:rPr lang="en-US" sz="1400" dirty="0"/>
              <a:t>}</a:t>
            </a:r>
            <a:br>
              <a:rPr lang="en-US" sz="1400" dirty="0"/>
            </a:br>
            <a:br>
              <a:rPr lang="en-US" sz="1400" dirty="0"/>
            </a:br>
            <a:r>
              <a:rPr lang="en-US" sz="1400" dirty="0"/>
              <a:t>class Circle extends Shape {</a:t>
            </a:r>
          </a:p>
          <a:p>
            <a:r>
              <a:rPr lang="en-US" sz="1400" dirty="0"/>
              <a:t>	/// … fields and getters/setters</a:t>
            </a:r>
          </a:p>
          <a:p>
            <a:r>
              <a:rPr lang="en-US" sz="1400" dirty="0"/>
              <a:t>	void </a:t>
            </a:r>
            <a:r>
              <a:rPr lang="en-US" sz="1400" b="1" dirty="0"/>
              <a:t>accept</a:t>
            </a:r>
            <a:r>
              <a:rPr lang="en-US" sz="1400" dirty="0"/>
              <a:t>(</a:t>
            </a:r>
            <a:r>
              <a:rPr lang="en-US" sz="1400" b="1" dirty="0" err="1"/>
              <a:t>ShapeVisitor</a:t>
            </a:r>
            <a:r>
              <a:rPr lang="en-US" sz="1400" dirty="0"/>
              <a:t> visitor) {</a:t>
            </a:r>
          </a:p>
          <a:p>
            <a:r>
              <a:rPr lang="en-US" sz="1400" dirty="0"/>
              <a:t>		</a:t>
            </a:r>
            <a:r>
              <a:rPr lang="en-US" sz="1400" dirty="0" err="1"/>
              <a:t>visitor.visit</a:t>
            </a:r>
            <a:r>
              <a:rPr lang="en-US" sz="1400" dirty="0"/>
              <a:t>(this);</a:t>
            </a:r>
          </a:p>
          <a:p>
            <a:r>
              <a:rPr lang="en-US" sz="1400" dirty="0"/>
              <a:t>	}</a:t>
            </a:r>
          </a:p>
          <a:p>
            <a:r>
              <a:rPr lang="en-US" sz="1400" dirty="0"/>
              <a:t>}</a:t>
            </a:r>
          </a:p>
          <a:p>
            <a:endParaRPr lang="en-US" sz="1400" dirty="0"/>
          </a:p>
          <a:p>
            <a:r>
              <a:rPr lang="en-US" sz="1400" dirty="0"/>
              <a:t>class Rectangle extends Shape {</a:t>
            </a:r>
          </a:p>
          <a:p>
            <a:r>
              <a:rPr lang="en-US" sz="1400" dirty="0"/>
              <a:t>	/// … </a:t>
            </a:r>
          </a:p>
          <a:p>
            <a:r>
              <a:rPr lang="en-US" sz="1400" dirty="0"/>
              <a:t>	void </a:t>
            </a:r>
            <a:r>
              <a:rPr lang="en-US" sz="1400" b="1" dirty="0"/>
              <a:t>accept</a:t>
            </a:r>
            <a:r>
              <a:rPr lang="en-US" sz="1400" dirty="0"/>
              <a:t>(</a:t>
            </a:r>
            <a:r>
              <a:rPr lang="en-US" sz="1400" b="1" dirty="0" err="1"/>
              <a:t>ShapeVisitor</a:t>
            </a:r>
            <a:r>
              <a:rPr lang="en-US" sz="1400" dirty="0"/>
              <a:t> visitor) {</a:t>
            </a:r>
          </a:p>
          <a:p>
            <a:r>
              <a:rPr lang="en-US" sz="1400" dirty="0"/>
              <a:t>		</a:t>
            </a:r>
            <a:r>
              <a:rPr lang="en-US" sz="1400" dirty="0" err="1"/>
              <a:t>visitor.visit</a:t>
            </a:r>
            <a:r>
              <a:rPr lang="en-US" sz="1400" dirty="0"/>
              <a:t>(this);</a:t>
            </a:r>
          </a:p>
          <a:p>
            <a:r>
              <a:rPr lang="en-US" sz="1400" dirty="0"/>
              <a:t>	}</a:t>
            </a:r>
          </a:p>
          <a:p>
            <a:r>
              <a:rPr lang="en-US" sz="1400" dirty="0"/>
              <a:t>}</a:t>
            </a:r>
            <a:br>
              <a:rPr lang="en-US" sz="1400" dirty="0"/>
            </a:br>
            <a:br>
              <a:rPr lang="en-US" sz="1400" dirty="0"/>
            </a:br>
            <a:r>
              <a:rPr lang="en-US" sz="1400" dirty="0"/>
              <a:t>main() {</a:t>
            </a:r>
            <a:br>
              <a:rPr lang="en-US" sz="1400" dirty="0"/>
            </a:br>
            <a:r>
              <a:rPr lang="en-US" sz="1400" dirty="0"/>
              <a:t>	Rectangle </a:t>
            </a:r>
            <a:r>
              <a:rPr lang="en-US" sz="1400" dirty="0" err="1"/>
              <a:t>rect</a:t>
            </a:r>
            <a:r>
              <a:rPr lang="en-US" sz="1400" dirty="0"/>
              <a:t> = new …; </a:t>
            </a:r>
          </a:p>
          <a:p>
            <a:r>
              <a:rPr lang="en-US" sz="1400" dirty="0"/>
              <a:t>	Triangle </a:t>
            </a:r>
            <a:r>
              <a:rPr lang="en-US" sz="1400" dirty="0" err="1"/>
              <a:t>tria</a:t>
            </a:r>
            <a:r>
              <a:rPr lang="en-US" sz="1400" dirty="0"/>
              <a:t> = new …;</a:t>
            </a:r>
          </a:p>
          <a:p>
            <a:r>
              <a:rPr lang="en-US" sz="1400" dirty="0"/>
              <a:t>	</a:t>
            </a:r>
            <a:r>
              <a:rPr lang="en-US" sz="1400" dirty="0" err="1"/>
              <a:t>CompoundShape</a:t>
            </a:r>
            <a:r>
              <a:rPr lang="en-US" sz="1400" dirty="0"/>
              <a:t> </a:t>
            </a:r>
            <a:r>
              <a:rPr lang="en-US" sz="1400" dirty="0" err="1"/>
              <a:t>cShape</a:t>
            </a:r>
            <a:r>
              <a:rPr lang="en-US" sz="1400" dirty="0"/>
              <a:t> = new ...;</a:t>
            </a:r>
          </a:p>
          <a:p>
            <a:r>
              <a:rPr lang="en-US" sz="1400" dirty="0"/>
              <a:t>	</a:t>
            </a:r>
            <a:r>
              <a:rPr lang="en-US" sz="1400" dirty="0" err="1"/>
              <a:t>cShape.setShapeList</a:t>
            </a:r>
            <a:r>
              <a:rPr lang="en-US" sz="1400" dirty="0"/>
              <a:t>(new </a:t>
            </a:r>
            <a:r>
              <a:rPr lang="en-US" sz="1400" dirty="0" err="1"/>
              <a:t>ArrayList</a:t>
            </a:r>
            <a:r>
              <a:rPr lang="en-US" sz="1400" dirty="0"/>
              <a:t>(</a:t>
            </a:r>
            <a:r>
              <a:rPr lang="en-US" sz="1400" dirty="0" err="1"/>
              <a:t>rect</a:t>
            </a:r>
            <a:r>
              <a:rPr lang="en-US" sz="1400" dirty="0"/>
              <a:t>, </a:t>
            </a:r>
            <a:r>
              <a:rPr lang="en-US" sz="1400" dirty="0" err="1"/>
              <a:t>tria</a:t>
            </a:r>
            <a:r>
              <a:rPr lang="en-US" sz="1400" dirty="0"/>
              <a:t>));</a:t>
            </a:r>
          </a:p>
          <a:p>
            <a:r>
              <a:rPr lang="en-US" sz="1400" dirty="0"/>
              <a:t>	Visitor </a:t>
            </a:r>
            <a:r>
              <a:rPr lang="en-US" sz="1400" dirty="0" err="1"/>
              <a:t>translationVisitor</a:t>
            </a:r>
            <a:r>
              <a:rPr lang="en-US" sz="1400" dirty="0"/>
              <a:t> = new </a:t>
            </a:r>
            <a:r>
              <a:rPr lang="en-US" sz="1400" dirty="0" err="1"/>
              <a:t>TranslationVisitor</a:t>
            </a:r>
            <a:r>
              <a:rPr lang="en-US" sz="1400" dirty="0"/>
              <a:t>();</a:t>
            </a:r>
          </a:p>
          <a:p>
            <a:r>
              <a:rPr lang="en-US" sz="1400" dirty="0"/>
              <a:t>	</a:t>
            </a:r>
            <a:r>
              <a:rPr lang="en-US" sz="1400" dirty="0" err="1"/>
              <a:t>translationVisitor.visit</a:t>
            </a:r>
            <a:r>
              <a:rPr lang="en-US" sz="1400" dirty="0"/>
              <a:t>(</a:t>
            </a:r>
            <a:r>
              <a:rPr lang="en-US" sz="1400" dirty="0" err="1"/>
              <a:t>cShape</a:t>
            </a:r>
            <a:r>
              <a:rPr lang="en-US" sz="1400" dirty="0"/>
              <a:t>);</a:t>
            </a:r>
            <a:br>
              <a:rPr lang="en-US" sz="1400" dirty="0"/>
            </a:br>
            <a:r>
              <a:rPr lang="en-US" sz="1400" dirty="0"/>
              <a:t>}</a:t>
            </a:r>
          </a:p>
          <a:p>
            <a:endParaRPr lang="en-US" sz="1400" dirty="0"/>
          </a:p>
        </p:txBody>
      </p:sp>
      <p:sp>
        <p:nvSpPr>
          <p:cNvPr id="5" name="Title 4">
            <a:extLst>
              <a:ext uri="{FF2B5EF4-FFF2-40B4-BE49-F238E27FC236}">
                <a16:creationId xmlns:a16="http://schemas.microsoft.com/office/drawing/2014/main" id="{E3084EA2-A2CF-8F2F-C89C-1BE9078B05F0}"/>
              </a:ext>
            </a:extLst>
          </p:cNvPr>
          <p:cNvSpPr>
            <a:spLocks noGrp="1"/>
          </p:cNvSpPr>
          <p:nvPr>
            <p:ph type="title"/>
          </p:nvPr>
        </p:nvSpPr>
        <p:spPr/>
        <p:txBody>
          <a:bodyPr/>
          <a:lstStyle/>
          <a:p>
            <a:r>
              <a:rPr lang="en-US" dirty="0"/>
              <a:t>Visitor design pattern – putting it all together</a:t>
            </a:r>
          </a:p>
        </p:txBody>
      </p:sp>
      <p:sp>
        <p:nvSpPr>
          <p:cNvPr id="7" name="Content Placeholder 6">
            <a:extLst>
              <a:ext uri="{FF2B5EF4-FFF2-40B4-BE49-F238E27FC236}">
                <a16:creationId xmlns:a16="http://schemas.microsoft.com/office/drawing/2014/main" id="{C8D59AAA-842B-DB97-D096-DDBED2FF5285}"/>
              </a:ext>
            </a:extLst>
          </p:cNvPr>
          <p:cNvSpPr>
            <a:spLocks noGrp="1"/>
          </p:cNvSpPr>
          <p:nvPr>
            <p:ph idx="13"/>
          </p:nvPr>
        </p:nvSpPr>
        <p:spPr/>
        <p:txBody>
          <a:bodyPr>
            <a:noAutofit/>
          </a:bodyPr>
          <a:lstStyle/>
          <a:p>
            <a:pPr marL="0" indent="0">
              <a:spcBef>
                <a:spcPts val="0"/>
              </a:spcBef>
              <a:spcAft>
                <a:spcPts val="0"/>
              </a:spcAft>
              <a:buNone/>
              <a:tabLst>
                <a:tab pos="461963" algn="l"/>
              </a:tabLst>
            </a:pPr>
            <a:r>
              <a:rPr lang="en-US" sz="1400" dirty="0">
                <a:latin typeface="Consolas" panose="020B0609020204030204" pitchFamily="49" charset="0"/>
              </a:rPr>
              <a:t>abstract class </a:t>
            </a:r>
            <a:r>
              <a:rPr lang="en-US" sz="1400" dirty="0" err="1">
                <a:latin typeface="Consolas" panose="020B0609020204030204" pitchFamily="49" charset="0"/>
              </a:rPr>
              <a:t>ShapeVisitor</a:t>
            </a: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void visit(Circle circle) {}</a:t>
            </a:r>
          </a:p>
          <a:p>
            <a:pPr marL="0" indent="0">
              <a:spcBef>
                <a:spcPts val="0"/>
              </a:spcBef>
              <a:spcAft>
                <a:spcPts val="0"/>
              </a:spcAft>
              <a:buNone/>
              <a:tabLst>
                <a:tab pos="461963" algn="l"/>
              </a:tabLst>
            </a:pPr>
            <a:r>
              <a:rPr lang="en-US" sz="1400" dirty="0">
                <a:latin typeface="Consolas" panose="020B0609020204030204" pitchFamily="49" charset="0"/>
              </a:rPr>
              <a:t>    void visit(Rectangle rectangle) {}</a:t>
            </a:r>
          </a:p>
          <a:p>
            <a:pPr marL="0" indent="0">
              <a:spcBef>
                <a:spcPts val="0"/>
              </a:spcBef>
              <a:spcAft>
                <a:spcPts val="0"/>
              </a:spcAft>
              <a:buNone/>
              <a:tabLst>
                <a:tab pos="461963" algn="l"/>
              </a:tabLst>
            </a:pPr>
            <a:r>
              <a:rPr lang="en-US" sz="1400" dirty="0">
                <a:latin typeface="Consolas" panose="020B0609020204030204" pitchFamily="49" charset="0"/>
              </a:rPr>
              <a:t>    void visit(</a:t>
            </a:r>
            <a:r>
              <a:rPr lang="en-US" sz="1400" dirty="0" err="1">
                <a:latin typeface="Consolas" panose="020B0609020204030204" pitchFamily="49" charset="0"/>
              </a:rPr>
              <a:t>CompoundShape</a:t>
            </a:r>
            <a:r>
              <a:rPr lang="en-US" sz="1400" dirty="0">
                <a:latin typeface="Consolas" panose="020B0609020204030204" pitchFamily="49" charset="0"/>
              </a:rPr>
              <a:t> c) {</a:t>
            </a:r>
          </a:p>
          <a:p>
            <a:pPr marL="0" indent="0">
              <a:spcBef>
                <a:spcPts val="0"/>
              </a:spcBef>
              <a:spcAft>
                <a:spcPts val="0"/>
              </a:spcAft>
              <a:buNone/>
              <a:tabLst>
                <a:tab pos="461963" algn="l"/>
              </a:tabLst>
            </a:pPr>
            <a:r>
              <a:rPr lang="en-US" sz="1400" dirty="0">
                <a:latin typeface="Consolas" panose="020B0609020204030204" pitchFamily="49" charset="0"/>
              </a:rPr>
              <a:t>		for (Shape </a:t>
            </a:r>
            <a:r>
              <a:rPr lang="en-US" sz="1400" dirty="0" err="1">
                <a:latin typeface="Consolas" panose="020B0609020204030204" pitchFamily="49" charset="0"/>
              </a:rPr>
              <a:t>shape</a:t>
            </a:r>
            <a:r>
              <a:rPr lang="en-US" sz="1400" dirty="0">
                <a:latin typeface="Consolas" panose="020B0609020204030204" pitchFamily="49" charset="0"/>
              </a:rPr>
              <a:t>: </a:t>
            </a:r>
            <a:r>
              <a:rPr lang="en-US" sz="1400" dirty="0" err="1">
                <a:latin typeface="Consolas" panose="020B0609020204030204" pitchFamily="49" charset="0"/>
              </a:rPr>
              <a:t>c.getShapeList</a:t>
            </a: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a:t>
            </a:r>
            <a:r>
              <a:rPr lang="en-US" sz="1400" dirty="0" err="1">
                <a:latin typeface="Consolas" panose="020B0609020204030204" pitchFamily="49" charset="0"/>
              </a:rPr>
              <a:t>shape.</a:t>
            </a:r>
            <a:r>
              <a:rPr lang="en-US" sz="1400" b="1" dirty="0" err="1">
                <a:latin typeface="Consolas" panose="020B0609020204030204" pitchFamily="49" charset="0"/>
              </a:rPr>
              <a:t>accept</a:t>
            </a:r>
            <a:r>
              <a:rPr lang="en-US" sz="1400" dirty="0">
                <a:latin typeface="Consolas" panose="020B0609020204030204" pitchFamily="49" charset="0"/>
              </a:rPr>
              <a:t>(this);</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a:t>
            </a:r>
          </a:p>
          <a:p>
            <a:pPr marL="0" indent="0">
              <a:spcBef>
                <a:spcPts val="0"/>
              </a:spcBef>
              <a:spcAft>
                <a:spcPts val="0"/>
              </a:spcAft>
              <a:buNone/>
              <a:tabLst>
                <a:tab pos="461963" algn="l"/>
              </a:tabLst>
            </a:pPr>
            <a:endParaRPr lang="en-US" sz="1400" dirty="0">
              <a:latin typeface="Consolas" panose="020B0609020204030204" pitchFamily="49" charset="0"/>
            </a:endParaRPr>
          </a:p>
          <a:p>
            <a:pPr marL="0" indent="0">
              <a:spcBef>
                <a:spcPts val="0"/>
              </a:spcBef>
              <a:spcAft>
                <a:spcPts val="0"/>
              </a:spcAft>
              <a:buNone/>
              <a:tabLst>
                <a:tab pos="461963" algn="l"/>
              </a:tabLst>
            </a:pPr>
            <a:r>
              <a:rPr lang="en-US" sz="1400" dirty="0">
                <a:latin typeface="Consolas" panose="020B0609020204030204" pitchFamily="49" charset="0"/>
              </a:rPr>
              <a:t>class </a:t>
            </a:r>
            <a:r>
              <a:rPr lang="en-US" sz="1400" dirty="0" err="1">
                <a:latin typeface="Consolas" panose="020B0609020204030204" pitchFamily="49" charset="0"/>
              </a:rPr>
              <a:t>TranslationVisitor</a:t>
            </a:r>
            <a:r>
              <a:rPr lang="en-US" sz="1400" dirty="0">
                <a:latin typeface="Consolas" panose="020B0609020204030204" pitchFamily="49" charset="0"/>
              </a:rPr>
              <a:t> extends </a:t>
            </a:r>
            <a:r>
              <a:rPr lang="en-US" sz="1400" dirty="0" err="1">
                <a:latin typeface="Consolas" panose="020B0609020204030204" pitchFamily="49" charset="0"/>
              </a:rPr>
              <a:t>ShapeVisitor</a:t>
            </a:r>
            <a:r>
              <a:rPr lang="en-US" sz="1400" dirty="0">
                <a:latin typeface="Consolas" panose="020B0609020204030204" pitchFamily="49" charset="0"/>
              </a:rPr>
              <a:t> {</a:t>
            </a:r>
            <a:br>
              <a:rPr lang="en-US" sz="1400" dirty="0">
                <a:latin typeface="Consolas" panose="020B0609020204030204" pitchFamily="49" charset="0"/>
              </a:rPr>
            </a:br>
            <a:r>
              <a:rPr lang="en-US" sz="1400" dirty="0">
                <a:latin typeface="Consolas" panose="020B0609020204030204" pitchFamily="49" charset="0"/>
              </a:rPr>
              <a:t>	</a:t>
            </a:r>
            <a:r>
              <a:rPr lang="en-US" sz="1400" dirty="0" err="1">
                <a:latin typeface="Consolas" panose="020B0609020204030204" pitchFamily="49" charset="0"/>
              </a:rPr>
              <a:t>TranslationVisitor</a:t>
            </a:r>
            <a:r>
              <a:rPr lang="en-US" sz="1400" dirty="0">
                <a:latin typeface="Consolas" panose="020B0609020204030204" pitchFamily="49" charset="0"/>
              </a:rPr>
              <a:t>(int x, int y) { //.. }</a:t>
            </a:r>
          </a:p>
          <a:p>
            <a:pPr marL="0" indent="0">
              <a:spcBef>
                <a:spcPts val="0"/>
              </a:spcBef>
              <a:spcAft>
                <a:spcPts val="0"/>
              </a:spcAft>
              <a:buNone/>
              <a:tabLst>
                <a:tab pos="461963" algn="l"/>
              </a:tabLst>
            </a:pPr>
            <a:r>
              <a:rPr lang="en-US" sz="1400" dirty="0">
                <a:latin typeface="Consolas" panose="020B0609020204030204" pitchFamily="49" charset="0"/>
              </a:rPr>
              <a:t>    	public void visit(Triangle t) {</a:t>
            </a:r>
          </a:p>
          <a:p>
            <a:pPr marL="0" indent="0">
              <a:spcBef>
                <a:spcPts val="0"/>
              </a:spcBef>
              <a:spcAft>
                <a:spcPts val="0"/>
              </a:spcAft>
              <a:buNone/>
              <a:tabLst>
                <a:tab pos="461963" algn="l"/>
              </a:tabLst>
            </a:pPr>
            <a:r>
              <a:rPr lang="en-US" sz="1400" dirty="0">
                <a:latin typeface="Consolas" panose="020B0609020204030204" pitchFamily="49" charset="0"/>
              </a:rPr>
              <a:t>        	/// translate 3 points		</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    	public void visit(Rectangle rectangle) {</a:t>
            </a:r>
          </a:p>
          <a:p>
            <a:pPr marL="0" indent="0">
              <a:spcBef>
                <a:spcPts val="0"/>
              </a:spcBef>
              <a:spcAft>
                <a:spcPts val="0"/>
              </a:spcAft>
              <a:buNone/>
              <a:tabLst>
                <a:tab pos="461963" algn="l"/>
              </a:tabLst>
            </a:pPr>
            <a:r>
              <a:rPr lang="en-US" sz="1400" dirty="0">
                <a:latin typeface="Consolas" panose="020B0609020204030204" pitchFamily="49" charset="0"/>
              </a:rPr>
              <a:t>		// translate 4 points</a:t>
            </a:r>
          </a:p>
          <a:p>
            <a:pPr marL="0" indent="0">
              <a:spcBef>
                <a:spcPts val="0"/>
              </a:spcBef>
              <a:spcAft>
                <a:spcPts val="0"/>
              </a:spcAft>
              <a:buNone/>
              <a:tabLst>
                <a:tab pos="461963" algn="l"/>
              </a:tabLst>
            </a:pPr>
            <a:r>
              <a:rPr lang="en-US" sz="1400" dirty="0">
                <a:latin typeface="Consolas" panose="020B0609020204030204" pitchFamily="49" charset="0"/>
              </a:rPr>
              <a:t>    	}</a:t>
            </a:r>
          </a:p>
          <a:p>
            <a:pPr marL="0" indent="0">
              <a:spcBef>
                <a:spcPts val="0"/>
              </a:spcBef>
              <a:spcAft>
                <a:spcPts val="0"/>
              </a:spcAft>
              <a:buNone/>
              <a:tabLst>
                <a:tab pos="461963" algn="l"/>
              </a:tabLst>
            </a:pPr>
            <a:r>
              <a:rPr lang="en-US" sz="1400" dirty="0">
                <a:latin typeface="Consolas" panose="020B0609020204030204" pitchFamily="49" charset="0"/>
              </a:rPr>
              <a:t>}</a:t>
            </a:r>
          </a:p>
          <a:p>
            <a:pPr marL="0" indent="0">
              <a:buNone/>
            </a:pPr>
            <a:endParaRPr lang="en-US" sz="200" dirty="0"/>
          </a:p>
        </p:txBody>
      </p:sp>
      <p:sp>
        <p:nvSpPr>
          <p:cNvPr id="2" name="Rectangle 1">
            <a:extLst>
              <a:ext uri="{FF2B5EF4-FFF2-40B4-BE49-F238E27FC236}">
                <a16:creationId xmlns:a16="http://schemas.microsoft.com/office/drawing/2014/main" id="{4F46E00F-8DA6-08F7-35FA-1CBB56EE0039}"/>
              </a:ext>
            </a:extLst>
          </p:cNvPr>
          <p:cNvSpPr/>
          <p:nvPr/>
        </p:nvSpPr>
        <p:spPr>
          <a:xfrm>
            <a:off x="6015487" y="3943014"/>
            <a:ext cx="5871110" cy="1683660"/>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1234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9B9F577-AE64-7D6E-8430-D4D8FA113BB1}"/>
              </a:ext>
            </a:extLst>
          </p:cNvPr>
          <p:cNvSpPr>
            <a:spLocks noGrp="1"/>
          </p:cNvSpPr>
          <p:nvPr>
            <p:ph idx="1"/>
          </p:nvPr>
        </p:nvSpPr>
        <p:spPr/>
        <p:txBody>
          <a:bodyPr>
            <a:normAutofit lnSpcReduction="10000"/>
          </a:bodyPr>
          <a:lstStyle/>
          <a:p>
            <a:r>
              <a:rPr lang="en-US" dirty="0"/>
              <a:t>Allows adding new operations to a group of related objects without modifying their structure</a:t>
            </a:r>
          </a:p>
          <a:p>
            <a:r>
              <a:rPr lang="en-US" dirty="0"/>
              <a:t>Separates operations (behavior) from the object structure (elements) they act upon</a:t>
            </a:r>
          </a:p>
          <a:p>
            <a:r>
              <a:rPr lang="en-US" dirty="0"/>
              <a:t>Makes it easy to add operations after class is created</a:t>
            </a:r>
            <a:endParaRPr lang="en-US" b="1" i="1" dirty="0"/>
          </a:p>
          <a:p>
            <a:r>
              <a:rPr lang="en-US" dirty="0"/>
              <a:t>Widely used in </a:t>
            </a:r>
          </a:p>
          <a:p>
            <a:pPr lvl="1"/>
            <a:r>
              <a:rPr lang="en-US" dirty="0"/>
              <a:t>Compilers/interpreters</a:t>
            </a:r>
          </a:p>
          <a:p>
            <a:pPr lvl="1"/>
            <a:r>
              <a:rPr lang="en-US" dirty="0"/>
              <a:t>Serialization/deserialization (JSON parsing)</a:t>
            </a:r>
          </a:p>
          <a:p>
            <a:pPr lvl="1"/>
            <a:r>
              <a:rPr lang="en-US" dirty="0"/>
              <a:t>Static analysis/code auditing</a:t>
            </a:r>
          </a:p>
        </p:txBody>
      </p:sp>
      <p:sp>
        <p:nvSpPr>
          <p:cNvPr id="5" name="Title 4">
            <a:extLst>
              <a:ext uri="{FF2B5EF4-FFF2-40B4-BE49-F238E27FC236}">
                <a16:creationId xmlns:a16="http://schemas.microsoft.com/office/drawing/2014/main" id="{754D0007-5D78-C237-5757-901B4B549B59}"/>
              </a:ext>
            </a:extLst>
          </p:cNvPr>
          <p:cNvSpPr>
            <a:spLocks noGrp="1"/>
          </p:cNvSpPr>
          <p:nvPr>
            <p:ph type="title"/>
          </p:nvPr>
        </p:nvSpPr>
        <p:spPr/>
        <p:txBody>
          <a:bodyPr/>
          <a:lstStyle/>
          <a:p>
            <a:r>
              <a:rPr lang="en-US" dirty="0"/>
              <a:t>Visitor design pattern</a:t>
            </a:r>
          </a:p>
        </p:txBody>
      </p:sp>
    </p:spTree>
    <p:extLst>
      <p:ext uri="{BB962C8B-B14F-4D97-AF65-F5344CB8AC3E}">
        <p14:creationId xmlns:p14="http://schemas.microsoft.com/office/powerpoint/2010/main" val="309754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98BE9-4292-82D1-3F07-0298B9D810E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FDE036-603C-DA73-941D-D043396D9B60}"/>
              </a:ext>
            </a:extLst>
          </p:cNvPr>
          <p:cNvSpPr>
            <a:spLocks noGrp="1"/>
          </p:cNvSpPr>
          <p:nvPr>
            <p:ph idx="1"/>
          </p:nvPr>
        </p:nvSpPr>
        <p:spPr/>
        <p:txBody>
          <a:bodyPr/>
          <a:lstStyle/>
          <a:p>
            <a:pPr marL="0" indent="0">
              <a:buNone/>
            </a:pPr>
            <a:endParaRPr lang="en-US" dirty="0"/>
          </a:p>
        </p:txBody>
      </p:sp>
      <p:sp>
        <p:nvSpPr>
          <p:cNvPr id="5" name="Title 4">
            <a:extLst>
              <a:ext uri="{FF2B5EF4-FFF2-40B4-BE49-F238E27FC236}">
                <a16:creationId xmlns:a16="http://schemas.microsoft.com/office/drawing/2014/main" id="{F307576E-80BA-D1FA-3DAB-7A9ED6F4DEBC}"/>
              </a:ext>
            </a:extLst>
          </p:cNvPr>
          <p:cNvSpPr>
            <a:spLocks noGrp="1"/>
          </p:cNvSpPr>
          <p:nvPr>
            <p:ph type="title"/>
          </p:nvPr>
        </p:nvSpPr>
        <p:spPr/>
        <p:txBody>
          <a:bodyPr/>
          <a:lstStyle/>
          <a:p>
            <a:r>
              <a:rPr lang="en-US" dirty="0"/>
              <a:t>High-level case study – compiler code generation</a:t>
            </a:r>
          </a:p>
        </p:txBody>
      </p:sp>
      <p:sp>
        <p:nvSpPr>
          <p:cNvPr id="2" name="Content Placeholder 1">
            <a:extLst>
              <a:ext uri="{FF2B5EF4-FFF2-40B4-BE49-F238E27FC236}">
                <a16:creationId xmlns:a16="http://schemas.microsoft.com/office/drawing/2014/main" id="{05E440B8-924E-D674-D5D3-19854BE8CFD2}"/>
              </a:ext>
            </a:extLst>
          </p:cNvPr>
          <p:cNvSpPr>
            <a:spLocks noGrp="1"/>
          </p:cNvSpPr>
          <p:nvPr>
            <p:ph idx="13"/>
          </p:nvPr>
        </p:nvSpPr>
        <p:spPr/>
        <p:txBody>
          <a:bodyPr>
            <a:normAutofit/>
          </a:bodyPr>
          <a:lstStyle/>
          <a:p>
            <a:r>
              <a:rPr lang="en-US" dirty="0"/>
              <a:t>Abstract Syntax Tree (AST) used in compilers to represent source code</a:t>
            </a:r>
          </a:p>
          <a:p>
            <a:r>
              <a:rPr lang="en-US" dirty="0"/>
              <a:t>You want to perform many different types of operations on each node</a:t>
            </a:r>
          </a:p>
          <a:p>
            <a:pPr lvl="1"/>
            <a:r>
              <a:rPr lang="en-US" dirty="0"/>
              <a:t>E.g., </a:t>
            </a:r>
            <a:r>
              <a:rPr lang="en-US" dirty="0" err="1"/>
              <a:t>CountConstants</a:t>
            </a:r>
            <a:r>
              <a:rPr lang="en-US" dirty="0"/>
              <a:t>, </a:t>
            </a:r>
            <a:r>
              <a:rPr lang="en-US" dirty="0" err="1"/>
              <a:t>EvaluateExprs</a:t>
            </a:r>
            <a:r>
              <a:rPr lang="en-US" dirty="0"/>
              <a:t>, </a:t>
            </a:r>
            <a:r>
              <a:rPr lang="en-US" dirty="0" err="1"/>
              <a:t>GenerateCode</a:t>
            </a:r>
            <a:endParaRPr lang="en-US" dirty="0"/>
          </a:p>
        </p:txBody>
      </p:sp>
      <p:pic>
        <p:nvPicPr>
          <p:cNvPr id="5122" name="Picture 2" descr="Fast and accurate syntax searching for C and C++ | Trail of Bits Blog">
            <a:extLst>
              <a:ext uri="{FF2B5EF4-FFF2-40B4-BE49-F238E27FC236}">
                <a16:creationId xmlns:a16="http://schemas.microsoft.com/office/drawing/2014/main" id="{0386AB58-0AAC-A43F-A172-A4A9DF575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389" y="785004"/>
            <a:ext cx="4607658" cy="48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17597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D2BAA-B31A-88DA-8D84-A2EA9ED39733}"/>
              </a:ext>
            </a:extLst>
          </p:cNvPr>
          <p:cNvSpPr>
            <a:spLocks noGrp="1"/>
          </p:cNvSpPr>
          <p:nvPr>
            <p:ph idx="1"/>
          </p:nvPr>
        </p:nvSpPr>
        <p:spPr/>
        <p:txBody>
          <a:bodyPr/>
          <a:lstStyle/>
          <a:p>
            <a:r>
              <a:rPr lang="en-US" dirty="0"/>
              <a:t>abstract class </a:t>
            </a:r>
            <a:r>
              <a:rPr lang="en-US" dirty="0" err="1"/>
              <a:t>ASTNode</a:t>
            </a:r>
            <a:r>
              <a:rPr lang="en-US" dirty="0"/>
              <a:t> {</a:t>
            </a:r>
          </a:p>
          <a:p>
            <a:r>
              <a:rPr lang="en-US" dirty="0"/>
              <a:t>	void accept(</a:t>
            </a:r>
            <a:r>
              <a:rPr lang="en-US" dirty="0" err="1"/>
              <a:t>ASTVisitor</a:t>
            </a:r>
            <a:r>
              <a:rPr lang="en-US" dirty="0"/>
              <a:t> visitor);</a:t>
            </a:r>
          </a:p>
          <a:p>
            <a:r>
              <a:rPr lang="en-US" dirty="0"/>
              <a:t>}</a:t>
            </a:r>
            <a:br>
              <a:rPr lang="en-US" dirty="0"/>
            </a:br>
            <a:br>
              <a:rPr lang="en-US" dirty="0"/>
            </a:br>
            <a:r>
              <a:rPr lang="en-US" dirty="0"/>
              <a:t>class </a:t>
            </a:r>
            <a:r>
              <a:rPr lang="en-US" dirty="0" err="1"/>
              <a:t>DeclStmt</a:t>
            </a:r>
            <a:r>
              <a:rPr lang="en-US" dirty="0"/>
              <a:t> extends </a:t>
            </a:r>
            <a:r>
              <a:rPr lang="en-US" dirty="0" err="1"/>
              <a:t>ASTNode</a:t>
            </a:r>
            <a:r>
              <a:rPr lang="en-US" dirty="0"/>
              <a:t> {</a:t>
            </a:r>
          </a:p>
          <a:p>
            <a:r>
              <a:rPr lang="en-US" dirty="0"/>
              <a:t>	/// … fields and getters/setters</a:t>
            </a:r>
          </a:p>
          <a:p>
            <a:r>
              <a:rPr lang="en-US" dirty="0"/>
              <a:t>	void accept(</a:t>
            </a:r>
            <a:r>
              <a:rPr lang="en-US" dirty="0" err="1"/>
              <a:t>ASTVisitor</a:t>
            </a:r>
            <a:r>
              <a:rPr lang="en-US" dirty="0"/>
              <a:t> visitor) {</a:t>
            </a:r>
          </a:p>
          <a:p>
            <a:r>
              <a:rPr lang="en-US" dirty="0"/>
              <a:t>		</a:t>
            </a:r>
            <a:r>
              <a:rPr lang="en-US" dirty="0" err="1"/>
              <a:t>visitor.visit</a:t>
            </a:r>
            <a:r>
              <a:rPr lang="en-US" dirty="0"/>
              <a:t>(this);</a:t>
            </a:r>
          </a:p>
          <a:p>
            <a:r>
              <a:rPr lang="en-US" dirty="0"/>
              <a:t>	}</a:t>
            </a:r>
          </a:p>
          <a:p>
            <a:r>
              <a:rPr lang="en-US" dirty="0"/>
              <a:t>}</a:t>
            </a:r>
          </a:p>
          <a:p>
            <a:endParaRPr lang="en-US" dirty="0"/>
          </a:p>
          <a:p>
            <a:r>
              <a:rPr lang="en-US" dirty="0"/>
              <a:t>class </a:t>
            </a:r>
            <a:r>
              <a:rPr lang="en-US" dirty="0" err="1"/>
              <a:t>BinaryOperator</a:t>
            </a:r>
            <a:r>
              <a:rPr lang="en-US" dirty="0"/>
              <a:t> extends </a:t>
            </a:r>
            <a:r>
              <a:rPr lang="en-US" dirty="0" err="1"/>
              <a:t>ASTNode</a:t>
            </a:r>
            <a:r>
              <a:rPr lang="en-US" dirty="0"/>
              <a:t> {</a:t>
            </a:r>
          </a:p>
          <a:p>
            <a:r>
              <a:rPr lang="en-US" dirty="0"/>
              <a:t>	private </a:t>
            </a:r>
            <a:r>
              <a:rPr lang="en-US" dirty="0" err="1"/>
              <a:t>ASTNode</a:t>
            </a:r>
            <a:r>
              <a:rPr lang="en-US" dirty="0"/>
              <a:t> </a:t>
            </a:r>
            <a:r>
              <a:rPr lang="en-US" dirty="0" err="1"/>
              <a:t>leftNode</a:t>
            </a:r>
            <a:r>
              <a:rPr lang="en-US" dirty="0"/>
              <a:t>;</a:t>
            </a:r>
          </a:p>
          <a:p>
            <a:r>
              <a:rPr lang="en-US" dirty="0"/>
              <a:t>	private </a:t>
            </a:r>
            <a:r>
              <a:rPr lang="en-US" dirty="0" err="1"/>
              <a:t>ASTNode</a:t>
            </a:r>
            <a:r>
              <a:rPr lang="en-US" dirty="0"/>
              <a:t> </a:t>
            </a:r>
            <a:r>
              <a:rPr lang="en-US" dirty="0" err="1"/>
              <a:t>rightNode</a:t>
            </a:r>
            <a:r>
              <a:rPr lang="en-US" dirty="0"/>
              <a:t>;</a:t>
            </a:r>
          </a:p>
          <a:p>
            <a:endParaRPr lang="en-US" dirty="0"/>
          </a:p>
          <a:p>
            <a:r>
              <a:rPr lang="en-US" dirty="0"/>
              <a:t>	void accept(</a:t>
            </a:r>
            <a:r>
              <a:rPr lang="en-US" dirty="0" err="1"/>
              <a:t>ASTVisitor</a:t>
            </a:r>
            <a:r>
              <a:rPr lang="en-US" dirty="0"/>
              <a:t> visitor) {</a:t>
            </a:r>
          </a:p>
          <a:p>
            <a:r>
              <a:rPr lang="en-US" dirty="0"/>
              <a:t>		</a:t>
            </a:r>
            <a:r>
              <a:rPr lang="en-US" dirty="0" err="1"/>
              <a:t>visitor.visit</a:t>
            </a:r>
            <a:r>
              <a:rPr lang="en-US" dirty="0"/>
              <a:t>(</a:t>
            </a:r>
            <a:r>
              <a:rPr lang="en-US" dirty="0" err="1"/>
              <a:t>this.leftNode</a:t>
            </a:r>
            <a:r>
              <a:rPr lang="en-US" dirty="0"/>
              <a:t>);</a:t>
            </a:r>
          </a:p>
          <a:p>
            <a:r>
              <a:rPr lang="en-US" dirty="0"/>
              <a:t>		</a:t>
            </a:r>
            <a:r>
              <a:rPr lang="en-US" dirty="0" err="1"/>
              <a:t>visitor.visit</a:t>
            </a:r>
            <a:r>
              <a:rPr lang="en-US" dirty="0"/>
              <a:t>(</a:t>
            </a:r>
            <a:r>
              <a:rPr lang="en-US" dirty="0" err="1"/>
              <a:t>this.rightNode</a:t>
            </a:r>
            <a:r>
              <a:rPr lang="en-US" dirty="0"/>
              <a:t>);</a:t>
            </a:r>
          </a:p>
          <a:p>
            <a:r>
              <a:rPr lang="en-US" dirty="0"/>
              <a:t>	}</a:t>
            </a:r>
          </a:p>
          <a:p>
            <a:r>
              <a:rPr lang="en-US" dirty="0"/>
              <a:t>}</a:t>
            </a:r>
          </a:p>
          <a:p>
            <a:endParaRPr lang="en-US" dirty="0"/>
          </a:p>
        </p:txBody>
      </p:sp>
      <p:sp>
        <p:nvSpPr>
          <p:cNvPr id="3" name="Title 2">
            <a:extLst>
              <a:ext uri="{FF2B5EF4-FFF2-40B4-BE49-F238E27FC236}">
                <a16:creationId xmlns:a16="http://schemas.microsoft.com/office/drawing/2014/main" id="{D717EBCB-2841-939E-EE16-1EEBE2258C7D}"/>
              </a:ext>
            </a:extLst>
          </p:cNvPr>
          <p:cNvSpPr>
            <a:spLocks noGrp="1"/>
          </p:cNvSpPr>
          <p:nvPr>
            <p:ph type="title"/>
          </p:nvPr>
        </p:nvSpPr>
        <p:spPr/>
        <p:txBody>
          <a:bodyPr/>
          <a:lstStyle/>
          <a:p>
            <a:r>
              <a:rPr lang="en-US" dirty="0" err="1"/>
              <a:t>ASTVisitor</a:t>
            </a:r>
            <a:endParaRPr lang="en-US" dirty="0"/>
          </a:p>
        </p:txBody>
      </p:sp>
      <p:sp>
        <p:nvSpPr>
          <p:cNvPr id="4" name="Content Placeholder 3">
            <a:extLst>
              <a:ext uri="{FF2B5EF4-FFF2-40B4-BE49-F238E27FC236}">
                <a16:creationId xmlns:a16="http://schemas.microsoft.com/office/drawing/2014/main" id="{3DCDE81A-B316-F22E-49F7-2B50C820728B}"/>
              </a:ext>
            </a:extLst>
          </p:cNvPr>
          <p:cNvSpPr>
            <a:spLocks noGrp="1"/>
          </p:cNvSpPr>
          <p:nvPr>
            <p:ph idx="13"/>
          </p:nvPr>
        </p:nvSpPr>
        <p:spPr/>
        <p:txBody>
          <a:bodyPr/>
          <a:lstStyle/>
          <a:p>
            <a:r>
              <a:rPr lang="en-US" dirty="0"/>
              <a:t>Create an abstract class to represent an AST node with an abstract </a:t>
            </a:r>
            <a:r>
              <a:rPr lang="en-US" dirty="0">
                <a:latin typeface="Consolas" panose="020B0609020204030204" pitchFamily="49" charset="0"/>
              </a:rPr>
              <a:t>accept</a:t>
            </a:r>
            <a:r>
              <a:rPr lang="en-US" dirty="0"/>
              <a:t> method</a:t>
            </a:r>
          </a:p>
          <a:p>
            <a:r>
              <a:rPr lang="en-US" dirty="0"/>
              <a:t>Create concrete subclasses with concrete </a:t>
            </a:r>
            <a:r>
              <a:rPr lang="en-US" dirty="0">
                <a:latin typeface="Consolas" panose="020B0609020204030204" pitchFamily="49" charset="0"/>
              </a:rPr>
              <a:t>accept</a:t>
            </a:r>
            <a:r>
              <a:rPr lang="en-US" dirty="0"/>
              <a:t> methods</a:t>
            </a:r>
          </a:p>
        </p:txBody>
      </p:sp>
    </p:spTree>
    <p:extLst>
      <p:ext uri="{BB962C8B-B14F-4D97-AF65-F5344CB8AC3E}">
        <p14:creationId xmlns:p14="http://schemas.microsoft.com/office/powerpoint/2010/main" val="44363313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2FBAB-6334-5C5D-DACD-E24597BB7A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64AB71-7940-7BAA-E9FD-D2121027356C}"/>
              </a:ext>
            </a:extLst>
          </p:cNvPr>
          <p:cNvSpPr>
            <a:spLocks noGrp="1"/>
          </p:cNvSpPr>
          <p:nvPr>
            <p:ph idx="1"/>
          </p:nvPr>
        </p:nvSpPr>
        <p:spPr/>
        <p:txBody>
          <a:bodyPr>
            <a:normAutofit fontScale="92500" lnSpcReduction="20000"/>
          </a:bodyPr>
          <a:lstStyle/>
          <a:p>
            <a:r>
              <a:rPr lang="en-US" dirty="0"/>
              <a:t>abstract class </a:t>
            </a:r>
            <a:r>
              <a:rPr lang="en-US" dirty="0" err="1"/>
              <a:t>ASTVisitor</a:t>
            </a:r>
            <a:r>
              <a:rPr lang="en-US" dirty="0"/>
              <a:t> {</a:t>
            </a:r>
            <a:br>
              <a:rPr lang="en-US" dirty="0"/>
            </a:br>
            <a:r>
              <a:rPr lang="en-US" dirty="0"/>
              <a:t> void visit(</a:t>
            </a:r>
            <a:r>
              <a:rPr lang="en-US" dirty="0" err="1"/>
              <a:t>DeclStmt</a:t>
            </a:r>
            <a:r>
              <a:rPr lang="en-US" dirty="0"/>
              <a:t> </a:t>
            </a:r>
            <a:r>
              <a:rPr lang="en-US" dirty="0" err="1"/>
              <a:t>stmt</a:t>
            </a:r>
            <a:r>
              <a:rPr lang="en-US" dirty="0"/>
              <a:t>);</a:t>
            </a:r>
            <a:br>
              <a:rPr lang="en-US" dirty="0"/>
            </a:br>
            <a:r>
              <a:rPr lang="en-US" dirty="0"/>
              <a:t> void visit(</a:t>
            </a:r>
            <a:r>
              <a:rPr lang="en-US" dirty="0" err="1"/>
              <a:t>BinaryOperator</a:t>
            </a:r>
            <a:r>
              <a:rPr lang="en-US" dirty="0"/>
              <a:t> op);</a:t>
            </a:r>
          </a:p>
          <a:p>
            <a:r>
              <a:rPr lang="en-US" dirty="0"/>
              <a:t> void visit(</a:t>
            </a:r>
            <a:r>
              <a:rPr lang="en-US" dirty="0" err="1"/>
              <a:t>BinaryOperator</a:t>
            </a:r>
            <a:r>
              <a:rPr lang="en-US" dirty="0"/>
              <a:t> op) {</a:t>
            </a:r>
          </a:p>
          <a:p>
            <a:r>
              <a:rPr lang="en-US" dirty="0"/>
              <a:t>	</a:t>
            </a:r>
            <a:r>
              <a:rPr lang="en-US" dirty="0" err="1"/>
              <a:t>op.getLeft</a:t>
            </a:r>
            <a:r>
              <a:rPr lang="en-US" dirty="0"/>
              <a:t>().accept(this);</a:t>
            </a:r>
          </a:p>
          <a:p>
            <a:r>
              <a:rPr lang="en-US" dirty="0"/>
              <a:t>	</a:t>
            </a:r>
            <a:r>
              <a:rPr lang="en-US" dirty="0" err="1"/>
              <a:t>op.getRight</a:t>
            </a:r>
            <a:r>
              <a:rPr lang="en-US" dirty="0"/>
              <a:t>().accept(this);</a:t>
            </a:r>
          </a:p>
          <a:p>
            <a:r>
              <a:rPr lang="en-US" dirty="0"/>
              <a:t> }</a:t>
            </a:r>
          </a:p>
          <a:p>
            <a:r>
              <a:rPr lang="en-US" dirty="0"/>
              <a:t>}</a:t>
            </a:r>
          </a:p>
          <a:p>
            <a:endParaRPr lang="en-US" dirty="0"/>
          </a:p>
          <a:p>
            <a:r>
              <a:rPr lang="en-US" dirty="0"/>
              <a:t>class </a:t>
            </a:r>
            <a:r>
              <a:rPr lang="en-US" dirty="0" err="1"/>
              <a:t>CodeGenVisitor</a:t>
            </a:r>
            <a:r>
              <a:rPr lang="en-US" dirty="0"/>
              <a:t> extends </a:t>
            </a:r>
            <a:r>
              <a:rPr lang="en-US" dirty="0" err="1"/>
              <a:t>ASTVisitor</a:t>
            </a:r>
            <a:r>
              <a:rPr lang="en-US" dirty="0"/>
              <a:t> {</a:t>
            </a:r>
          </a:p>
          <a:p>
            <a:r>
              <a:rPr lang="en-US" dirty="0"/>
              <a:t> private String </a:t>
            </a:r>
            <a:r>
              <a:rPr lang="en-US" dirty="0" err="1"/>
              <a:t>generatedBinaryCode</a:t>
            </a:r>
            <a:r>
              <a:rPr lang="en-US" dirty="0"/>
              <a:t>;</a:t>
            </a:r>
          </a:p>
          <a:p>
            <a:endParaRPr lang="en-US" dirty="0"/>
          </a:p>
          <a:p>
            <a:r>
              <a:rPr lang="en-US" dirty="0"/>
              <a:t> void visit(</a:t>
            </a:r>
            <a:r>
              <a:rPr lang="en-US" dirty="0" err="1"/>
              <a:t>DeclStmt</a:t>
            </a:r>
            <a:r>
              <a:rPr lang="en-US" dirty="0"/>
              <a:t> </a:t>
            </a:r>
            <a:r>
              <a:rPr lang="en-US" dirty="0" err="1"/>
              <a:t>declStmt</a:t>
            </a:r>
            <a:r>
              <a:rPr lang="en-US" dirty="0"/>
              <a:t>) {</a:t>
            </a:r>
          </a:p>
          <a:p>
            <a:r>
              <a:rPr lang="en-US" dirty="0"/>
              <a:t>	// Create space on the stack</a:t>
            </a:r>
          </a:p>
          <a:p>
            <a:r>
              <a:rPr lang="en-US" dirty="0"/>
              <a:t>	</a:t>
            </a:r>
            <a:r>
              <a:rPr lang="en-US" dirty="0" err="1"/>
              <a:t>generatedBinaryCode.append</a:t>
            </a:r>
            <a:r>
              <a:rPr lang="en-US" dirty="0"/>
              <a:t>(“sub </a:t>
            </a:r>
            <a:r>
              <a:rPr lang="en-US" dirty="0" err="1"/>
              <a:t>rsp</a:t>
            </a:r>
            <a:r>
              <a:rPr lang="en-US" dirty="0"/>
              <a:t>,” + </a:t>
            </a:r>
            <a:r>
              <a:rPr lang="en-US" dirty="0" err="1"/>
              <a:t>declStmt.getSize</a:t>
            </a:r>
            <a:r>
              <a:rPr lang="en-US" dirty="0"/>
              <a:t>());		</a:t>
            </a:r>
          </a:p>
          <a:p>
            <a:r>
              <a:rPr lang="en-US" dirty="0"/>
              <a:t> }</a:t>
            </a:r>
          </a:p>
          <a:p>
            <a:endParaRPr lang="en-US" dirty="0"/>
          </a:p>
          <a:p>
            <a:r>
              <a:rPr lang="en-US" dirty="0"/>
              <a:t> void visit(</a:t>
            </a:r>
            <a:r>
              <a:rPr lang="en-US" dirty="0" err="1"/>
              <a:t>BinaryOperator</a:t>
            </a:r>
            <a:r>
              <a:rPr lang="en-US" dirty="0"/>
              <a:t> op) {</a:t>
            </a:r>
          </a:p>
          <a:p>
            <a:r>
              <a:rPr lang="en-US" dirty="0"/>
              <a:t>	</a:t>
            </a:r>
            <a:r>
              <a:rPr lang="en-US" dirty="0" err="1"/>
              <a:t>super.visit</a:t>
            </a:r>
            <a:r>
              <a:rPr lang="en-US" dirty="0"/>
              <a:t>(op);</a:t>
            </a:r>
          </a:p>
          <a:p>
            <a:r>
              <a:rPr lang="en-US" dirty="0"/>
              <a:t>	switch(</a:t>
            </a:r>
            <a:r>
              <a:rPr lang="en-US" dirty="0" err="1"/>
              <a:t>op.getKind</a:t>
            </a:r>
            <a:r>
              <a:rPr lang="en-US" dirty="0"/>
              <a:t>()) {</a:t>
            </a:r>
          </a:p>
          <a:p>
            <a:r>
              <a:rPr lang="en-US" dirty="0"/>
              <a:t>		case “+”: ///; </a:t>
            </a:r>
          </a:p>
          <a:p>
            <a:r>
              <a:rPr lang="en-US" dirty="0"/>
              <a:t>		case “-”: ///;</a:t>
            </a:r>
          </a:p>
          <a:p>
            <a:r>
              <a:rPr lang="en-US" dirty="0"/>
              <a:t>	}</a:t>
            </a:r>
          </a:p>
          <a:p>
            <a:r>
              <a:rPr lang="en-US" dirty="0"/>
              <a:t> }</a:t>
            </a:r>
          </a:p>
          <a:p>
            <a:r>
              <a:rPr lang="en-US" dirty="0"/>
              <a:t>}</a:t>
            </a:r>
          </a:p>
          <a:p>
            <a:endParaRPr lang="en-US" dirty="0"/>
          </a:p>
        </p:txBody>
      </p:sp>
      <p:sp>
        <p:nvSpPr>
          <p:cNvPr id="3" name="Title 2">
            <a:extLst>
              <a:ext uri="{FF2B5EF4-FFF2-40B4-BE49-F238E27FC236}">
                <a16:creationId xmlns:a16="http://schemas.microsoft.com/office/drawing/2014/main" id="{D250C009-2447-C8BF-7C6E-E60107AABE58}"/>
              </a:ext>
            </a:extLst>
          </p:cNvPr>
          <p:cNvSpPr>
            <a:spLocks noGrp="1"/>
          </p:cNvSpPr>
          <p:nvPr>
            <p:ph type="title"/>
          </p:nvPr>
        </p:nvSpPr>
        <p:spPr/>
        <p:txBody>
          <a:bodyPr/>
          <a:lstStyle/>
          <a:p>
            <a:r>
              <a:rPr lang="en-US" dirty="0" err="1"/>
              <a:t>ASTVisitor</a:t>
            </a:r>
            <a:endParaRPr lang="en-US" dirty="0"/>
          </a:p>
        </p:txBody>
      </p:sp>
      <p:sp>
        <p:nvSpPr>
          <p:cNvPr id="4" name="Content Placeholder 3">
            <a:extLst>
              <a:ext uri="{FF2B5EF4-FFF2-40B4-BE49-F238E27FC236}">
                <a16:creationId xmlns:a16="http://schemas.microsoft.com/office/drawing/2014/main" id="{FC7CC83C-025D-4991-B73C-76CD5FFED4CC}"/>
              </a:ext>
            </a:extLst>
          </p:cNvPr>
          <p:cNvSpPr>
            <a:spLocks noGrp="1"/>
          </p:cNvSpPr>
          <p:nvPr>
            <p:ph idx="13"/>
          </p:nvPr>
        </p:nvSpPr>
        <p:spPr/>
        <p:txBody>
          <a:bodyPr/>
          <a:lstStyle/>
          <a:p>
            <a:r>
              <a:rPr lang="en-US" dirty="0"/>
              <a:t>Define an abstract class </a:t>
            </a:r>
            <a:r>
              <a:rPr lang="en-US" dirty="0" err="1">
                <a:latin typeface="Consolas" panose="020B0609020204030204" pitchFamily="49" charset="0"/>
              </a:rPr>
              <a:t>ASTVisitor</a:t>
            </a:r>
            <a:endParaRPr lang="en-US" dirty="0">
              <a:latin typeface="Consolas" panose="020B0609020204030204" pitchFamily="49" charset="0"/>
            </a:endParaRPr>
          </a:p>
          <a:p>
            <a:r>
              <a:rPr lang="en-US" dirty="0"/>
              <a:t>Define concrete visitors subclasses </a:t>
            </a:r>
            <a:r>
              <a:rPr lang="en-US" dirty="0" err="1">
                <a:latin typeface="Consolas" panose="020B0609020204030204" pitchFamily="49" charset="0"/>
              </a:rPr>
              <a:t>ASTVisitor</a:t>
            </a:r>
            <a:endParaRPr lang="en-US" dirty="0">
              <a:latin typeface="Consolas" panose="020B0609020204030204" pitchFamily="49" charset="0"/>
            </a:endParaRPr>
          </a:p>
        </p:txBody>
      </p:sp>
    </p:spTree>
    <p:extLst>
      <p:ext uri="{BB962C8B-B14F-4D97-AF65-F5344CB8AC3E}">
        <p14:creationId xmlns:p14="http://schemas.microsoft.com/office/powerpoint/2010/main" val="4603664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D1A18-2189-BEB2-77D3-2C2707C6E86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6768AA2-9BEB-6C49-6A82-18EA68483CA8}"/>
              </a:ext>
            </a:extLst>
          </p:cNvPr>
          <p:cNvSpPr>
            <a:spLocks noGrp="1"/>
          </p:cNvSpPr>
          <p:nvPr>
            <p:ph idx="1"/>
          </p:nvPr>
        </p:nvSpPr>
        <p:spPr/>
        <p:txBody>
          <a:bodyPr>
            <a:normAutofit fontScale="92500" lnSpcReduction="20000"/>
          </a:bodyPr>
          <a:lstStyle/>
          <a:p>
            <a:r>
              <a:rPr lang="en-US" dirty="0"/>
              <a:t>Design patterns abstract object instantiation, composition, and behavior</a:t>
            </a:r>
          </a:p>
          <a:p>
            <a:r>
              <a:rPr lang="en-US" dirty="0"/>
              <a:t>Three types – creational, structural, behavioral</a:t>
            </a:r>
          </a:p>
          <a:p>
            <a:r>
              <a:rPr lang="en-US" dirty="0"/>
              <a:t>Creational – deals with object creation</a:t>
            </a:r>
          </a:p>
          <a:p>
            <a:pPr lvl="1"/>
            <a:r>
              <a:rPr lang="en-US" dirty="0"/>
              <a:t>Singleton, Factory/Abstract Factory</a:t>
            </a:r>
          </a:p>
          <a:p>
            <a:r>
              <a:rPr lang="en-US" dirty="0"/>
              <a:t>Structural – deals with how objects are composed</a:t>
            </a:r>
          </a:p>
          <a:p>
            <a:pPr lvl="1"/>
            <a:r>
              <a:rPr lang="en-US" dirty="0"/>
              <a:t>Adapter, Composite, Decorator, Bridge, Facade, Flyweight</a:t>
            </a:r>
          </a:p>
          <a:p>
            <a:r>
              <a:rPr lang="en-US" dirty="0"/>
              <a:t>Behavioral – how objects distribute responsibilities </a:t>
            </a:r>
          </a:p>
          <a:p>
            <a:pPr lvl="1"/>
            <a:r>
              <a:rPr lang="en-US" dirty="0"/>
              <a:t>Observer, state, template method, visitor</a:t>
            </a:r>
          </a:p>
          <a:p>
            <a:r>
              <a:rPr lang="en-US" dirty="0"/>
              <a:t>Design patterns can be combined to solve complex tasks</a:t>
            </a:r>
          </a:p>
          <a:p>
            <a:endParaRPr lang="en-US" dirty="0"/>
          </a:p>
        </p:txBody>
      </p:sp>
      <p:sp>
        <p:nvSpPr>
          <p:cNvPr id="5" name="Title 4">
            <a:extLst>
              <a:ext uri="{FF2B5EF4-FFF2-40B4-BE49-F238E27FC236}">
                <a16:creationId xmlns:a16="http://schemas.microsoft.com/office/drawing/2014/main" id="{A77D08B2-FD09-D2DC-00C3-C72A556D1BA7}"/>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01890807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8FD759-BF12-3BC7-BC95-628DE6D80564}"/>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A85CC82-9241-6E07-B98D-6FB088A198D9}"/>
              </a:ext>
            </a:extLst>
          </p:cNvPr>
          <p:cNvSpPr>
            <a:spLocks noGrp="1"/>
          </p:cNvSpPr>
          <p:nvPr>
            <p:ph type="body" sz="quarter" idx="13"/>
          </p:nvPr>
        </p:nvSpPr>
        <p:spPr/>
        <p:txBody>
          <a:bodyPr/>
          <a:lstStyle/>
          <a:p>
            <a:r>
              <a:rPr lang="en-US" dirty="0"/>
              <a:t>Sample design pattern questions</a:t>
            </a:r>
          </a:p>
        </p:txBody>
      </p:sp>
    </p:spTree>
    <p:extLst>
      <p:ext uri="{BB962C8B-B14F-4D97-AF65-F5344CB8AC3E}">
        <p14:creationId xmlns:p14="http://schemas.microsoft.com/office/powerpoint/2010/main" val="51254944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A6CA-1CB8-C944-B9A4-BE232C1E37A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7260E37-1D46-520A-BAC2-5D654F5A5BC8}"/>
              </a:ext>
            </a:extLst>
          </p:cNvPr>
          <p:cNvSpPr>
            <a:spLocks noGrp="1"/>
          </p:cNvSpPr>
          <p:nvPr>
            <p:ph idx="1"/>
          </p:nvPr>
        </p:nvSpPr>
        <p:spPr/>
        <p:txBody>
          <a:bodyPr>
            <a:normAutofit fontScale="92500" lnSpcReduction="10000"/>
          </a:bodyPr>
          <a:lstStyle/>
          <a:p>
            <a:pPr marL="0" indent="0">
              <a:buNone/>
            </a:pPr>
            <a:r>
              <a:rPr lang="en-US" altLang="en-US" sz="2800" dirty="0">
                <a:solidFill>
                  <a:schemeClr val="tx1"/>
                </a:solidFill>
                <a:latin typeface="Helvetica" panose="020B0604020202020204" pitchFamily="34" charset="0"/>
                <a:cs typeface="Helvetica" panose="020B0604020202020204" pitchFamily="34" charset="0"/>
              </a:rPr>
              <a:t>You are developing software to support the automated feeding and watering of expensive flowering/fruiting Chocolate Truffle Persimmon</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plants at a computer-controlled greenhouse. These plants (depending on the season, and time of day) are in different biological conditions: </a:t>
            </a:r>
            <a:r>
              <a:rPr lang="en-US" altLang="en-US" sz="2800" b="1" i="1" dirty="0">
                <a:solidFill>
                  <a:schemeClr val="tx1"/>
                </a:solidFill>
                <a:latin typeface="Helvetica" panose="020B0604020202020204" pitchFamily="34" charset="0"/>
                <a:cs typeface="Helvetica" panose="020B0604020202020204" pitchFamily="34" charset="0"/>
              </a:rPr>
              <a:t>dormant, growing, flowering,</a:t>
            </a:r>
            <a:r>
              <a:rPr lang="en-US" altLang="en-US" sz="2800" b="1" dirty="0">
                <a:solidFill>
                  <a:schemeClr val="tx1"/>
                </a:solidFill>
                <a:latin typeface="Helvetica" panose="020B0604020202020204" pitchFamily="34" charset="0"/>
                <a:cs typeface="Helvetica" panose="020B0604020202020204" pitchFamily="34" charset="0"/>
              </a:rPr>
              <a:t> </a:t>
            </a:r>
            <a:r>
              <a:rPr lang="en-US" altLang="en-US" sz="2800" b="1" i="1" dirty="0">
                <a:solidFill>
                  <a:schemeClr val="tx1"/>
                </a:solidFill>
                <a:latin typeface="Helvetica" panose="020B0604020202020204" pitchFamily="34" charset="0"/>
                <a:cs typeface="Helvetica" panose="020B0604020202020204" pitchFamily="34" charset="0"/>
              </a:rPr>
              <a:t>fruiting, </a:t>
            </a:r>
            <a:r>
              <a:rPr lang="en-US" altLang="en-US" sz="2800" b="1" dirty="0">
                <a:solidFill>
                  <a:schemeClr val="tx1"/>
                </a:solidFill>
                <a:latin typeface="Helvetica" panose="020B0604020202020204" pitchFamily="34" charset="0"/>
                <a:cs typeface="Helvetica" panose="020B0604020202020204" pitchFamily="34" charset="0"/>
              </a:rPr>
              <a:t>and </a:t>
            </a:r>
            <a:r>
              <a:rPr lang="en-US" altLang="en-US" sz="2800" b="1" i="1" dirty="0">
                <a:solidFill>
                  <a:schemeClr val="tx1"/>
                </a:solidFill>
                <a:latin typeface="Helvetica" panose="020B0604020202020204" pitchFamily="34" charset="0"/>
                <a:cs typeface="Helvetica" panose="020B0604020202020204" pitchFamily="34" charset="0"/>
              </a:rPr>
              <a:t>seeded</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Depending on the condition, (don’t worry about how you know this, just assume you know) they will need to be watered differently, and fed different things.  Do the wrong thing at the wrong time, they’re dead. A separate timing mechanism (not your responsibility) periodically (say twice a day) issues </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requests to </a:t>
            </a:r>
            <a:r>
              <a:rPr lang="en-US" altLang="en-US" sz="2800" u="sng" dirty="0">
                <a:solidFill>
                  <a:schemeClr val="tx1"/>
                </a:solidFill>
                <a:latin typeface="Helvetica" panose="020B0604020202020204" pitchFamily="34" charset="0"/>
                <a:cs typeface="Helvetica" panose="020B0604020202020204" pitchFamily="34" charset="0"/>
              </a:rPr>
              <a:t>feed,</a:t>
            </a:r>
            <a:r>
              <a:rPr lang="en-US" altLang="en-US" sz="2800" dirty="0">
                <a:solidFill>
                  <a:schemeClr val="tx1"/>
                </a:solidFill>
                <a:latin typeface="Helvetica" panose="020B0604020202020204" pitchFamily="34" charset="0"/>
                <a:cs typeface="Helvetica" panose="020B0604020202020204" pitchFamily="34" charset="0"/>
              </a:rPr>
              <a:t>  and  </a:t>
            </a:r>
            <a:r>
              <a:rPr lang="en-US" altLang="en-US" sz="2800" u="sng" dirty="0">
                <a:solidFill>
                  <a:schemeClr val="tx1"/>
                </a:solidFill>
                <a:latin typeface="Helvetica" panose="020B0604020202020204" pitchFamily="34" charset="0"/>
                <a:cs typeface="Helvetica" panose="020B0604020202020204" pitchFamily="34" charset="0"/>
              </a:rPr>
              <a:t>water,</a:t>
            </a:r>
            <a:r>
              <a:rPr lang="en-US" altLang="en-US" sz="2800" dirty="0">
                <a:solidFill>
                  <a:schemeClr val="tx1"/>
                </a:solidFill>
                <a:latin typeface="Helvetica" panose="020B0604020202020204" pitchFamily="34" charset="0"/>
                <a:cs typeface="Helvetica" panose="020B0604020202020204" pitchFamily="34" charset="0"/>
              </a:rPr>
              <a:t>  the plants. Your system should do the right thing, depending on the biological conditions of the plants. Which pattern would you use ?</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B7E274BA-1C90-3039-0AC0-0EEA1F2D8517}"/>
              </a:ext>
            </a:extLst>
          </p:cNvPr>
          <p:cNvSpPr>
            <a:spLocks noGrp="1"/>
          </p:cNvSpPr>
          <p:nvPr>
            <p:ph type="title"/>
          </p:nvPr>
        </p:nvSpPr>
        <p:spPr/>
        <p:txBody>
          <a:bodyPr/>
          <a:lstStyle/>
          <a:p>
            <a:r>
              <a:rPr lang="en-US" dirty="0"/>
              <a:t>Sample design pattern question</a:t>
            </a:r>
          </a:p>
        </p:txBody>
      </p:sp>
    </p:spTree>
    <p:extLst>
      <p:ext uri="{BB962C8B-B14F-4D97-AF65-F5344CB8AC3E}">
        <p14:creationId xmlns:p14="http://schemas.microsoft.com/office/powerpoint/2010/main" val="30212286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3AE43A5-73C4-3E15-4398-306518F3B640}"/>
              </a:ext>
            </a:extLst>
          </p:cNvPr>
          <p:cNvPicPr>
            <a:picLocks noGrp="1" noChangeAspect="1"/>
          </p:cNvPicPr>
          <p:nvPr>
            <p:ph idx="1"/>
          </p:nvPr>
        </p:nvPicPr>
        <p:blipFill>
          <a:blip r:embed="rId2"/>
          <a:stretch>
            <a:fillRect/>
          </a:stretch>
        </p:blipFill>
        <p:spPr bwMode="auto">
          <a:xfrm>
            <a:off x="4324839" y="254834"/>
            <a:ext cx="5346023" cy="660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9CEB8FD2-A1D0-3717-3180-E9FEA362F79E}"/>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5918411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B3D627A-3F79-6CA6-F2E3-9ADEC172C478}"/>
              </a:ext>
            </a:extLst>
          </p:cNvPr>
          <p:cNvSpPr>
            <a:spLocks noGrp="1"/>
          </p:cNvSpPr>
          <p:nvPr>
            <p:ph idx="1"/>
          </p:nvPr>
        </p:nvSpPr>
        <p:spPr/>
        <p:txBody>
          <a:bodyPr>
            <a:normAutofit/>
          </a:bodyPr>
          <a:lstStyle/>
          <a:p>
            <a:pPr>
              <a:spcBef>
                <a:spcPct val="50000"/>
              </a:spcBef>
            </a:pPr>
            <a:r>
              <a:rPr lang="en-US" altLang="en-US" dirty="0">
                <a:latin typeface="Helvetica" panose="020B0604020202020204" pitchFamily="34" charset="0"/>
                <a:cs typeface="Helvetica" panose="020B0604020202020204" pitchFamily="34" charset="0"/>
              </a:rPr>
              <a:t>Which design pattern should be applicable here? I want to implement a </a:t>
            </a:r>
            <a:r>
              <a:rPr lang="en-US" altLang="en-US" dirty="0" err="1">
                <a:latin typeface="Helvetica" panose="020B0604020202020204" pitchFamily="34" charset="0"/>
                <a:cs typeface="Helvetica" panose="020B0604020202020204" pitchFamily="34" charset="0"/>
              </a:rPr>
              <a:t>WebServer</a:t>
            </a:r>
            <a:r>
              <a:rPr lang="en-US" altLang="en-US" dirty="0">
                <a:latin typeface="Helvetica" panose="020B0604020202020204" pitchFamily="34" charset="0"/>
                <a:cs typeface="Helvetica" panose="020B0604020202020204" pitchFamily="34" charset="0"/>
              </a:rPr>
              <a:t> class. There should be exactly 3 webservers in a system at the most (let’s call them </a:t>
            </a:r>
            <a:r>
              <a:rPr lang="en-US" altLang="en-US" dirty="0" err="1">
                <a:latin typeface="Helvetica" panose="020B0604020202020204" pitchFamily="34" charset="0"/>
                <a:cs typeface="Helvetica" panose="020B0604020202020204" pitchFamily="34" charset="0"/>
              </a:rPr>
              <a:t>larry</a:t>
            </a:r>
            <a:r>
              <a:rPr lang="en-US" altLang="en-US" dirty="0">
                <a:latin typeface="Helvetica" panose="020B0604020202020204" pitchFamily="34" charset="0"/>
                <a:cs typeface="Helvetica" panose="020B0604020202020204" pitchFamily="34" charset="0"/>
              </a:rPr>
              <a:t>, </a:t>
            </a:r>
            <a:r>
              <a:rPr lang="en-US" altLang="en-US" dirty="0" err="1">
                <a:latin typeface="Helvetica" panose="020B0604020202020204" pitchFamily="34" charset="0"/>
                <a:cs typeface="Helvetica" panose="020B0604020202020204" pitchFamily="34" charset="0"/>
              </a:rPr>
              <a:t>moe</a:t>
            </a:r>
            <a:r>
              <a:rPr lang="en-US" altLang="en-US" dirty="0">
                <a:latin typeface="Helvetica" panose="020B0604020202020204" pitchFamily="34" charset="0"/>
                <a:cs typeface="Helvetica" panose="020B0604020202020204" pitchFamily="34" charset="0"/>
              </a:rPr>
              <a:t>, and curly); there should never be more than 3, and it shouldn’t be possible for programmers to accidentally create more than 3. These servers will be created only when needed. i.e., if no requests arrive, no webservers will be created; all 3 servers will exist only after the first 3 requests have arrived. Explain how you would design this system.</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845D1D29-8A46-0F2E-3DF3-2A3FC0B66362}"/>
              </a:ext>
            </a:extLst>
          </p:cNvPr>
          <p:cNvSpPr>
            <a:spLocks noGrp="1"/>
          </p:cNvSpPr>
          <p:nvPr>
            <p:ph type="title"/>
          </p:nvPr>
        </p:nvSpPr>
        <p:spPr/>
        <p:txBody>
          <a:bodyPr/>
          <a:lstStyle/>
          <a:p>
            <a:r>
              <a:rPr lang="en-US" dirty="0"/>
              <a:t>Question 3</a:t>
            </a:r>
          </a:p>
        </p:txBody>
      </p:sp>
    </p:spTree>
    <p:extLst>
      <p:ext uri="{BB962C8B-B14F-4D97-AF65-F5344CB8AC3E}">
        <p14:creationId xmlns:p14="http://schemas.microsoft.com/office/powerpoint/2010/main" val="10484725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B508507-DA4C-C568-35A4-875897FBF17B}"/>
              </a:ext>
            </a:extLst>
          </p:cNvPr>
          <p:cNvSpPr>
            <a:spLocks noGrp="1"/>
          </p:cNvSpPr>
          <p:nvPr>
            <p:ph idx="1"/>
          </p:nvPr>
        </p:nvSpPr>
        <p:spPr/>
        <p:txBody>
          <a:bodyPr>
            <a:normAutofit/>
          </a:bodyPr>
          <a:lstStyle/>
          <a:p>
            <a:r>
              <a:rPr lang="en-US" dirty="0"/>
              <a:t>Covered a broad breadth of topics</a:t>
            </a:r>
          </a:p>
          <a:p>
            <a:pPr lvl="1"/>
            <a:r>
              <a:rPr lang="en-US" dirty="0"/>
              <a:t>Annotations, reflection, dynamic proxies</a:t>
            </a:r>
          </a:p>
          <a:p>
            <a:pPr lvl="1"/>
            <a:r>
              <a:rPr lang="en-US" dirty="0"/>
              <a:t>Microservices</a:t>
            </a:r>
          </a:p>
          <a:p>
            <a:pPr lvl="1"/>
            <a:r>
              <a:rPr lang="en-US" dirty="0"/>
              <a:t>Software security</a:t>
            </a:r>
          </a:p>
          <a:p>
            <a:pPr lvl="1"/>
            <a:r>
              <a:rPr lang="en-US" dirty="0"/>
              <a:t>Fuzz testing</a:t>
            </a:r>
          </a:p>
          <a:p>
            <a:pPr lvl="1"/>
            <a:r>
              <a:rPr lang="en-US" dirty="0"/>
              <a:t>Design patterns</a:t>
            </a:r>
          </a:p>
          <a:p>
            <a:r>
              <a:rPr lang="en-US" dirty="0"/>
              <a:t>Homework covered framework design and fuzzing</a:t>
            </a:r>
          </a:p>
        </p:txBody>
      </p:sp>
      <p:sp>
        <p:nvSpPr>
          <p:cNvPr id="4" name="Title 3">
            <a:extLst>
              <a:ext uri="{FF2B5EF4-FFF2-40B4-BE49-F238E27FC236}">
                <a16:creationId xmlns:a16="http://schemas.microsoft.com/office/drawing/2014/main" id="{CBF92B6E-1B03-6B41-1B8C-75BA2537DE4D}"/>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375859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61F462E-10EE-B713-F5F1-72EAC14B656A}"/>
              </a:ext>
            </a:extLst>
          </p:cNvPr>
          <p:cNvSpPr txBox="1"/>
          <p:nvPr/>
        </p:nvSpPr>
        <p:spPr>
          <a:xfrm>
            <a:off x="297223" y="2799644"/>
            <a:ext cx="11512703" cy="923330"/>
          </a:xfrm>
          <a:prstGeom prst="rect">
            <a:avLst/>
          </a:prstGeom>
          <a:noFill/>
        </p:spPr>
        <p:txBody>
          <a:bodyPr wrap="none" rtlCol="0">
            <a:spAutoFit/>
          </a:bodyPr>
          <a:lstStyle/>
          <a:p>
            <a:r>
              <a:rPr lang="en-US" sz="5400" b="1" dirty="0"/>
              <a:t>Thank you and all the best for the final!</a:t>
            </a:r>
          </a:p>
        </p:txBody>
      </p:sp>
    </p:spTree>
    <p:extLst>
      <p:ext uri="{BB962C8B-B14F-4D97-AF65-F5344CB8AC3E}">
        <p14:creationId xmlns:p14="http://schemas.microsoft.com/office/powerpoint/2010/main" val="205004903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828AE5-AC81-B8D1-913E-02591C7E82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D95FF0-F82E-A398-C93E-376D7A7F342A}"/>
              </a:ext>
            </a:extLst>
          </p:cNvPr>
          <p:cNvSpPr>
            <a:spLocks noGrp="1"/>
          </p:cNvSpPr>
          <p:nvPr>
            <p:ph idx="1"/>
          </p:nvPr>
        </p:nvSpPr>
        <p:spPr/>
        <p:txBody>
          <a:bodyPr>
            <a:normAutofit fontScale="85000" lnSpcReduction="20000"/>
          </a:bodyPr>
          <a:lstStyle/>
          <a:p>
            <a:r>
              <a:rPr lang="en-US" dirty="0"/>
              <a:t>abstract class </a:t>
            </a:r>
            <a:r>
              <a:rPr lang="en-US" dirty="0" err="1"/>
              <a:t>TreeNode</a:t>
            </a:r>
            <a:r>
              <a:rPr lang="en-US" dirty="0"/>
              <a:t> {</a:t>
            </a:r>
          </a:p>
          <a:p>
            <a:r>
              <a:rPr lang="en-US" dirty="0"/>
              <a:t>	void accept(</a:t>
            </a:r>
            <a:r>
              <a:rPr lang="en-US" dirty="0" err="1"/>
              <a:t>ASTVisitor</a:t>
            </a:r>
            <a:r>
              <a:rPr lang="en-US" dirty="0"/>
              <a:t> visitor) {</a:t>
            </a:r>
          </a:p>
          <a:p>
            <a:r>
              <a:rPr lang="en-US" dirty="0"/>
              <a:t>		</a:t>
            </a:r>
            <a:r>
              <a:rPr lang="en-US" dirty="0" err="1"/>
              <a:t>visitor.visit</a:t>
            </a:r>
            <a:r>
              <a:rPr lang="en-US" dirty="0"/>
              <a:t>(this);</a:t>
            </a:r>
          </a:p>
          <a:p>
            <a:r>
              <a:rPr lang="en-US" dirty="0"/>
              <a:t>	}</a:t>
            </a:r>
          </a:p>
          <a:p>
            <a:r>
              <a:rPr lang="en-US" dirty="0"/>
              <a:t>}</a:t>
            </a:r>
          </a:p>
          <a:p>
            <a:endParaRPr lang="en-US" dirty="0"/>
          </a:p>
          <a:p>
            <a:r>
              <a:rPr lang="en-US" dirty="0"/>
              <a:t>// concrete subclasses for AST nodes</a:t>
            </a:r>
          </a:p>
          <a:p>
            <a:r>
              <a:rPr lang="en-US" dirty="0"/>
              <a:t>class Literal extends </a:t>
            </a:r>
            <a:r>
              <a:rPr lang="en-US" dirty="0" err="1"/>
              <a:t>TreeNode</a:t>
            </a:r>
            <a:r>
              <a:rPr lang="en-US" dirty="0"/>
              <a:t> {</a:t>
            </a:r>
          </a:p>
          <a:p>
            <a:r>
              <a:rPr lang="en-US" dirty="0"/>
              <a:t>	private final int value;</a:t>
            </a:r>
          </a:p>
          <a:p>
            <a:r>
              <a:rPr lang="en-US" dirty="0"/>
              <a:t>	public Literal(int value) {</a:t>
            </a:r>
          </a:p>
          <a:p>
            <a:r>
              <a:rPr lang="en-US" dirty="0"/>
              <a:t>		</a:t>
            </a:r>
            <a:r>
              <a:rPr lang="en-US" dirty="0" err="1"/>
              <a:t>this.value</a:t>
            </a:r>
            <a:r>
              <a:rPr lang="en-US" dirty="0"/>
              <a:t> = value;</a:t>
            </a:r>
          </a:p>
          <a:p>
            <a:r>
              <a:rPr lang="en-US" dirty="0"/>
              <a:t>	}</a:t>
            </a:r>
          </a:p>
          <a:p>
            <a:r>
              <a:rPr lang="en-US" dirty="0"/>
              <a:t>}</a:t>
            </a:r>
          </a:p>
          <a:p>
            <a:r>
              <a:rPr lang="en-US" dirty="0"/>
              <a:t>class Variable extends </a:t>
            </a:r>
            <a:r>
              <a:rPr lang="en-US" dirty="0" err="1"/>
              <a:t>TreeNode</a:t>
            </a:r>
            <a:r>
              <a:rPr lang="en-US" dirty="0"/>
              <a:t> {</a:t>
            </a:r>
          </a:p>
          <a:p>
            <a:r>
              <a:rPr lang="en-US" dirty="0"/>
              <a:t>	private final name; </a:t>
            </a:r>
          </a:p>
          <a:p>
            <a:r>
              <a:rPr lang="en-US" dirty="0"/>
              <a:t>	...</a:t>
            </a:r>
          </a:p>
          <a:p>
            <a:r>
              <a:rPr lang="en-US" dirty="0"/>
              <a:t>}</a:t>
            </a:r>
          </a:p>
          <a:p>
            <a:r>
              <a:rPr lang="en-US" dirty="0"/>
              <a:t>class </a:t>
            </a:r>
            <a:r>
              <a:rPr lang="en-US" dirty="0" err="1"/>
              <a:t>BinaryOperator</a:t>
            </a:r>
            <a:r>
              <a:rPr lang="en-US" dirty="0"/>
              <a:t> extends </a:t>
            </a:r>
            <a:r>
              <a:rPr lang="en-US" dirty="0" err="1"/>
              <a:t>TreeNode</a:t>
            </a:r>
            <a:r>
              <a:rPr lang="en-US" dirty="0"/>
              <a:t> {</a:t>
            </a:r>
          </a:p>
          <a:p>
            <a:r>
              <a:rPr lang="en-US" dirty="0"/>
              <a:t>	private final String operator;</a:t>
            </a:r>
          </a:p>
          <a:p>
            <a:r>
              <a:rPr lang="en-US" dirty="0"/>
              <a:t>	private final </a:t>
            </a:r>
            <a:r>
              <a:rPr lang="en-US" dirty="0" err="1"/>
              <a:t>TreeNode</a:t>
            </a:r>
            <a:r>
              <a:rPr lang="en-US" dirty="0"/>
              <a:t> left, right;</a:t>
            </a:r>
          </a:p>
          <a:p>
            <a:endParaRPr lang="en-US" dirty="0"/>
          </a:p>
          <a:p>
            <a:r>
              <a:rPr lang="en-US" dirty="0"/>
              <a:t>	public </a:t>
            </a:r>
            <a:r>
              <a:rPr lang="en-US" dirty="0" err="1"/>
              <a:t>BinaryOperator</a:t>
            </a:r>
            <a:r>
              <a:rPr lang="en-US" dirty="0"/>
              <a:t>(String operator, </a:t>
            </a:r>
            <a:r>
              <a:rPr lang="en-US" dirty="0" err="1"/>
              <a:t>TreeNode</a:t>
            </a:r>
            <a:r>
              <a:rPr lang="en-US" dirty="0"/>
              <a:t> left, </a:t>
            </a:r>
            <a:r>
              <a:rPr lang="en-US" dirty="0" err="1"/>
              <a:t>TreeNode</a:t>
            </a:r>
            <a:r>
              <a:rPr lang="en-US" dirty="0"/>
              <a:t> right) {</a:t>
            </a:r>
          </a:p>
          <a:p>
            <a:r>
              <a:rPr lang="en-US" dirty="0"/>
              <a:t>		</a:t>
            </a:r>
            <a:r>
              <a:rPr lang="en-US" dirty="0" err="1"/>
              <a:t>this.operator</a:t>
            </a:r>
            <a:r>
              <a:rPr lang="en-US" dirty="0"/>
              <a:t> = operator;</a:t>
            </a:r>
          </a:p>
          <a:p>
            <a:r>
              <a:rPr lang="en-US" dirty="0"/>
              <a:t>		</a:t>
            </a:r>
            <a:r>
              <a:rPr lang="en-US" dirty="0" err="1"/>
              <a:t>this.left</a:t>
            </a:r>
            <a:r>
              <a:rPr lang="en-US" dirty="0"/>
              <a:t> = left;</a:t>
            </a:r>
          </a:p>
          <a:p>
            <a:r>
              <a:rPr lang="en-US" dirty="0"/>
              <a:t>		</a:t>
            </a:r>
            <a:r>
              <a:rPr lang="en-US" dirty="0" err="1"/>
              <a:t>this.right</a:t>
            </a:r>
            <a:r>
              <a:rPr lang="en-US" dirty="0"/>
              <a:t> = right;</a:t>
            </a:r>
          </a:p>
          <a:p>
            <a:r>
              <a:rPr lang="en-US" dirty="0"/>
              <a:t>	}</a:t>
            </a:r>
          </a:p>
          <a:p>
            <a:r>
              <a:rPr lang="en-US" dirty="0"/>
              <a:t>}</a:t>
            </a:r>
          </a:p>
        </p:txBody>
      </p:sp>
      <p:sp>
        <p:nvSpPr>
          <p:cNvPr id="5" name="Title 4">
            <a:extLst>
              <a:ext uri="{FF2B5EF4-FFF2-40B4-BE49-F238E27FC236}">
                <a16:creationId xmlns:a16="http://schemas.microsoft.com/office/drawing/2014/main" id="{A2C9229E-DECD-3D1F-BF78-FA052D69AF3B}"/>
              </a:ext>
            </a:extLst>
          </p:cNvPr>
          <p:cNvSpPr>
            <a:spLocks noGrp="1"/>
          </p:cNvSpPr>
          <p:nvPr>
            <p:ph type="title"/>
          </p:nvPr>
        </p:nvSpPr>
        <p:spPr/>
        <p:txBody>
          <a:bodyPr/>
          <a:lstStyle/>
          <a:p>
            <a:r>
              <a:rPr lang="en-US" dirty="0"/>
              <a:t>With visitor design pattern</a:t>
            </a:r>
          </a:p>
        </p:txBody>
      </p:sp>
      <p:sp>
        <p:nvSpPr>
          <p:cNvPr id="7" name="Content Placeholder 6">
            <a:extLst>
              <a:ext uri="{FF2B5EF4-FFF2-40B4-BE49-F238E27FC236}">
                <a16:creationId xmlns:a16="http://schemas.microsoft.com/office/drawing/2014/main" id="{9EBEE4E5-2525-9E82-E72C-E9A85C1BD382}"/>
              </a:ext>
            </a:extLst>
          </p:cNvPr>
          <p:cNvSpPr>
            <a:spLocks noGrp="1"/>
          </p:cNvSpPr>
          <p:nvPr>
            <p:ph idx="13"/>
          </p:nvPr>
        </p:nvSpPr>
        <p:spPr/>
        <p:txBody>
          <a:bodyPr/>
          <a:lstStyle/>
          <a:p>
            <a:r>
              <a:rPr lang="en-US" dirty="0"/>
              <a:t>Allow the parent class for all nodes to </a:t>
            </a:r>
            <a:r>
              <a:rPr lang="en-US" b="1" i="1" dirty="0"/>
              <a:t>accept</a:t>
            </a:r>
            <a:r>
              <a:rPr lang="en-US" dirty="0"/>
              <a:t> a Visitor</a:t>
            </a:r>
          </a:p>
        </p:txBody>
      </p:sp>
      <p:sp>
        <p:nvSpPr>
          <p:cNvPr id="8" name="Rectangle 7">
            <a:extLst>
              <a:ext uri="{FF2B5EF4-FFF2-40B4-BE49-F238E27FC236}">
                <a16:creationId xmlns:a16="http://schemas.microsoft.com/office/drawing/2014/main" id="{4579FD81-3DD5-71BE-FD22-1569556141E4}"/>
              </a:ext>
            </a:extLst>
          </p:cNvPr>
          <p:cNvSpPr/>
          <p:nvPr/>
        </p:nvSpPr>
        <p:spPr>
          <a:xfrm>
            <a:off x="6330461" y="991374"/>
            <a:ext cx="3950677" cy="497457"/>
          </a:xfrm>
          <a:prstGeom prst="rect">
            <a:avLst/>
          </a:prstGeom>
          <a:noFill/>
          <a:ln w="444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11735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E21C40-8956-0925-430E-79BBD87723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E36FA-E88B-9875-1378-5C3BD42ED4CF}"/>
              </a:ext>
            </a:extLst>
          </p:cNvPr>
          <p:cNvSpPr>
            <a:spLocks noGrp="1"/>
          </p:cNvSpPr>
          <p:nvPr>
            <p:ph idx="1"/>
          </p:nvPr>
        </p:nvSpPr>
        <p:spPr/>
        <p:txBody>
          <a:bodyPr>
            <a:normAutofit/>
          </a:bodyPr>
          <a:lstStyle/>
          <a:p>
            <a:r>
              <a:rPr lang="en-US" dirty="0"/>
              <a:t>abstract class </a:t>
            </a:r>
            <a:r>
              <a:rPr lang="en-US" dirty="0" err="1"/>
              <a:t>ASTVisitor</a:t>
            </a:r>
            <a:r>
              <a:rPr lang="en-US" dirty="0"/>
              <a:t> {</a:t>
            </a:r>
          </a:p>
          <a:p>
            <a:r>
              <a:rPr lang="en-US" dirty="0"/>
              <a:t>    void visit(Literal literal) {}</a:t>
            </a:r>
          </a:p>
          <a:p>
            <a:r>
              <a:rPr lang="en-US" dirty="0"/>
              <a:t>    void visit(Variable variable) {}</a:t>
            </a:r>
          </a:p>
          <a:p>
            <a:endParaRPr lang="en-US" dirty="0"/>
          </a:p>
          <a:p>
            <a:r>
              <a:rPr lang="en-US" dirty="0"/>
              <a:t>    void visit(</a:t>
            </a:r>
            <a:r>
              <a:rPr lang="en-US" dirty="0" err="1"/>
              <a:t>BinaryOperator</a:t>
            </a:r>
            <a:r>
              <a:rPr lang="en-US" dirty="0"/>
              <a:t> </a:t>
            </a:r>
            <a:r>
              <a:rPr lang="en-US" dirty="0" err="1"/>
              <a:t>binaryOperator</a:t>
            </a:r>
            <a:r>
              <a:rPr lang="en-US" dirty="0"/>
              <a:t>) {</a:t>
            </a:r>
          </a:p>
          <a:p>
            <a:r>
              <a:rPr lang="en-US" dirty="0"/>
              <a:t>		</a:t>
            </a:r>
            <a:r>
              <a:rPr lang="en-US" dirty="0" err="1"/>
              <a:t>this.left.accept</a:t>
            </a:r>
            <a:r>
              <a:rPr lang="en-US" dirty="0"/>
              <a:t>(this);</a:t>
            </a:r>
          </a:p>
          <a:p>
            <a:r>
              <a:rPr lang="en-US" dirty="0"/>
              <a:t>		</a:t>
            </a:r>
            <a:r>
              <a:rPr lang="en-US" dirty="0" err="1"/>
              <a:t>this.right.accept</a:t>
            </a:r>
            <a:r>
              <a:rPr lang="en-US" dirty="0"/>
              <a:t>(this);</a:t>
            </a:r>
          </a:p>
          <a:p>
            <a:r>
              <a:rPr lang="en-US" dirty="0"/>
              <a:t>	}</a:t>
            </a:r>
          </a:p>
          <a:p>
            <a:endParaRPr lang="en-US" dirty="0"/>
          </a:p>
          <a:p>
            <a:r>
              <a:rPr lang="en-US" dirty="0"/>
              <a:t>}</a:t>
            </a:r>
          </a:p>
        </p:txBody>
      </p:sp>
      <p:sp>
        <p:nvSpPr>
          <p:cNvPr id="5" name="Title 4">
            <a:extLst>
              <a:ext uri="{FF2B5EF4-FFF2-40B4-BE49-F238E27FC236}">
                <a16:creationId xmlns:a16="http://schemas.microsoft.com/office/drawing/2014/main" id="{972E57B2-8A7F-C759-2D21-7762AA7CA680}"/>
              </a:ext>
            </a:extLst>
          </p:cNvPr>
          <p:cNvSpPr>
            <a:spLocks noGrp="1"/>
          </p:cNvSpPr>
          <p:nvPr>
            <p:ph type="title"/>
          </p:nvPr>
        </p:nvSpPr>
        <p:spPr/>
        <p:txBody>
          <a:bodyPr/>
          <a:lstStyle/>
          <a:p>
            <a:r>
              <a:rPr lang="en-US" dirty="0"/>
              <a:t>With visitor design pattern</a:t>
            </a:r>
          </a:p>
        </p:txBody>
      </p:sp>
      <p:sp>
        <p:nvSpPr>
          <p:cNvPr id="7" name="Content Placeholder 6">
            <a:extLst>
              <a:ext uri="{FF2B5EF4-FFF2-40B4-BE49-F238E27FC236}">
                <a16:creationId xmlns:a16="http://schemas.microsoft.com/office/drawing/2014/main" id="{4A7C435D-CE8F-D59C-015D-FECA2C418BF5}"/>
              </a:ext>
            </a:extLst>
          </p:cNvPr>
          <p:cNvSpPr>
            <a:spLocks noGrp="1"/>
          </p:cNvSpPr>
          <p:nvPr>
            <p:ph idx="13"/>
          </p:nvPr>
        </p:nvSpPr>
        <p:spPr/>
        <p:txBody>
          <a:bodyPr/>
          <a:lstStyle/>
          <a:p>
            <a:r>
              <a:rPr lang="en-US" dirty="0"/>
              <a:t>Define the visitor abstract class</a:t>
            </a:r>
          </a:p>
          <a:p>
            <a:r>
              <a:rPr lang="en-US" dirty="0"/>
              <a:t>This class contains the visitor logic</a:t>
            </a:r>
          </a:p>
          <a:p>
            <a:r>
              <a:rPr lang="en-US" dirty="0"/>
              <a:t>Define a </a:t>
            </a:r>
            <a:r>
              <a:rPr lang="en-US" dirty="0">
                <a:latin typeface="Consolas" panose="020B0609020204030204" pitchFamily="49" charset="0"/>
              </a:rPr>
              <a:t>visit()</a:t>
            </a:r>
            <a:r>
              <a:rPr lang="en-US" dirty="0"/>
              <a:t> method overloaded with arguments of subclass of </a:t>
            </a:r>
            <a:r>
              <a:rPr lang="en-US" dirty="0" err="1">
                <a:latin typeface="Consolas" panose="020B0609020204030204" pitchFamily="49" charset="0"/>
              </a:rPr>
              <a:t>TreeNode</a:t>
            </a:r>
            <a:endParaRPr lang="en-US" dirty="0">
              <a:latin typeface="Consolas" panose="020B0609020204030204" pitchFamily="49" charset="0"/>
            </a:endParaRPr>
          </a:p>
        </p:txBody>
      </p:sp>
    </p:spTree>
    <p:extLst>
      <p:ext uri="{BB962C8B-B14F-4D97-AF65-F5344CB8AC3E}">
        <p14:creationId xmlns:p14="http://schemas.microsoft.com/office/powerpoint/2010/main" val="208349487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FCEDA6-BE1F-0040-2624-5321D8882A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23379-E726-121A-137E-E60B817DD8F9}"/>
              </a:ext>
            </a:extLst>
          </p:cNvPr>
          <p:cNvSpPr>
            <a:spLocks noGrp="1"/>
          </p:cNvSpPr>
          <p:nvPr>
            <p:ph idx="1"/>
          </p:nvPr>
        </p:nvSpPr>
        <p:spPr/>
        <p:txBody>
          <a:bodyPr>
            <a:normAutofit fontScale="85000" lnSpcReduction="20000"/>
          </a:bodyPr>
          <a:lstStyle/>
          <a:p>
            <a:r>
              <a:rPr lang="en-US" dirty="0"/>
              <a:t>class </a:t>
            </a:r>
            <a:r>
              <a:rPr lang="en-US" dirty="0" err="1"/>
              <a:t>CodeGeneratorVisitor</a:t>
            </a:r>
            <a:r>
              <a:rPr lang="en-US" dirty="0"/>
              <a:t> extends </a:t>
            </a:r>
            <a:r>
              <a:rPr lang="en-US" dirty="0" err="1"/>
              <a:t>ASTVisitor</a:t>
            </a:r>
            <a:r>
              <a:rPr lang="en-US" dirty="0"/>
              <a:t> {</a:t>
            </a:r>
          </a:p>
          <a:p>
            <a:r>
              <a:rPr lang="en-US" dirty="0"/>
              <a:t>    private final StringBuilder code = new StringBuilder();</a:t>
            </a:r>
          </a:p>
          <a:p>
            <a:endParaRPr lang="en-US" dirty="0"/>
          </a:p>
          <a:p>
            <a:r>
              <a:rPr lang="en-US" dirty="0"/>
              <a:t>    public String </a:t>
            </a:r>
            <a:r>
              <a:rPr lang="en-US" dirty="0" err="1"/>
              <a:t>getCode</a:t>
            </a:r>
            <a:r>
              <a:rPr lang="en-US" dirty="0"/>
              <a:t>() {</a:t>
            </a:r>
          </a:p>
          <a:p>
            <a:r>
              <a:rPr lang="en-US" dirty="0"/>
              <a:t>        return </a:t>
            </a:r>
            <a:r>
              <a:rPr lang="en-US" dirty="0" err="1"/>
              <a:t>code.toString</a:t>
            </a:r>
            <a:r>
              <a:rPr lang="en-US" dirty="0"/>
              <a:t>();</a:t>
            </a:r>
          </a:p>
          <a:p>
            <a:r>
              <a:rPr lang="en-US" dirty="0"/>
              <a:t>    }</a:t>
            </a:r>
          </a:p>
          <a:p>
            <a:endParaRPr lang="en-US" dirty="0"/>
          </a:p>
          <a:p>
            <a:r>
              <a:rPr lang="en-US" dirty="0"/>
              <a:t>    @Override</a:t>
            </a:r>
          </a:p>
          <a:p>
            <a:r>
              <a:rPr lang="en-US" dirty="0"/>
              <a:t>    public void visit(Literal literal) {</a:t>
            </a:r>
          </a:p>
          <a:p>
            <a:r>
              <a:rPr lang="en-US" dirty="0"/>
              <a:t>        </a:t>
            </a:r>
            <a:r>
              <a:rPr lang="en-US" dirty="0" err="1"/>
              <a:t>code.append</a:t>
            </a:r>
            <a:r>
              <a:rPr lang="en-US" dirty="0"/>
              <a:t>(</a:t>
            </a:r>
            <a:r>
              <a:rPr lang="en-US" dirty="0" err="1"/>
              <a:t>literal.getValue</a:t>
            </a:r>
            <a:r>
              <a:rPr lang="en-US" dirty="0"/>
              <a:t>());</a:t>
            </a:r>
          </a:p>
          <a:p>
            <a:r>
              <a:rPr lang="en-US" dirty="0"/>
              <a:t>    }</a:t>
            </a:r>
          </a:p>
          <a:p>
            <a:endParaRPr lang="en-US" dirty="0"/>
          </a:p>
          <a:p>
            <a:r>
              <a:rPr lang="en-US" dirty="0"/>
              <a:t>    @Override</a:t>
            </a:r>
          </a:p>
          <a:p>
            <a:r>
              <a:rPr lang="en-US" dirty="0"/>
              <a:t>    public void visit(Variable variable) {</a:t>
            </a:r>
          </a:p>
          <a:p>
            <a:r>
              <a:rPr lang="en-US" dirty="0"/>
              <a:t>        </a:t>
            </a:r>
            <a:r>
              <a:rPr lang="en-US" dirty="0" err="1"/>
              <a:t>code.append</a:t>
            </a:r>
            <a:r>
              <a:rPr lang="en-US" dirty="0"/>
              <a:t>(</a:t>
            </a:r>
            <a:r>
              <a:rPr lang="en-US" dirty="0" err="1"/>
              <a:t>variable.getName</a:t>
            </a:r>
            <a:r>
              <a:rPr lang="en-US" dirty="0"/>
              <a:t>());</a:t>
            </a:r>
          </a:p>
          <a:p>
            <a:r>
              <a:rPr lang="en-US" dirty="0"/>
              <a:t>    }</a:t>
            </a:r>
          </a:p>
          <a:p>
            <a:endParaRPr lang="en-US" dirty="0"/>
          </a:p>
          <a:p>
            <a:r>
              <a:rPr lang="en-US" dirty="0"/>
              <a:t>    @Override</a:t>
            </a:r>
          </a:p>
          <a:p>
            <a:r>
              <a:rPr lang="en-US" dirty="0"/>
              <a:t>    public void visit(</a:t>
            </a:r>
            <a:r>
              <a:rPr lang="en-US" dirty="0" err="1"/>
              <a:t>BinaryExpression</a:t>
            </a:r>
            <a:r>
              <a:rPr lang="en-US" dirty="0"/>
              <a:t> </a:t>
            </a:r>
            <a:r>
              <a:rPr lang="en-US" dirty="0" err="1"/>
              <a:t>binaryExpression</a:t>
            </a:r>
            <a:r>
              <a:rPr lang="en-US" dirty="0"/>
              <a:t>) {</a:t>
            </a:r>
          </a:p>
          <a:p>
            <a:r>
              <a:rPr lang="en-US" dirty="0"/>
              <a:t>        </a:t>
            </a:r>
            <a:r>
              <a:rPr lang="en-US" dirty="0" err="1"/>
              <a:t>code.append</a:t>
            </a:r>
            <a:r>
              <a:rPr lang="en-US" dirty="0"/>
              <a:t>("(");</a:t>
            </a:r>
          </a:p>
          <a:p>
            <a:r>
              <a:rPr lang="en-US" dirty="0"/>
              <a:t>        </a:t>
            </a:r>
            <a:r>
              <a:rPr lang="en-US" dirty="0" err="1"/>
              <a:t>binaryExpression.getLeft</a:t>
            </a:r>
            <a:r>
              <a:rPr lang="en-US" dirty="0"/>
              <a:t>().accept(this);</a:t>
            </a:r>
          </a:p>
          <a:p>
            <a:r>
              <a:rPr lang="en-US" dirty="0"/>
              <a:t>        </a:t>
            </a:r>
            <a:r>
              <a:rPr lang="en-US" dirty="0" err="1"/>
              <a:t>code.append</a:t>
            </a:r>
            <a:r>
              <a:rPr lang="en-US" dirty="0"/>
              <a:t>(" ").append(</a:t>
            </a:r>
            <a:r>
              <a:rPr lang="en-US" dirty="0" err="1"/>
              <a:t>binaryExpression.getOperator</a:t>
            </a:r>
            <a:r>
              <a:rPr lang="en-US" dirty="0"/>
              <a:t>()).append(" ");</a:t>
            </a:r>
          </a:p>
          <a:p>
            <a:r>
              <a:rPr lang="en-US" dirty="0"/>
              <a:t>        </a:t>
            </a:r>
            <a:r>
              <a:rPr lang="en-US" dirty="0" err="1"/>
              <a:t>binaryExpression.getRight</a:t>
            </a:r>
            <a:r>
              <a:rPr lang="en-US" dirty="0"/>
              <a:t>().accept(this);</a:t>
            </a:r>
          </a:p>
          <a:p>
            <a:r>
              <a:rPr lang="en-US" dirty="0"/>
              <a:t>        </a:t>
            </a:r>
            <a:r>
              <a:rPr lang="en-US" dirty="0" err="1"/>
              <a:t>code.append</a:t>
            </a:r>
            <a:r>
              <a:rPr lang="en-US" dirty="0"/>
              <a:t>(")");</a:t>
            </a:r>
          </a:p>
          <a:p>
            <a:r>
              <a:rPr lang="en-US" dirty="0"/>
              <a:t>    }</a:t>
            </a:r>
          </a:p>
          <a:p>
            <a:r>
              <a:rPr lang="en-US" dirty="0"/>
              <a:t>}</a:t>
            </a:r>
          </a:p>
        </p:txBody>
      </p:sp>
      <p:sp>
        <p:nvSpPr>
          <p:cNvPr id="5" name="Title 4">
            <a:extLst>
              <a:ext uri="{FF2B5EF4-FFF2-40B4-BE49-F238E27FC236}">
                <a16:creationId xmlns:a16="http://schemas.microsoft.com/office/drawing/2014/main" id="{2C63EBB8-1429-8623-8BCF-8636B1B6B5A8}"/>
              </a:ext>
            </a:extLst>
          </p:cNvPr>
          <p:cNvSpPr>
            <a:spLocks noGrp="1"/>
          </p:cNvSpPr>
          <p:nvPr>
            <p:ph type="title"/>
          </p:nvPr>
        </p:nvSpPr>
        <p:spPr/>
        <p:txBody>
          <a:bodyPr/>
          <a:lstStyle/>
          <a:p>
            <a:r>
              <a:rPr lang="en-US" dirty="0"/>
              <a:t>With visitor design pattern</a:t>
            </a:r>
          </a:p>
        </p:txBody>
      </p:sp>
      <p:sp>
        <p:nvSpPr>
          <p:cNvPr id="7" name="Content Placeholder 6">
            <a:extLst>
              <a:ext uri="{FF2B5EF4-FFF2-40B4-BE49-F238E27FC236}">
                <a16:creationId xmlns:a16="http://schemas.microsoft.com/office/drawing/2014/main" id="{F57F20B3-87A3-5DE1-B120-647BB13F08EA}"/>
              </a:ext>
            </a:extLst>
          </p:cNvPr>
          <p:cNvSpPr>
            <a:spLocks noGrp="1"/>
          </p:cNvSpPr>
          <p:nvPr>
            <p:ph idx="13"/>
          </p:nvPr>
        </p:nvSpPr>
        <p:spPr/>
        <p:txBody>
          <a:bodyPr/>
          <a:lstStyle/>
          <a:p>
            <a:r>
              <a:rPr lang="en-US" dirty="0"/>
              <a:t>Define the concrete subclasses of </a:t>
            </a:r>
            <a:r>
              <a:rPr lang="en-US" dirty="0" err="1">
                <a:latin typeface="Consolas" panose="020B0609020204030204" pitchFamily="49" charset="0"/>
              </a:rPr>
              <a:t>ASTVisitor</a:t>
            </a:r>
            <a:endParaRPr lang="en-US" dirty="0">
              <a:latin typeface="Consolas" panose="020B0609020204030204" pitchFamily="49" charset="0"/>
            </a:endParaRPr>
          </a:p>
          <a:p>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7622248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7E6046-A7F2-4D6B-E4EA-1108AA3CBA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40313-9974-C21F-2CC9-A863664B3082}"/>
              </a:ext>
            </a:extLst>
          </p:cNvPr>
          <p:cNvSpPr>
            <a:spLocks noGrp="1"/>
          </p:cNvSpPr>
          <p:nvPr>
            <p:ph idx="1"/>
          </p:nvPr>
        </p:nvSpPr>
        <p:spPr/>
        <p:txBody>
          <a:bodyPr>
            <a:normAutofit/>
          </a:bodyPr>
          <a:lstStyle/>
          <a:p>
            <a:r>
              <a:rPr lang="en-US" dirty="0"/>
              <a:t>abstract class </a:t>
            </a:r>
            <a:r>
              <a:rPr lang="en-US" dirty="0" err="1"/>
              <a:t>ShapeVisitor</a:t>
            </a:r>
            <a:r>
              <a:rPr lang="en-US" dirty="0"/>
              <a:t> {</a:t>
            </a:r>
          </a:p>
          <a:p>
            <a:r>
              <a:rPr lang="en-US" dirty="0"/>
              <a:t>    void visit(Circle circle) {}</a:t>
            </a:r>
          </a:p>
          <a:p>
            <a:r>
              <a:rPr lang="en-US" dirty="0"/>
              <a:t>    void visit(Rectangle rectangle) {}</a:t>
            </a:r>
          </a:p>
          <a:p>
            <a:endParaRPr lang="en-US" dirty="0"/>
          </a:p>
          <a:p>
            <a:r>
              <a:rPr lang="en-US" dirty="0"/>
              <a:t>    void visit(</a:t>
            </a:r>
            <a:r>
              <a:rPr lang="en-US" dirty="0" err="1"/>
              <a:t>CompoundShape</a:t>
            </a:r>
            <a:r>
              <a:rPr lang="en-US" dirty="0"/>
              <a:t> c) {</a:t>
            </a:r>
          </a:p>
          <a:p>
            <a:r>
              <a:rPr lang="en-US" dirty="0"/>
              <a:t>		for (Shape </a:t>
            </a:r>
            <a:r>
              <a:rPr lang="en-US" dirty="0" err="1"/>
              <a:t>shape</a:t>
            </a:r>
            <a:r>
              <a:rPr lang="en-US" dirty="0"/>
              <a:t>: </a:t>
            </a:r>
            <a:r>
              <a:rPr lang="en-US" dirty="0" err="1"/>
              <a:t>c.getShapeList</a:t>
            </a:r>
            <a:r>
              <a:rPr lang="en-US" dirty="0"/>
              <a:t>()) {</a:t>
            </a:r>
          </a:p>
          <a:p>
            <a:r>
              <a:rPr lang="en-US" dirty="0"/>
              <a:t>			</a:t>
            </a:r>
            <a:r>
              <a:rPr lang="en-US" dirty="0" err="1"/>
              <a:t>shape.accept</a:t>
            </a:r>
            <a:r>
              <a:rPr lang="en-US" dirty="0"/>
              <a:t>(this);</a:t>
            </a:r>
          </a:p>
          <a:p>
            <a:r>
              <a:rPr lang="en-US" dirty="0"/>
              <a:t>		}</a:t>
            </a:r>
          </a:p>
          <a:p>
            <a:r>
              <a:rPr lang="en-US" dirty="0"/>
              <a:t>	}</a:t>
            </a:r>
          </a:p>
          <a:p>
            <a:endParaRPr lang="en-US" dirty="0"/>
          </a:p>
          <a:p>
            <a:r>
              <a:rPr lang="en-US" dirty="0"/>
              <a:t>}</a:t>
            </a:r>
          </a:p>
        </p:txBody>
      </p:sp>
      <p:sp>
        <p:nvSpPr>
          <p:cNvPr id="5" name="Title 4">
            <a:extLst>
              <a:ext uri="{FF2B5EF4-FFF2-40B4-BE49-F238E27FC236}">
                <a16:creationId xmlns:a16="http://schemas.microsoft.com/office/drawing/2014/main" id="{83B5E36A-01FF-2841-745F-3FE83730E578}"/>
              </a:ext>
            </a:extLst>
          </p:cNvPr>
          <p:cNvSpPr>
            <a:spLocks noGrp="1"/>
          </p:cNvSpPr>
          <p:nvPr>
            <p:ph type="title"/>
          </p:nvPr>
        </p:nvSpPr>
        <p:spPr/>
        <p:txBody>
          <a:bodyPr/>
          <a:lstStyle/>
          <a:p>
            <a:r>
              <a:rPr lang="en-US" dirty="0"/>
              <a:t>Visitor design pattern</a:t>
            </a:r>
          </a:p>
        </p:txBody>
      </p:sp>
      <p:sp>
        <p:nvSpPr>
          <p:cNvPr id="7" name="Content Placeholder 6">
            <a:extLst>
              <a:ext uri="{FF2B5EF4-FFF2-40B4-BE49-F238E27FC236}">
                <a16:creationId xmlns:a16="http://schemas.microsoft.com/office/drawing/2014/main" id="{898151AA-98F6-EE9E-ACE3-586BD77444C5}"/>
              </a:ext>
            </a:extLst>
          </p:cNvPr>
          <p:cNvSpPr>
            <a:spLocks noGrp="1"/>
          </p:cNvSpPr>
          <p:nvPr>
            <p:ph idx="13"/>
          </p:nvPr>
        </p:nvSpPr>
        <p:spPr/>
        <p:txBody>
          <a:bodyPr>
            <a:normAutofit lnSpcReduction="10000"/>
          </a:bodyPr>
          <a:lstStyle/>
          <a:p>
            <a:r>
              <a:rPr lang="en-US" dirty="0"/>
              <a:t>Define the visitor abstract class</a:t>
            </a:r>
          </a:p>
          <a:p>
            <a:r>
              <a:rPr lang="en-US" dirty="0"/>
              <a:t>This class contains the visitor logic</a:t>
            </a:r>
          </a:p>
          <a:p>
            <a:r>
              <a:rPr lang="en-US" dirty="0"/>
              <a:t>Define a </a:t>
            </a:r>
            <a:r>
              <a:rPr lang="en-US" dirty="0">
                <a:latin typeface="Consolas" panose="020B0609020204030204" pitchFamily="49" charset="0"/>
              </a:rPr>
              <a:t>visit()</a:t>
            </a:r>
            <a:r>
              <a:rPr lang="en-US" dirty="0"/>
              <a:t> method overloaded with arguments of subclass of </a:t>
            </a:r>
            <a:r>
              <a:rPr lang="en-US" dirty="0">
                <a:latin typeface="Consolas" panose="020B0609020204030204" pitchFamily="49" charset="0"/>
              </a:rPr>
              <a:t>Shape</a:t>
            </a:r>
          </a:p>
          <a:p>
            <a:r>
              <a:rPr lang="en-US" dirty="0">
                <a:latin typeface="Helvetica" panose="020B0604020202020204"/>
                <a:cs typeface="Helvetica" panose="020B0604020202020204"/>
              </a:rPr>
              <a:t>Provide a concrete default implementation of </a:t>
            </a:r>
            <a:r>
              <a:rPr lang="en-US" dirty="0">
                <a:latin typeface="Consolas" panose="020B0609020204030204" pitchFamily="49" charset="0"/>
                <a:cs typeface="Helvetica" panose="020B0604020202020204"/>
              </a:rPr>
              <a:t>visit(</a:t>
            </a:r>
            <a:r>
              <a:rPr lang="en-US" dirty="0" err="1">
                <a:latin typeface="Consolas" panose="020B0609020204030204" pitchFamily="49" charset="0"/>
                <a:cs typeface="Helvetica" panose="020B0604020202020204"/>
              </a:rPr>
              <a:t>CompoundShape</a:t>
            </a:r>
            <a:r>
              <a:rPr lang="en-US" dirty="0">
                <a:latin typeface="Consolas" panose="020B0609020204030204" pitchFamily="49" charset="0"/>
                <a:cs typeface="Helvetica" panose="020B0604020202020204"/>
              </a:rPr>
              <a:t> c)</a:t>
            </a:r>
            <a:endParaRPr lang="en-US" b="1" i="1" dirty="0">
              <a:latin typeface="Consolas" panose="020B0609020204030204" pitchFamily="49" charset="0"/>
              <a:cs typeface="Helvetica" panose="020B0604020202020204"/>
            </a:endParaRPr>
          </a:p>
        </p:txBody>
      </p:sp>
      <p:sp>
        <p:nvSpPr>
          <p:cNvPr id="2" name="Rectangle 1">
            <a:extLst>
              <a:ext uri="{FF2B5EF4-FFF2-40B4-BE49-F238E27FC236}">
                <a16:creationId xmlns:a16="http://schemas.microsoft.com/office/drawing/2014/main" id="{7EC8B33E-D944-3AE9-0141-96E24B61DC56}"/>
              </a:ext>
            </a:extLst>
          </p:cNvPr>
          <p:cNvSpPr/>
          <p:nvPr/>
        </p:nvSpPr>
        <p:spPr>
          <a:xfrm>
            <a:off x="6096000" y="1026543"/>
            <a:ext cx="5871110" cy="32161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4" name="Rectangle 3">
            <a:extLst>
              <a:ext uri="{FF2B5EF4-FFF2-40B4-BE49-F238E27FC236}">
                <a16:creationId xmlns:a16="http://schemas.microsoft.com/office/drawing/2014/main" id="{6BBDADD4-5D8C-8111-3C67-1FE0F00F9898}"/>
              </a:ext>
            </a:extLst>
          </p:cNvPr>
          <p:cNvSpPr/>
          <p:nvPr/>
        </p:nvSpPr>
        <p:spPr>
          <a:xfrm>
            <a:off x="6096000" y="1348154"/>
            <a:ext cx="5871110" cy="32161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A5850E56-3C0A-53B6-8CF0-F2B592A0C158}"/>
              </a:ext>
            </a:extLst>
          </p:cNvPr>
          <p:cNvSpPr/>
          <p:nvPr/>
        </p:nvSpPr>
        <p:spPr>
          <a:xfrm>
            <a:off x="6096000" y="1689893"/>
            <a:ext cx="5871110" cy="420261"/>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
        <p:nvSpPr>
          <p:cNvPr id="8" name="Rectangle 7">
            <a:extLst>
              <a:ext uri="{FF2B5EF4-FFF2-40B4-BE49-F238E27FC236}">
                <a16:creationId xmlns:a16="http://schemas.microsoft.com/office/drawing/2014/main" id="{FEF12ECC-99AB-9727-3DBD-3EF07703D346}"/>
              </a:ext>
            </a:extLst>
          </p:cNvPr>
          <p:cNvSpPr/>
          <p:nvPr/>
        </p:nvSpPr>
        <p:spPr>
          <a:xfrm>
            <a:off x="6096000" y="1778620"/>
            <a:ext cx="5871110" cy="1292826"/>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28788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6" grpId="0" animBg="1"/>
      <p:bldP spid="6" grpId="1" animBg="1"/>
      <p:bldP spid="8" grpId="0" animBg="1"/>
    </p:bld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8BA876-1710-AC94-41A4-17714B0EFE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5F92D3-EE67-456B-53E0-C38677DD65CA}"/>
              </a:ext>
            </a:extLst>
          </p:cNvPr>
          <p:cNvSpPr>
            <a:spLocks noGrp="1"/>
          </p:cNvSpPr>
          <p:nvPr>
            <p:ph idx="1"/>
          </p:nvPr>
        </p:nvSpPr>
        <p:spPr/>
        <p:txBody>
          <a:bodyPr>
            <a:normAutofit/>
          </a:bodyPr>
          <a:lstStyle/>
          <a:p>
            <a:r>
              <a:rPr lang="en-US" dirty="0"/>
              <a:t>class </a:t>
            </a:r>
            <a:r>
              <a:rPr lang="en-US" dirty="0" err="1"/>
              <a:t>TranslationVisitor</a:t>
            </a:r>
            <a:r>
              <a:rPr lang="en-US" dirty="0"/>
              <a:t> extends </a:t>
            </a:r>
            <a:r>
              <a:rPr lang="en-US" dirty="0" err="1"/>
              <a:t>ShapeVisitor</a:t>
            </a:r>
            <a:r>
              <a:rPr lang="en-US" dirty="0"/>
              <a:t> {</a:t>
            </a:r>
          </a:p>
          <a:p>
            <a:r>
              <a:rPr lang="en-US" dirty="0"/>
              <a:t>    </a:t>
            </a:r>
            <a:br>
              <a:rPr lang="en-US" dirty="0"/>
            </a:br>
            <a:r>
              <a:rPr lang="en-US" dirty="0"/>
              <a:t>    	int x; int y;</a:t>
            </a:r>
            <a:br>
              <a:rPr lang="en-US" dirty="0"/>
            </a:br>
            <a:r>
              <a:rPr lang="en-US" dirty="0"/>
              <a:t>	</a:t>
            </a:r>
            <a:r>
              <a:rPr lang="en-US" dirty="0" err="1"/>
              <a:t>TranslationVisitor</a:t>
            </a:r>
            <a:r>
              <a:rPr lang="en-US" dirty="0"/>
              <a:t>(int x, int y) {</a:t>
            </a:r>
          </a:p>
          <a:p>
            <a:r>
              <a:rPr lang="en-US" dirty="0"/>
              <a:t>	</a:t>
            </a:r>
            <a:r>
              <a:rPr lang="en-US" dirty="0" err="1"/>
              <a:t>this.x</a:t>
            </a:r>
            <a:r>
              <a:rPr lang="en-US" dirty="0"/>
              <a:t> = x; </a:t>
            </a:r>
            <a:r>
              <a:rPr lang="en-US" dirty="0" err="1"/>
              <a:t>this.y</a:t>
            </a:r>
            <a:r>
              <a:rPr lang="en-US" dirty="0"/>
              <a:t> = y;</a:t>
            </a:r>
          </a:p>
          <a:p>
            <a:r>
              <a:rPr lang="en-US" dirty="0"/>
              <a:t>	}</a:t>
            </a:r>
          </a:p>
          <a:p>
            <a:r>
              <a:rPr lang="en-US" dirty="0"/>
              <a:t>    	@Override</a:t>
            </a:r>
          </a:p>
          <a:p>
            <a:r>
              <a:rPr lang="en-US" dirty="0"/>
              <a:t>    	public void visit(Triangle t) {</a:t>
            </a:r>
          </a:p>
          <a:p>
            <a:r>
              <a:rPr lang="en-US" dirty="0"/>
              <a:t>        	t.getP1().</a:t>
            </a:r>
            <a:r>
              <a:rPr lang="en-US" dirty="0" err="1"/>
              <a:t>setX</a:t>
            </a:r>
            <a:r>
              <a:rPr lang="en-US" dirty="0"/>
              <a:t>(t.getP1().</a:t>
            </a:r>
            <a:r>
              <a:rPr lang="en-US" dirty="0" err="1"/>
              <a:t>getX</a:t>
            </a:r>
            <a:r>
              <a:rPr lang="en-US" dirty="0"/>
              <a:t>() + x);</a:t>
            </a:r>
          </a:p>
          <a:p>
            <a:r>
              <a:rPr lang="en-US" dirty="0"/>
              <a:t>		/// for other points		</a:t>
            </a:r>
          </a:p>
          <a:p>
            <a:r>
              <a:rPr lang="en-US" dirty="0"/>
              <a:t>    	}</a:t>
            </a:r>
          </a:p>
          <a:p>
            <a:endParaRPr lang="en-US" dirty="0"/>
          </a:p>
          <a:p>
            <a:r>
              <a:rPr lang="en-US" dirty="0"/>
              <a:t>    	@Override</a:t>
            </a:r>
          </a:p>
          <a:p>
            <a:r>
              <a:rPr lang="en-US" dirty="0"/>
              <a:t>    	public void visit(Rectangle rectangle) {</a:t>
            </a:r>
          </a:p>
          <a:p>
            <a:r>
              <a:rPr lang="en-US" dirty="0"/>
              <a:t>		// translate 4 points</a:t>
            </a:r>
          </a:p>
          <a:p>
            <a:r>
              <a:rPr lang="en-US" dirty="0"/>
              <a:t>    	}</a:t>
            </a:r>
          </a:p>
          <a:p>
            <a:endParaRPr lang="en-US" dirty="0"/>
          </a:p>
          <a:p>
            <a:r>
              <a:rPr lang="en-US" dirty="0"/>
              <a:t>    	// No need to override visit for </a:t>
            </a:r>
            <a:r>
              <a:rPr lang="en-US" dirty="0" err="1"/>
              <a:t>CompoundShape</a:t>
            </a:r>
            <a:endParaRPr lang="en-US" dirty="0"/>
          </a:p>
          <a:p>
            <a:r>
              <a:rPr lang="en-US" dirty="0"/>
              <a:t>}</a:t>
            </a:r>
          </a:p>
        </p:txBody>
      </p:sp>
      <p:sp>
        <p:nvSpPr>
          <p:cNvPr id="5" name="Title 4">
            <a:extLst>
              <a:ext uri="{FF2B5EF4-FFF2-40B4-BE49-F238E27FC236}">
                <a16:creationId xmlns:a16="http://schemas.microsoft.com/office/drawing/2014/main" id="{1AB9A579-C67D-137A-CC0E-48997392C4F4}"/>
              </a:ext>
            </a:extLst>
          </p:cNvPr>
          <p:cNvSpPr>
            <a:spLocks noGrp="1"/>
          </p:cNvSpPr>
          <p:nvPr>
            <p:ph type="title"/>
          </p:nvPr>
        </p:nvSpPr>
        <p:spPr/>
        <p:txBody>
          <a:bodyPr/>
          <a:lstStyle/>
          <a:p>
            <a:r>
              <a:rPr lang="en-US" dirty="0"/>
              <a:t>Visitor design pattern</a:t>
            </a:r>
          </a:p>
        </p:txBody>
      </p:sp>
      <p:sp>
        <p:nvSpPr>
          <p:cNvPr id="7" name="Content Placeholder 6">
            <a:extLst>
              <a:ext uri="{FF2B5EF4-FFF2-40B4-BE49-F238E27FC236}">
                <a16:creationId xmlns:a16="http://schemas.microsoft.com/office/drawing/2014/main" id="{5244C4C3-6384-AC34-42EC-D1A51CA4BF1B}"/>
              </a:ext>
            </a:extLst>
          </p:cNvPr>
          <p:cNvSpPr>
            <a:spLocks noGrp="1"/>
          </p:cNvSpPr>
          <p:nvPr>
            <p:ph idx="13"/>
          </p:nvPr>
        </p:nvSpPr>
        <p:spPr/>
        <p:txBody>
          <a:bodyPr/>
          <a:lstStyle/>
          <a:p>
            <a:r>
              <a:rPr lang="en-US" dirty="0"/>
              <a:t>Define the concrete subclasses of </a:t>
            </a:r>
            <a:r>
              <a:rPr lang="en-US" dirty="0" err="1">
                <a:latin typeface="Consolas" panose="020B0609020204030204" pitchFamily="49" charset="0"/>
              </a:rPr>
              <a:t>ShapeVisitor</a:t>
            </a:r>
            <a:endParaRPr lang="en-US" dirty="0">
              <a:latin typeface="Consolas" panose="020B0609020204030204" pitchFamily="49" charset="0"/>
            </a:endParaRPr>
          </a:p>
          <a:p>
            <a:r>
              <a:rPr lang="en-US" dirty="0">
                <a:latin typeface="Helvetica" panose="020B0604020202020204"/>
                <a:cs typeface="Helvetica" panose="020B0604020202020204"/>
              </a:rPr>
              <a:t>Implement the </a:t>
            </a:r>
            <a:r>
              <a:rPr lang="en-US" dirty="0">
                <a:latin typeface="Consolas" panose="020B0609020204030204" pitchFamily="49" charset="0"/>
                <a:cs typeface="Helvetica" panose="020B0604020202020204"/>
              </a:rPr>
              <a:t>visit</a:t>
            </a:r>
            <a:r>
              <a:rPr lang="en-US" dirty="0">
                <a:latin typeface="Helvetica" panose="020B0604020202020204"/>
                <a:cs typeface="Helvetica" panose="020B0604020202020204"/>
              </a:rPr>
              <a:t> method for each shape</a:t>
            </a:r>
          </a:p>
          <a:p>
            <a:r>
              <a:rPr lang="en-US" dirty="0" err="1">
                <a:latin typeface="Consolas" panose="020B0609020204030204" pitchFamily="49" charset="0"/>
              </a:rPr>
              <a:t>TranslationVisitor</a:t>
            </a:r>
            <a:endParaRPr lang="en-US" dirty="0">
              <a:latin typeface="Consolas" panose="020B0609020204030204" pitchFamily="49" charset="0"/>
            </a:endParaRPr>
          </a:p>
          <a:p>
            <a:endParaRPr lang="en-US" dirty="0">
              <a:latin typeface="Helvetica" panose="020B0604020202020204" pitchFamily="34" charset="0"/>
              <a:cs typeface="Helvetica" panose="020B0604020202020204" pitchFamily="34" charset="0"/>
            </a:endParaRPr>
          </a:p>
        </p:txBody>
      </p:sp>
      <p:sp>
        <p:nvSpPr>
          <p:cNvPr id="2" name="Rectangle 1">
            <a:extLst>
              <a:ext uri="{FF2B5EF4-FFF2-40B4-BE49-F238E27FC236}">
                <a16:creationId xmlns:a16="http://schemas.microsoft.com/office/drawing/2014/main" id="{110B8713-CE21-84BB-81A3-9942450FA302}"/>
              </a:ext>
            </a:extLst>
          </p:cNvPr>
          <p:cNvSpPr/>
          <p:nvPr/>
        </p:nvSpPr>
        <p:spPr>
          <a:xfrm>
            <a:off x="6424862" y="2277979"/>
            <a:ext cx="5542247" cy="2478505"/>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35836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CAEC57-CB25-0A29-E350-8B127A62A3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E38B1B-A3CC-E961-DDBF-57CA93367519}"/>
              </a:ext>
            </a:extLst>
          </p:cNvPr>
          <p:cNvSpPr>
            <a:spLocks noGrp="1"/>
          </p:cNvSpPr>
          <p:nvPr>
            <p:ph idx="1"/>
          </p:nvPr>
        </p:nvSpPr>
        <p:spPr/>
        <p:txBody>
          <a:bodyPr>
            <a:normAutofit/>
          </a:bodyPr>
          <a:lstStyle/>
          <a:p>
            <a:r>
              <a:rPr lang="en-US" dirty="0"/>
              <a:t>class </a:t>
            </a:r>
            <a:r>
              <a:rPr lang="en-US" dirty="0" err="1"/>
              <a:t>ScalingVisitor</a:t>
            </a:r>
            <a:r>
              <a:rPr lang="en-US" dirty="0"/>
              <a:t> extends </a:t>
            </a:r>
            <a:r>
              <a:rPr lang="en-US" dirty="0" err="1"/>
              <a:t>ShapeVisitor</a:t>
            </a:r>
            <a:r>
              <a:rPr lang="en-US" dirty="0"/>
              <a:t> {</a:t>
            </a:r>
          </a:p>
          <a:p>
            <a:r>
              <a:rPr lang="en-US" dirty="0"/>
              <a:t>    </a:t>
            </a:r>
            <a:br>
              <a:rPr lang="en-US" dirty="0"/>
            </a:br>
            <a:r>
              <a:rPr lang="en-US" dirty="0"/>
              <a:t>    	int x; int y;</a:t>
            </a:r>
            <a:br>
              <a:rPr lang="en-US" dirty="0"/>
            </a:br>
            <a:r>
              <a:rPr lang="en-US" dirty="0"/>
              <a:t>	</a:t>
            </a:r>
            <a:r>
              <a:rPr lang="en-US" dirty="0" err="1"/>
              <a:t>ScalingVisitor</a:t>
            </a:r>
            <a:r>
              <a:rPr lang="en-US" dirty="0"/>
              <a:t>(int x, int y) {</a:t>
            </a:r>
          </a:p>
          <a:p>
            <a:r>
              <a:rPr lang="en-US" dirty="0"/>
              <a:t>	</a:t>
            </a:r>
            <a:r>
              <a:rPr lang="en-US" dirty="0" err="1"/>
              <a:t>this.x</a:t>
            </a:r>
            <a:r>
              <a:rPr lang="en-US" dirty="0"/>
              <a:t> = x; </a:t>
            </a:r>
            <a:r>
              <a:rPr lang="en-US" dirty="0" err="1"/>
              <a:t>this.y</a:t>
            </a:r>
            <a:r>
              <a:rPr lang="en-US" dirty="0"/>
              <a:t> = y;</a:t>
            </a:r>
          </a:p>
          <a:p>
            <a:r>
              <a:rPr lang="en-US" dirty="0"/>
              <a:t>	}</a:t>
            </a:r>
          </a:p>
          <a:p>
            <a:r>
              <a:rPr lang="en-US" dirty="0"/>
              <a:t>    	@Override</a:t>
            </a:r>
          </a:p>
          <a:p>
            <a:r>
              <a:rPr lang="en-US" dirty="0"/>
              <a:t>    	public void visit(Triangle t) {</a:t>
            </a:r>
          </a:p>
          <a:p>
            <a:r>
              <a:rPr lang="en-US" dirty="0"/>
              <a:t>        // do scaling</a:t>
            </a:r>
          </a:p>
          <a:p>
            <a:r>
              <a:rPr lang="en-US" dirty="0"/>
              <a:t>	}</a:t>
            </a:r>
          </a:p>
          <a:p>
            <a:endParaRPr lang="en-US" dirty="0"/>
          </a:p>
          <a:p>
            <a:r>
              <a:rPr lang="en-US" dirty="0"/>
              <a:t>    	@Override</a:t>
            </a:r>
          </a:p>
          <a:p>
            <a:r>
              <a:rPr lang="en-US" dirty="0"/>
              <a:t>    	public void visit(Rectangle rectangle) {</a:t>
            </a:r>
          </a:p>
          <a:p>
            <a:r>
              <a:rPr lang="en-US" dirty="0"/>
              <a:t>		// scale!!!</a:t>
            </a:r>
          </a:p>
          <a:p>
            <a:r>
              <a:rPr lang="en-US" dirty="0"/>
              <a:t>    	}</a:t>
            </a:r>
          </a:p>
          <a:p>
            <a:endParaRPr lang="en-US" dirty="0"/>
          </a:p>
          <a:p>
            <a:r>
              <a:rPr lang="en-US" dirty="0"/>
              <a:t>    	// No need to override visit for </a:t>
            </a:r>
            <a:r>
              <a:rPr lang="en-US" dirty="0" err="1"/>
              <a:t>CompoundShape</a:t>
            </a:r>
            <a:endParaRPr lang="en-US" dirty="0"/>
          </a:p>
          <a:p>
            <a:r>
              <a:rPr lang="en-US" dirty="0"/>
              <a:t>}</a:t>
            </a:r>
          </a:p>
        </p:txBody>
      </p:sp>
      <p:sp>
        <p:nvSpPr>
          <p:cNvPr id="5" name="Title 4">
            <a:extLst>
              <a:ext uri="{FF2B5EF4-FFF2-40B4-BE49-F238E27FC236}">
                <a16:creationId xmlns:a16="http://schemas.microsoft.com/office/drawing/2014/main" id="{0BD98798-05F6-F07D-61B3-A9A880AB1164}"/>
              </a:ext>
            </a:extLst>
          </p:cNvPr>
          <p:cNvSpPr>
            <a:spLocks noGrp="1"/>
          </p:cNvSpPr>
          <p:nvPr>
            <p:ph type="title"/>
          </p:nvPr>
        </p:nvSpPr>
        <p:spPr/>
        <p:txBody>
          <a:bodyPr/>
          <a:lstStyle/>
          <a:p>
            <a:r>
              <a:rPr lang="en-US" dirty="0"/>
              <a:t>Visitor design pattern</a:t>
            </a:r>
          </a:p>
        </p:txBody>
      </p:sp>
      <p:sp>
        <p:nvSpPr>
          <p:cNvPr id="7" name="Content Placeholder 6">
            <a:extLst>
              <a:ext uri="{FF2B5EF4-FFF2-40B4-BE49-F238E27FC236}">
                <a16:creationId xmlns:a16="http://schemas.microsoft.com/office/drawing/2014/main" id="{380F4B8F-FC0A-D802-41C3-AC921BBA39C1}"/>
              </a:ext>
            </a:extLst>
          </p:cNvPr>
          <p:cNvSpPr>
            <a:spLocks noGrp="1"/>
          </p:cNvSpPr>
          <p:nvPr>
            <p:ph idx="13"/>
          </p:nvPr>
        </p:nvSpPr>
        <p:spPr/>
        <p:txBody>
          <a:bodyPr/>
          <a:lstStyle/>
          <a:p>
            <a:r>
              <a:rPr lang="en-US" dirty="0" err="1">
                <a:latin typeface="Consolas" panose="020B0609020204030204" pitchFamily="49" charset="0"/>
              </a:rPr>
              <a:t>ScalingVisitor</a:t>
            </a:r>
            <a:endParaRPr lang="en-US" dirty="0">
              <a:latin typeface="Consolas" panose="020B0609020204030204" pitchFamily="49" charset="0"/>
            </a:endParaRPr>
          </a:p>
          <a:p>
            <a:endParaRPr lang="en-US" dirty="0">
              <a:latin typeface="Helvetica" panose="020B0604020202020204" pitchFamily="34" charset="0"/>
              <a:cs typeface="Helvetica" panose="020B0604020202020204" pitchFamily="34" charset="0"/>
            </a:endParaRPr>
          </a:p>
        </p:txBody>
      </p:sp>
      <p:sp>
        <p:nvSpPr>
          <p:cNvPr id="2" name="Rectangle 1">
            <a:extLst>
              <a:ext uri="{FF2B5EF4-FFF2-40B4-BE49-F238E27FC236}">
                <a16:creationId xmlns:a16="http://schemas.microsoft.com/office/drawing/2014/main" id="{BCB6D458-74D7-AB6B-8284-DE952792D18C}"/>
              </a:ext>
            </a:extLst>
          </p:cNvPr>
          <p:cNvSpPr/>
          <p:nvPr/>
        </p:nvSpPr>
        <p:spPr>
          <a:xfrm>
            <a:off x="6096000" y="2230347"/>
            <a:ext cx="5871110" cy="3296157"/>
          </a:xfrm>
          <a:prstGeom prst="rect">
            <a:avLst/>
          </a:prstGeom>
          <a:noFill/>
          <a:ln w="412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sz="1600" dirty="0"/>
          </a:p>
        </p:txBody>
      </p:sp>
    </p:spTree>
    <p:extLst>
      <p:ext uri="{BB962C8B-B14F-4D97-AF65-F5344CB8AC3E}">
        <p14:creationId xmlns:p14="http://schemas.microsoft.com/office/powerpoint/2010/main" val="80799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Preso 2022 Watertower Stats">
  <a:themeElements>
    <a:clrScheme name="Custom 2">
      <a:dk1>
        <a:srgbClr val="022850"/>
      </a:dk1>
      <a:lt1>
        <a:srgbClr val="FFBE00"/>
      </a:lt1>
      <a:dk2>
        <a:srgbClr val="0046B9"/>
      </a:dk2>
      <a:lt2>
        <a:srgbClr val="FFCC00"/>
      </a:lt2>
      <a:accent1>
        <a:srgbClr val="00C4B2"/>
      </a:accent1>
      <a:accent2>
        <a:srgbClr val="AADA91"/>
      </a:accent2>
      <a:accent3>
        <a:srgbClr val="FFFF3A"/>
      </a:accent3>
      <a:accent4>
        <a:srgbClr val="022850"/>
      </a:accent4>
      <a:accent5>
        <a:srgbClr val="FFBE00"/>
      </a:accent5>
      <a:accent6>
        <a:srgbClr val="F08A00"/>
      </a:accent6>
      <a:hlink>
        <a:srgbClr val="C1022F"/>
      </a:hlink>
      <a:folHlink>
        <a:srgbClr val="48116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 2022 Watertower Stats" id="{24DDAA93-9421-3242-A023-F5ECF0DCD875}" vid="{5F373F59-6112-614D-8AAA-A4DFBAE0D0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Preso 2022 Watertower Stats</Template>
  <TotalTime>14619</TotalTime>
  <Words>11786</Words>
  <Application>Microsoft Office PowerPoint</Application>
  <PresentationFormat>Widescreen</PresentationFormat>
  <Paragraphs>2075</Paragraphs>
  <Slides>152</Slides>
  <Notes>71</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152</vt:i4>
      </vt:variant>
    </vt:vector>
  </HeadingPairs>
  <TitlesOfParts>
    <vt:vector size="158" baseType="lpstr">
      <vt:lpstr>Arial</vt:lpstr>
      <vt:lpstr>Calibri</vt:lpstr>
      <vt:lpstr>Consolas</vt:lpstr>
      <vt:lpstr>Helvetica</vt:lpstr>
      <vt:lpstr>Wingdings</vt:lpstr>
      <vt:lpstr>Preso 2022 Watertower Stats</vt:lpstr>
      <vt:lpstr>PowerPoint Presentation</vt:lpstr>
      <vt:lpstr>Announcements</vt:lpstr>
      <vt:lpstr>What are design patterns?</vt:lpstr>
      <vt:lpstr>What are design patterns?</vt:lpstr>
      <vt:lpstr>Social media platform</vt:lpstr>
      <vt:lpstr>OO, testing, reflection – single component focus</vt:lpstr>
      <vt:lpstr>Software architecture</vt:lpstr>
      <vt:lpstr>Design patterns – single component focus</vt:lpstr>
      <vt:lpstr>Why do we need design patterns?</vt:lpstr>
      <vt:lpstr>Why do we need design patterns?</vt:lpstr>
      <vt:lpstr>Question</vt:lpstr>
      <vt:lpstr>static field</vt:lpstr>
      <vt:lpstr>static field</vt:lpstr>
      <vt:lpstr>Preventing misuse</vt:lpstr>
      <vt:lpstr>Solution: singleton design pattern</vt:lpstr>
      <vt:lpstr>Solution: singleton design pattern</vt:lpstr>
      <vt:lpstr>Why do we need design patterns?</vt:lpstr>
      <vt:lpstr>Why should we study design patterns?</vt:lpstr>
      <vt:lpstr>Design pattern classification</vt:lpstr>
      <vt:lpstr>Creational patterns </vt:lpstr>
      <vt:lpstr>PowerPoint Presentation</vt:lpstr>
      <vt:lpstr>Case study: UI toolkit</vt:lpstr>
      <vt:lpstr>Abstract factory pattern for UI toolkit</vt:lpstr>
      <vt:lpstr>Abstract factory pattern for UI toolkit</vt:lpstr>
      <vt:lpstr>Abstract factory</vt:lpstr>
      <vt:lpstr>Characteristics</vt:lpstr>
      <vt:lpstr>Characteristics</vt:lpstr>
      <vt:lpstr>Characteristics</vt:lpstr>
      <vt:lpstr>Design pattern classification</vt:lpstr>
      <vt:lpstr>Structural patterns</vt:lpstr>
      <vt:lpstr>PowerPoint Presentation</vt:lpstr>
      <vt:lpstr>Adapter design pattern</vt:lpstr>
      <vt:lpstr>Adapter design pattern</vt:lpstr>
      <vt:lpstr>Payment interface adapter</vt:lpstr>
      <vt:lpstr>Adapter design pattern</vt:lpstr>
      <vt:lpstr>Payment interface adapter</vt:lpstr>
      <vt:lpstr>What did we achieve?</vt:lpstr>
      <vt:lpstr>Payment interface adapter</vt:lpstr>
      <vt:lpstr>Adapter vs. proxy design pattern</vt:lpstr>
      <vt:lpstr>Characteristics</vt:lpstr>
      <vt:lpstr>PowerPoint Presentation</vt:lpstr>
      <vt:lpstr>Announcements</vt:lpstr>
      <vt:lpstr>Agenda</vt:lpstr>
      <vt:lpstr>Sample question 1</vt:lpstr>
      <vt:lpstr>Sample question 2</vt:lpstr>
      <vt:lpstr>Sample question 2</vt:lpstr>
      <vt:lpstr>Design pattern classification</vt:lpstr>
      <vt:lpstr>PowerPoint Presentation</vt:lpstr>
      <vt:lpstr>Case study: social media posts</vt:lpstr>
      <vt:lpstr>Composite design pattern for social media post</vt:lpstr>
      <vt:lpstr>Benefits</vt:lpstr>
      <vt:lpstr>Benefits</vt:lpstr>
      <vt:lpstr>Benefits</vt:lpstr>
      <vt:lpstr>Benefits</vt:lpstr>
      <vt:lpstr>Composite design pattern</vt:lpstr>
      <vt:lpstr>Characteristics</vt:lpstr>
      <vt:lpstr>PowerPoint Presentation</vt:lpstr>
      <vt:lpstr>Case study: vehicle class hierarchy</vt:lpstr>
      <vt:lpstr>Case study: vehicle class hierarchy</vt:lpstr>
      <vt:lpstr>Case study: vehicle class hierarchy</vt:lpstr>
      <vt:lpstr>Case study: vehicle class hierarchy</vt:lpstr>
      <vt:lpstr>Case study: vehicle class hierarchy</vt:lpstr>
      <vt:lpstr>Bridge design pattern</vt:lpstr>
      <vt:lpstr>Characteristics</vt:lpstr>
      <vt:lpstr>Design pattern classification</vt:lpstr>
      <vt:lpstr>PowerPoint Presentation</vt:lpstr>
      <vt:lpstr>Case study – compiler library</vt:lpstr>
      <vt:lpstr>Case study – compiler library</vt:lpstr>
      <vt:lpstr>Case study – compiler library</vt:lpstr>
      <vt:lpstr>Characteristics</vt:lpstr>
      <vt:lpstr>PowerPoint Presentation</vt:lpstr>
      <vt:lpstr>Announcements</vt:lpstr>
      <vt:lpstr>Agenda</vt:lpstr>
      <vt:lpstr>Design pattern classification</vt:lpstr>
      <vt:lpstr>PowerPoint Presentation</vt:lpstr>
      <vt:lpstr>Decorator design pattern</vt:lpstr>
      <vt:lpstr>Case study – fraud detecting payment processor</vt:lpstr>
      <vt:lpstr>Fraud detection decorator for payment processor</vt:lpstr>
      <vt:lpstr>Decorators visually</vt:lpstr>
      <vt:lpstr>Fraud detection decorator for payment processor</vt:lpstr>
      <vt:lpstr>Fraud detection decorator for payment processor</vt:lpstr>
      <vt:lpstr>Fraud detection decorator for payment processor</vt:lpstr>
      <vt:lpstr>Decorators visually</vt:lpstr>
      <vt:lpstr>Combining adapter and decorator patters</vt:lpstr>
      <vt:lpstr>Isn’t this a proxy??</vt:lpstr>
      <vt:lpstr>Non-ideal alternate implementations: subclass?</vt:lpstr>
      <vt:lpstr>Problem 1: breaks SRP</vt:lpstr>
      <vt:lpstr>Problem 2: class explosion</vt:lpstr>
      <vt:lpstr>Characteristics</vt:lpstr>
      <vt:lpstr>PowerPoint Presentation</vt:lpstr>
      <vt:lpstr>Case study – game system</vt:lpstr>
      <vt:lpstr>Flyweight design pattern</vt:lpstr>
      <vt:lpstr>Flyweight design pattern</vt:lpstr>
      <vt:lpstr>Putting it all together</vt:lpstr>
      <vt:lpstr>Characteristics</vt:lpstr>
      <vt:lpstr>Sample design pattern question</vt:lpstr>
      <vt:lpstr>Design pattern classification</vt:lpstr>
      <vt:lpstr>Behavioral pattern</vt:lpstr>
      <vt:lpstr>PowerPoint Presentation</vt:lpstr>
      <vt:lpstr>Case study - Graphical views for application data</vt:lpstr>
      <vt:lpstr>Observer designer pattern</vt:lpstr>
      <vt:lpstr>Observer design pattern</vt:lpstr>
      <vt:lpstr>Graphical views for application data</vt:lpstr>
      <vt:lpstr>Graphical views for application data</vt:lpstr>
      <vt:lpstr>Graphical views for application data</vt:lpstr>
      <vt:lpstr>Characteristics</vt:lpstr>
      <vt:lpstr>PowerPoint Presentation</vt:lpstr>
      <vt:lpstr>Announcements</vt:lpstr>
      <vt:lpstr>Design pattern classification</vt:lpstr>
      <vt:lpstr>PowerPoint Presentation</vt:lpstr>
      <vt:lpstr>Case study: media player state diagram</vt:lpstr>
      <vt:lpstr>Media player states</vt:lpstr>
      <vt:lpstr>Without design pattern</vt:lpstr>
      <vt:lpstr>With state design pattern</vt:lpstr>
      <vt:lpstr>With state design pattern</vt:lpstr>
      <vt:lpstr>State design pattern</vt:lpstr>
      <vt:lpstr>Characteristics</vt:lpstr>
      <vt:lpstr>PowerPoint Presentation</vt:lpstr>
      <vt:lpstr>Case study: find all paths from source to destination</vt:lpstr>
      <vt:lpstr>Case study: find all paths from source to destination</vt:lpstr>
      <vt:lpstr>Case study: find all paths from source to destination</vt:lpstr>
      <vt:lpstr>Template method design pattern</vt:lpstr>
      <vt:lpstr>Characteristics</vt:lpstr>
      <vt:lpstr>PowerPoint Presentation</vt:lpstr>
      <vt:lpstr>Case study – transform nested shapes</vt:lpstr>
      <vt:lpstr>Case study – transform nested shapes</vt:lpstr>
      <vt:lpstr>Case study – transform nested shapes</vt:lpstr>
      <vt:lpstr>Design option 1</vt:lpstr>
      <vt:lpstr>Design option 1</vt:lpstr>
      <vt:lpstr>Disadvantages</vt:lpstr>
      <vt:lpstr>Visitor design pattern</vt:lpstr>
      <vt:lpstr>Visitor design pattern</vt:lpstr>
      <vt:lpstr>Visitor design pattern</vt:lpstr>
      <vt:lpstr>Visitor design pattern – putting it all together</vt:lpstr>
      <vt:lpstr>Visitor design pattern – putting it all together</vt:lpstr>
      <vt:lpstr>Visitor design pattern</vt:lpstr>
      <vt:lpstr>High-level case study – compiler code generation</vt:lpstr>
      <vt:lpstr>ASTVisitor</vt:lpstr>
      <vt:lpstr>ASTVisitor</vt:lpstr>
      <vt:lpstr>Summary</vt:lpstr>
      <vt:lpstr>PowerPoint Presentation</vt:lpstr>
      <vt:lpstr>Sample design pattern question</vt:lpstr>
      <vt:lpstr>PowerPoint Presentation</vt:lpstr>
      <vt:lpstr>Question 3</vt:lpstr>
      <vt:lpstr>Summary</vt:lpstr>
      <vt:lpstr>PowerPoint Presentation</vt:lpstr>
      <vt:lpstr>With visitor design pattern</vt:lpstr>
      <vt:lpstr>With visitor design pattern</vt:lpstr>
      <vt:lpstr>With visitor design pattern</vt:lpstr>
      <vt:lpstr>Visitor design pattern</vt:lpstr>
      <vt:lpstr>Visitor design pattern</vt:lpstr>
      <vt:lpstr>Visitor design pattern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 Ghavamnia</dc:creator>
  <cp:lastModifiedBy>Tapti Palit</cp:lastModifiedBy>
  <cp:revision>1602</cp:revision>
  <dcterms:created xsi:type="dcterms:W3CDTF">2019-06-30T03:25:06Z</dcterms:created>
  <dcterms:modified xsi:type="dcterms:W3CDTF">2025-12-03T06:40:33Z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2024-01-11T00:53:01Z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0430f574-3ec6-4580-80f5-ac0a0660f03e</vt:lpwstr>
  </property>
  <property fmtid="{D5CDD505-2E9C-101B-9397-08002B2CF9AE}" pid="8" name="MSIP_Label_4044bd30-2ed7-4c9d-9d12-46200872a97b_ContentBits">
    <vt:lpwstr>0</vt:lpwstr>
  </property>
</Properties>
</file>